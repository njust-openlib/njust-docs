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8"/>
  </p:notesMasterIdLst>
  <p:handoutMasterIdLst>
    <p:handoutMasterId r:id="rId139"/>
  </p:handoutMasterIdLst>
  <p:sldIdLst>
    <p:sldId id="1002" r:id="rId2"/>
    <p:sldId id="1005" r:id="rId3"/>
    <p:sldId id="1088" r:id="rId4"/>
    <p:sldId id="1090" r:id="rId5"/>
    <p:sldId id="1091" r:id="rId6"/>
    <p:sldId id="1092" r:id="rId7"/>
    <p:sldId id="1093" r:id="rId8"/>
    <p:sldId id="1280" r:id="rId9"/>
    <p:sldId id="1096" r:id="rId10"/>
    <p:sldId id="1281" r:id="rId11"/>
    <p:sldId id="1282" r:id="rId12"/>
    <p:sldId id="1283" r:id="rId13"/>
    <p:sldId id="1126" r:id="rId14"/>
    <p:sldId id="1128" r:id="rId15"/>
    <p:sldId id="1104" r:id="rId16"/>
    <p:sldId id="1185" r:id="rId17"/>
    <p:sldId id="1192" r:id="rId18"/>
    <p:sldId id="1261" r:id="rId19"/>
    <p:sldId id="1262" r:id="rId20"/>
    <p:sldId id="1263" r:id="rId21"/>
    <p:sldId id="1200" r:id="rId22"/>
    <p:sldId id="1201" r:id="rId23"/>
    <p:sldId id="1196" r:id="rId24"/>
    <p:sldId id="1497" r:id="rId25"/>
    <p:sldId id="1498" r:id="rId26"/>
    <p:sldId id="1198" r:id="rId27"/>
    <p:sldId id="1097" r:id="rId28"/>
    <p:sldId id="1105" r:id="rId29"/>
    <p:sldId id="1107" r:id="rId30"/>
    <p:sldId id="1130" r:id="rId31"/>
    <p:sldId id="1131" r:id="rId32"/>
    <p:sldId id="1132" r:id="rId33"/>
    <p:sldId id="1045" r:id="rId34"/>
    <p:sldId id="1134" r:id="rId35"/>
    <p:sldId id="1135" r:id="rId36"/>
    <p:sldId id="1136" r:id="rId37"/>
    <p:sldId id="1137" r:id="rId38"/>
    <p:sldId id="1138" r:id="rId39"/>
    <p:sldId id="1139" r:id="rId40"/>
    <p:sldId id="1140" r:id="rId41"/>
    <p:sldId id="1141" r:id="rId42"/>
    <p:sldId id="1142" r:id="rId43"/>
    <p:sldId id="1143" r:id="rId44"/>
    <p:sldId id="1144" r:id="rId45"/>
    <p:sldId id="1145" r:id="rId46"/>
    <p:sldId id="1146" r:id="rId47"/>
    <p:sldId id="1147" r:id="rId48"/>
    <p:sldId id="1148" r:id="rId49"/>
    <p:sldId id="1149" r:id="rId50"/>
    <p:sldId id="1150" r:id="rId51"/>
    <p:sldId id="1151" r:id="rId52"/>
    <p:sldId id="1152" r:id="rId53"/>
    <p:sldId id="1153" r:id="rId54"/>
    <p:sldId id="1154" r:id="rId55"/>
    <p:sldId id="1155" r:id="rId56"/>
    <p:sldId id="1156" r:id="rId57"/>
    <p:sldId id="1157" r:id="rId58"/>
    <p:sldId id="1158" r:id="rId59"/>
    <p:sldId id="1159" r:id="rId60"/>
    <p:sldId id="1160" r:id="rId61"/>
    <p:sldId id="1161" r:id="rId62"/>
    <p:sldId id="1162" r:id="rId63"/>
    <p:sldId id="1165" r:id="rId64"/>
    <p:sldId id="1110" r:id="rId65"/>
    <p:sldId id="1111" r:id="rId66"/>
    <p:sldId id="1054" r:id="rId67"/>
    <p:sldId id="1112" r:id="rId68"/>
    <p:sldId id="1113" r:id="rId69"/>
    <p:sldId id="1051" r:id="rId70"/>
    <p:sldId id="1114" r:id="rId71"/>
    <p:sldId id="1013" r:id="rId72"/>
    <p:sldId id="1204" r:id="rId73"/>
    <p:sldId id="1117" r:id="rId74"/>
    <p:sldId id="1116" r:id="rId75"/>
    <p:sldId id="1247" r:id="rId76"/>
    <p:sldId id="1056" r:id="rId77"/>
    <p:sldId id="1057" r:id="rId78"/>
    <p:sldId id="1216" r:id="rId79"/>
    <p:sldId id="1205" r:id="rId80"/>
    <p:sldId id="1207" r:id="rId81"/>
    <p:sldId id="1217" r:id="rId82"/>
    <p:sldId id="1218" r:id="rId83"/>
    <p:sldId id="1219" r:id="rId84"/>
    <p:sldId id="1220" r:id="rId85"/>
    <p:sldId id="1221" r:id="rId86"/>
    <p:sldId id="1222" r:id="rId87"/>
    <p:sldId id="1223" r:id="rId88"/>
    <p:sldId id="1224" r:id="rId89"/>
    <p:sldId id="1225" r:id="rId90"/>
    <p:sldId id="1227" r:id="rId91"/>
    <p:sldId id="1229" r:id="rId92"/>
    <p:sldId id="1230" r:id="rId93"/>
    <p:sldId id="1233" r:id="rId94"/>
    <p:sldId id="1231" r:id="rId95"/>
    <p:sldId id="1234" r:id="rId96"/>
    <p:sldId id="1235" r:id="rId97"/>
    <p:sldId id="1236" r:id="rId98"/>
    <p:sldId id="1237" r:id="rId99"/>
    <p:sldId id="1239" r:id="rId100"/>
    <p:sldId id="1244" r:id="rId101"/>
    <p:sldId id="1245" r:id="rId102"/>
    <p:sldId id="1242" r:id="rId103"/>
    <p:sldId id="1243" r:id="rId104"/>
    <p:sldId id="871" r:id="rId105"/>
    <p:sldId id="1061" r:id="rId106"/>
    <p:sldId id="1167" r:id="rId107"/>
    <p:sldId id="1168" r:id="rId108"/>
    <p:sldId id="1169" r:id="rId109"/>
    <p:sldId id="1170" r:id="rId110"/>
    <p:sldId id="1171" r:id="rId111"/>
    <p:sldId id="1172" r:id="rId112"/>
    <p:sldId id="1173" r:id="rId113"/>
    <p:sldId id="1174" r:id="rId114"/>
    <p:sldId id="1175" r:id="rId115"/>
    <p:sldId id="1176" r:id="rId116"/>
    <p:sldId id="1177" r:id="rId117"/>
    <p:sldId id="1178" r:id="rId118"/>
    <p:sldId id="1179" r:id="rId119"/>
    <p:sldId id="1180" r:id="rId120"/>
    <p:sldId id="1181" r:id="rId121"/>
    <p:sldId id="1183" r:id="rId122"/>
    <p:sldId id="1248" r:id="rId123"/>
    <p:sldId id="1249" r:id="rId124"/>
    <p:sldId id="1253" r:id="rId125"/>
    <p:sldId id="1252" r:id="rId126"/>
    <p:sldId id="1255" r:id="rId127"/>
    <p:sldId id="1250" r:id="rId128"/>
    <p:sldId id="1251" r:id="rId129"/>
    <p:sldId id="1257" r:id="rId130"/>
    <p:sldId id="1258" r:id="rId131"/>
    <p:sldId id="1259" r:id="rId132"/>
    <p:sldId id="1260" r:id="rId133"/>
    <p:sldId id="1265" r:id="rId134"/>
    <p:sldId id="1267" r:id="rId135"/>
    <p:sldId id="1270" r:id="rId136"/>
    <p:sldId id="1269" r:id="rId137"/>
  </p:sldIdLst>
  <p:sldSz cx="9144000" cy="6858000" type="screen4x3"/>
  <p:notesSz cx="6858000" cy="9144000"/>
  <p:custDataLst>
    <p:tags r:id="rId14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00FF"/>
    <a:srgbClr val="99FFCC"/>
    <a:srgbClr val="CCFFCC"/>
    <a:srgbClr val="FFFFE7"/>
    <a:srgbClr val="009999"/>
    <a:srgbClr val="CC00CC"/>
    <a:srgbClr val="CC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A40F99-A8D5-45FB-A90A-49AF547B73C7}" v="614" dt="2025-04-21T15:39:27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2" autoAdjust="0"/>
  </p:normalViewPr>
  <p:slideViewPr>
    <p:cSldViewPr snapToObjects="1">
      <p:cViewPr varScale="1">
        <p:scale>
          <a:sx n="87" d="100"/>
          <a:sy n="87" d="100"/>
        </p:scale>
        <p:origin x="1760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gs" Target="tags/tag1.xml"/><Relationship Id="rId14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presProps" Target="presProps.xml"/><Relationship Id="rId14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AC0F8EA8-772A-844D-9C5A-65872A201068}"/>
    <pc:docChg chg="undo custSel modSld">
      <pc:chgData name="744311194@qq.com" userId="e2a28223f2085f4b" providerId="LiveId" clId="{AC0F8EA8-772A-844D-9C5A-65872A201068}" dt="2025-04-22T00:10:40.131" v="11" actId="478"/>
      <pc:docMkLst>
        <pc:docMk/>
      </pc:docMkLst>
      <pc:sldChg chg="modSp">
        <pc:chgData name="744311194@qq.com" userId="e2a28223f2085f4b" providerId="LiveId" clId="{AC0F8EA8-772A-844D-9C5A-65872A201068}" dt="2025-04-17T15:29:40.614" v="3" actId="1076"/>
        <pc:sldMkLst>
          <pc:docMk/>
          <pc:sldMk cId="0" sldId="1045"/>
        </pc:sldMkLst>
        <pc:picChg chg="mod">
          <ac:chgData name="744311194@qq.com" userId="e2a28223f2085f4b" providerId="LiveId" clId="{AC0F8EA8-772A-844D-9C5A-65872A201068}" dt="2025-04-17T15:29:40.614" v="3" actId="1076"/>
          <ac:picMkLst>
            <pc:docMk/>
            <pc:sldMk cId="0" sldId="1045"/>
            <ac:picMk id="50177" creationId="{00000000-0000-0000-0000-000000000000}"/>
          </ac:picMkLst>
        </pc:picChg>
      </pc:sldChg>
      <pc:sldChg chg="delSp">
        <pc:chgData name="744311194@qq.com" userId="e2a28223f2085f4b" providerId="LiveId" clId="{AC0F8EA8-772A-844D-9C5A-65872A201068}" dt="2025-04-22T00:10:40.131" v="11" actId="478"/>
        <pc:sldMkLst>
          <pc:docMk/>
          <pc:sldMk cId="0" sldId="1116"/>
        </pc:sldMkLst>
        <pc:spChg chg="del">
          <ac:chgData name="744311194@qq.com" userId="e2a28223f2085f4b" providerId="LiveId" clId="{AC0F8EA8-772A-844D-9C5A-65872A201068}" dt="2025-04-22T00:10:40.131" v="11" actId="478"/>
          <ac:spMkLst>
            <pc:docMk/>
            <pc:sldMk cId="0" sldId="1116"/>
            <ac:spMk id="2" creationId="{E9CA090E-4C88-16B2-FB40-1C0EFD97EDD1}"/>
          </ac:spMkLst>
        </pc:spChg>
        <pc:spChg chg="del">
          <ac:chgData name="744311194@qq.com" userId="e2a28223f2085f4b" providerId="LiveId" clId="{AC0F8EA8-772A-844D-9C5A-65872A201068}" dt="2025-04-22T00:10:38.513" v="10" actId="478"/>
          <ac:spMkLst>
            <pc:docMk/>
            <pc:sldMk cId="0" sldId="1116"/>
            <ac:spMk id="4" creationId="{3D385E4B-039A-1ADF-9917-8D74E96EA333}"/>
          </ac:spMkLst>
        </pc:spChg>
      </pc:sldChg>
      <pc:sldChg chg="modSp">
        <pc:chgData name="744311194@qq.com" userId="e2a28223f2085f4b" providerId="LiveId" clId="{AC0F8EA8-772A-844D-9C5A-65872A201068}" dt="2025-04-17T15:31:35.712" v="5" actId="1076"/>
        <pc:sldMkLst>
          <pc:docMk/>
          <pc:sldMk cId="0" sldId="1117"/>
        </pc:sldMkLst>
        <pc:spChg chg="mod">
          <ac:chgData name="744311194@qq.com" userId="e2a28223f2085f4b" providerId="LiveId" clId="{AC0F8EA8-772A-844D-9C5A-65872A201068}" dt="2025-04-17T15:31:35.712" v="5" actId="1076"/>
          <ac:spMkLst>
            <pc:docMk/>
            <pc:sldMk cId="0" sldId="1117"/>
            <ac:spMk id="1024084" creationId="{00000000-0000-0000-0000-000000000000}"/>
          </ac:spMkLst>
        </pc:spChg>
      </pc:sldChg>
      <pc:sldChg chg="modSp">
        <pc:chgData name="744311194@qq.com" userId="e2a28223f2085f4b" providerId="LiveId" clId="{AC0F8EA8-772A-844D-9C5A-65872A201068}" dt="2025-04-22T00:01:28.678" v="7" actId="1076"/>
        <pc:sldMkLst>
          <pc:docMk/>
          <pc:sldMk cId="0" sldId="1131"/>
        </pc:sldMkLst>
        <pc:spChg chg="mod">
          <ac:chgData name="744311194@qq.com" userId="e2a28223f2085f4b" providerId="LiveId" clId="{AC0F8EA8-772A-844D-9C5A-65872A201068}" dt="2025-04-22T00:01:28.678" v="7" actId="1076"/>
          <ac:spMkLst>
            <pc:docMk/>
            <pc:sldMk cId="0" sldId="1131"/>
            <ac:spMk id="1043473" creationId="{00000000-0000-0000-0000-000000000000}"/>
          </ac:spMkLst>
        </pc:spChg>
      </pc:sldChg>
      <pc:sldChg chg="modSp">
        <pc:chgData name="744311194@qq.com" userId="e2a28223f2085f4b" providerId="LiveId" clId="{AC0F8EA8-772A-844D-9C5A-65872A201068}" dt="2025-04-17T15:29:18.453" v="1" actId="1076"/>
        <pc:sldMkLst>
          <pc:docMk/>
          <pc:sldMk cId="0" sldId="1132"/>
        </pc:sldMkLst>
        <pc:spChg chg="mod">
          <ac:chgData name="744311194@qq.com" userId="e2a28223f2085f4b" providerId="LiveId" clId="{AC0F8EA8-772A-844D-9C5A-65872A201068}" dt="2025-04-17T15:29:18.453" v="1" actId="1076"/>
          <ac:spMkLst>
            <pc:docMk/>
            <pc:sldMk cId="0" sldId="1132"/>
            <ac:spMk id="1044498" creationId="{00000000-0000-0000-0000-000000000000}"/>
          </ac:spMkLst>
        </pc:spChg>
      </pc:sldChg>
      <pc:sldChg chg="addSp delSp">
        <pc:chgData name="744311194@qq.com" userId="e2a28223f2085f4b" providerId="LiveId" clId="{AC0F8EA8-772A-844D-9C5A-65872A201068}" dt="2025-04-22T00:05:08.476" v="9" actId="478"/>
        <pc:sldMkLst>
          <pc:docMk/>
          <pc:sldMk cId="0" sldId="1205"/>
        </pc:sldMkLst>
        <pc:spChg chg="add del">
          <ac:chgData name="744311194@qq.com" userId="e2a28223f2085f4b" providerId="LiveId" clId="{AC0F8EA8-772A-844D-9C5A-65872A201068}" dt="2025-04-22T00:05:08.476" v="9" actId="478"/>
          <ac:spMkLst>
            <pc:docMk/>
            <pc:sldMk cId="0" sldId="1205"/>
            <ac:spMk id="2" creationId="{383EAC97-0945-C66B-B727-BE6D795FBBDE}"/>
          </ac:spMkLst>
        </pc:spChg>
      </pc:sldChg>
    </pc:docChg>
  </pc:docChgLst>
  <pc:docChgLst>
    <pc:chgData name="744311194@qq.com" userId="e2a28223f2085f4b" providerId="LiveId" clId="{95A40F99-A8D5-45FB-A90A-49AF547B73C7}"/>
    <pc:docChg chg="undo custSel addSld delSld modSld">
      <pc:chgData name="744311194@qq.com" userId="e2a28223f2085f4b" providerId="LiveId" clId="{95A40F99-A8D5-45FB-A90A-49AF547B73C7}" dt="2025-04-23T07:10:43.465" v="4212" actId="478"/>
      <pc:docMkLst>
        <pc:docMk/>
      </pc:docMkLst>
      <pc:sldChg chg="modSp">
        <pc:chgData name="744311194@qq.com" userId="e2a28223f2085f4b" providerId="LiveId" clId="{95A40F99-A8D5-45FB-A90A-49AF547B73C7}" dt="2025-04-21T15:28:52.264" v="3817" actId="13926"/>
        <pc:sldMkLst>
          <pc:docMk/>
          <pc:sldMk cId="0" sldId="871"/>
        </pc:sldMkLst>
        <pc:spChg chg="mod">
          <ac:chgData name="744311194@qq.com" userId="e2a28223f2085f4b" providerId="LiveId" clId="{95A40F99-A8D5-45FB-A90A-49AF547B73C7}" dt="2025-04-21T15:28:52.264" v="3817" actId="13926"/>
          <ac:spMkLst>
            <pc:docMk/>
            <pc:sldMk cId="0" sldId="871"/>
            <ac:spMk id="748874" creationId="{00000000-0000-0000-0000-000000000000}"/>
          </ac:spMkLst>
        </pc:spChg>
      </pc:sldChg>
      <pc:sldChg chg="delSp">
        <pc:chgData name="744311194@qq.com" userId="e2a28223f2085f4b" providerId="LiveId" clId="{95A40F99-A8D5-45FB-A90A-49AF547B73C7}" dt="2025-04-17T06:36:21.999" v="0" actId="478"/>
        <pc:sldMkLst>
          <pc:docMk/>
          <pc:sldMk cId="0" sldId="1002"/>
        </pc:sldMkLst>
      </pc:sldChg>
      <pc:sldChg chg="del">
        <pc:chgData name="744311194@qq.com" userId="e2a28223f2085f4b" providerId="LiveId" clId="{95A40F99-A8D5-45FB-A90A-49AF547B73C7}" dt="2025-04-17T06:36:41.604" v="2" actId="47"/>
        <pc:sldMkLst>
          <pc:docMk/>
          <pc:sldMk cId="0" sldId="1003"/>
        </pc:sldMkLst>
      </pc:sldChg>
      <pc:sldChg chg="del">
        <pc:chgData name="744311194@qq.com" userId="e2a28223f2085f4b" providerId="LiveId" clId="{95A40F99-A8D5-45FB-A90A-49AF547B73C7}" dt="2025-04-17T06:36:47.017" v="3" actId="47"/>
        <pc:sldMkLst>
          <pc:docMk/>
          <pc:sldMk cId="0" sldId="1004"/>
        </pc:sldMkLst>
      </pc:sldChg>
      <pc:sldChg chg="modSp">
        <pc:chgData name="744311194@qq.com" userId="e2a28223f2085f4b" providerId="LiveId" clId="{95A40F99-A8D5-45FB-A90A-49AF547B73C7}" dt="2025-04-21T14:51:16.748" v="2743" actId="13926"/>
        <pc:sldMkLst>
          <pc:docMk/>
          <pc:sldMk cId="0" sldId="1013"/>
        </pc:sldMkLst>
        <pc:spChg chg="mod">
          <ac:chgData name="744311194@qq.com" userId="e2a28223f2085f4b" providerId="LiveId" clId="{95A40F99-A8D5-45FB-A90A-49AF547B73C7}" dt="2025-04-21T14:51:16.748" v="2743" actId="13926"/>
          <ac:spMkLst>
            <pc:docMk/>
            <pc:sldMk cId="0" sldId="1013"/>
            <ac:spMk id="900171" creationId="{00000000-0000-0000-0000-000000000000}"/>
          </ac:spMkLst>
        </pc:spChg>
      </pc:sldChg>
      <pc:sldChg chg="modSp">
        <pc:chgData name="744311194@qq.com" userId="e2a28223f2085f4b" providerId="LiveId" clId="{95A40F99-A8D5-45FB-A90A-49AF547B73C7}" dt="2025-04-21T14:38:49.955" v="1799" actId="13926"/>
        <pc:sldMkLst>
          <pc:docMk/>
          <pc:sldMk cId="0" sldId="1045"/>
        </pc:sldMkLst>
        <pc:spChg chg="mod">
          <ac:chgData name="744311194@qq.com" userId="e2a28223f2085f4b" providerId="LiveId" clId="{95A40F99-A8D5-45FB-A90A-49AF547B73C7}" dt="2025-04-21T14:38:49.955" v="1799" actId="13926"/>
          <ac:spMkLst>
            <pc:docMk/>
            <pc:sldMk cId="0" sldId="1045"/>
            <ac:spMk id="943129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21T14:40:33.342" v="1805" actId="47"/>
        <pc:sldMkLst>
          <pc:docMk/>
          <pc:sldMk cId="0" sldId="1048"/>
        </pc:sldMkLst>
      </pc:sldChg>
      <pc:sldChg chg="modSp">
        <pc:chgData name="744311194@qq.com" userId="e2a28223f2085f4b" providerId="LiveId" clId="{95A40F99-A8D5-45FB-A90A-49AF547B73C7}" dt="2025-04-21T14:40:18.168" v="1804" actId="13926"/>
        <pc:sldMkLst>
          <pc:docMk/>
          <pc:sldMk cId="0" sldId="1054"/>
        </pc:sldMkLst>
        <pc:spChg chg="mod">
          <ac:chgData name="744311194@qq.com" userId="e2a28223f2085f4b" providerId="LiveId" clId="{95A40F99-A8D5-45FB-A90A-49AF547B73C7}" dt="2025-04-21T14:40:18.168" v="1804" actId="13926"/>
          <ac:spMkLst>
            <pc:docMk/>
            <pc:sldMk cId="0" sldId="1054"/>
            <ac:spMk id="952400" creationId="{00000000-0000-0000-0000-000000000000}"/>
          </ac:spMkLst>
        </pc:spChg>
      </pc:sldChg>
      <pc:sldChg chg="addSp modSp mod">
        <pc:chgData name="744311194@qq.com" userId="e2a28223f2085f4b" providerId="LiveId" clId="{95A40F99-A8D5-45FB-A90A-49AF547B73C7}" dt="2025-04-21T14:59:17.311" v="3016" actId="20577"/>
        <pc:sldMkLst>
          <pc:docMk/>
          <pc:sldMk cId="0" sldId="1056"/>
        </pc:sldMkLst>
        <pc:spChg chg="add mod">
          <ac:chgData name="744311194@qq.com" userId="e2a28223f2085f4b" providerId="LiveId" clId="{95A40F99-A8D5-45FB-A90A-49AF547B73C7}" dt="2025-04-21T14:59:17.311" v="3016" actId="20577"/>
          <ac:spMkLst>
            <pc:docMk/>
            <pc:sldMk cId="0" sldId="1056"/>
            <ac:spMk id="5" creationId="{40C368FC-6B47-8F8E-D822-B6C2A0A2BF24}"/>
          </ac:spMkLst>
        </pc:spChg>
      </pc:sldChg>
      <pc:sldChg chg="modSp">
        <pc:chgData name="744311194@qq.com" userId="e2a28223f2085f4b" providerId="LiveId" clId="{95A40F99-A8D5-45FB-A90A-49AF547B73C7}" dt="2025-04-21T15:31:15.999" v="3979" actId="13926"/>
        <pc:sldMkLst>
          <pc:docMk/>
          <pc:sldMk cId="0" sldId="1061"/>
        </pc:sldMkLst>
        <pc:spChg chg="mod">
          <ac:chgData name="744311194@qq.com" userId="e2a28223f2085f4b" providerId="LiveId" clId="{95A40F99-A8D5-45FB-A90A-49AF547B73C7}" dt="2025-04-21T15:31:15.999" v="3979" actId="13926"/>
          <ac:spMkLst>
            <pc:docMk/>
            <pc:sldMk cId="0" sldId="1061"/>
            <ac:spMk id="959849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17T07:31:53.714" v="1795" actId="47"/>
        <pc:sldMkLst>
          <pc:docMk/>
          <pc:sldMk cId="0" sldId="1081"/>
        </pc:sldMkLst>
      </pc:sldChg>
      <pc:sldChg chg="modSp">
        <pc:chgData name="744311194@qq.com" userId="e2a28223f2085f4b" providerId="LiveId" clId="{95A40F99-A8D5-45FB-A90A-49AF547B73C7}" dt="2025-04-17T06:37:11.688" v="4" actId="13926"/>
        <pc:sldMkLst>
          <pc:docMk/>
          <pc:sldMk cId="0" sldId="1090"/>
        </pc:sldMkLst>
        <pc:spChg chg="mod">
          <ac:chgData name="744311194@qq.com" userId="e2a28223f2085f4b" providerId="LiveId" clId="{95A40F99-A8D5-45FB-A90A-49AF547B73C7}" dt="2025-04-17T06:37:11.688" v="4" actId="13926"/>
          <ac:spMkLst>
            <pc:docMk/>
            <pc:sldMk cId="0" sldId="1090"/>
            <ac:spMk id="991241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17T06:37:19.824" v="5" actId="13926"/>
        <pc:sldMkLst>
          <pc:docMk/>
          <pc:sldMk cId="0" sldId="1091"/>
        </pc:sldMkLst>
        <pc:spChg chg="mod">
          <ac:chgData name="744311194@qq.com" userId="e2a28223f2085f4b" providerId="LiveId" clId="{95A40F99-A8D5-45FB-A90A-49AF547B73C7}" dt="2025-04-17T06:37:19.824" v="5" actId="13926"/>
          <ac:spMkLst>
            <pc:docMk/>
            <pc:sldMk cId="0" sldId="1091"/>
            <ac:spMk id="12293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17T06:37:40.411" v="10"/>
        <pc:sldMkLst>
          <pc:docMk/>
          <pc:sldMk cId="0" sldId="1092"/>
        </pc:sldMkLst>
        <pc:spChg chg="mod">
          <ac:chgData name="744311194@qq.com" userId="e2a28223f2085f4b" providerId="LiveId" clId="{95A40F99-A8D5-45FB-A90A-49AF547B73C7}" dt="2025-04-17T06:37:40.411" v="10"/>
          <ac:spMkLst>
            <pc:docMk/>
            <pc:sldMk cId="0" sldId="1092"/>
            <ac:spMk id="13321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17T07:00:16.583" v="559" actId="13926"/>
        <pc:sldMkLst>
          <pc:docMk/>
          <pc:sldMk cId="0" sldId="1093"/>
        </pc:sldMkLst>
        <pc:spChg chg="mod">
          <ac:chgData name="744311194@qq.com" userId="e2a28223f2085f4b" providerId="LiveId" clId="{95A40F99-A8D5-45FB-A90A-49AF547B73C7}" dt="2025-04-17T07:00:16.583" v="559" actId="13926"/>
          <ac:spMkLst>
            <pc:docMk/>
            <pc:sldMk cId="0" sldId="1093"/>
            <ac:spMk id="994314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6:37:52.945" v="12" actId="13926"/>
          <ac:spMkLst>
            <pc:docMk/>
            <pc:sldMk cId="0" sldId="1093"/>
            <ac:spMk id="994315" creationId="{00000000-0000-0000-0000-000000000000}"/>
          </ac:spMkLst>
        </pc:spChg>
      </pc:sldChg>
      <pc:sldChg chg="addSp delSp modSp mod">
        <pc:chgData name="744311194@qq.com" userId="e2a28223f2085f4b" providerId="LiveId" clId="{95A40F99-A8D5-45FB-A90A-49AF547B73C7}" dt="2025-04-17T06:47:23.975" v="115" actId="21"/>
        <pc:sldMkLst>
          <pc:docMk/>
          <pc:sldMk cId="0" sldId="1096"/>
        </pc:sldMkLst>
        <pc:spChg chg="mod">
          <ac:chgData name="744311194@qq.com" userId="e2a28223f2085f4b" providerId="LiveId" clId="{95A40F99-A8D5-45FB-A90A-49AF547B73C7}" dt="2025-04-17T06:38:02.029" v="13" actId="13926"/>
          <ac:spMkLst>
            <pc:docMk/>
            <pc:sldMk cId="0" sldId="1096"/>
            <ac:spMk id="16387" creationId="{00000000-0000-0000-0000-000000000000}"/>
          </ac:spMkLst>
        </pc:spChg>
      </pc:sldChg>
      <pc:sldChg chg="addSp delSp modSp del mod modAnim">
        <pc:chgData name="744311194@qq.com" userId="e2a28223f2085f4b" providerId="LiveId" clId="{95A40F99-A8D5-45FB-A90A-49AF547B73C7}" dt="2025-04-17T06:57:18.435" v="505" actId="47"/>
        <pc:sldMkLst>
          <pc:docMk/>
          <pc:sldMk cId="0" sldId="1102"/>
        </pc:sldMkLst>
      </pc:sldChg>
      <pc:sldChg chg="delSp modSp mod delAnim modAnim">
        <pc:chgData name="744311194@qq.com" userId="e2a28223f2085f4b" providerId="LiveId" clId="{95A40F99-A8D5-45FB-A90A-49AF547B73C7}" dt="2025-04-17T06:59:03.200" v="519" actId="478"/>
        <pc:sldMkLst>
          <pc:docMk/>
          <pc:sldMk cId="0" sldId="1104"/>
        </pc:sldMkLst>
        <pc:spChg chg="mod">
          <ac:chgData name="744311194@qq.com" userId="e2a28223f2085f4b" providerId="LiveId" clId="{95A40F99-A8D5-45FB-A90A-49AF547B73C7}" dt="2025-04-17T06:55:34.405" v="466" actId="13926"/>
          <ac:spMkLst>
            <pc:docMk/>
            <pc:sldMk cId="0" sldId="1104"/>
            <ac:spMk id="1006681" creationId="{00000000-0000-0000-0000-000000000000}"/>
          </ac:spMkLst>
        </pc:spChg>
      </pc:sldChg>
      <pc:sldChg chg="modSp">
        <pc:chgData name="744311194@qq.com" userId="e2a28223f2085f4b" providerId="LiveId" clId="{95A40F99-A8D5-45FB-A90A-49AF547B73C7}" dt="2025-04-17T07:29:54.237" v="1659" actId="13926"/>
        <pc:sldMkLst>
          <pc:docMk/>
          <pc:sldMk cId="0" sldId="1107"/>
        </pc:sldMkLst>
        <pc:spChg chg="mod">
          <ac:chgData name="744311194@qq.com" userId="e2a28223f2085f4b" providerId="LiveId" clId="{95A40F99-A8D5-45FB-A90A-49AF547B73C7}" dt="2025-04-17T07:29:54.237" v="1659" actId="13926"/>
          <ac:spMkLst>
            <pc:docMk/>
            <pc:sldMk cId="0" sldId="1107"/>
            <ac:spMk id="1009695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17T07:31:50.207" v="1794" actId="47"/>
        <pc:sldMkLst>
          <pc:docMk/>
          <pc:sldMk cId="0" sldId="1108"/>
        </pc:sldMkLst>
      </pc:sldChg>
      <pc:sldChg chg="modSp">
        <pc:chgData name="744311194@qq.com" userId="e2a28223f2085f4b" providerId="LiveId" clId="{95A40F99-A8D5-45FB-A90A-49AF547B73C7}" dt="2025-04-21T14:40:08.223" v="1803" actId="13926"/>
        <pc:sldMkLst>
          <pc:docMk/>
          <pc:sldMk cId="0" sldId="1110"/>
        </pc:sldMkLst>
        <pc:spChg chg="mod">
          <ac:chgData name="744311194@qq.com" userId="e2a28223f2085f4b" providerId="LiveId" clId="{95A40F99-A8D5-45FB-A90A-49AF547B73C7}" dt="2025-04-21T14:40:08.223" v="1803" actId="13926"/>
          <ac:spMkLst>
            <pc:docMk/>
            <pc:sldMk cId="0" sldId="1110"/>
            <ac:spMk id="1016859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21T14:50:38.235" v="2740" actId="20577"/>
        <pc:sldMkLst>
          <pc:docMk/>
          <pc:sldMk cId="0" sldId="1112"/>
        </pc:sldMkLst>
        <pc:spChg chg="mod">
          <ac:chgData name="744311194@qq.com" userId="e2a28223f2085f4b" providerId="LiveId" clId="{95A40F99-A8D5-45FB-A90A-49AF547B73C7}" dt="2025-04-21T14:50:38.235" v="2740" actId="20577"/>
          <ac:spMkLst>
            <pc:docMk/>
            <pc:sldMk cId="0" sldId="1112"/>
            <ac:spMk id="89094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21T14:50:59.646" v="2742" actId="13926"/>
        <pc:sldMkLst>
          <pc:docMk/>
          <pc:sldMk cId="0" sldId="1114"/>
        </pc:sldMkLst>
        <pc:spChg chg="mod">
          <ac:chgData name="744311194@qq.com" userId="e2a28223f2085f4b" providerId="LiveId" clId="{95A40F99-A8D5-45FB-A90A-49AF547B73C7}" dt="2025-04-21T14:50:59.646" v="2742" actId="13926"/>
          <ac:spMkLst>
            <pc:docMk/>
            <pc:sldMk cId="0" sldId="1114"/>
            <ac:spMk id="92162" creationId="{00000000-0000-0000-0000-000000000000}"/>
          </ac:spMkLst>
        </pc:spChg>
      </pc:sldChg>
      <pc:sldChg chg="addSp modSp mod">
        <pc:chgData name="744311194@qq.com" userId="e2a28223f2085f4b" providerId="LiveId" clId="{95A40F99-A8D5-45FB-A90A-49AF547B73C7}" dt="2025-04-21T14:58:57.545" v="2987" actId="13926"/>
        <pc:sldMkLst>
          <pc:docMk/>
          <pc:sldMk cId="0" sldId="1116"/>
        </pc:sldMkLst>
      </pc:sldChg>
      <pc:sldChg chg="addSp modSp mod">
        <pc:chgData name="744311194@qq.com" userId="e2a28223f2085f4b" providerId="LiveId" clId="{95A40F99-A8D5-45FB-A90A-49AF547B73C7}" dt="2025-04-21T14:58:45.611" v="2985" actId="20577"/>
        <pc:sldMkLst>
          <pc:docMk/>
          <pc:sldMk cId="0" sldId="1117"/>
        </pc:sldMkLst>
        <pc:spChg chg="add mod">
          <ac:chgData name="744311194@qq.com" userId="e2a28223f2085f4b" providerId="LiveId" clId="{95A40F99-A8D5-45FB-A90A-49AF547B73C7}" dt="2025-04-21T14:58:45.611" v="2985" actId="20577"/>
          <ac:spMkLst>
            <pc:docMk/>
            <pc:sldMk cId="0" sldId="1117"/>
            <ac:spMk id="2" creationId="{904CC8E3-828B-DCA2-6EE5-CEEE77A61D31}"/>
          </ac:spMkLst>
        </pc:spChg>
        <pc:spChg chg="mod">
          <ac:chgData name="744311194@qq.com" userId="e2a28223f2085f4b" providerId="LiveId" clId="{95A40F99-A8D5-45FB-A90A-49AF547B73C7}" dt="2025-04-21T14:56:01.799" v="2847" actId="13926"/>
          <ac:spMkLst>
            <pc:docMk/>
            <pc:sldMk cId="0" sldId="1117"/>
            <ac:spMk id="1024081" creationId="{00000000-0000-0000-0000-000000000000}"/>
          </ac:spMkLst>
        </pc:spChg>
      </pc:sldChg>
      <pc:sldChg chg="addSp delSp modSp mod modAnim">
        <pc:chgData name="744311194@qq.com" userId="e2a28223f2085f4b" providerId="LiveId" clId="{95A40F99-A8D5-45FB-A90A-49AF547B73C7}" dt="2025-04-23T07:10:43.465" v="4212" actId="478"/>
        <pc:sldMkLst>
          <pc:docMk/>
          <pc:sldMk cId="0" sldId="1126"/>
        </pc:sldMkLst>
        <pc:spChg chg="del">
          <ac:chgData name="744311194@qq.com" userId="e2a28223f2085f4b" providerId="LiveId" clId="{95A40F99-A8D5-45FB-A90A-49AF547B73C7}" dt="2025-04-23T07:10:43.465" v="4212" actId="478"/>
          <ac:spMkLst>
            <pc:docMk/>
            <pc:sldMk cId="0" sldId="1126"/>
            <ac:spMk id="2" creationId="{00000000-0000-0000-0000-000000000000}"/>
          </ac:spMkLst>
        </pc:spChg>
        <pc:spChg chg="add mod">
          <ac:chgData name="744311194@qq.com" userId="e2a28223f2085f4b" providerId="LiveId" clId="{95A40F99-A8D5-45FB-A90A-49AF547B73C7}" dt="2025-04-17T07:01:06.328" v="632" actId="20577"/>
          <ac:spMkLst>
            <pc:docMk/>
            <pc:sldMk cId="0" sldId="1126"/>
            <ac:spMk id="3" creationId="{B7882DCA-89F4-0F5E-6A0C-D213E75EA9A1}"/>
          </ac:spMkLst>
        </pc:spChg>
        <pc:spChg chg="mod">
          <ac:chgData name="744311194@qq.com" userId="e2a28223f2085f4b" providerId="LiveId" clId="{95A40F99-A8D5-45FB-A90A-49AF547B73C7}" dt="2025-04-17T06:54:47.607" v="460" actId="13926"/>
          <ac:spMkLst>
            <pc:docMk/>
            <pc:sldMk cId="0" sldId="1126"/>
            <ac:spMk id="1035269" creationId="{00000000-0000-0000-0000-000000000000}"/>
          </ac:spMkLst>
        </pc:spChg>
      </pc:sldChg>
      <pc:sldChg chg="addSp delSp modSp mod delAnim modAnim">
        <pc:chgData name="744311194@qq.com" userId="e2a28223f2085f4b" providerId="LiveId" clId="{95A40F99-A8D5-45FB-A90A-49AF547B73C7}" dt="2025-04-17T06:58:51.880" v="516" actId="1076"/>
        <pc:sldMkLst>
          <pc:docMk/>
          <pc:sldMk cId="0" sldId="1128"/>
        </pc:sldMkLst>
        <pc:spChg chg="mod topLvl">
          <ac:chgData name="744311194@qq.com" userId="e2a28223f2085f4b" providerId="LiveId" clId="{95A40F99-A8D5-45FB-A90A-49AF547B73C7}" dt="2025-04-17T06:58:43.839" v="514" actId="1076"/>
          <ac:spMkLst>
            <pc:docMk/>
            <pc:sldMk cId="0" sldId="1128"/>
            <ac:spMk id="22533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6:57:17.272" v="504" actId="1076"/>
          <ac:spMkLst>
            <pc:docMk/>
            <pc:sldMk cId="0" sldId="1128"/>
            <ac:spMk id="23555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6:58:35.092" v="511" actId="1076"/>
          <ac:spMkLst>
            <pc:docMk/>
            <pc:sldMk cId="0" sldId="1128"/>
            <ac:spMk id="23567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6:58:51.880" v="516" actId="1076"/>
          <ac:spMkLst>
            <pc:docMk/>
            <pc:sldMk cId="0" sldId="1128"/>
            <ac:spMk id="23570" creationId="{00000000-0000-0000-0000-000000000000}"/>
          </ac:spMkLst>
        </pc:spChg>
        <pc:spChg chg="add mod">
          <ac:chgData name="744311194@qq.com" userId="e2a28223f2085f4b" providerId="LiveId" clId="{95A40F99-A8D5-45FB-A90A-49AF547B73C7}" dt="2025-04-17T06:56:35.291" v="486" actId="1076"/>
          <ac:spMkLst>
            <pc:docMk/>
            <pc:sldMk cId="0" sldId="1128"/>
            <ac:spMk id="1004660" creationId="{00000000-0000-0000-0000-000000000000}"/>
          </ac:spMkLst>
        </pc:spChg>
        <pc:grpChg chg="mod">
          <ac:chgData name="744311194@qq.com" userId="e2a28223f2085f4b" providerId="LiveId" clId="{95A40F99-A8D5-45FB-A90A-49AF547B73C7}" dt="2025-04-17T06:58:35.092" v="511" actId="1076"/>
          <ac:grpSpMkLst>
            <pc:docMk/>
            <pc:sldMk cId="0" sldId="1128"/>
            <ac:grpSpMk id="3" creationId="{00000000-0000-0000-0000-000000000000}"/>
          </ac:grpSpMkLst>
        </pc:grpChg>
        <pc:grpChg chg="mod">
          <ac:chgData name="744311194@qq.com" userId="e2a28223f2085f4b" providerId="LiveId" clId="{95A40F99-A8D5-45FB-A90A-49AF547B73C7}" dt="2025-04-17T06:58:51.880" v="516" actId="1076"/>
          <ac:grpSpMkLst>
            <pc:docMk/>
            <pc:sldMk cId="0" sldId="1128"/>
            <ac:grpSpMk id="4" creationId="{00000000-0000-0000-0000-000000000000}"/>
          </ac:grpSpMkLst>
        </pc:grpChg>
        <pc:graphicFrameChg chg="mod">
          <ac:chgData name="744311194@qq.com" userId="e2a28223f2085f4b" providerId="LiveId" clId="{95A40F99-A8D5-45FB-A90A-49AF547B73C7}" dt="2025-04-17T06:58:40.742" v="512" actId="1076"/>
          <ac:graphicFrameMkLst>
            <pc:docMk/>
            <pc:sldMk cId="0" sldId="1128"/>
            <ac:graphicFrameMk id="23566" creationId="{00000000-0000-0000-0000-000000000000}"/>
          </ac:graphicFrameMkLst>
        </pc:graphicFrameChg>
        <pc:graphicFrameChg chg="mod">
          <ac:chgData name="744311194@qq.com" userId="e2a28223f2085f4b" providerId="LiveId" clId="{95A40F99-A8D5-45FB-A90A-49AF547B73C7}" dt="2025-04-17T06:58:51.880" v="516" actId="1076"/>
          <ac:graphicFrameMkLst>
            <pc:docMk/>
            <pc:sldMk cId="0" sldId="1128"/>
            <ac:graphicFrameMk id="23569" creationId="{00000000-0000-0000-0000-000000000000}"/>
          </ac:graphicFrameMkLst>
        </pc:graphicFrameChg>
      </pc:sldChg>
      <pc:sldChg chg="modSp mod modAnim">
        <pc:chgData name="744311194@qq.com" userId="e2a28223f2085f4b" providerId="LiveId" clId="{95A40F99-A8D5-45FB-A90A-49AF547B73C7}" dt="2025-04-17T07:31:44.097" v="1793" actId="20577"/>
        <pc:sldMkLst>
          <pc:docMk/>
          <pc:sldMk cId="0" sldId="1130"/>
        </pc:sldMkLst>
        <pc:spChg chg="mod">
          <ac:chgData name="744311194@qq.com" userId="e2a28223f2085f4b" providerId="LiveId" clId="{95A40F99-A8D5-45FB-A90A-49AF547B73C7}" dt="2025-04-17T07:31:44.097" v="1793" actId="20577"/>
          <ac:spMkLst>
            <pc:docMk/>
            <pc:sldMk cId="0" sldId="1130"/>
            <ac:spMk id="1042436" creationId="{00000000-0000-0000-0000-000000000000}"/>
          </ac:spMkLst>
        </pc:spChg>
      </pc:sldChg>
      <pc:sldChg chg="delSp mod delAnim">
        <pc:chgData name="744311194@qq.com" userId="e2a28223f2085f4b" providerId="LiveId" clId="{95A40F99-A8D5-45FB-A90A-49AF547B73C7}" dt="2025-04-21T14:38:00.494" v="1796" actId="478"/>
        <pc:sldMkLst>
          <pc:docMk/>
          <pc:sldMk cId="0" sldId="1131"/>
        </pc:sldMkLst>
      </pc:sldChg>
      <pc:sldChg chg="delSp modSp mod">
        <pc:chgData name="744311194@qq.com" userId="e2a28223f2085f4b" providerId="LiveId" clId="{95A40F99-A8D5-45FB-A90A-49AF547B73C7}" dt="2025-04-21T14:38:13.430" v="1798" actId="13926"/>
        <pc:sldMkLst>
          <pc:docMk/>
          <pc:sldMk cId="0" sldId="1132"/>
        </pc:sldMkLst>
        <pc:spChg chg="mod">
          <ac:chgData name="744311194@qq.com" userId="e2a28223f2085f4b" providerId="LiveId" clId="{95A40F99-A8D5-45FB-A90A-49AF547B73C7}" dt="2025-04-21T14:38:13.430" v="1798" actId="13926"/>
          <ac:spMkLst>
            <pc:docMk/>
            <pc:sldMk cId="0" sldId="1132"/>
            <ac:spMk id="1044498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21T14:39:45.487" v="1800" actId="47"/>
        <pc:sldMkLst>
          <pc:docMk/>
          <pc:sldMk cId="0" sldId="1163"/>
        </pc:sldMkLst>
      </pc:sldChg>
      <pc:sldChg chg="del">
        <pc:chgData name="744311194@qq.com" userId="e2a28223f2085f4b" providerId="LiveId" clId="{95A40F99-A8D5-45FB-A90A-49AF547B73C7}" dt="2025-04-21T14:39:46.203" v="1801" actId="47"/>
        <pc:sldMkLst>
          <pc:docMk/>
          <pc:sldMk cId="0" sldId="1164"/>
        </pc:sldMkLst>
      </pc:sldChg>
      <pc:sldChg chg="addSp modSp mod">
        <pc:chgData name="744311194@qq.com" userId="e2a28223f2085f4b" providerId="LiveId" clId="{95A40F99-A8D5-45FB-A90A-49AF547B73C7}" dt="2025-04-21T14:44:32.218" v="2345" actId="13926"/>
        <pc:sldMkLst>
          <pc:docMk/>
          <pc:sldMk cId="0" sldId="1165"/>
        </pc:sldMkLst>
        <pc:spChg chg="add mod">
          <ac:chgData name="744311194@qq.com" userId="e2a28223f2085f4b" providerId="LiveId" clId="{95A40F99-A8D5-45FB-A90A-49AF547B73C7}" dt="2025-04-21T14:44:32.218" v="2345" actId="13926"/>
          <ac:spMkLst>
            <pc:docMk/>
            <pc:sldMk cId="0" sldId="1165"/>
            <ac:spMk id="2" creationId="{E7B0AEA5-C38F-171D-133D-57EA459AFA20}"/>
          </ac:spMkLst>
        </pc:spChg>
      </pc:sldChg>
      <pc:sldChg chg="addSp modSp mod">
        <pc:chgData name="744311194@qq.com" userId="e2a28223f2085f4b" providerId="LiveId" clId="{95A40F99-A8D5-45FB-A90A-49AF547B73C7}" dt="2025-04-21T15:34:17.092" v="4006" actId="20577"/>
        <pc:sldMkLst>
          <pc:docMk/>
          <pc:sldMk cId="0" sldId="1167"/>
        </pc:sldMkLst>
        <pc:spChg chg="add mod">
          <ac:chgData name="744311194@qq.com" userId="e2a28223f2085f4b" providerId="LiveId" clId="{95A40F99-A8D5-45FB-A90A-49AF547B73C7}" dt="2025-04-21T15:34:17.092" v="4006" actId="20577"/>
          <ac:spMkLst>
            <pc:docMk/>
            <pc:sldMk cId="0" sldId="1167"/>
            <ac:spMk id="2" creationId="{0C7188A8-AF05-8D35-6AF6-2918C0247F38}"/>
          </ac:spMkLst>
        </pc:spChg>
      </pc:sldChg>
      <pc:sldChg chg="addSp modSp mod">
        <pc:chgData name="744311194@qq.com" userId="e2a28223f2085f4b" providerId="LiveId" clId="{95A40F99-A8D5-45FB-A90A-49AF547B73C7}" dt="2025-04-21T15:37:00.725" v="4146" actId="13926"/>
        <pc:sldMkLst>
          <pc:docMk/>
          <pc:sldMk cId="0" sldId="1181"/>
        </pc:sldMkLst>
        <pc:spChg chg="add mod">
          <ac:chgData name="744311194@qq.com" userId="e2a28223f2085f4b" providerId="LiveId" clId="{95A40F99-A8D5-45FB-A90A-49AF547B73C7}" dt="2025-04-21T15:37:00.725" v="4146" actId="13926"/>
          <ac:spMkLst>
            <pc:docMk/>
            <pc:sldMk cId="0" sldId="1181"/>
            <ac:spMk id="3" creationId="{86616664-75B4-2E2A-7235-7E4071409C7D}"/>
          </ac:spMkLst>
        </pc:spChg>
      </pc:sldChg>
      <pc:sldChg chg="modSp">
        <pc:chgData name="744311194@qq.com" userId="e2a28223f2085f4b" providerId="LiveId" clId="{95A40F99-A8D5-45FB-A90A-49AF547B73C7}" dt="2025-04-21T15:31:40.196" v="3980" actId="13926"/>
        <pc:sldMkLst>
          <pc:docMk/>
          <pc:sldMk cId="0" sldId="1183"/>
        </pc:sldMkLst>
        <pc:spChg chg="mod">
          <ac:chgData name="744311194@qq.com" userId="e2a28223f2085f4b" providerId="LiveId" clId="{95A40F99-A8D5-45FB-A90A-49AF547B73C7}" dt="2025-04-21T15:31:40.196" v="3980" actId="13926"/>
          <ac:spMkLst>
            <pc:docMk/>
            <pc:sldMk cId="0" sldId="1183"/>
            <ac:spMk id="1096709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21T14:40:33.342" v="1805" actId="47"/>
        <pc:sldMkLst>
          <pc:docMk/>
          <pc:sldMk cId="0" sldId="1184"/>
        </pc:sldMkLst>
      </pc:sldChg>
      <pc:sldChg chg="modSp mod">
        <pc:chgData name="744311194@qq.com" userId="e2a28223f2085f4b" providerId="LiveId" clId="{95A40F99-A8D5-45FB-A90A-49AF547B73C7}" dt="2025-04-17T06:59:11.580" v="520" actId="13926"/>
        <pc:sldMkLst>
          <pc:docMk/>
          <pc:sldMk cId="0" sldId="1185"/>
        </pc:sldMkLst>
        <pc:spChg chg="mod">
          <ac:chgData name="744311194@qq.com" userId="e2a28223f2085f4b" providerId="LiveId" clId="{95A40F99-A8D5-45FB-A90A-49AF547B73C7}" dt="2025-04-17T06:59:11.580" v="520" actId="13926"/>
          <ac:spMkLst>
            <pc:docMk/>
            <pc:sldMk cId="0" sldId="1185"/>
            <ac:spMk id="25605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17T06:59:28.214" v="521" actId="47"/>
        <pc:sldMkLst>
          <pc:docMk/>
          <pc:sldMk cId="0" sldId="1186"/>
        </pc:sldMkLst>
      </pc:sldChg>
      <pc:sldChg chg="del">
        <pc:chgData name="744311194@qq.com" userId="e2a28223f2085f4b" providerId="LiveId" clId="{95A40F99-A8D5-45FB-A90A-49AF547B73C7}" dt="2025-04-17T06:59:28.214" v="521" actId="47"/>
        <pc:sldMkLst>
          <pc:docMk/>
          <pc:sldMk cId="0" sldId="1187"/>
        </pc:sldMkLst>
      </pc:sldChg>
      <pc:sldChg chg="del">
        <pc:chgData name="744311194@qq.com" userId="e2a28223f2085f4b" providerId="LiveId" clId="{95A40F99-A8D5-45FB-A90A-49AF547B73C7}" dt="2025-04-17T06:59:28.214" v="521" actId="47"/>
        <pc:sldMkLst>
          <pc:docMk/>
          <pc:sldMk cId="0" sldId="1188"/>
        </pc:sldMkLst>
      </pc:sldChg>
      <pc:sldChg chg="del">
        <pc:chgData name="744311194@qq.com" userId="e2a28223f2085f4b" providerId="LiveId" clId="{95A40F99-A8D5-45FB-A90A-49AF547B73C7}" dt="2025-04-17T06:59:28.214" v="521" actId="47"/>
        <pc:sldMkLst>
          <pc:docMk/>
          <pc:sldMk cId="0" sldId="1189"/>
        </pc:sldMkLst>
      </pc:sldChg>
      <pc:sldChg chg="del">
        <pc:chgData name="744311194@qq.com" userId="e2a28223f2085f4b" providerId="LiveId" clId="{95A40F99-A8D5-45FB-A90A-49AF547B73C7}" dt="2025-04-17T06:59:28.214" v="521" actId="47"/>
        <pc:sldMkLst>
          <pc:docMk/>
          <pc:sldMk cId="0" sldId="1191"/>
        </pc:sldMkLst>
      </pc:sldChg>
      <pc:sldChg chg="addSp delSp modSp mod">
        <pc:chgData name="744311194@qq.com" userId="e2a28223f2085f4b" providerId="LiveId" clId="{95A40F99-A8D5-45FB-A90A-49AF547B73C7}" dt="2025-04-17T07:09:34.174" v="1028" actId="20577"/>
        <pc:sldMkLst>
          <pc:docMk/>
          <pc:sldMk cId="0" sldId="1192"/>
        </pc:sldMkLst>
        <pc:spChg chg="add mod">
          <ac:chgData name="744311194@qq.com" userId="e2a28223f2085f4b" providerId="LiveId" clId="{95A40F99-A8D5-45FB-A90A-49AF547B73C7}" dt="2025-04-17T07:02:12.363" v="705" actId="13926"/>
          <ac:spMkLst>
            <pc:docMk/>
            <pc:sldMk cId="0" sldId="1192"/>
            <ac:spMk id="3" creationId="{D153963D-FA26-D2FF-36C3-027FE705F488}"/>
          </ac:spMkLst>
        </pc:spChg>
        <pc:spChg chg="mod">
          <ac:chgData name="744311194@qq.com" userId="e2a28223f2085f4b" providerId="LiveId" clId="{95A40F99-A8D5-45FB-A90A-49AF547B73C7}" dt="2025-04-17T07:09:34.174" v="1028" actId="20577"/>
          <ac:spMkLst>
            <pc:docMk/>
            <pc:sldMk cId="0" sldId="1192"/>
            <ac:spMk id="31746" creationId="{00000000-0000-0000-0000-000000000000}"/>
          </ac:spMkLst>
        </pc:spChg>
      </pc:sldChg>
      <pc:sldChg chg="modSp">
        <pc:chgData name="744311194@qq.com" userId="e2a28223f2085f4b" providerId="LiveId" clId="{95A40F99-A8D5-45FB-A90A-49AF547B73C7}" dt="2025-04-17T07:23:43.880" v="1329" actId="13926"/>
        <pc:sldMkLst>
          <pc:docMk/>
          <pc:sldMk cId="0" sldId="1196"/>
        </pc:sldMkLst>
        <pc:spChg chg="mod">
          <ac:chgData name="744311194@qq.com" userId="e2a28223f2085f4b" providerId="LiveId" clId="{95A40F99-A8D5-45FB-A90A-49AF547B73C7}" dt="2025-04-17T07:12:08.455" v="1219" actId="1076"/>
          <ac:spMkLst>
            <pc:docMk/>
            <pc:sldMk cId="0" sldId="1196"/>
            <ac:spMk id="1113218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7:12:19.109" v="1237" actId="1076"/>
          <ac:spMkLst>
            <pc:docMk/>
            <pc:sldMk cId="0" sldId="1196"/>
            <ac:spMk id="1113219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7:12:26.245" v="1241" actId="1076"/>
          <ac:spMkLst>
            <pc:docMk/>
            <pc:sldMk cId="0" sldId="1196"/>
            <ac:spMk id="1113220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7:23:43.880" v="1329" actId="13926"/>
          <ac:spMkLst>
            <pc:docMk/>
            <pc:sldMk cId="0" sldId="1196"/>
            <ac:spMk id="1113257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17T07:29:39.214" v="1657" actId="13926"/>
        <pc:sldMkLst>
          <pc:docMk/>
          <pc:sldMk cId="0" sldId="1198"/>
        </pc:sldMkLst>
        <pc:spChg chg="mod">
          <ac:chgData name="744311194@qq.com" userId="e2a28223f2085f4b" providerId="LiveId" clId="{95A40F99-A8D5-45FB-A90A-49AF547B73C7}" dt="2025-04-17T07:29:31.425" v="1656" actId="13926"/>
          <ac:spMkLst>
            <pc:docMk/>
            <pc:sldMk cId="0" sldId="1198"/>
            <ac:spMk id="1115141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7:29:39.214" v="1657" actId="13926"/>
          <ac:spMkLst>
            <pc:docMk/>
            <pc:sldMk cId="0" sldId="1198"/>
            <ac:spMk id="1115145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17T07:29:02.729" v="1655" actId="47"/>
        <pc:sldMkLst>
          <pc:docMk/>
          <pc:sldMk cId="0" sldId="1199"/>
        </pc:sldMkLst>
      </pc:sldChg>
      <pc:sldChg chg="addSp delSp modSp mod">
        <pc:chgData name="744311194@qq.com" userId="e2a28223f2085f4b" providerId="LiveId" clId="{95A40F99-A8D5-45FB-A90A-49AF547B73C7}" dt="2025-04-17T07:27:31.576" v="1532" actId="13926"/>
        <pc:sldMkLst>
          <pc:docMk/>
          <pc:sldMk cId="0" sldId="1200"/>
        </pc:sldMkLst>
        <pc:spChg chg="add mod">
          <ac:chgData name="744311194@qq.com" userId="e2a28223f2085f4b" providerId="LiveId" clId="{95A40F99-A8D5-45FB-A90A-49AF547B73C7}" dt="2025-04-17T07:27:31.576" v="1532" actId="13926"/>
          <ac:spMkLst>
            <pc:docMk/>
            <pc:sldMk cId="0" sldId="1200"/>
            <ac:spMk id="4" creationId="{94EE1BD4-76F1-DC5A-5164-A22B040F6A68}"/>
          </ac:spMkLst>
        </pc:spChg>
      </pc:sldChg>
      <pc:sldChg chg="addSp delSp modSp mod">
        <pc:chgData name="744311194@qq.com" userId="e2a28223f2085f4b" providerId="LiveId" clId="{95A40F99-A8D5-45FB-A90A-49AF547B73C7}" dt="2025-04-17T07:11:42.018" v="1195" actId="21"/>
        <pc:sldMkLst>
          <pc:docMk/>
          <pc:sldMk cId="0" sldId="1201"/>
        </pc:sldMkLst>
      </pc:sldChg>
      <pc:sldChg chg="del">
        <pc:chgData name="744311194@qq.com" userId="e2a28223f2085f4b" providerId="LiveId" clId="{95A40F99-A8D5-45FB-A90A-49AF547B73C7}" dt="2025-04-17T07:29:01.788" v="1654" actId="47"/>
        <pc:sldMkLst>
          <pc:docMk/>
          <pc:sldMk cId="0" sldId="1202"/>
        </pc:sldMkLst>
      </pc:sldChg>
      <pc:sldChg chg="modSp">
        <pc:chgData name="744311194@qq.com" userId="e2a28223f2085f4b" providerId="LiveId" clId="{95A40F99-A8D5-45FB-A90A-49AF547B73C7}" dt="2025-04-21T14:51:25.838" v="2744" actId="13926"/>
        <pc:sldMkLst>
          <pc:docMk/>
          <pc:sldMk cId="0" sldId="1204"/>
        </pc:sldMkLst>
        <pc:spChg chg="mod">
          <ac:chgData name="744311194@qq.com" userId="e2a28223f2085f4b" providerId="LiveId" clId="{95A40F99-A8D5-45FB-A90A-49AF547B73C7}" dt="2025-04-21T14:51:25.838" v="2744" actId="13926"/>
          <ac:spMkLst>
            <pc:docMk/>
            <pc:sldMk cId="0" sldId="1204"/>
            <ac:spMk id="1121289" creationId="{00000000-0000-0000-0000-000000000000}"/>
          </ac:spMkLst>
        </pc:spChg>
      </pc:sldChg>
      <pc:sldChg chg="addSp delSp modSp mod">
        <pc:chgData name="744311194@qq.com" userId="e2a28223f2085f4b" providerId="LiveId" clId="{95A40F99-A8D5-45FB-A90A-49AF547B73C7}" dt="2025-04-21T15:03:24.862" v="3307" actId="20577"/>
        <pc:sldMkLst>
          <pc:docMk/>
          <pc:sldMk cId="0" sldId="1205"/>
        </pc:sldMkLst>
        <pc:spChg chg="add del mod">
          <ac:chgData name="744311194@qq.com" userId="e2a28223f2085f4b" providerId="LiveId" clId="{95A40F99-A8D5-45FB-A90A-49AF547B73C7}" dt="2025-04-21T15:03:24.862" v="3307" actId="20577"/>
          <ac:spMkLst>
            <pc:docMk/>
            <pc:sldMk cId="0" sldId="1205"/>
            <ac:spMk id="2" creationId="{383EAC97-0945-C66B-B727-BE6D795FBBDE}"/>
          </ac:spMkLst>
        </pc:spChg>
      </pc:sldChg>
      <pc:sldChg chg="addSp delSp modSp mod">
        <pc:chgData name="744311194@qq.com" userId="e2a28223f2085f4b" providerId="LiveId" clId="{95A40F99-A8D5-45FB-A90A-49AF547B73C7}" dt="2025-04-21T15:24:12.782" v="3696" actId="14100"/>
        <pc:sldMkLst>
          <pc:docMk/>
          <pc:sldMk cId="0" sldId="1207"/>
        </pc:sldMkLst>
        <pc:spChg chg="add mod">
          <ac:chgData name="744311194@qq.com" userId="e2a28223f2085f4b" providerId="LiveId" clId="{95A40F99-A8D5-45FB-A90A-49AF547B73C7}" dt="2025-04-21T15:24:12.782" v="3696" actId="14100"/>
          <ac:spMkLst>
            <pc:docMk/>
            <pc:sldMk cId="0" sldId="1207"/>
            <ac:spMk id="3" creationId="{380272CD-1057-C696-0C32-620814975783}"/>
          </ac:spMkLst>
        </pc:spChg>
      </pc:sldChg>
      <pc:sldChg chg="addSp modSp mod">
        <pc:chgData name="744311194@qq.com" userId="e2a28223f2085f4b" providerId="LiveId" clId="{95A40F99-A8D5-45FB-A90A-49AF547B73C7}" dt="2025-04-21T15:10:01.819" v="3311" actId="6549"/>
        <pc:sldMkLst>
          <pc:docMk/>
          <pc:sldMk cId="0" sldId="1216"/>
        </pc:sldMkLst>
        <pc:spChg chg="add mod">
          <ac:chgData name="744311194@qq.com" userId="e2a28223f2085f4b" providerId="LiveId" clId="{95A40F99-A8D5-45FB-A90A-49AF547B73C7}" dt="2025-04-21T15:10:01.819" v="3311" actId="6549"/>
          <ac:spMkLst>
            <pc:docMk/>
            <pc:sldMk cId="0" sldId="1216"/>
            <ac:spMk id="2" creationId="{538B45C7-E27A-193F-6B37-6B9FD692D55C}"/>
          </ac:spMkLst>
        </pc:spChg>
      </pc:sldChg>
      <pc:sldChg chg="addSp modSp mod">
        <pc:chgData name="744311194@qq.com" userId="e2a28223f2085f4b" providerId="LiveId" clId="{95A40F99-A8D5-45FB-A90A-49AF547B73C7}" dt="2025-04-21T15:28:02.623" v="3815" actId="13926"/>
        <pc:sldMkLst>
          <pc:docMk/>
          <pc:sldMk cId="0" sldId="1221"/>
        </pc:sldMkLst>
        <pc:spChg chg="add mod">
          <ac:chgData name="744311194@qq.com" userId="e2a28223f2085f4b" providerId="LiveId" clId="{95A40F99-A8D5-45FB-A90A-49AF547B73C7}" dt="2025-04-21T15:28:02.623" v="3815" actId="13926"/>
          <ac:spMkLst>
            <pc:docMk/>
            <pc:sldMk cId="0" sldId="1221"/>
            <ac:spMk id="2" creationId="{5892B5D2-4DBB-9453-BD08-4575DBA29BC4}"/>
          </ac:spMkLst>
        </pc:spChg>
      </pc:sldChg>
      <pc:sldChg chg="addSp modSp mod">
        <pc:chgData name="744311194@qq.com" userId="e2a28223f2085f4b" providerId="LiveId" clId="{95A40F99-A8D5-45FB-A90A-49AF547B73C7}" dt="2025-04-21T15:30:44.721" v="3978" actId="13926"/>
        <pc:sldMkLst>
          <pc:docMk/>
          <pc:sldMk cId="0" sldId="1224"/>
        </pc:sldMkLst>
        <pc:spChg chg="add mod">
          <ac:chgData name="744311194@qq.com" userId="e2a28223f2085f4b" providerId="LiveId" clId="{95A40F99-A8D5-45FB-A90A-49AF547B73C7}" dt="2025-04-21T15:30:44.721" v="3978" actId="13926"/>
          <ac:spMkLst>
            <pc:docMk/>
            <pc:sldMk cId="0" sldId="1224"/>
            <ac:spMk id="3" creationId="{EAE4B036-21D4-2004-458B-A297AA0C06B9}"/>
          </ac:spMkLst>
        </pc:spChg>
      </pc:sldChg>
      <pc:sldChg chg="modSp">
        <pc:chgData name="744311194@qq.com" userId="e2a28223f2085f4b" providerId="LiveId" clId="{95A40F99-A8D5-45FB-A90A-49AF547B73C7}" dt="2025-04-21T15:37:12.473" v="4147" actId="13926"/>
        <pc:sldMkLst>
          <pc:docMk/>
          <pc:sldMk cId="0" sldId="1249"/>
        </pc:sldMkLst>
        <pc:spChg chg="mod">
          <ac:chgData name="744311194@qq.com" userId="e2a28223f2085f4b" providerId="LiveId" clId="{95A40F99-A8D5-45FB-A90A-49AF547B73C7}" dt="2025-04-21T15:37:12.473" v="4147" actId="13926"/>
          <ac:spMkLst>
            <pc:docMk/>
            <pc:sldMk cId="0" sldId="1249"/>
            <ac:spMk id="1169418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21T15:38:29.496" v="4198" actId="13926"/>
        <pc:sldMkLst>
          <pc:docMk/>
          <pc:sldMk cId="0" sldId="1250"/>
        </pc:sldMkLst>
        <pc:spChg chg="mod">
          <ac:chgData name="744311194@qq.com" userId="e2a28223f2085f4b" providerId="LiveId" clId="{95A40F99-A8D5-45FB-A90A-49AF547B73C7}" dt="2025-04-21T15:38:29.496" v="4198" actId="13926"/>
          <ac:spMkLst>
            <pc:docMk/>
            <pc:sldMk cId="0" sldId="1250"/>
            <ac:spMk id="1170438" creationId="{00000000-0000-0000-0000-000000000000}"/>
          </ac:spMkLst>
        </pc:spChg>
      </pc:sldChg>
      <pc:sldChg chg="addSp modSp mod">
        <pc:chgData name="744311194@qq.com" userId="e2a28223f2085f4b" providerId="LiveId" clId="{95A40F99-A8D5-45FB-A90A-49AF547B73C7}" dt="2025-04-21T15:38:00.486" v="4193" actId="13926"/>
        <pc:sldMkLst>
          <pc:docMk/>
          <pc:sldMk cId="0" sldId="1252"/>
        </pc:sldMkLst>
        <pc:spChg chg="add mod">
          <ac:chgData name="744311194@qq.com" userId="e2a28223f2085f4b" providerId="LiveId" clId="{95A40F99-A8D5-45FB-A90A-49AF547B73C7}" dt="2025-04-21T15:38:00.486" v="4193" actId="13926"/>
          <ac:spMkLst>
            <pc:docMk/>
            <pc:sldMk cId="0" sldId="1252"/>
            <ac:spMk id="2" creationId="{973B9A4A-EE46-9ACF-DF01-5201403D99A2}"/>
          </ac:spMkLst>
        </pc:spChg>
      </pc:sldChg>
      <pc:sldChg chg="del">
        <pc:chgData name="744311194@qq.com" userId="e2a28223f2085f4b" providerId="LiveId" clId="{95A40F99-A8D5-45FB-A90A-49AF547B73C7}" dt="2025-04-21T15:37:45.460" v="4192" actId="47"/>
        <pc:sldMkLst>
          <pc:docMk/>
          <pc:sldMk cId="0" sldId="1254"/>
        </pc:sldMkLst>
      </pc:sldChg>
      <pc:sldChg chg="addSp modSp">
        <pc:chgData name="744311194@qq.com" userId="e2a28223f2085f4b" providerId="LiveId" clId="{95A40F99-A8D5-45FB-A90A-49AF547B73C7}" dt="2025-04-21T15:38:10.309" v="4196" actId="20578"/>
        <pc:sldMkLst>
          <pc:docMk/>
          <pc:sldMk cId="0" sldId="1255"/>
        </pc:sldMkLst>
        <pc:spChg chg="add mod">
          <ac:chgData name="744311194@qq.com" userId="e2a28223f2085f4b" providerId="LiveId" clId="{95A40F99-A8D5-45FB-A90A-49AF547B73C7}" dt="2025-04-21T15:38:10.309" v="4196" actId="20578"/>
          <ac:spMkLst>
            <pc:docMk/>
            <pc:sldMk cId="0" sldId="1255"/>
            <ac:spMk id="2" creationId="{DC19D708-ACD7-23A4-2815-A5316A8F7610}"/>
          </ac:spMkLst>
        </pc:spChg>
      </pc:sldChg>
      <pc:sldChg chg="del">
        <pc:chgData name="744311194@qq.com" userId="e2a28223f2085f4b" providerId="LiveId" clId="{95A40F99-A8D5-45FB-A90A-49AF547B73C7}" dt="2025-04-21T15:38:14.140" v="4197" actId="47"/>
        <pc:sldMkLst>
          <pc:docMk/>
          <pc:sldMk cId="0" sldId="1256"/>
        </pc:sldMkLst>
      </pc:sldChg>
      <pc:sldChg chg="modSp">
        <pc:chgData name="744311194@qq.com" userId="e2a28223f2085f4b" providerId="LiveId" clId="{95A40F99-A8D5-45FB-A90A-49AF547B73C7}" dt="2025-04-17T07:09:44.331" v="1029" actId="13926"/>
        <pc:sldMkLst>
          <pc:docMk/>
          <pc:sldMk cId="0" sldId="1261"/>
        </pc:sldMkLst>
        <pc:spChg chg="mod">
          <ac:chgData name="744311194@qq.com" userId="e2a28223f2085f4b" providerId="LiveId" clId="{95A40F99-A8D5-45FB-A90A-49AF547B73C7}" dt="2025-04-17T07:09:44.331" v="1029" actId="13926"/>
          <ac:spMkLst>
            <pc:docMk/>
            <pc:sldMk cId="0" sldId="1261"/>
            <ac:spMk id="1182724" creationId="{00000000-0000-0000-0000-000000000000}"/>
          </ac:spMkLst>
        </pc:spChg>
      </pc:sldChg>
      <pc:sldChg chg="modSp">
        <pc:chgData name="744311194@qq.com" userId="e2a28223f2085f4b" providerId="LiveId" clId="{95A40F99-A8D5-45FB-A90A-49AF547B73C7}" dt="2025-04-17T07:10:00.160" v="1031" actId="13926"/>
        <pc:sldMkLst>
          <pc:docMk/>
          <pc:sldMk cId="0" sldId="1262"/>
        </pc:sldMkLst>
        <pc:spChg chg="mod">
          <ac:chgData name="744311194@qq.com" userId="e2a28223f2085f4b" providerId="LiveId" clId="{95A40F99-A8D5-45FB-A90A-49AF547B73C7}" dt="2025-04-17T07:10:00.160" v="1031" actId="13926"/>
          <ac:spMkLst>
            <pc:docMk/>
            <pc:sldMk cId="0" sldId="1262"/>
            <ac:spMk id="1183748" creationId="{00000000-0000-0000-0000-000000000000}"/>
          </ac:spMkLst>
        </pc:spChg>
      </pc:sldChg>
      <pc:sldChg chg="modSp mod">
        <pc:chgData name="744311194@qq.com" userId="e2a28223f2085f4b" providerId="LiveId" clId="{95A40F99-A8D5-45FB-A90A-49AF547B73C7}" dt="2025-04-17T07:10:12.132" v="1034" actId="13926"/>
        <pc:sldMkLst>
          <pc:docMk/>
          <pc:sldMk cId="0" sldId="1263"/>
        </pc:sldMkLst>
        <pc:spChg chg="mod">
          <ac:chgData name="744311194@qq.com" userId="e2a28223f2085f4b" providerId="LiveId" clId="{95A40F99-A8D5-45FB-A90A-49AF547B73C7}" dt="2025-04-17T07:10:05.831" v="1032" actId="13926"/>
          <ac:spMkLst>
            <pc:docMk/>
            <pc:sldMk cId="0" sldId="1263"/>
            <ac:spMk id="1184772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7:10:12.132" v="1034" actId="13926"/>
          <ac:spMkLst>
            <pc:docMk/>
            <pc:sldMk cId="0" sldId="1263"/>
            <ac:spMk id="1184773" creationId="{00000000-0000-0000-0000-000000000000}"/>
          </ac:spMkLst>
        </pc:spChg>
      </pc:sldChg>
      <pc:sldChg chg="addSp mod">
        <pc:chgData name="744311194@qq.com" userId="e2a28223f2085f4b" providerId="LiveId" clId="{95A40F99-A8D5-45FB-A90A-49AF547B73C7}" dt="2025-04-21T15:39:02.214" v="4206" actId="9405"/>
        <pc:sldMkLst>
          <pc:docMk/>
          <pc:sldMk cId="0" sldId="1265"/>
        </pc:sldMkLst>
        <pc:inkChg chg="add">
          <ac:chgData name="744311194@qq.com" userId="e2a28223f2085f4b" providerId="LiveId" clId="{95A40F99-A8D5-45FB-A90A-49AF547B73C7}" dt="2025-04-21T15:38:44.189" v="4200" actId="9405"/>
          <ac:inkMkLst>
            <pc:docMk/>
            <pc:sldMk cId="0" sldId="1265"/>
            <ac:inkMk id="2" creationId="{F06D1476-38EB-8243-CB21-A3DB73E5D263}"/>
          </ac:inkMkLst>
        </pc:inkChg>
        <pc:inkChg chg="add">
          <ac:chgData name="744311194@qq.com" userId="e2a28223f2085f4b" providerId="LiveId" clId="{95A40F99-A8D5-45FB-A90A-49AF547B73C7}" dt="2025-04-21T15:38:47.437" v="4201" actId="9405"/>
          <ac:inkMkLst>
            <pc:docMk/>
            <pc:sldMk cId="0" sldId="1265"/>
            <ac:inkMk id="3" creationId="{3BBF597D-2E3E-8BCD-5750-DA4C7872A9CD}"/>
          </ac:inkMkLst>
        </pc:inkChg>
        <pc:inkChg chg="add">
          <ac:chgData name="744311194@qq.com" userId="e2a28223f2085f4b" providerId="LiveId" clId="{95A40F99-A8D5-45FB-A90A-49AF547B73C7}" dt="2025-04-21T15:38:48.629" v="4202" actId="9405"/>
          <ac:inkMkLst>
            <pc:docMk/>
            <pc:sldMk cId="0" sldId="1265"/>
            <ac:inkMk id="4" creationId="{35296845-673C-4825-BDB9-B750035882B9}"/>
          </ac:inkMkLst>
        </pc:inkChg>
        <pc:inkChg chg="add">
          <ac:chgData name="744311194@qq.com" userId="e2a28223f2085f4b" providerId="LiveId" clId="{95A40F99-A8D5-45FB-A90A-49AF547B73C7}" dt="2025-04-21T15:38:49.552" v="4203" actId="9405"/>
          <ac:inkMkLst>
            <pc:docMk/>
            <pc:sldMk cId="0" sldId="1265"/>
            <ac:inkMk id="5" creationId="{8B7F123C-9163-8DA7-EF12-BD5508D238B2}"/>
          </ac:inkMkLst>
        </pc:inkChg>
        <pc:inkChg chg="add">
          <ac:chgData name="744311194@qq.com" userId="e2a28223f2085f4b" providerId="LiveId" clId="{95A40F99-A8D5-45FB-A90A-49AF547B73C7}" dt="2025-04-21T15:38:51.766" v="4204" actId="9405"/>
          <ac:inkMkLst>
            <pc:docMk/>
            <pc:sldMk cId="0" sldId="1265"/>
            <ac:inkMk id="6" creationId="{DAC616E6-649B-91FC-9AD5-98C7C6FA9210}"/>
          </ac:inkMkLst>
        </pc:inkChg>
        <pc:inkChg chg="add">
          <ac:chgData name="744311194@qq.com" userId="e2a28223f2085f4b" providerId="LiveId" clId="{95A40F99-A8D5-45FB-A90A-49AF547B73C7}" dt="2025-04-21T15:38:58.924" v="4205" actId="9405"/>
          <ac:inkMkLst>
            <pc:docMk/>
            <pc:sldMk cId="0" sldId="1265"/>
            <ac:inkMk id="7" creationId="{99510C27-D51E-7563-2EDC-7C6DDA0D5FB0}"/>
          </ac:inkMkLst>
        </pc:inkChg>
        <pc:inkChg chg="add">
          <ac:chgData name="744311194@qq.com" userId="e2a28223f2085f4b" providerId="LiveId" clId="{95A40F99-A8D5-45FB-A90A-49AF547B73C7}" dt="2025-04-21T15:39:02.214" v="4206" actId="9405"/>
          <ac:inkMkLst>
            <pc:docMk/>
            <pc:sldMk cId="0" sldId="1265"/>
            <ac:inkMk id="8" creationId="{7F7E8CE2-7EF2-2FEF-F4B4-FCBB63B45C26}"/>
          </ac:inkMkLst>
        </pc:inkChg>
      </pc:sldChg>
      <pc:sldChg chg="modSp">
        <pc:chgData name="744311194@qq.com" userId="e2a28223f2085f4b" providerId="LiveId" clId="{95A40F99-A8D5-45FB-A90A-49AF547B73C7}" dt="2025-04-21T15:39:12.861" v="4207" actId="13926"/>
        <pc:sldMkLst>
          <pc:docMk/>
          <pc:sldMk cId="0" sldId="1267"/>
        </pc:sldMkLst>
        <pc:spChg chg="mod">
          <ac:chgData name="744311194@qq.com" userId="e2a28223f2085f4b" providerId="LiveId" clId="{95A40F99-A8D5-45FB-A90A-49AF547B73C7}" dt="2025-04-21T15:39:12.861" v="4207" actId="13926"/>
          <ac:spMkLst>
            <pc:docMk/>
            <pc:sldMk cId="0" sldId="1267"/>
            <ac:spMk id="1188872" creationId="{00000000-0000-0000-0000-000000000000}"/>
          </ac:spMkLst>
        </pc:spChg>
      </pc:sldChg>
      <pc:sldChg chg="modSp">
        <pc:chgData name="744311194@qq.com" userId="e2a28223f2085f4b" providerId="LiveId" clId="{95A40F99-A8D5-45FB-A90A-49AF547B73C7}" dt="2025-04-21T15:39:27.369" v="4210" actId="13926"/>
        <pc:sldMkLst>
          <pc:docMk/>
          <pc:sldMk cId="0" sldId="1270"/>
        </pc:sldMkLst>
        <pc:spChg chg="mod">
          <ac:chgData name="744311194@qq.com" userId="e2a28223f2085f4b" providerId="LiveId" clId="{95A40F99-A8D5-45FB-A90A-49AF547B73C7}" dt="2025-04-21T15:39:23.602" v="4209" actId="13926"/>
          <ac:spMkLst>
            <pc:docMk/>
            <pc:sldMk cId="0" sldId="1270"/>
            <ac:spMk id="1191940" creationId="{00000000-0000-0000-0000-000000000000}"/>
          </ac:spMkLst>
        </pc:spChg>
        <pc:spChg chg="mod">
          <ac:chgData name="744311194@qq.com" userId="e2a28223f2085f4b" providerId="LiveId" clId="{95A40F99-A8D5-45FB-A90A-49AF547B73C7}" dt="2025-04-21T15:39:27.369" v="4210" actId="13926"/>
          <ac:spMkLst>
            <pc:docMk/>
            <pc:sldMk cId="0" sldId="1270"/>
            <ac:spMk id="1191941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17T06:53:42" v="453" actId="47"/>
        <pc:sldMkLst>
          <pc:docMk/>
          <pc:sldMk cId="0" sldId="1275"/>
        </pc:sldMkLst>
      </pc:sldChg>
      <pc:sldChg chg="addSp modSp mod">
        <pc:chgData name="744311194@qq.com" userId="e2a28223f2085f4b" providerId="LiveId" clId="{95A40F99-A8D5-45FB-A90A-49AF547B73C7}" dt="2025-04-17T06:47:31.335" v="119" actId="1076"/>
        <pc:sldMkLst>
          <pc:docMk/>
          <pc:sldMk cId="0" sldId="1282"/>
        </pc:sldMkLst>
        <pc:spChg chg="add mod">
          <ac:chgData name="744311194@qq.com" userId="e2a28223f2085f4b" providerId="LiveId" clId="{95A40F99-A8D5-45FB-A90A-49AF547B73C7}" dt="2025-04-17T06:47:31.335" v="119" actId="1076"/>
          <ac:spMkLst>
            <pc:docMk/>
            <pc:sldMk cId="0" sldId="1282"/>
            <ac:spMk id="2" creationId="{02099CF0-FB32-5AFD-977E-D35612C2A3EC}"/>
          </ac:spMkLst>
        </pc:spChg>
      </pc:sldChg>
      <pc:sldChg chg="modSp add del">
        <pc:chgData name="744311194@qq.com" userId="e2a28223f2085f4b" providerId="LiveId" clId="{95A40F99-A8D5-45FB-A90A-49AF547B73C7}" dt="2025-04-17T06:54:09.851" v="456" actId="13926"/>
        <pc:sldMkLst>
          <pc:docMk/>
          <pc:sldMk cId="0" sldId="1283"/>
        </pc:sldMkLst>
        <pc:spChg chg="mod">
          <ac:chgData name="744311194@qq.com" userId="e2a28223f2085f4b" providerId="LiveId" clId="{95A40F99-A8D5-45FB-A90A-49AF547B73C7}" dt="2025-04-17T06:54:09.851" v="456" actId="13926"/>
          <ac:spMkLst>
            <pc:docMk/>
            <pc:sldMk cId="0" sldId="1283"/>
            <ac:spMk id="1205253" creationId="{00000000-0000-0000-0000-000000000000}"/>
          </ac:spMkLst>
        </pc:spChg>
        <pc:spChg chg="mod">
          <ac:chgData name="744311194@qq.com" userId="e2a28223f2085f4b" providerId="LiveId" clId="{95A40F99-A8D5-45FB-A90A-49AF547B73C7}" dt="2025-04-17T06:54:09.851" v="456" actId="13926"/>
          <ac:spMkLst>
            <pc:docMk/>
            <pc:sldMk cId="0" sldId="1283"/>
            <ac:spMk id="1205254" creationId="{00000000-0000-0000-0000-000000000000}"/>
          </ac:spMkLst>
        </pc:spChg>
      </pc:sldChg>
      <pc:sldChg chg="del">
        <pc:chgData name="744311194@qq.com" userId="e2a28223f2085f4b" providerId="LiveId" clId="{95A40F99-A8D5-45FB-A90A-49AF547B73C7}" dt="2025-04-21T15:38:35.867" v="4199" actId="47"/>
        <pc:sldMkLst>
          <pc:docMk/>
          <pc:sldMk cId="0" sldId="1284"/>
        </pc:sldMkLst>
      </pc:sldChg>
      <pc:sldChg chg="del">
        <pc:chgData name="744311194@qq.com" userId="e2a28223f2085f4b" providerId="LiveId" clId="{95A40F99-A8D5-45FB-A90A-49AF547B73C7}" dt="2025-04-17T06:36:39.396" v="1" actId="47"/>
        <pc:sldMkLst>
          <pc:docMk/>
          <pc:sldMk cId="3554753444" sldId="1496"/>
        </pc:sldMkLst>
      </pc:sldChg>
      <pc:sldChg chg="addSp modSp mod">
        <pc:chgData name="744311194@qq.com" userId="e2a28223f2085f4b" providerId="LiveId" clId="{95A40F99-A8D5-45FB-A90A-49AF547B73C7}" dt="2025-04-17T07:28:51.400" v="1653" actId="13926"/>
        <pc:sldMkLst>
          <pc:docMk/>
          <pc:sldMk cId="2878925730" sldId="1497"/>
        </pc:sldMkLst>
        <pc:spChg chg="add mod">
          <ac:chgData name="744311194@qq.com" userId="e2a28223f2085f4b" providerId="LiveId" clId="{95A40F99-A8D5-45FB-A90A-49AF547B73C7}" dt="2025-04-17T07:28:51.400" v="1653" actId="13926"/>
          <ac:spMkLst>
            <pc:docMk/>
            <pc:sldMk cId="2878925730" sldId="1497"/>
            <ac:spMk id="2" creationId="{A6D19524-2ABE-6BA1-F820-9C9460181110}"/>
          </ac:spMkLst>
        </pc:spChg>
      </pc:sldChg>
      <pc:sldChg chg="del">
        <pc:chgData name="744311194@qq.com" userId="e2a28223f2085f4b" providerId="LiveId" clId="{95A40F99-A8D5-45FB-A90A-49AF547B73C7}" dt="2025-04-21T15:39:37.950" v="4211" actId="47"/>
        <pc:sldMkLst>
          <pc:docMk/>
          <pc:sldMk cId="2446347858" sldId="1499"/>
        </pc:sldMkLst>
      </pc:sldChg>
      <pc:sldChg chg="del">
        <pc:chgData name="744311194@qq.com" userId="e2a28223f2085f4b" providerId="LiveId" clId="{95A40F99-A8D5-45FB-A90A-49AF547B73C7}" dt="2025-04-21T15:28:46.586" v="3816" actId="47"/>
        <pc:sldMkLst>
          <pc:docMk/>
          <pc:sldMk cId="1235939871" sldId="15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 noProof="1" dirty="0">
                <a:ea typeface="仿宋_GB2312"/>
                <a:cs typeface="+mn-cs"/>
              </a:defRPr>
            </a:lvl1pPr>
          </a:lstStyle>
          <a:p>
            <a:pPr>
              <a:defRPr/>
            </a:pPr>
            <a:fld id="{2382C77A-838C-4411-9FCE-C9726A8C6CDF}" type="slidenum">
              <a:rPr lang="en-US" altLang="zh-CN"/>
              <a:pPr>
                <a:defRPr/>
              </a:pPr>
              <a:t>‹#›</a:t>
            </a:fld>
            <a:endParaRPr lang="en-US" altLang="zh-CN"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8:44.1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0,'980'0,"-954"0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8:47.4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0,'2041'0,"-2018"0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8:48.6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45,'19'0,"70"1,141-18,104-11,1 28,-150 2,420-2,-584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8:49.5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24,'151'-9,"-38"1,796 2,-546 7,709-1,-1050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8:51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1,'2620'0,"-2598"0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8:58.9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0,'3'4,"6"1,4-1,3 0,4-1,1-2,1 0,0 0,0-1,0 0,0-1,0 1,-1 0,1 0,-1 0,1 0,-1 0,-3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15:39:02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0,'2140'0,"-2119"0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 noProof="1" dirty="0">
                <a:ea typeface="仿宋_GB2312"/>
                <a:cs typeface="+mn-cs"/>
              </a:defRPr>
            </a:lvl1pPr>
          </a:lstStyle>
          <a:p>
            <a:pPr>
              <a:defRPr/>
            </a:pPr>
            <a:fld id="{30309899-A5F4-45E0-810F-5AA5C1FD031E}" type="slidenum">
              <a:rPr lang="en-US" altLang="zh-CN"/>
              <a:pPr>
                <a:defRPr/>
              </a:pPr>
              <a:t>‹#›</a:t>
            </a:fld>
            <a:endParaRPr lang="en-US" altLang="zh-CN">
              <a:cs typeface="楷体_GB231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8812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053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816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4406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347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253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1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162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1543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406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338" y="609600"/>
            <a:ext cx="1995487" cy="55657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9288" y="609600"/>
            <a:ext cx="5835650" cy="55657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3304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4596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49288" y="609600"/>
            <a:ext cx="7983537" cy="5565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8160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7588" y="609600"/>
            <a:ext cx="6400800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noProof="1"/>
              <a:t>单击以编辑</a:t>
            </a:r>
            <a:r>
              <a:rPr lang="zh-CN" altLang="en-US" noProof="1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49288" y="1449388"/>
            <a:ext cx="7983537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Line 9"/>
          <p:cNvSpPr>
            <a:spLocks noChangeShapeType="1"/>
          </p:cNvSpPr>
          <p:nvPr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Line 18"/>
          <p:cNvSpPr>
            <a:spLocks noChangeShapeType="1"/>
          </p:cNvSpPr>
          <p:nvPr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2"/>
          <p:cNvSpPr txBox="1">
            <a:spLocks noChangeArrowheads="1"/>
          </p:cNvSpPr>
          <p:nvPr userDrawn="1"/>
        </p:nvSpPr>
        <p:spPr bwMode="auto">
          <a:xfrm>
            <a:off x="1588" y="46038"/>
            <a:ext cx="33089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r>
              <a:rPr lang="zh-CN" altLang="en-US" i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楷体二_CNKI" panose="02000500000000000000" pitchFamily="2" charset="-122"/>
                <a:ea typeface="华光楷体二_CNKI" panose="02000500000000000000" pitchFamily="2" charset="-122"/>
              </a:rPr>
              <a:t>数据结构</a:t>
            </a:r>
            <a:r>
              <a:rPr lang="en-US" altLang="zh-CN" i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楷体二_CNKI" panose="02000500000000000000" pitchFamily="2" charset="-122"/>
                <a:ea typeface="华光楷体二_CNKI" panose="02000500000000000000" pitchFamily="2" charset="-122"/>
              </a:rPr>
              <a:t>:Ch8-</a:t>
            </a:r>
            <a:r>
              <a:rPr lang="zh-CN" altLang="en-US" i="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楷体二_CNKI" panose="02000500000000000000" pitchFamily="2" charset="-122"/>
                <a:ea typeface="华光楷体二_CNKI" panose="02000500000000000000" pitchFamily="2" charset="-122"/>
              </a:rPr>
              <a:t>排序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  <p:sldLayoutId id="2147483673" r:id="rId3"/>
    <p:sldLayoutId id="2147483672" r:id="rId4"/>
    <p:sldLayoutId id="2147483671" r:id="rId5"/>
    <p:sldLayoutId id="2147483670" r:id="rId6"/>
    <p:sldLayoutId id="2147483669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6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仿宋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  <a:cs typeface="仿宋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  <a:cs typeface="仿宋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  <a:cs typeface="仿宋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  <a:cs typeface="仿宋_GB231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仿宋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仿宋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仿宋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仿宋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仿宋_GB231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8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1.png"/><Relationship Id="rId3" Type="http://schemas.openxmlformats.org/officeDocument/2006/relationships/image" Target="../media/image16.emf"/><Relationship Id="rId7" Type="http://schemas.openxmlformats.org/officeDocument/2006/relationships/image" Target="../media/image18.png"/><Relationship Id="rId12" Type="http://schemas.openxmlformats.org/officeDocument/2006/relationships/customXml" Target="../ink/ink5.xml"/><Relationship Id="rId17" Type="http://schemas.openxmlformats.org/officeDocument/2006/relationships/image" Target="../media/image23.png"/><Relationship Id="rId2" Type="http://schemas.openxmlformats.org/officeDocument/2006/relationships/oleObject" Target="../embeddings/oleObject8.bin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.png"/><Relationship Id="rId14" Type="http://schemas.openxmlformats.org/officeDocument/2006/relationships/customXml" Target="../ink/ink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4"/>
          <p:cNvSpPr txBox="1">
            <a:spLocks noChangeArrowheads="1"/>
          </p:cNvSpPr>
          <p:nvPr/>
        </p:nvSpPr>
        <p:spPr>
          <a:xfrm>
            <a:off x="1187624" y="2852936"/>
            <a:ext cx="6335712" cy="169545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 sz="66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第</a:t>
            </a:r>
            <a:r>
              <a:rPr kumimoji="1" lang="en-US" altLang="zh-CN" sz="66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华文行楷" panose="02010800040101010101" pitchFamily="2" charset="-122"/>
                <a:cs typeface="+mj-cs"/>
                <a:sym typeface="+mn-ea"/>
              </a:rPr>
              <a:t>8</a:t>
            </a:r>
            <a:r>
              <a:rPr kumimoji="1" lang="zh-CN" altLang="en-US" sz="66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章 排序</a:t>
            </a:r>
            <a:br>
              <a:rPr kumimoji="1" lang="zh-CN" altLang="en-US" sz="66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</a:br>
            <a:endParaRPr kumimoji="1" lang="zh-CN" altLang="en-US" sz="6600" i="1" kern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4000" dirty="0">
                <a:solidFill>
                  <a:srgbClr val="0000FF"/>
                </a:solidFill>
                <a:latin typeface="楷体_GB2312"/>
              </a:rPr>
              <a:t>8.1 </a:t>
            </a:r>
            <a:r>
              <a:rPr lang="zh-CN" altLang="en-US" sz="4000" dirty="0">
                <a:solidFill>
                  <a:srgbClr val="0000FF"/>
                </a:solidFill>
                <a:latin typeface="楷体_GB2312"/>
              </a:rPr>
              <a:t>概述</a:t>
            </a:r>
          </a:p>
        </p:txBody>
      </p:sp>
      <p:sp>
        <p:nvSpPr>
          <p:cNvPr id="9219" name="Line 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0" name="Picture 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10" name="Rectangle 30"/>
          <p:cNvSpPr>
            <a:spLocks noChangeArrowheads="1"/>
          </p:cNvSpPr>
          <p:nvPr/>
        </p:nvSpPr>
        <p:spPr bwMode="auto">
          <a:xfrm>
            <a:off x="304800" y="1557338"/>
            <a:ext cx="86106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tabLst>
                <a:tab pos="666750" algn="l"/>
              </a:tabLst>
              <a:defRPr/>
            </a:pPr>
            <a:r>
              <a:rPr kumimoji="1"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1. </a:t>
            </a:r>
            <a:r>
              <a:rPr kumimoji="1" lang="zh-CN" altLang="en-US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什么是排序？</a:t>
            </a:r>
          </a:p>
          <a:p>
            <a:pPr>
              <a:buFontTx/>
              <a:buNone/>
              <a:tabLst>
                <a:tab pos="666750" algn="l"/>
              </a:tabLst>
              <a:defRPr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 将一组杂乱无章的</a:t>
            </a:r>
            <a:r>
              <a:rPr kumimoji="1" lang="zh-CN" altLang="en-US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数据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按一定</a:t>
            </a:r>
            <a:r>
              <a:rPr kumimoji="1" lang="zh-CN" altLang="en-US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规律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顺次排列起来。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890911" name="Rectangle 31"/>
          <p:cNvSpPr>
            <a:spLocks noChangeArrowheads="1"/>
          </p:cNvSpPr>
          <p:nvPr/>
        </p:nvSpPr>
        <p:spPr bwMode="auto">
          <a:xfrm>
            <a:off x="304800" y="3860800"/>
            <a:ext cx="469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排序的目的是什么？</a:t>
            </a:r>
          </a:p>
        </p:txBody>
      </p:sp>
      <p:sp>
        <p:nvSpPr>
          <p:cNvPr id="890912" name="AutoShape 32"/>
          <p:cNvSpPr>
            <a:spLocks noChangeArrowheads="1"/>
          </p:cNvSpPr>
          <p:nvPr/>
        </p:nvSpPr>
        <p:spPr bwMode="auto">
          <a:xfrm>
            <a:off x="971600" y="3212976"/>
            <a:ext cx="2678113" cy="546100"/>
          </a:xfrm>
          <a:prstGeom prst="wedgeRoundRectCallout">
            <a:avLst>
              <a:gd name="adj1" fmla="val 56935"/>
              <a:gd name="adj2" fmla="val -195060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>
                <a:solidFill>
                  <a:srgbClr val="FF3300"/>
                </a:solidFill>
              </a:rPr>
              <a:t>存放在数据表中</a:t>
            </a:r>
          </a:p>
        </p:txBody>
      </p:sp>
      <p:sp>
        <p:nvSpPr>
          <p:cNvPr id="890913" name="AutoShape 33"/>
          <p:cNvSpPr>
            <a:spLocks noChangeArrowheads="1"/>
          </p:cNvSpPr>
          <p:nvPr/>
        </p:nvSpPr>
        <p:spPr bwMode="auto">
          <a:xfrm>
            <a:off x="6342856" y="3276320"/>
            <a:ext cx="2487613" cy="546100"/>
          </a:xfrm>
          <a:prstGeom prst="wedgeRoundRectCallout">
            <a:avLst>
              <a:gd name="adj1" fmla="val -62190"/>
              <a:gd name="adj2" fmla="val -188954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>
                <a:solidFill>
                  <a:srgbClr val="FF3300"/>
                </a:solidFill>
              </a:rPr>
              <a:t>按关键字排序</a:t>
            </a:r>
          </a:p>
        </p:txBody>
      </p:sp>
      <p:sp>
        <p:nvSpPr>
          <p:cNvPr id="890914" name="Rectangle 34"/>
          <p:cNvSpPr>
            <a:spLocks noChangeArrowheads="1"/>
          </p:cNvSpPr>
          <p:nvPr/>
        </p:nvSpPr>
        <p:spPr bwMode="auto">
          <a:xfrm>
            <a:off x="4725988" y="3921125"/>
            <a:ext cx="286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楷体_GB2312"/>
              </a:rPr>
              <a:t> </a:t>
            </a:r>
            <a:r>
              <a:rPr lang="en-US" altLang="zh-CN"/>
              <a:t>——</a:t>
            </a:r>
            <a:r>
              <a:rPr lang="zh-CN" altLang="en-US">
                <a:latin typeface="楷体_GB2312"/>
              </a:rPr>
              <a:t>便于查找！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90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90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0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89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90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90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0" grpId="0" build="p"/>
      <p:bldP spid="890911" grpId="0"/>
      <p:bldP spid="890912" grpId="0" animBg="1"/>
      <p:bldP spid="890913" grpId="0" animBg="1"/>
      <p:bldP spid="8909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91" name="Rectangle 7"/>
          <p:cNvSpPr>
            <a:spLocks noChangeArrowheads="1"/>
          </p:cNvSpPr>
          <p:nvPr/>
        </p:nvSpPr>
        <p:spPr bwMode="auto">
          <a:xfrm>
            <a:off x="366713" y="722313"/>
            <a:ext cx="7772400" cy="658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3. </a:t>
            </a:r>
            <a:r>
              <a:rPr kumimoji="1" lang="zh-CN" altLang="en-US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什么叫内部排序？什么叫外部排序？</a:t>
            </a:r>
            <a:r>
              <a:rPr kumimoji="1" lang="zh-CN" altLang="en-US" b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+mn-cs"/>
                <a:sym typeface="+mn-ea"/>
              </a:rPr>
              <a:t> </a:t>
            </a:r>
          </a:p>
        </p:txBody>
      </p:sp>
      <p:sp>
        <p:nvSpPr>
          <p:cNvPr id="989192" name="Text Box 8"/>
          <p:cNvSpPr txBox="1">
            <a:spLocks noChangeArrowheads="1"/>
          </p:cNvSpPr>
          <p:nvPr/>
        </p:nvSpPr>
        <p:spPr bwMode="auto">
          <a:xfrm>
            <a:off x="214313" y="1533525"/>
            <a:ext cx="84582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CC00CC"/>
              </a:buClr>
              <a:buFont typeface="Arial" panose="020B0604020202020204" pitchFamily="34" charset="0"/>
              <a:buChar char="•"/>
            </a:pPr>
            <a:r>
              <a:rPr lang="zh-CN" altLang="en-US"/>
              <a:t>若待排序记录都在内存中，称为内部排序；</a:t>
            </a:r>
          </a:p>
          <a:p>
            <a:pPr eaLnBrk="1" hangingPunct="1">
              <a:buClr>
                <a:srgbClr val="CC00CC"/>
              </a:buClr>
              <a:buFont typeface="Arial" panose="020B0604020202020204" pitchFamily="34" charset="0"/>
              <a:buChar char="•"/>
            </a:pPr>
            <a:endParaRPr lang="zh-CN" altLang="en-US"/>
          </a:p>
          <a:p>
            <a:pPr eaLnBrk="1" hangingPunct="1">
              <a:buClr>
                <a:srgbClr val="CC00CC"/>
              </a:buClr>
              <a:buFont typeface="Arial" panose="020B0604020202020204" pitchFamily="34" charset="0"/>
              <a:buChar char="•"/>
            </a:pPr>
            <a:r>
              <a:rPr lang="zh-CN" altLang="en-US"/>
              <a:t>若待排序记录一部分在内存，一部分在外存，则称为外部排序。</a:t>
            </a:r>
          </a:p>
        </p:txBody>
      </p:sp>
      <p:sp>
        <p:nvSpPr>
          <p:cNvPr id="989193" name="Text Box 9"/>
          <p:cNvSpPr txBox="1">
            <a:spLocks noChangeArrowheads="1"/>
          </p:cNvSpPr>
          <p:nvPr/>
        </p:nvSpPr>
        <p:spPr bwMode="auto">
          <a:xfrm>
            <a:off x="290513" y="3652838"/>
            <a:ext cx="8229600" cy="8858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>
                <a:solidFill>
                  <a:schemeClr val="tx2"/>
                </a:solidFill>
                <a:ea typeface="华文楷体" panose="02010600040101010101" pitchFamily="2" charset="-122"/>
              </a:rPr>
              <a:t>注：</a:t>
            </a:r>
            <a:r>
              <a:rPr lang="zh-CN" altLang="en-US" sz="2600"/>
              <a:t>外部排序时，要将数据分批调入内存来排序，中间结果还要及时放入外存，显然外部排序要复杂得多。</a:t>
            </a:r>
            <a:r>
              <a:rPr lang="zh-CN" altLang="en-US" sz="260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989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989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75"/>
                                        <p:tgtEl>
                                          <p:spTgt spid="98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91" grpId="0"/>
      <p:bldP spid="989192" grpId="0" build="p"/>
      <p:bldP spid="98919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241" name="Text Box 9"/>
          <p:cNvSpPr txBox="1">
            <a:spLocks noChangeArrowheads="1"/>
          </p:cNvSpPr>
          <p:nvPr/>
        </p:nvSpPr>
        <p:spPr bwMode="auto">
          <a:xfrm>
            <a:off x="0" y="765175"/>
            <a:ext cx="8785225" cy="2544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85750" indent="-285750" algn="just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32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4.</a:t>
            </a:r>
            <a:r>
              <a:rPr kumimoji="1" lang="zh-CN" altLang="en-US" sz="32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排序算法的好坏如何衡量？</a:t>
            </a:r>
          </a:p>
          <a:p>
            <a:pPr marL="285750" indent="-285750" algn="just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时间效率</a:t>
            </a:r>
            <a:r>
              <a:rPr kumimoji="1" lang="en-US" altLang="zh-CN" dirty="0"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——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排序速度（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比较次数</a:t>
            </a:r>
            <a:r>
              <a:rPr kumimoji="1"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与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移动次数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）</a:t>
            </a:r>
          </a:p>
          <a:p>
            <a:pPr marL="285750" indent="-285750" algn="just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空间效率</a:t>
            </a:r>
            <a:r>
              <a:rPr kumimoji="1" lang="en-US" altLang="zh-CN" dirty="0"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——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占内存辅助空间的大小</a:t>
            </a:r>
          </a:p>
          <a:p>
            <a:pPr marL="285750" indent="-285750" algn="just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稳定性</a:t>
            </a:r>
            <a:r>
              <a:rPr kumimoji="1" lang="en-US" altLang="zh-CN" dirty="0"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——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和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B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的关键字相等，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排序后</a:t>
            </a:r>
            <a:r>
              <a:rPr kumimoji="1" lang="en-US" altLang="zh-CN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、</a:t>
            </a:r>
            <a:r>
              <a:rPr kumimoji="1" lang="en-US" altLang="zh-CN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B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的先后次序保持不变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，则称这种排序算法是稳定的。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91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91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91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91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7"/>
          <p:cNvSpPr txBox="1">
            <a:spLocks noChangeArrowheads="1"/>
          </p:cNvSpPr>
          <p:nvPr/>
        </p:nvSpPr>
        <p:spPr bwMode="auto">
          <a:xfrm>
            <a:off x="0" y="0"/>
            <a:ext cx="4521200" cy="588963"/>
          </a:xfrm>
          <a:prstGeom prst="rect">
            <a:avLst/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latin typeface="楷体_GB2312"/>
              </a:rPr>
              <a:t>记录序列以</a:t>
            </a:r>
            <a:r>
              <a:rPr lang="zh-CN" altLang="en-US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顺序表存储</a:t>
            </a:r>
            <a:endParaRPr lang="zh-CN" altLang="en-US" sz="3200">
              <a:latin typeface="楷体_GB2312"/>
            </a:endParaRPr>
          </a:p>
        </p:txBody>
      </p:sp>
      <p:sp>
        <p:nvSpPr>
          <p:cNvPr id="992264" name="Rectangle 8"/>
          <p:cNvSpPr>
            <a:spLocks noChangeArrowheads="1"/>
          </p:cNvSpPr>
          <p:nvPr/>
        </p:nvSpPr>
        <p:spPr bwMode="auto">
          <a:xfrm>
            <a:off x="228600" y="1854200"/>
            <a:ext cx="8458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 err="1">
                <a:ea typeface="黑体" panose="02010609060101010101" pitchFamily="49" charset="-122"/>
              </a:rPr>
              <a:t>typedef</a:t>
            </a:r>
            <a:r>
              <a:rPr lang="en-US" altLang="zh-CN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ea typeface="黑体" panose="02010609060101010101" pitchFamily="49" charset="-122"/>
              </a:rPr>
              <a:t> {          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定义每个记录（数据元素）的结构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r>
              <a:rPr lang="zh-CN" altLang="en-US" sz="2400" dirty="0"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ea typeface="黑体" panose="02010609060101010101" pitchFamily="49" charset="-122"/>
              </a:rPr>
              <a:t>KeyType</a:t>
            </a:r>
            <a:r>
              <a:rPr lang="en-US" altLang="zh-CN" sz="2400" dirty="0">
                <a:ea typeface="黑体" panose="02010609060101010101" pitchFamily="49" charset="-122"/>
              </a:rPr>
              <a:t>      </a:t>
            </a:r>
            <a:r>
              <a:rPr lang="en-US" altLang="zh-CN" sz="2400" dirty="0">
                <a:solidFill>
                  <a:srgbClr val="FF3300"/>
                </a:solidFill>
                <a:ea typeface="黑体" panose="02010609060101010101" pitchFamily="49" charset="-122"/>
              </a:rPr>
              <a:t>key </a:t>
            </a:r>
            <a:r>
              <a:rPr lang="en-US" altLang="zh-CN" sz="2400" dirty="0">
                <a:ea typeface="黑体" panose="02010609060101010101" pitchFamily="49" charset="-122"/>
              </a:rPr>
              <a:t>;       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关键字</a:t>
            </a:r>
            <a:r>
              <a:rPr lang="zh-CN" altLang="en-US" sz="2400" dirty="0">
                <a:ea typeface="黑体" panose="02010609060101010101" pitchFamily="49" charset="-122"/>
              </a:rPr>
              <a:t> </a:t>
            </a:r>
          </a:p>
          <a:p>
            <a:r>
              <a:rPr lang="zh-CN" altLang="en-US" sz="2400" dirty="0"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ea typeface="黑体" panose="02010609060101010101" pitchFamily="49" charset="-122"/>
              </a:rPr>
              <a:t>InfoType</a:t>
            </a:r>
            <a:r>
              <a:rPr lang="en-US" altLang="zh-CN" sz="2400" dirty="0">
                <a:ea typeface="黑体" panose="02010609060101010101" pitchFamily="49" charset="-122"/>
              </a:rPr>
              <a:t>      </a:t>
            </a:r>
            <a:r>
              <a:rPr lang="en-US" altLang="zh-CN" sz="2400" dirty="0" err="1">
                <a:ea typeface="黑体" panose="02010609060101010101" pitchFamily="49" charset="-122"/>
              </a:rPr>
              <a:t>otherinfo</a:t>
            </a:r>
            <a:r>
              <a:rPr lang="en-US" altLang="zh-CN" sz="2400" dirty="0">
                <a:ea typeface="黑体" panose="02010609060101010101" pitchFamily="49" charset="-122"/>
              </a:rPr>
              <a:t>;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其它数据项</a:t>
            </a:r>
          </a:p>
          <a:p>
            <a:r>
              <a:rPr lang="en-US" altLang="zh-CN" sz="2400" dirty="0">
                <a:ea typeface="黑体" panose="02010609060101010101" pitchFamily="49" charset="-122"/>
              </a:rPr>
              <a:t>}</a:t>
            </a:r>
            <a:r>
              <a:rPr lang="en-US" altLang="zh-CN" sz="2400" dirty="0" err="1">
                <a:solidFill>
                  <a:schemeClr val="accent2"/>
                </a:solidFill>
                <a:ea typeface="黑体" panose="02010609060101010101" pitchFamily="49" charset="-122"/>
              </a:rPr>
              <a:t>RedType</a:t>
            </a:r>
            <a:r>
              <a:rPr lang="en-US" altLang="zh-CN" sz="2400" dirty="0">
                <a:solidFill>
                  <a:schemeClr val="tx2"/>
                </a:solidFill>
                <a:ea typeface="黑体" panose="02010609060101010101" pitchFamily="49" charset="-122"/>
              </a:rPr>
              <a:t> ;</a:t>
            </a:r>
          </a:p>
        </p:txBody>
      </p:sp>
      <p:sp>
        <p:nvSpPr>
          <p:cNvPr id="992265" name="Rectangle 9"/>
          <p:cNvSpPr>
            <a:spLocks noChangeArrowheads="1"/>
          </p:cNvSpPr>
          <p:nvPr/>
        </p:nvSpPr>
        <p:spPr bwMode="auto">
          <a:xfrm>
            <a:off x="228600" y="3530600"/>
            <a:ext cx="8610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 err="1">
                <a:ea typeface="黑体" panose="02010609060101010101" pitchFamily="49" charset="-122"/>
              </a:rPr>
              <a:t>typedef</a:t>
            </a:r>
            <a:r>
              <a:rPr lang="en-US" altLang="zh-CN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ea typeface="黑体" panose="02010609060101010101" pitchFamily="49" charset="-122"/>
              </a:rPr>
              <a:t> {                  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定义顺序表的结构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r>
              <a:rPr lang="zh-CN" altLang="en-US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solidFill>
                  <a:schemeClr val="accent2"/>
                </a:solidFill>
                <a:ea typeface="黑体" panose="02010609060101010101" pitchFamily="49" charset="-122"/>
              </a:rPr>
              <a:t>RedType</a:t>
            </a:r>
            <a:r>
              <a:rPr lang="en-US" altLang="zh-CN" sz="2400" dirty="0">
                <a:ea typeface="黑体" panose="02010609060101010101" pitchFamily="49" charset="-122"/>
              </a:rPr>
              <a:t>  r [ MAXSIZE +1 ];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存储顺序表的向量</a:t>
            </a:r>
          </a:p>
          <a:p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                        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//r[0]</a:t>
            </a:r>
            <a:r>
              <a:rPr lang="zh-CN" altLang="en-US" sz="2400" dirty="0">
                <a:solidFill>
                  <a:srgbClr val="FF0000"/>
                </a:solidFill>
                <a:latin typeface="楷体_GB2312"/>
              </a:rPr>
              <a:t>一般作哨兵或缓冲区</a:t>
            </a:r>
          </a:p>
          <a:p>
            <a:r>
              <a:rPr lang="zh-CN" altLang="en-US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ea typeface="黑体" panose="02010609060101010101" pitchFamily="49" charset="-122"/>
              </a:rPr>
              <a:t> length ;  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顺序表的长度</a:t>
            </a:r>
          </a:p>
          <a:p>
            <a:r>
              <a:rPr lang="en-US" altLang="zh-CN" sz="2400" dirty="0">
                <a:ea typeface="黑体" panose="02010609060101010101" pitchFamily="49" charset="-122"/>
              </a:rPr>
              <a:t>}</a:t>
            </a:r>
            <a:r>
              <a:rPr lang="en-US" altLang="zh-CN" sz="2400" dirty="0" err="1">
                <a:solidFill>
                  <a:srgbClr val="0000FF"/>
                </a:solidFill>
                <a:ea typeface="黑体" panose="02010609060101010101" pitchFamily="49" charset="-122"/>
              </a:rPr>
              <a:t>SqList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12293" name="Rectangle 10"/>
          <p:cNvSpPr>
            <a:spLocks noChangeArrowheads="1"/>
          </p:cNvSpPr>
          <p:nvPr/>
        </p:nvSpPr>
        <p:spPr bwMode="auto">
          <a:xfrm>
            <a:off x="304800" y="939800"/>
            <a:ext cx="830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ea typeface="黑体" panose="02010609060101010101" pitchFamily="49" charset="-122"/>
              </a:rPr>
              <a:t># define MAXSIZE 20 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设记录不超过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20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个</a:t>
            </a:r>
          </a:p>
          <a:p>
            <a:r>
              <a:rPr lang="en-US" altLang="zh-CN" sz="2400" dirty="0" err="1">
                <a:ea typeface="黑体" panose="02010609060101010101" pitchFamily="49" charset="-122"/>
              </a:rPr>
              <a:t>typedef</a:t>
            </a:r>
            <a:r>
              <a:rPr lang="en-US" altLang="zh-CN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solidFill>
                  <a:srgbClr val="FF3300"/>
                </a:solidFill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highlight>
                  <a:srgbClr val="00FF00"/>
                </a:highlight>
                <a:ea typeface="黑体" panose="02010609060101010101" pitchFamily="49" charset="-122"/>
              </a:rPr>
              <a:t>KeyType</a:t>
            </a:r>
            <a:r>
              <a:rPr lang="en-US" altLang="zh-CN" sz="2400" dirty="0">
                <a:ea typeface="黑体" panose="02010609060101010101" pitchFamily="49" charset="-122"/>
              </a:rPr>
              <a:t> ;     </a:t>
            </a:r>
            <a:r>
              <a:rPr lang="en-US" altLang="zh-CN" sz="2400" dirty="0">
                <a:solidFill>
                  <a:srgbClr val="9900FF"/>
                </a:solidFill>
                <a:latin typeface="楷体_GB2312"/>
              </a:rPr>
              <a:t>//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设关键字为整型量（</a:t>
            </a:r>
            <a:r>
              <a:rPr lang="en-US" altLang="zh-CN" sz="2400" dirty="0" err="1">
                <a:solidFill>
                  <a:srgbClr val="9900FF"/>
                </a:solidFill>
                <a:latin typeface="楷体_GB2312"/>
              </a:rPr>
              <a:t>int</a:t>
            </a:r>
            <a:r>
              <a:rPr lang="zh-CN" altLang="en-US" sz="2400" dirty="0">
                <a:solidFill>
                  <a:srgbClr val="9900FF"/>
                </a:solidFill>
                <a:latin typeface="楷体_GB2312"/>
              </a:rPr>
              <a:t>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9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4" grpId="0"/>
      <p:bldP spid="9922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9"/>
          <p:cNvSpPr txBox="1">
            <a:spLocks noChangeArrowheads="1"/>
          </p:cNvSpPr>
          <p:nvPr/>
        </p:nvSpPr>
        <p:spPr bwMode="auto">
          <a:xfrm>
            <a:off x="0" y="0"/>
            <a:ext cx="4521200" cy="588963"/>
          </a:xfrm>
          <a:prstGeom prst="rect">
            <a:avLst/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排序算法分类</a:t>
            </a:r>
            <a:endParaRPr lang="zh-CN" altLang="en-US" sz="3200">
              <a:latin typeface="楷体_GB2312"/>
            </a:endParaRPr>
          </a:p>
        </p:txBody>
      </p:sp>
      <p:sp>
        <p:nvSpPr>
          <p:cNvPr id="13315" name="Oval 10"/>
          <p:cNvSpPr>
            <a:spLocks noChangeArrowheads="1"/>
          </p:cNvSpPr>
          <p:nvPr/>
        </p:nvSpPr>
        <p:spPr bwMode="auto">
          <a:xfrm>
            <a:off x="682625" y="765175"/>
            <a:ext cx="2520950" cy="863600"/>
          </a:xfrm>
          <a:prstGeom prst="ellipse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规则不同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971550" y="1628775"/>
            <a:ext cx="1873250" cy="3744913"/>
            <a:chOff x="612" y="1026"/>
            <a:chExt cx="1180" cy="2359"/>
          </a:xfrm>
        </p:grpSpPr>
        <p:sp>
          <p:nvSpPr>
            <p:cNvPr id="993286" name="Rectangle 6"/>
            <p:cNvSpPr>
              <a:spLocks noChangeArrowheads="1"/>
            </p:cNvSpPr>
            <p:nvPr/>
          </p:nvSpPr>
          <p:spPr bwMode="auto">
            <a:xfrm>
              <a:off x="612" y="1525"/>
              <a:ext cx="1180" cy="1860"/>
            </a:xfrm>
            <a:prstGeom prst="rect">
              <a:avLst/>
            </a:prstGeom>
            <a:solidFill>
              <a:srgbClr val="FFFFE7"/>
            </a:solidFill>
            <a:ln w="9525">
              <a:solidFill>
                <a:srgbClr val="0037E8"/>
              </a:solidFill>
              <a:miter lim="800000"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/>
            <a:lstStyle/>
            <a:p>
              <a:pPr marL="342900" indent="-342900"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320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插入排序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  <a:defRPr/>
              </a:pPr>
              <a:r>
                <a:rPr lang="zh-CN" altLang="en-US" sz="320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交换排序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  <a:defRPr/>
              </a:pPr>
              <a:r>
                <a:rPr lang="zh-CN" altLang="en-US" sz="320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选择排序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  <a:defRPr/>
              </a:pPr>
              <a:r>
                <a:rPr lang="zh-CN" altLang="en-US" sz="320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归并排序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  <a:defRPr/>
              </a:pPr>
              <a:endParaRPr lang="zh-CN" altLang="en-US" sz="3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endParaRP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  <a:defRPr/>
              </a:pPr>
              <a:endParaRPr lang="en-US" altLang="zh-CN" sz="3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endParaRPr>
            </a:p>
          </p:txBody>
        </p:sp>
        <p:sp>
          <p:nvSpPr>
            <p:cNvPr id="13318" name="AutoShape 11"/>
            <p:cNvSpPr>
              <a:spLocks noChangeArrowheads="1"/>
            </p:cNvSpPr>
            <p:nvPr/>
          </p:nvSpPr>
          <p:spPr bwMode="auto">
            <a:xfrm>
              <a:off x="1065" y="1026"/>
              <a:ext cx="182" cy="499"/>
            </a:xfrm>
            <a:prstGeom prst="downArrow">
              <a:avLst>
                <a:gd name="adj1" fmla="val 50000"/>
                <a:gd name="adj2" fmla="val 6851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3319" name="Oval 12"/>
          <p:cNvSpPr>
            <a:spLocks noChangeArrowheads="1"/>
          </p:cNvSpPr>
          <p:nvPr/>
        </p:nvSpPr>
        <p:spPr bwMode="auto">
          <a:xfrm>
            <a:off x="4521200" y="765175"/>
            <a:ext cx="3579813" cy="863600"/>
          </a:xfrm>
          <a:prstGeom prst="ellipse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时间复杂度不同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284663" y="1628775"/>
            <a:ext cx="3600450" cy="2663825"/>
            <a:chOff x="2699" y="1026"/>
            <a:chExt cx="2268" cy="1678"/>
          </a:xfrm>
        </p:grpSpPr>
        <p:sp>
          <p:nvSpPr>
            <p:cNvPr id="13321" name="Rectangle 8"/>
            <p:cNvSpPr>
              <a:spLocks noChangeArrowheads="1"/>
            </p:cNvSpPr>
            <p:nvPr/>
          </p:nvSpPr>
          <p:spPr bwMode="auto">
            <a:xfrm>
              <a:off x="2699" y="1525"/>
              <a:ext cx="2268" cy="1179"/>
            </a:xfrm>
            <a:prstGeom prst="rect">
              <a:avLst/>
            </a:prstGeom>
            <a:solidFill>
              <a:srgbClr val="FFFFE7"/>
            </a:solidFill>
            <a:ln w="9525">
              <a:solidFill>
                <a:srgbClr val="0037E8"/>
              </a:solidFill>
              <a:miter lim="800000"/>
              <a:headEnd/>
              <a:tailEnd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chemeClr val="hlink"/>
                  </a:solidFill>
                  <a:latin typeface="楷体_GB2312"/>
                </a:rPr>
                <a:t>简单排序</a:t>
              </a:r>
              <a:r>
                <a:rPr lang="en-US" altLang="zh-CN" dirty="0"/>
                <a:t>O(n</a:t>
              </a:r>
              <a:r>
                <a:rPr lang="en-US" altLang="zh-CN" baseline="30000" dirty="0"/>
                <a:t>2</a:t>
              </a:r>
              <a:r>
                <a:rPr lang="en-US" altLang="zh-CN" dirty="0"/>
                <a:t>)</a:t>
              </a: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</a:pPr>
              <a:r>
                <a:rPr lang="zh-CN" altLang="en-US" sz="3200" dirty="0">
                  <a:solidFill>
                    <a:schemeClr val="hlink"/>
                  </a:solidFill>
                  <a:latin typeface="楷体_GB2312"/>
                </a:rPr>
                <a:t>先进排序</a:t>
              </a:r>
              <a:r>
                <a:rPr lang="en-US" altLang="zh-CN" dirty="0"/>
                <a:t>O( </a:t>
              </a:r>
              <a:r>
                <a:rPr lang="en-US" altLang="zh-CN" dirty="0">
                  <a:highlight>
                    <a:srgbClr val="00FF00"/>
                  </a:highlight>
                </a:rPr>
                <a:t>nlog</a:t>
              </a:r>
              <a:r>
                <a:rPr lang="en-US" altLang="zh-CN" baseline="-25000" dirty="0">
                  <a:highlight>
                    <a:srgbClr val="00FF00"/>
                  </a:highlight>
                </a:rPr>
                <a:t>2</a:t>
              </a:r>
              <a:r>
                <a:rPr lang="en-US" altLang="zh-CN" baseline="30000" dirty="0">
                  <a:highlight>
                    <a:srgbClr val="00FF00"/>
                  </a:highlight>
                </a:rPr>
                <a:t>n</a:t>
              </a:r>
              <a:r>
                <a:rPr lang="en-US" altLang="zh-CN" dirty="0"/>
                <a:t> )</a:t>
              </a: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</a:pP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</a:pP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</p:txBody>
        </p:sp>
        <p:sp>
          <p:nvSpPr>
            <p:cNvPr id="13322" name="AutoShape 13"/>
            <p:cNvSpPr>
              <a:spLocks noChangeArrowheads="1"/>
            </p:cNvSpPr>
            <p:nvPr/>
          </p:nvSpPr>
          <p:spPr bwMode="auto">
            <a:xfrm>
              <a:off x="3833" y="1026"/>
              <a:ext cx="182" cy="499"/>
            </a:xfrm>
            <a:prstGeom prst="downArrow">
              <a:avLst>
                <a:gd name="adj1" fmla="val 50000"/>
                <a:gd name="adj2" fmla="val 6851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4000">
                <a:solidFill>
                  <a:srgbClr val="CC00CC"/>
                </a:solidFill>
                <a:latin typeface="楷体_GB2312"/>
              </a:rPr>
              <a:t>8.2 </a:t>
            </a:r>
            <a:r>
              <a:rPr lang="zh-CN" altLang="en-US" sz="4000">
                <a:solidFill>
                  <a:srgbClr val="CC00CC"/>
                </a:solidFill>
                <a:latin typeface="楷体_GB2312"/>
              </a:rPr>
              <a:t>插入排序</a:t>
            </a:r>
          </a:p>
        </p:txBody>
      </p:sp>
      <p:sp>
        <p:nvSpPr>
          <p:cNvPr id="14339" name="Line 7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0" name="Picture 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4313" name="Rectangle 9"/>
          <p:cNvSpPr>
            <a:spLocks noChangeArrowheads="1"/>
          </p:cNvSpPr>
          <p:nvPr/>
        </p:nvSpPr>
        <p:spPr bwMode="auto">
          <a:xfrm>
            <a:off x="228600" y="1341438"/>
            <a:ext cx="85344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基本思想：</a:t>
            </a:r>
          </a:p>
        </p:txBody>
      </p:sp>
      <p:sp>
        <p:nvSpPr>
          <p:cNvPr id="994314" name="Rectangle 10"/>
          <p:cNvSpPr>
            <a:spLocks noChangeArrowheads="1"/>
          </p:cNvSpPr>
          <p:nvPr/>
        </p:nvSpPr>
        <p:spPr bwMode="auto">
          <a:xfrm>
            <a:off x="381000" y="2127250"/>
            <a:ext cx="8382000" cy="1373188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dirty="0">
                <a:ea typeface="楷体_GB2312" pitchFamily="49" charset="-122"/>
                <a:cs typeface="+mn-cs"/>
                <a:sym typeface="+mn-ea"/>
              </a:rPr>
              <a:t>每步将一个待排序的对象，按其关键码大小，</a:t>
            </a:r>
            <a:r>
              <a:rPr kumimoji="1" lang="zh-CN" altLang="en-US" dirty="0">
                <a:solidFill>
                  <a:srgbClr val="0000FF"/>
                </a:solidFill>
                <a:ea typeface="楷体_GB2312" pitchFamily="49" charset="-122"/>
                <a:cs typeface="+mn-cs"/>
                <a:sym typeface="+mn-ea"/>
              </a:rPr>
              <a:t>插入到前面</a:t>
            </a:r>
            <a:r>
              <a:rPr kumimoji="1" lang="zh-CN" altLang="en-US" dirty="0">
                <a:solidFill>
                  <a:srgbClr val="FF00FF"/>
                </a:solidFill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已经排好序的一组对象</a:t>
            </a:r>
            <a:r>
              <a:rPr kumimoji="1" lang="zh-CN" altLang="en-US" dirty="0">
                <a:solidFill>
                  <a:srgbClr val="0000FF"/>
                </a:solidFill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的</a:t>
            </a:r>
            <a:r>
              <a:rPr kumimoji="1" lang="zh-CN" altLang="en-US" dirty="0">
                <a:solidFill>
                  <a:srgbClr val="FF00FF"/>
                </a:solidFill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适当位置</a:t>
            </a:r>
            <a:r>
              <a:rPr kumimoji="1" lang="zh-CN" altLang="en-US" dirty="0">
                <a:solidFill>
                  <a:srgbClr val="0000FF"/>
                </a:solidFill>
                <a:ea typeface="楷体_GB2312" pitchFamily="49" charset="-122"/>
                <a:cs typeface="+mn-cs"/>
                <a:sym typeface="+mn-ea"/>
              </a:rPr>
              <a:t>上</a:t>
            </a:r>
            <a:r>
              <a:rPr kumimoji="1" lang="zh-CN" altLang="en-US" dirty="0">
                <a:ea typeface="楷体_GB2312" pitchFamily="49" charset="-122"/>
                <a:cs typeface="+mn-cs"/>
                <a:sym typeface="+mn-ea"/>
              </a:rPr>
              <a:t>，直到对象全部插入为止。</a:t>
            </a:r>
            <a:r>
              <a:rPr kumimoji="1" lang="en-US" altLang="zh-CN" dirty="0">
                <a:ea typeface="楷体_GB2312" pitchFamily="49" charset="-122"/>
                <a:cs typeface="+mn-cs"/>
                <a:sym typeface="+mn-ea"/>
              </a:rPr>
              <a:t>(</a:t>
            </a:r>
            <a:r>
              <a:rPr kumimoji="1" lang="zh-CN" altLang="en-US" dirty="0"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先查找后插入</a:t>
            </a:r>
            <a:r>
              <a:rPr kumimoji="1" lang="en-US" altLang="zh-CN" dirty="0">
                <a:ea typeface="楷体_GB2312" pitchFamily="49" charset="-122"/>
                <a:cs typeface="+mn-cs"/>
                <a:sym typeface="+mn-ea"/>
              </a:rPr>
              <a:t>)</a:t>
            </a:r>
            <a:endParaRPr kumimoji="1" lang="zh-CN" altLang="en-US" dirty="0"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994315" name="Rectangle 11"/>
          <p:cNvSpPr>
            <a:spLocks noChangeArrowheads="1"/>
          </p:cNvSpPr>
          <p:nvPr/>
        </p:nvSpPr>
        <p:spPr bwMode="auto">
          <a:xfrm>
            <a:off x="381000" y="3824288"/>
            <a:ext cx="8042275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即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边插入边排序</a:t>
            </a:r>
            <a:r>
              <a:rPr lang="zh-CN" altLang="en-US" dirty="0">
                <a:solidFill>
                  <a:srgbClr val="FF3300"/>
                </a:solidFill>
              </a:rPr>
              <a:t>，保证子序列中随时都是排好序的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180" name="Text Box 4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092200" y="1978026"/>
            <a:ext cx="632460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直接插入排序</a:t>
            </a:r>
            <a:r>
              <a:rPr kumimoji="1" lang="zh-CN" altLang="en-US" sz="3200" dirty="0">
                <a:solidFill>
                  <a:srgbClr val="FF3300"/>
                </a:solidFill>
                <a:ea typeface="楷体_GB2312" pitchFamily="49" charset="-122"/>
                <a:cs typeface="+mn-cs"/>
                <a:sym typeface="+mn-ea"/>
              </a:rPr>
              <a:t>（基于顺序查找）</a:t>
            </a:r>
          </a:p>
        </p:txBody>
      </p:sp>
      <p:sp>
        <p:nvSpPr>
          <p:cNvPr id="1202184" name="Text Box 8"/>
          <p:cNvSpPr txBox="1">
            <a:spLocks noChangeArrowheads="1"/>
          </p:cNvSpPr>
          <p:nvPr/>
        </p:nvSpPr>
        <p:spPr bwMode="auto">
          <a:xfrm>
            <a:off x="0" y="0"/>
            <a:ext cx="8240713" cy="5794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不同的具体实现方法导致不同的算法描述</a:t>
            </a:r>
          </a:p>
        </p:txBody>
      </p:sp>
      <p:sp>
        <p:nvSpPr>
          <p:cNvPr id="1202185" name="Text Box 9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92200" y="2892426"/>
            <a:ext cx="617220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折半插入排序</a:t>
            </a:r>
            <a:r>
              <a:rPr kumimoji="1" lang="zh-CN" altLang="en-US" sz="3200" dirty="0">
                <a:solidFill>
                  <a:srgbClr val="FF3300"/>
                </a:solidFill>
                <a:ea typeface="楷体_GB2312" pitchFamily="49" charset="-122"/>
                <a:cs typeface="+mn-cs"/>
                <a:sym typeface="+mn-ea"/>
              </a:rPr>
              <a:t>（基于折半查找）</a:t>
            </a:r>
          </a:p>
        </p:txBody>
      </p:sp>
      <p:sp>
        <p:nvSpPr>
          <p:cNvPr id="1202186" name="Text Box 1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138238" y="3738563"/>
            <a:ext cx="60960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希尔排序</a:t>
            </a:r>
            <a:r>
              <a:rPr kumimoji="1" lang="zh-CN" altLang="en-US" sz="3200" dirty="0">
                <a:solidFill>
                  <a:srgbClr val="FF3300"/>
                </a:solidFill>
                <a:ea typeface="楷体_GB2312" pitchFamily="49" charset="-122"/>
                <a:cs typeface="+mn-cs"/>
                <a:sym typeface="+mn-ea"/>
              </a:rPr>
              <a:t>（基于逐趟缩小增量）</a:t>
            </a:r>
          </a:p>
        </p:txBody>
      </p:sp>
      <p:sp>
        <p:nvSpPr>
          <p:cNvPr id="1202187" name="AutoShape 11"/>
          <p:cNvSpPr>
            <a:spLocks noChangeArrowheads="1"/>
          </p:cNvSpPr>
          <p:nvPr/>
        </p:nvSpPr>
        <p:spPr bwMode="auto">
          <a:xfrm>
            <a:off x="4095700" y="1050132"/>
            <a:ext cx="3581400" cy="457200"/>
          </a:xfrm>
          <a:prstGeom prst="wedgeRoundRectCallout">
            <a:avLst>
              <a:gd name="adj1" fmla="val -77083"/>
              <a:gd name="adj2" fmla="val 138542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>
              <a:buFontTx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最简单的排序法！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0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0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0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20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2180" grpId="0"/>
      <p:bldP spid="1202184" grpId="0" animBg="1"/>
      <p:bldP spid="1202185" grpId="0"/>
      <p:bldP spid="1202186" grpId="0"/>
      <p:bldP spid="120218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0"/>
          <p:cNvSpPr>
            <a:spLocks noChangeArrowheads="1"/>
          </p:cNvSpPr>
          <p:nvPr/>
        </p:nvSpPr>
        <p:spPr bwMode="auto">
          <a:xfrm>
            <a:off x="39688" y="0"/>
            <a:ext cx="309245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直接插入排序</a:t>
            </a:r>
          </a:p>
        </p:txBody>
      </p:sp>
      <p:sp>
        <p:nvSpPr>
          <p:cNvPr id="16387" name="Rectangle 82"/>
          <p:cNvSpPr>
            <a:spLocks noChangeArrowheads="1"/>
          </p:cNvSpPr>
          <p:nvPr/>
        </p:nvSpPr>
        <p:spPr bwMode="auto">
          <a:xfrm>
            <a:off x="39688" y="620713"/>
            <a:ext cx="8709025" cy="12446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>
                <a:latin typeface="楷体_GB2312"/>
              </a:rPr>
              <a:t>排序过程：整个排序过程为</a:t>
            </a:r>
            <a:r>
              <a:rPr lang="en-US" altLang="zh-CN" sz="24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n-1</a:t>
            </a:r>
            <a:r>
              <a:rPr lang="zh-CN" altLang="zh-CN" sz="2400" dirty="0">
                <a:latin typeface="楷体_GB2312"/>
              </a:rPr>
              <a:t>趟插入，即先将序列中</a:t>
            </a:r>
            <a:r>
              <a:rPr lang="zh-CN" altLang="zh-CN" sz="2400" dirty="0">
                <a:solidFill>
                  <a:srgbClr val="FF3300"/>
                </a:solidFill>
                <a:latin typeface="楷体_GB2312"/>
              </a:rPr>
              <a:t>第1个记录</a:t>
            </a:r>
            <a:r>
              <a:rPr lang="zh-CN" altLang="zh-CN" sz="2400" dirty="0">
                <a:latin typeface="楷体_GB2312"/>
              </a:rPr>
              <a:t>看成是一个有序子序列，然后从</a:t>
            </a:r>
            <a:r>
              <a:rPr lang="zh-CN" altLang="zh-CN" sz="2400" dirty="0">
                <a:solidFill>
                  <a:srgbClr val="FF3300"/>
                </a:solidFill>
                <a:latin typeface="楷体_GB2312"/>
              </a:rPr>
              <a:t>第2个记录</a:t>
            </a:r>
            <a:r>
              <a:rPr lang="zh-CN" altLang="zh-CN" sz="2400" dirty="0">
                <a:latin typeface="楷体_GB2312"/>
              </a:rPr>
              <a:t>开始，</a:t>
            </a:r>
            <a:r>
              <a:rPr lang="zh-CN" altLang="zh-CN" sz="2400" dirty="0">
                <a:solidFill>
                  <a:srgbClr val="FF3300"/>
                </a:solidFill>
                <a:latin typeface="楷体_GB2312"/>
              </a:rPr>
              <a:t>逐个</a:t>
            </a:r>
            <a:r>
              <a:rPr lang="zh-CN" altLang="zh-CN" sz="2400" dirty="0">
                <a:latin typeface="楷体_GB2312"/>
              </a:rPr>
              <a:t>进行插入，直至整个序列有序</a:t>
            </a:r>
            <a:r>
              <a:rPr lang="zh-CN" altLang="en-US" sz="2400" dirty="0">
                <a:latin typeface="楷体_GB2312"/>
              </a:rPr>
              <a:t>。</a:t>
            </a:r>
          </a:p>
        </p:txBody>
      </p:sp>
      <p:sp>
        <p:nvSpPr>
          <p:cNvPr id="997459" name="Text Box 83"/>
          <p:cNvSpPr txBox="1">
            <a:spLocks noChangeArrowheads="1"/>
          </p:cNvSpPr>
          <p:nvPr/>
        </p:nvSpPr>
        <p:spPr bwMode="auto">
          <a:xfrm>
            <a:off x="2339975" y="2492375"/>
            <a:ext cx="4343400" cy="38227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13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6, 3, 31, 9, 27, 5, 11</a:t>
            </a:r>
          </a:p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6, 13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3, 31, 9, 27, 5, 11</a:t>
            </a:r>
          </a:p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3, 6, 13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31, 9, 27, 5, 11</a:t>
            </a:r>
          </a:p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3, 6, 13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zh-CN" sz="2600">
                <a:ea typeface="宋体" panose="02010600030101010101" pitchFamily="2" charset="-122"/>
              </a:rPr>
              <a:t>31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9, 27, 5, 11</a:t>
            </a:r>
          </a:p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3, 6, 9, 13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zh-CN" sz="2600">
                <a:ea typeface="宋体" panose="02010600030101010101" pitchFamily="2" charset="-122"/>
              </a:rPr>
              <a:t>31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27, 5, 11</a:t>
            </a:r>
          </a:p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3, 6, 9, 13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zh-CN" sz="2600">
                <a:ea typeface="宋体" panose="02010600030101010101" pitchFamily="2" charset="-122"/>
              </a:rPr>
              <a:t>27, 31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5, 11</a:t>
            </a:r>
          </a:p>
          <a:p>
            <a:pPr algn="just"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3, 5, 6, 9, 13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zh-CN" sz="2600">
                <a:ea typeface="宋体" panose="02010600030101010101" pitchFamily="2" charset="-122"/>
              </a:rPr>
              <a:t>27, 31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, 11</a:t>
            </a:r>
          </a:p>
          <a:p>
            <a:pPr>
              <a:spcBef>
                <a:spcPct val="20000"/>
              </a:spcBef>
            </a:pP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【</a:t>
            </a:r>
            <a:r>
              <a:rPr lang="en-US" altLang="zh-CN" sz="2600">
                <a:ea typeface="宋体" panose="02010600030101010101" pitchFamily="2" charset="-122"/>
              </a:rPr>
              <a:t>3, 5, 6, 9, 11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zh-CN" sz="2600">
                <a:ea typeface="宋体" panose="02010600030101010101" pitchFamily="2" charset="-122"/>
              </a:rPr>
              <a:t>13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zh-CN" sz="2600">
                <a:ea typeface="宋体" panose="02010600030101010101" pitchFamily="2" charset="-122"/>
              </a:rPr>
              <a:t>27, 31</a:t>
            </a:r>
            <a:r>
              <a:rPr lang="en-US" altLang="zh-CN" sz="2600">
                <a:solidFill>
                  <a:srgbClr val="FF00FF"/>
                </a:solidFill>
                <a:ea typeface="宋体" panose="02010600030101010101" pitchFamily="2" charset="-122"/>
              </a:rPr>
              <a:t>】</a:t>
            </a:r>
            <a:r>
              <a:rPr lang="en-US" altLang="zh-CN" sz="26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97460" name="Rectangle 84"/>
          <p:cNvSpPr>
            <a:spLocks noChangeArrowheads="1"/>
          </p:cNvSpPr>
          <p:nvPr/>
        </p:nvSpPr>
        <p:spPr bwMode="auto">
          <a:xfrm>
            <a:off x="1187450" y="1865313"/>
            <a:ext cx="5832475" cy="557212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857250" indent="-8572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FF"/>
                </a:solidFill>
                <a:latin typeface="楷体_GB2312"/>
              </a:rPr>
              <a:t>例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（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13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6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3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31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9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27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5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，</a:t>
            </a:r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11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9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745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745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9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9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459" grpId="0" build="p" animBg="1"/>
      <p:bldP spid="9974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204" name="AutoShape 4" descr="白色大理石"/>
          <p:cNvSpPr>
            <a:spLocks noChangeArrowheads="1"/>
          </p:cNvSpPr>
          <p:nvPr/>
        </p:nvSpPr>
        <p:spPr bwMode="auto">
          <a:xfrm>
            <a:off x="838200" y="2727325"/>
            <a:ext cx="7848600" cy="457200"/>
          </a:xfrm>
          <a:prstGeom prst="parallelogram">
            <a:avLst>
              <a:gd name="adj" fmla="val 24844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0" hangingPunct="0">
              <a:spcBef>
                <a:spcPct val="20000"/>
              </a:spcBef>
              <a:buFontTx/>
              <a:buNone/>
              <a:defRPr/>
            </a:pPr>
            <a:endParaRPr kumimoji="1" lang="zh-CN" altLang="en-US">
              <a:ea typeface="楷体_GB2312" pitchFamily="49" charset="-122"/>
              <a:cs typeface="+mn-cs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133600" y="1965325"/>
            <a:ext cx="5181600" cy="1676400"/>
            <a:chOff x="1296" y="96"/>
            <a:chExt cx="3264" cy="1056"/>
          </a:xfrm>
        </p:grpSpPr>
        <p:sp>
          <p:nvSpPr>
            <p:cNvPr id="1203206" name="AutoShape 6"/>
            <p:cNvSpPr>
              <a:spLocks noChangeArrowheads="1"/>
            </p:cNvSpPr>
            <p:nvPr/>
          </p:nvSpPr>
          <p:spPr bwMode="auto">
            <a:xfrm>
              <a:off x="1824" y="336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07" name="AutoShape 7"/>
            <p:cNvSpPr>
              <a:spLocks noChangeArrowheads="1"/>
            </p:cNvSpPr>
            <p:nvPr/>
          </p:nvSpPr>
          <p:spPr bwMode="auto">
            <a:xfrm>
              <a:off x="2304" y="288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08" name="AutoShape 8"/>
            <p:cNvSpPr>
              <a:spLocks noChangeArrowheads="1"/>
            </p:cNvSpPr>
            <p:nvPr/>
          </p:nvSpPr>
          <p:spPr bwMode="auto">
            <a:xfrm>
              <a:off x="2784" y="96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09" name="AutoShape 9"/>
            <p:cNvSpPr>
              <a:spLocks noChangeArrowheads="1"/>
            </p:cNvSpPr>
            <p:nvPr/>
          </p:nvSpPr>
          <p:spPr bwMode="auto">
            <a:xfrm>
              <a:off x="3264" y="288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10" name="AutoShape 10"/>
            <p:cNvSpPr>
              <a:spLocks noChangeArrowheads="1"/>
            </p:cNvSpPr>
            <p:nvPr/>
          </p:nvSpPr>
          <p:spPr bwMode="auto">
            <a:xfrm>
              <a:off x="3744" y="384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11" name="AutoShape 11"/>
            <p:cNvSpPr>
              <a:spLocks noChangeArrowheads="1"/>
            </p:cNvSpPr>
            <p:nvPr/>
          </p:nvSpPr>
          <p:spPr bwMode="auto">
            <a:xfrm>
              <a:off x="4224" y="576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7418" name="Text Box 12"/>
            <p:cNvSpPr txBox="1">
              <a:spLocks noChangeArrowheads="1"/>
            </p:cNvSpPr>
            <p:nvPr/>
          </p:nvSpPr>
          <p:spPr bwMode="auto">
            <a:xfrm>
              <a:off x="1372" y="864"/>
              <a:ext cx="31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宋体" panose="02010600030101010101" pitchFamily="2" charset="-122"/>
                </a:rPr>
                <a:t>0         1        2        3        4        5        6</a:t>
              </a:r>
              <a:endParaRPr lang="en-US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1203213" name="AutoShape 13"/>
            <p:cNvSpPr>
              <a:spLocks noChangeArrowheads="1"/>
            </p:cNvSpPr>
            <p:nvPr/>
          </p:nvSpPr>
          <p:spPr bwMode="auto">
            <a:xfrm>
              <a:off x="1296" y="288"/>
              <a:ext cx="336" cy="528"/>
            </a:xfrm>
            <a:prstGeom prst="can">
              <a:avLst>
                <a:gd name="adj" fmla="val 39286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zh-CN" altLang="en-US" sz="1800" b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暂</a:t>
              </a:r>
            </a:p>
            <a:p>
              <a:pPr algn="ctr">
                <a:buFontTx/>
                <a:buNone/>
                <a:defRPr/>
              </a:pPr>
              <a:r>
                <a:rPr kumimoji="1" lang="zh-CN" altLang="en-US" sz="1800" b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存</a:t>
              </a:r>
            </a:p>
          </p:txBody>
        </p:sp>
      </p:grpSp>
      <p:sp>
        <p:nvSpPr>
          <p:cNvPr id="1203214" name="AutoShape 14"/>
          <p:cNvSpPr>
            <a:spLocks noChangeArrowheads="1"/>
          </p:cNvSpPr>
          <p:nvPr/>
        </p:nvSpPr>
        <p:spPr bwMode="auto">
          <a:xfrm>
            <a:off x="2971800" y="2346325"/>
            <a:ext cx="533400" cy="762000"/>
          </a:xfrm>
          <a:prstGeom prst="can">
            <a:avLst>
              <a:gd name="adj" fmla="val 35714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21</a:t>
            </a:r>
            <a:endParaRPr kumimoji="1" lang="en-US" altLang="zh-CN" sz="2400" b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15" name="Text Box 15"/>
          <p:cNvSpPr txBox="1">
            <a:spLocks noChangeArrowheads="1"/>
          </p:cNvSpPr>
          <p:nvPr/>
        </p:nvSpPr>
        <p:spPr bwMode="auto">
          <a:xfrm>
            <a:off x="37338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=2</a:t>
            </a:r>
            <a:endParaRPr kumimoji="1" lang="en-US" altLang="zh-CN" sz="2000" b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89999"/>
                  </a:outerShdw>
                </a:cont>
                <a:effect ref="fillLine"/>
              </a:effectDag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16" name="Text Box 16"/>
          <p:cNvSpPr txBox="1">
            <a:spLocks noChangeArrowheads="1"/>
          </p:cNvSpPr>
          <p:nvPr/>
        </p:nvSpPr>
        <p:spPr bwMode="auto">
          <a:xfrm>
            <a:off x="4495800" y="3641725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=3</a:t>
            </a:r>
            <a:endParaRPr kumimoji="1" lang="en-US" altLang="zh-CN" sz="2000" b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89999"/>
                  </a:outerShdw>
                </a:cont>
                <a:effect ref="fillLine"/>
              </a:effectDag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17" name="Text Box 17"/>
          <p:cNvSpPr txBox="1">
            <a:spLocks noChangeArrowheads="1"/>
          </p:cNvSpPr>
          <p:nvPr/>
        </p:nvSpPr>
        <p:spPr bwMode="auto">
          <a:xfrm>
            <a:off x="6096000" y="36576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=5</a:t>
            </a:r>
            <a:endParaRPr kumimoji="1" lang="en-US" altLang="zh-CN" sz="2000" b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89999"/>
                  </a:outerShdw>
                </a:cont>
                <a:effect ref="fillLine"/>
              </a:effectDag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18" name="Text Box 18"/>
          <p:cNvSpPr txBox="1">
            <a:spLocks noChangeArrowheads="1"/>
          </p:cNvSpPr>
          <p:nvPr/>
        </p:nvSpPr>
        <p:spPr bwMode="auto">
          <a:xfrm>
            <a:off x="5334000" y="36576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=4</a:t>
            </a:r>
            <a:endParaRPr kumimoji="1" lang="en-US" altLang="zh-CN" sz="2000" b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89999"/>
                  </a:outerShdw>
                </a:cont>
                <a:effect ref="fillLine"/>
              </a:effectDag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19" name="Text Box 19"/>
          <p:cNvSpPr txBox="1">
            <a:spLocks noChangeArrowheads="1"/>
          </p:cNvSpPr>
          <p:nvPr/>
        </p:nvSpPr>
        <p:spPr bwMode="auto">
          <a:xfrm>
            <a:off x="6781800" y="3657600"/>
            <a:ext cx="533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rPr>
              <a:t>=6</a:t>
            </a:r>
            <a:endParaRPr kumimoji="1" lang="en-US" altLang="zh-CN" sz="2000" b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89999"/>
                  </a:outerShdw>
                </a:cont>
                <a:effect ref="fillLine"/>
              </a:effectDag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20" name="AutoShape 20"/>
          <p:cNvSpPr>
            <a:spLocks noChangeArrowheads="1"/>
          </p:cNvSpPr>
          <p:nvPr/>
        </p:nvSpPr>
        <p:spPr bwMode="auto">
          <a:xfrm>
            <a:off x="3733800" y="2270125"/>
            <a:ext cx="533400" cy="838200"/>
          </a:xfrm>
          <a:prstGeom prst="can">
            <a:avLst>
              <a:gd name="adj" fmla="val 39286"/>
            </a:avLst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25</a:t>
            </a:r>
            <a:endParaRPr kumimoji="1" lang="en-US" altLang="zh-CN" sz="2400" b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21" name="AutoShape 21"/>
          <p:cNvSpPr>
            <a:spLocks noChangeArrowheads="1"/>
          </p:cNvSpPr>
          <p:nvPr/>
        </p:nvSpPr>
        <p:spPr bwMode="auto">
          <a:xfrm>
            <a:off x="3733800" y="2286000"/>
            <a:ext cx="533400" cy="838200"/>
          </a:xfrm>
          <a:prstGeom prst="can">
            <a:avLst>
              <a:gd name="adj" fmla="val 39286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25</a:t>
            </a:r>
            <a:endParaRPr kumimoji="1" lang="en-US" altLang="zh-CN" sz="240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22" name="AutoShape 22"/>
          <p:cNvSpPr>
            <a:spLocks noChangeArrowheads="1"/>
          </p:cNvSpPr>
          <p:nvPr/>
        </p:nvSpPr>
        <p:spPr bwMode="auto">
          <a:xfrm>
            <a:off x="4495800" y="1965325"/>
            <a:ext cx="533400" cy="1143000"/>
          </a:xfrm>
          <a:prstGeom prst="can">
            <a:avLst>
              <a:gd name="adj" fmla="val 53571"/>
            </a:avLst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49</a:t>
            </a:r>
            <a:endParaRPr kumimoji="1" lang="en-US" altLang="zh-CN" sz="2400" b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23" name="AutoShape 23"/>
          <p:cNvSpPr>
            <a:spLocks noChangeArrowheads="1"/>
          </p:cNvSpPr>
          <p:nvPr/>
        </p:nvSpPr>
        <p:spPr bwMode="auto">
          <a:xfrm>
            <a:off x="4495800" y="1981200"/>
            <a:ext cx="533400" cy="1143000"/>
          </a:xfrm>
          <a:prstGeom prst="can">
            <a:avLst>
              <a:gd name="adj" fmla="val 53571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49</a:t>
            </a:r>
            <a:endParaRPr kumimoji="1" lang="en-US" altLang="zh-CN" sz="2400" b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24" name="AutoShape 24"/>
          <p:cNvSpPr>
            <a:spLocks noChangeArrowheads="1"/>
          </p:cNvSpPr>
          <p:nvPr/>
        </p:nvSpPr>
        <p:spPr bwMode="auto">
          <a:xfrm>
            <a:off x="5257800" y="2286000"/>
            <a:ext cx="533400" cy="838200"/>
          </a:xfrm>
          <a:prstGeom prst="can">
            <a:avLst>
              <a:gd name="adj" fmla="val 39286"/>
            </a:avLst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25*</a:t>
            </a:r>
            <a:endParaRPr kumimoji="1" lang="en-US" altLang="zh-CN" sz="2400" b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2076450" y="1887538"/>
            <a:ext cx="609600" cy="1219200"/>
            <a:chOff x="1248" y="576"/>
            <a:chExt cx="384" cy="768"/>
          </a:xfrm>
        </p:grpSpPr>
        <p:sp>
          <p:nvSpPr>
            <p:cNvPr id="1203226" name="AutoShape 26"/>
            <p:cNvSpPr>
              <a:spLocks noChangeArrowheads="1"/>
            </p:cNvSpPr>
            <p:nvPr/>
          </p:nvSpPr>
          <p:spPr bwMode="auto">
            <a:xfrm>
              <a:off x="1248" y="576"/>
              <a:ext cx="384" cy="768"/>
            </a:xfrm>
            <a:prstGeom prst="can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endParaRPr kumimoji="1" lang="zh-CN" altLang="zh-CN" sz="2400" b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3227" name="AutoShape 27"/>
            <p:cNvSpPr>
              <a:spLocks noChangeArrowheads="1"/>
            </p:cNvSpPr>
            <p:nvPr/>
          </p:nvSpPr>
          <p:spPr bwMode="auto">
            <a:xfrm>
              <a:off x="1296" y="816"/>
              <a:ext cx="336" cy="528"/>
            </a:xfrm>
            <a:prstGeom prst="can">
              <a:avLst>
                <a:gd name="adj" fmla="val 39286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203228" name="AutoShape 28"/>
          <p:cNvSpPr>
            <a:spLocks noChangeArrowheads="1"/>
          </p:cNvSpPr>
          <p:nvPr/>
        </p:nvSpPr>
        <p:spPr bwMode="auto">
          <a:xfrm>
            <a:off x="5257800" y="2057400"/>
            <a:ext cx="533400" cy="1143000"/>
          </a:xfrm>
          <a:prstGeom prst="can">
            <a:avLst>
              <a:gd name="adj" fmla="val 53571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49</a:t>
            </a:r>
            <a:endParaRPr kumimoji="1" lang="en-US" altLang="zh-CN" sz="2400" b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29" name="AutoShape 29"/>
          <p:cNvSpPr>
            <a:spLocks noChangeArrowheads="1"/>
          </p:cNvSpPr>
          <p:nvPr/>
        </p:nvSpPr>
        <p:spPr bwMode="auto">
          <a:xfrm>
            <a:off x="6019800" y="2438400"/>
            <a:ext cx="533400" cy="685800"/>
          </a:xfrm>
          <a:prstGeom prst="can">
            <a:avLst>
              <a:gd name="adj" fmla="val 32143"/>
            </a:avLst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16</a:t>
            </a:r>
            <a:endParaRPr kumimoji="1" lang="en-US" altLang="zh-CN" sz="2400" b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30" name="AutoShape 30"/>
          <p:cNvSpPr>
            <a:spLocks noChangeArrowheads="1"/>
          </p:cNvSpPr>
          <p:nvPr/>
        </p:nvSpPr>
        <p:spPr bwMode="auto">
          <a:xfrm>
            <a:off x="2152650" y="2244725"/>
            <a:ext cx="533400" cy="838200"/>
          </a:xfrm>
          <a:prstGeom prst="can">
            <a:avLst>
              <a:gd name="adj" fmla="val 39286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16</a:t>
            </a:r>
            <a:endParaRPr kumimoji="1" lang="en-US" altLang="zh-CN" sz="2400" b="0"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495800" y="1905000"/>
            <a:ext cx="533400" cy="1219200"/>
            <a:chOff x="2784" y="576"/>
            <a:chExt cx="336" cy="768"/>
          </a:xfrm>
        </p:grpSpPr>
        <p:sp>
          <p:nvSpPr>
            <p:cNvPr id="1203232" name="AutoShape 32"/>
            <p:cNvSpPr>
              <a:spLocks noChangeArrowheads="1"/>
            </p:cNvSpPr>
            <p:nvPr/>
          </p:nvSpPr>
          <p:spPr bwMode="auto">
            <a:xfrm>
              <a:off x="2784" y="576"/>
              <a:ext cx="336" cy="720"/>
            </a:xfrm>
            <a:prstGeom prst="can">
              <a:avLst>
                <a:gd name="adj" fmla="val 53571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endParaRPr kumimoji="1" lang="zh-CN" altLang="zh-CN" sz="2400" b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3233" name="AutoShape 33"/>
            <p:cNvSpPr>
              <a:spLocks noChangeArrowheads="1"/>
            </p:cNvSpPr>
            <p:nvPr/>
          </p:nvSpPr>
          <p:spPr bwMode="auto">
            <a:xfrm>
              <a:off x="2784" y="81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203234" name="AutoShape 34"/>
          <p:cNvSpPr>
            <a:spLocks noChangeArrowheads="1"/>
          </p:cNvSpPr>
          <p:nvPr/>
        </p:nvSpPr>
        <p:spPr bwMode="auto">
          <a:xfrm>
            <a:off x="6781800" y="2743200"/>
            <a:ext cx="533400" cy="3810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5000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08</a:t>
            </a:r>
            <a:endParaRPr kumimoji="1" lang="en-US" altLang="zh-CN" sz="2400" b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154238" y="2238375"/>
            <a:ext cx="533400" cy="838200"/>
            <a:chOff x="1344" y="2160"/>
            <a:chExt cx="336" cy="528"/>
          </a:xfrm>
        </p:grpSpPr>
        <p:sp>
          <p:nvSpPr>
            <p:cNvPr id="1203236" name="AutoShape 36"/>
            <p:cNvSpPr>
              <a:spLocks noChangeArrowheads="1"/>
            </p:cNvSpPr>
            <p:nvPr/>
          </p:nvSpPr>
          <p:spPr bwMode="auto">
            <a:xfrm>
              <a:off x="1344" y="2160"/>
              <a:ext cx="336" cy="528"/>
            </a:xfrm>
            <a:prstGeom prst="can">
              <a:avLst>
                <a:gd name="adj" fmla="val 392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endParaRPr kumimoji="1" lang="zh-CN" altLang="zh-CN" sz="2400" b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3237" name="AutoShape 37"/>
            <p:cNvSpPr>
              <a:spLocks noChangeArrowheads="1"/>
            </p:cNvSpPr>
            <p:nvPr/>
          </p:nvSpPr>
          <p:spPr bwMode="auto">
            <a:xfrm>
              <a:off x="1344" y="2448"/>
              <a:ext cx="336" cy="240"/>
            </a:xfrm>
            <a:prstGeom prst="can">
              <a:avLst>
                <a:gd name="adj" fmla="val 25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203238" name="AutoShape 38"/>
          <p:cNvSpPr>
            <a:spLocks noChangeArrowheads="1"/>
          </p:cNvSpPr>
          <p:nvPr/>
        </p:nvSpPr>
        <p:spPr bwMode="auto">
          <a:xfrm>
            <a:off x="6781800" y="1981200"/>
            <a:ext cx="542925" cy="1214438"/>
          </a:xfrm>
          <a:prstGeom prst="can">
            <a:avLst>
              <a:gd name="adj" fmla="val 55921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49</a:t>
            </a:r>
            <a:endParaRPr kumimoji="1" lang="en-US" altLang="zh-CN" sz="2400" b="0"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2971800" y="1981200"/>
            <a:ext cx="3657600" cy="1143000"/>
            <a:chOff x="1872" y="2928"/>
            <a:chExt cx="2304" cy="720"/>
          </a:xfrm>
        </p:grpSpPr>
        <p:sp>
          <p:nvSpPr>
            <p:cNvPr id="1203240" name="AutoShape 40"/>
            <p:cNvSpPr>
              <a:spLocks noChangeArrowheads="1"/>
            </p:cNvSpPr>
            <p:nvPr/>
          </p:nvSpPr>
          <p:spPr bwMode="auto">
            <a:xfrm>
              <a:off x="2352" y="3120"/>
              <a:ext cx="336" cy="528"/>
            </a:xfrm>
            <a:prstGeom prst="can">
              <a:avLst>
                <a:gd name="adj" fmla="val 392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endParaRPr kumimoji="1" lang="zh-CN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3241" name="AutoShape 41"/>
            <p:cNvSpPr>
              <a:spLocks noChangeArrowheads="1"/>
            </p:cNvSpPr>
            <p:nvPr/>
          </p:nvSpPr>
          <p:spPr bwMode="auto">
            <a:xfrm>
              <a:off x="3312" y="2928"/>
              <a:ext cx="336" cy="720"/>
            </a:xfrm>
            <a:prstGeom prst="can">
              <a:avLst>
                <a:gd name="adj" fmla="val 53571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endParaRPr kumimoji="1" lang="zh-CN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3242" name="AutoShape 42"/>
            <p:cNvSpPr>
              <a:spLocks noChangeArrowheads="1"/>
            </p:cNvSpPr>
            <p:nvPr/>
          </p:nvSpPr>
          <p:spPr bwMode="auto">
            <a:xfrm>
              <a:off x="2352" y="3168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43" name="AutoShape 43"/>
            <p:cNvSpPr>
              <a:spLocks noChangeArrowheads="1"/>
            </p:cNvSpPr>
            <p:nvPr/>
          </p:nvSpPr>
          <p:spPr bwMode="auto">
            <a:xfrm>
              <a:off x="2832" y="312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44" name="AutoShape 44"/>
            <p:cNvSpPr>
              <a:spLocks noChangeArrowheads="1"/>
            </p:cNvSpPr>
            <p:nvPr/>
          </p:nvSpPr>
          <p:spPr bwMode="auto">
            <a:xfrm>
              <a:off x="3792" y="2928"/>
              <a:ext cx="384" cy="720"/>
            </a:xfrm>
            <a:prstGeom prst="can">
              <a:avLst>
                <a:gd name="adj" fmla="val 46875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45" name="AutoShape 45"/>
            <p:cNvSpPr>
              <a:spLocks noChangeArrowheads="1"/>
            </p:cNvSpPr>
            <p:nvPr/>
          </p:nvSpPr>
          <p:spPr bwMode="auto">
            <a:xfrm>
              <a:off x="3312" y="312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46" name="AutoShape 46"/>
            <p:cNvSpPr>
              <a:spLocks noChangeArrowheads="1"/>
            </p:cNvSpPr>
            <p:nvPr/>
          </p:nvSpPr>
          <p:spPr bwMode="auto">
            <a:xfrm>
              <a:off x="1872" y="3168"/>
              <a:ext cx="336" cy="480"/>
            </a:xfrm>
            <a:prstGeom prst="can">
              <a:avLst>
                <a:gd name="adj" fmla="val 3571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203247" name="Rectangle 47"/>
          <p:cNvSpPr>
            <a:spLocks noChangeArrowheads="1"/>
          </p:cNvSpPr>
          <p:nvPr/>
        </p:nvSpPr>
        <p:spPr bwMode="auto">
          <a:xfrm>
            <a:off x="304800" y="2286000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latin typeface="楷体_GB2312"/>
              </a:rPr>
              <a:t>初态：</a:t>
            </a:r>
          </a:p>
        </p:txBody>
      </p:sp>
      <p:sp>
        <p:nvSpPr>
          <p:cNvPr id="1203248" name="AutoShape 48"/>
          <p:cNvSpPr>
            <a:spLocks noChangeArrowheads="1"/>
          </p:cNvSpPr>
          <p:nvPr/>
        </p:nvSpPr>
        <p:spPr bwMode="auto">
          <a:xfrm>
            <a:off x="2971800" y="2362200"/>
            <a:ext cx="533400" cy="762000"/>
          </a:xfrm>
          <a:prstGeom prst="can">
            <a:avLst>
              <a:gd name="adj" fmla="val 35714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16</a:t>
            </a:r>
            <a:endParaRPr kumimoji="1" lang="en-US" altLang="zh-CN" sz="2400" b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6019800" y="1981200"/>
            <a:ext cx="609600" cy="1214438"/>
            <a:chOff x="3730" y="2259"/>
            <a:chExt cx="356" cy="765"/>
          </a:xfrm>
        </p:grpSpPr>
        <p:sp>
          <p:nvSpPr>
            <p:cNvPr id="1203250" name="AutoShape 50"/>
            <p:cNvSpPr>
              <a:spLocks noChangeArrowheads="1"/>
            </p:cNvSpPr>
            <p:nvPr/>
          </p:nvSpPr>
          <p:spPr bwMode="auto">
            <a:xfrm>
              <a:off x="3730" y="2259"/>
              <a:ext cx="342" cy="765"/>
            </a:xfrm>
            <a:prstGeom prst="can">
              <a:avLst>
                <a:gd name="adj" fmla="val 55921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03251" name="AutoShape 51"/>
            <p:cNvSpPr>
              <a:spLocks noChangeArrowheads="1"/>
            </p:cNvSpPr>
            <p:nvPr/>
          </p:nvSpPr>
          <p:spPr bwMode="auto">
            <a:xfrm>
              <a:off x="3744" y="2400"/>
              <a:ext cx="342" cy="561"/>
            </a:xfrm>
            <a:prstGeom prst="can">
              <a:avLst>
                <a:gd name="adj" fmla="val 41009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203252" name="AutoShape 52"/>
          <p:cNvSpPr>
            <a:spLocks noChangeArrowheads="1"/>
          </p:cNvSpPr>
          <p:nvPr/>
        </p:nvSpPr>
        <p:spPr bwMode="auto">
          <a:xfrm>
            <a:off x="5221288" y="2286000"/>
            <a:ext cx="542925" cy="890588"/>
          </a:xfrm>
          <a:prstGeom prst="can">
            <a:avLst>
              <a:gd name="adj" fmla="val 41009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25</a:t>
            </a:r>
            <a:endParaRPr kumimoji="1" lang="en-US" altLang="zh-CN" sz="2400" b="0"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53" name="AutoShape 53"/>
          <p:cNvSpPr>
            <a:spLocks noChangeArrowheads="1"/>
          </p:cNvSpPr>
          <p:nvPr/>
        </p:nvSpPr>
        <p:spPr bwMode="auto">
          <a:xfrm>
            <a:off x="4495800" y="2286000"/>
            <a:ext cx="542925" cy="809625"/>
          </a:xfrm>
          <a:prstGeom prst="can">
            <a:avLst>
              <a:gd name="adj" fmla="val 37281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21</a:t>
            </a:r>
            <a:endParaRPr kumimoji="1" lang="en-US" altLang="zh-CN" sz="2400" b="0"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03254" name="AutoShape 54"/>
          <p:cNvSpPr>
            <a:spLocks noChangeArrowheads="1"/>
          </p:cNvSpPr>
          <p:nvPr/>
        </p:nvSpPr>
        <p:spPr bwMode="auto">
          <a:xfrm>
            <a:off x="3733800" y="2362200"/>
            <a:ext cx="542925" cy="728663"/>
          </a:xfrm>
          <a:prstGeom prst="can">
            <a:avLst>
              <a:gd name="adj" fmla="val 33553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16</a:t>
            </a:r>
            <a:endParaRPr kumimoji="1" lang="en-US" altLang="zh-CN" sz="2400" b="0"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2962275" y="2286000"/>
            <a:ext cx="542925" cy="809625"/>
            <a:chOff x="1776" y="2463"/>
            <a:chExt cx="342" cy="510"/>
          </a:xfrm>
        </p:grpSpPr>
        <p:sp>
          <p:nvSpPr>
            <p:cNvPr id="1203256" name="AutoShape 56"/>
            <p:cNvSpPr>
              <a:spLocks noChangeArrowheads="1"/>
            </p:cNvSpPr>
            <p:nvPr/>
          </p:nvSpPr>
          <p:spPr bwMode="auto">
            <a:xfrm>
              <a:off x="1776" y="2463"/>
              <a:ext cx="342" cy="510"/>
            </a:xfrm>
            <a:prstGeom prst="can">
              <a:avLst>
                <a:gd name="adj" fmla="val 37281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endParaRPr kumimoji="1" lang="zh-CN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3257" name="AutoShape 57"/>
            <p:cNvSpPr>
              <a:spLocks noChangeArrowheads="1"/>
            </p:cNvSpPr>
            <p:nvPr/>
          </p:nvSpPr>
          <p:spPr bwMode="auto">
            <a:xfrm>
              <a:off x="1776" y="2718"/>
              <a:ext cx="342" cy="25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203258" name="Text Box 58"/>
          <p:cNvSpPr txBox="1">
            <a:spLocks noChangeArrowheads="1"/>
          </p:cNvSpPr>
          <p:nvPr/>
        </p:nvSpPr>
        <p:spPr bwMode="auto">
          <a:xfrm>
            <a:off x="381000" y="3505200"/>
            <a:ext cx="1371600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4000" b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cs typeface="+mn-cs"/>
                <a:sym typeface="+mn-ea"/>
              </a:rPr>
              <a:t>完成</a:t>
            </a:r>
            <a:r>
              <a:rPr kumimoji="1" lang="en-US" altLang="zh-CN" sz="4000" b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cs typeface="+mn-cs"/>
                <a:sym typeface="+mn-ea"/>
              </a:rPr>
              <a:t>!</a:t>
            </a:r>
            <a:endParaRPr kumimoji="1" lang="en-US" altLang="zh-CN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1203259" name="Text Box 59"/>
          <p:cNvSpPr txBox="1">
            <a:spLocks noChangeArrowheads="1"/>
          </p:cNvSpPr>
          <p:nvPr/>
        </p:nvSpPr>
        <p:spPr bwMode="auto">
          <a:xfrm>
            <a:off x="533400" y="914400"/>
            <a:ext cx="8229600" cy="5143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571500" indent="-5715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楷体_GB2312"/>
              </a:rPr>
              <a:t>将序列存入顺序表</a:t>
            </a:r>
            <a:r>
              <a:rPr lang="en-US" altLang="zh-CN" sz="2400">
                <a:latin typeface="楷体_GB2312"/>
              </a:rPr>
              <a:t>L</a:t>
            </a:r>
            <a:r>
              <a:rPr lang="zh-CN" altLang="en-US" sz="2400">
                <a:latin typeface="楷体_GB2312"/>
              </a:rPr>
              <a:t>中，将</a:t>
            </a:r>
            <a:r>
              <a:rPr lang="en-US" altLang="zh-CN" sz="2400">
                <a:latin typeface="楷体_GB2312"/>
              </a:rPr>
              <a:t>L.r[0]</a:t>
            </a:r>
            <a:r>
              <a:rPr lang="zh-CN" altLang="en-US" sz="2400">
                <a:latin typeface="楷体_GB2312"/>
              </a:rPr>
              <a:t>作为哨兵</a:t>
            </a:r>
          </a:p>
        </p:txBody>
      </p:sp>
      <p:sp>
        <p:nvSpPr>
          <p:cNvPr id="1203260" name="Rectangle 60"/>
          <p:cNvSpPr>
            <a:spLocks noChangeArrowheads="1"/>
          </p:cNvSpPr>
          <p:nvPr/>
        </p:nvSpPr>
        <p:spPr bwMode="auto">
          <a:xfrm>
            <a:off x="39688" y="0"/>
            <a:ext cx="6056312" cy="5159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（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21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25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49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25</a:t>
            </a:r>
            <a:r>
              <a:rPr kumimoji="1" lang="en-US" altLang="zh-CN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  <a:cs typeface="+mn-cs"/>
                <a:sym typeface="+mn-ea"/>
              </a:rPr>
              <a:t>*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16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08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）</a:t>
            </a:r>
          </a:p>
        </p:txBody>
      </p:sp>
      <p:sp>
        <p:nvSpPr>
          <p:cNvPr id="1203261" name="AutoShape 61"/>
          <p:cNvSpPr>
            <a:spLocks noChangeArrowheads="1"/>
          </p:cNvSpPr>
          <p:nvPr/>
        </p:nvSpPr>
        <p:spPr bwMode="auto">
          <a:xfrm>
            <a:off x="4621213" y="342900"/>
            <a:ext cx="2703512" cy="381000"/>
          </a:xfrm>
          <a:prstGeom prst="wedgeRoundRectCallout">
            <a:avLst>
              <a:gd name="adj1" fmla="val -114884"/>
              <a:gd name="adj2" fmla="val -3541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2400">
                <a:solidFill>
                  <a:srgbClr val="FF3300"/>
                </a:solidFill>
                <a:latin typeface="楷体_GB2312"/>
              </a:rPr>
              <a:t>*</a:t>
            </a:r>
            <a:r>
              <a:rPr lang="zh-CN" altLang="en-US" sz="2400">
                <a:solidFill>
                  <a:schemeClr val="hlink"/>
                </a:solidFill>
                <a:latin typeface="楷体_GB2312"/>
              </a:rPr>
              <a:t>表示后一个</a:t>
            </a:r>
            <a:r>
              <a:rPr lang="en-US" altLang="zh-CN" sz="2400">
                <a:solidFill>
                  <a:schemeClr val="hlink"/>
                </a:solidFill>
                <a:latin typeface="楷体_GB2312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3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3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0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03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3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20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3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03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20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03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03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03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03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20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03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03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03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03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120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120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03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03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120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5" dur="500"/>
                                        <p:tgtEl>
                                          <p:spTgt spid="120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03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03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20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0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120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120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4" dur="500"/>
                                        <p:tgtEl>
                                          <p:spTgt spid="120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8" dur="500"/>
                                        <p:tgtEl>
                                          <p:spTgt spid="120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2" dur="500"/>
                                        <p:tgtEl>
                                          <p:spTgt spid="120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203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203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3204" grpId="0" animBg="1"/>
      <p:bldP spid="1203214" grpId="0" animBg="1"/>
      <p:bldP spid="1203215" grpId="0"/>
      <p:bldP spid="1203216" grpId="0"/>
      <p:bldP spid="1203217" grpId="0"/>
      <p:bldP spid="1203218" grpId="0"/>
      <p:bldP spid="1203219" grpId="0"/>
      <p:bldP spid="1203220" grpId="0" animBg="1"/>
      <p:bldP spid="1203221" grpId="0" animBg="1"/>
      <p:bldP spid="1203222" grpId="0" animBg="1"/>
      <p:bldP spid="1203223" grpId="0" animBg="1"/>
      <p:bldP spid="1203224" grpId="0" animBg="1"/>
      <p:bldP spid="1203228" grpId="0" animBg="1"/>
      <p:bldP spid="1203229" grpId="0" animBg="1"/>
      <p:bldP spid="1203230" grpId="0" animBg="1"/>
      <p:bldP spid="1203234" grpId="0" animBg="1"/>
      <p:bldP spid="1203238" grpId="0" animBg="1"/>
      <p:bldP spid="1203247" grpId="0"/>
      <p:bldP spid="1203248" grpId="0" animBg="1"/>
      <p:bldP spid="1203252" grpId="0" animBg="1"/>
      <p:bldP spid="1203253" grpId="0" animBg="1"/>
      <p:bldP spid="1203254" grpId="0" animBg="1"/>
      <p:bldP spid="1203258" grpId="0"/>
      <p:bldP spid="1203259" grpId="0" animBg="1"/>
      <p:bldP spid="120326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228" name="Rectangle 4" descr="60%"/>
          <p:cNvSpPr>
            <a:spLocks noChangeArrowheads="1"/>
          </p:cNvSpPr>
          <p:nvPr/>
        </p:nvSpPr>
        <p:spPr bwMode="auto">
          <a:xfrm>
            <a:off x="1427163" y="1185863"/>
            <a:ext cx="3352800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楷体_GB2312"/>
              </a:rPr>
              <a:t>有序序列</a:t>
            </a:r>
            <a:r>
              <a:rPr lang="en-US" altLang="zh-CN">
                <a:latin typeface="楷体_GB2312"/>
              </a:rPr>
              <a:t>R[1..i-1]</a:t>
            </a:r>
          </a:p>
        </p:txBody>
      </p:sp>
      <p:sp>
        <p:nvSpPr>
          <p:cNvPr id="1204229" name="Rectangle 5"/>
          <p:cNvSpPr>
            <a:spLocks noChangeArrowheads="1"/>
          </p:cNvSpPr>
          <p:nvPr/>
        </p:nvSpPr>
        <p:spPr bwMode="auto">
          <a:xfrm>
            <a:off x="4811713" y="2325688"/>
            <a:ext cx="546100" cy="838200"/>
          </a:xfrm>
          <a:prstGeom prst="rect">
            <a:avLst/>
          </a:prstGeom>
          <a:gradFill rotWithShape="0">
            <a:gsLst>
              <a:gs pos="0">
                <a:srgbClr val="66FFFF"/>
              </a:gs>
              <a:gs pos="100000">
                <a:srgbClr val="60F0F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panose="02010600030101010101" pitchFamily="2" charset="-122"/>
              </a:rPr>
              <a:t>R[i]</a:t>
            </a:r>
          </a:p>
        </p:txBody>
      </p:sp>
      <p:sp>
        <p:nvSpPr>
          <p:cNvPr id="1204230" name="Rectangle 6" descr="棚架"/>
          <p:cNvSpPr>
            <a:spLocks noChangeArrowheads="1"/>
          </p:cNvSpPr>
          <p:nvPr/>
        </p:nvSpPr>
        <p:spPr bwMode="auto">
          <a:xfrm>
            <a:off x="4779963" y="1182688"/>
            <a:ext cx="338455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3200">
                <a:ea typeface="宋体" panose="02010600030101010101" pitchFamily="2" charset="-122"/>
              </a:rPr>
              <a:t>      </a:t>
            </a:r>
            <a:r>
              <a:rPr lang="zh-CN" altLang="en-US">
                <a:latin typeface="楷体_GB2312"/>
              </a:rPr>
              <a:t>无序序列 </a:t>
            </a:r>
            <a:r>
              <a:rPr lang="en-US" altLang="zh-CN">
                <a:latin typeface="楷体_GB2312"/>
              </a:rPr>
              <a:t>R[i..n]</a:t>
            </a:r>
          </a:p>
        </p:txBody>
      </p:sp>
      <p:sp>
        <p:nvSpPr>
          <p:cNvPr id="1204231" name="Text Box 7"/>
          <p:cNvSpPr txBox="1">
            <a:spLocks noChangeArrowheads="1"/>
          </p:cNvSpPr>
          <p:nvPr/>
        </p:nvSpPr>
        <p:spPr bwMode="auto">
          <a:xfrm>
            <a:off x="34925" y="-30163"/>
            <a:ext cx="4264025" cy="579438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插入排序的基本思想：</a:t>
            </a:r>
          </a:p>
        </p:txBody>
      </p:sp>
      <p:sp>
        <p:nvSpPr>
          <p:cNvPr id="1204232" name="Rectangle 8" descr="60%"/>
          <p:cNvSpPr>
            <a:spLocks noChangeArrowheads="1"/>
          </p:cNvSpPr>
          <p:nvPr/>
        </p:nvSpPr>
        <p:spPr bwMode="auto">
          <a:xfrm>
            <a:off x="1344613" y="4535488"/>
            <a:ext cx="3902075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楷体_GB2312"/>
              </a:rPr>
              <a:t>有序序列</a:t>
            </a:r>
            <a:r>
              <a:rPr lang="en-US" altLang="zh-CN">
                <a:latin typeface="楷体_GB2312"/>
              </a:rPr>
              <a:t>R[1..i]</a:t>
            </a:r>
          </a:p>
        </p:txBody>
      </p:sp>
      <p:sp>
        <p:nvSpPr>
          <p:cNvPr id="1204233" name="Rectangle 9" descr="棚架"/>
          <p:cNvSpPr>
            <a:spLocks noChangeArrowheads="1"/>
          </p:cNvSpPr>
          <p:nvPr/>
        </p:nvSpPr>
        <p:spPr bwMode="auto">
          <a:xfrm>
            <a:off x="5246688" y="4535488"/>
            <a:ext cx="32004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楷体_GB2312"/>
              </a:rPr>
              <a:t>无序序列 </a:t>
            </a:r>
            <a:r>
              <a:rPr lang="en-US" altLang="zh-CN">
                <a:latin typeface="楷体_GB2312"/>
              </a:rPr>
              <a:t>R[i+1..n]</a:t>
            </a:r>
          </a:p>
        </p:txBody>
      </p:sp>
      <p:cxnSp>
        <p:nvCxnSpPr>
          <p:cNvPr id="18441" name="AutoShape 10"/>
          <p:cNvCxnSpPr>
            <a:cxnSpLocks noChangeShapeType="1"/>
            <a:stCxn id="1204229" idx="1"/>
            <a:endCxn id="1204228" idx="2"/>
          </p:cNvCxnSpPr>
          <p:nvPr/>
        </p:nvCxnSpPr>
        <p:spPr bwMode="auto">
          <a:xfrm rot="10800000">
            <a:off x="3103563" y="2024063"/>
            <a:ext cx="1708150" cy="720725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4235" name="AutoShape 11"/>
          <p:cNvSpPr>
            <a:spLocks noChangeArrowheads="1"/>
          </p:cNvSpPr>
          <p:nvPr/>
        </p:nvSpPr>
        <p:spPr bwMode="auto">
          <a:xfrm>
            <a:off x="3587750" y="3011488"/>
            <a:ext cx="838200" cy="1371600"/>
          </a:xfrm>
          <a:prstGeom prst="downArrow">
            <a:avLst>
              <a:gd name="adj1" fmla="val 50000"/>
              <a:gd name="adj2" fmla="val 40894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4236" name="Line 12"/>
          <p:cNvSpPr>
            <a:spLocks noChangeShapeType="1"/>
          </p:cNvSpPr>
          <p:nvPr/>
        </p:nvSpPr>
        <p:spPr bwMode="auto">
          <a:xfrm>
            <a:off x="5356225" y="118268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4237" name="Line 13"/>
          <p:cNvSpPr>
            <a:spLocks noChangeShapeType="1"/>
          </p:cNvSpPr>
          <p:nvPr/>
        </p:nvSpPr>
        <p:spPr bwMode="auto">
          <a:xfrm>
            <a:off x="5314950" y="3163888"/>
            <a:ext cx="0" cy="137160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099CF0-FB32-5AFD-977E-D35612C2A3EC}"/>
              </a:ext>
            </a:extLst>
          </p:cNvPr>
          <p:cNvSpPr txBox="1"/>
          <p:nvPr/>
        </p:nvSpPr>
        <p:spPr>
          <a:xfrm>
            <a:off x="1907704" y="5530047"/>
            <a:ext cx="5544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一组序列从左到右每次摘取一个查找在已排序序列中的位置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04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04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04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04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20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04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04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04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04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04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04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04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04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0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0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4228" grpId="0" animBg="1"/>
      <p:bldP spid="1204229" grpId="0" animBg="1"/>
      <p:bldP spid="1204230" grpId="0" animBg="1"/>
      <p:bldP spid="1204232" grpId="0" animBg="1"/>
      <p:bldP spid="1204233" grpId="0" animBg="1"/>
      <p:bldP spid="12042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252" name="Text Box 4"/>
          <p:cNvSpPr txBox="1">
            <a:spLocks noChangeArrowheads="1"/>
          </p:cNvSpPr>
          <p:nvPr/>
        </p:nvSpPr>
        <p:spPr bwMode="auto">
          <a:xfrm>
            <a:off x="611188" y="3284538"/>
            <a:ext cx="69342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3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．将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R[i]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插入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到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R[j+1]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的位置上。</a:t>
            </a:r>
          </a:p>
        </p:txBody>
      </p:sp>
      <p:sp>
        <p:nvSpPr>
          <p:cNvPr id="1205253" name="Rectangle 5"/>
          <p:cNvSpPr>
            <a:spLocks noChangeArrowheads="1"/>
          </p:cNvSpPr>
          <p:nvPr/>
        </p:nvSpPr>
        <p:spPr bwMode="auto">
          <a:xfrm>
            <a:off x="611188" y="2339975"/>
            <a:ext cx="8126412" cy="5979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Tx/>
              <a:buNone/>
              <a:defRPr/>
            </a:pP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．将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R[j+1..i-1]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中的所有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记录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均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后移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一个位置；</a:t>
            </a:r>
          </a:p>
        </p:txBody>
      </p:sp>
      <p:sp>
        <p:nvSpPr>
          <p:cNvPr id="1205254" name="Rectangle 6"/>
          <p:cNvSpPr>
            <a:spLocks noChangeArrowheads="1"/>
          </p:cNvSpPr>
          <p:nvPr/>
        </p:nvSpPr>
        <p:spPr bwMode="auto">
          <a:xfrm>
            <a:off x="660400" y="788988"/>
            <a:ext cx="8077200" cy="11564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Tx/>
              <a:buNone/>
              <a:defRPr/>
            </a:pP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．在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R[1..i-1]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中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查找</a:t>
            </a:r>
            <a:r>
              <a:rPr kumimoji="1" lang="en-US" altLang="zh-CN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R[</a:t>
            </a:r>
            <a:r>
              <a:rPr kumimoji="1" lang="en-US" altLang="zh-CN" dirty="0" err="1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i</a:t>
            </a:r>
            <a:r>
              <a:rPr kumimoji="1" lang="en-US" altLang="zh-CN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]</a:t>
            </a:r>
            <a:r>
              <a:rPr kumimoji="1" lang="zh-CN" altLang="en-US" dirty="0"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的插入位置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，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R[1..j].key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 R[</a:t>
            </a:r>
            <a:r>
              <a:rPr kumimoji="1" lang="en-US" altLang="zh-CN" dirty="0" err="1"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dirty="0"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].key&lt; R[j+1..i-1].key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；</a:t>
            </a:r>
            <a:endParaRPr kumimoji="1" lang="zh-CN" altLang="en-US" dirty="0"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1205255" name="Text Box 7"/>
          <p:cNvSpPr txBox="1">
            <a:spLocks noChangeArrowheads="1"/>
          </p:cNvSpPr>
          <p:nvPr/>
        </p:nvSpPr>
        <p:spPr bwMode="auto">
          <a:xfrm>
            <a:off x="34925" y="-30163"/>
            <a:ext cx="4264025" cy="579438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插入排序的基本步骤：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5252" grpId="0"/>
      <p:bldP spid="1205253" grpId="0"/>
      <p:bldP spid="12052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39688" y="0"/>
            <a:ext cx="6837362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dirty="0">
                <a:latin typeface="楷体_GB2312"/>
              </a:rPr>
              <a:t>直接插入排序 </a:t>
            </a:r>
            <a:r>
              <a:rPr lang="zh-CN" altLang="en-US" sz="3200" dirty="0">
                <a:solidFill>
                  <a:srgbClr val="FF3300"/>
                </a:solidFill>
                <a:latin typeface="楷体_GB2312"/>
              </a:rPr>
              <a:t>算法★ </a:t>
            </a:r>
            <a:r>
              <a:rPr lang="en-US" altLang="zh-CN" sz="3200" dirty="0">
                <a:solidFill>
                  <a:srgbClr val="FF3300"/>
                </a:solidFill>
                <a:latin typeface="楷体_GB2312"/>
              </a:rPr>
              <a:t>8.1</a:t>
            </a:r>
            <a:endParaRPr lang="zh-CN" altLang="en-US" sz="3200" dirty="0">
              <a:solidFill>
                <a:srgbClr val="FF3300"/>
              </a:solidFill>
              <a:latin typeface="楷体_GB2312"/>
            </a:endParaRPr>
          </a:p>
        </p:txBody>
      </p:sp>
      <p:sp>
        <p:nvSpPr>
          <p:cNvPr id="1035269" name="Rectangle 5"/>
          <p:cNvSpPr>
            <a:spLocks noChangeArrowheads="1"/>
          </p:cNvSpPr>
          <p:nvPr/>
        </p:nvSpPr>
        <p:spPr bwMode="auto">
          <a:xfrm>
            <a:off x="-756592" y="836613"/>
            <a:ext cx="964818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void </a:t>
            </a:r>
            <a:r>
              <a:rPr lang="en-US" altLang="zh-CN" sz="2400" dirty="0" err="1">
                <a:ea typeface="仿宋_GB2312"/>
                <a:cs typeface="仿宋_GB2312"/>
              </a:rPr>
              <a:t>InsertSort</a:t>
            </a:r>
            <a:r>
              <a:rPr lang="en-US" altLang="zh-CN" sz="2400" dirty="0">
                <a:ea typeface="仿宋_GB2312"/>
                <a:cs typeface="仿宋_GB2312"/>
              </a:rPr>
              <a:t>(</a:t>
            </a:r>
            <a:r>
              <a:rPr lang="en-US" altLang="zh-CN" sz="2400" dirty="0" err="1">
                <a:ea typeface="仿宋_GB2312"/>
                <a:cs typeface="仿宋_GB2312"/>
              </a:rPr>
              <a:t>SqList</a:t>
            </a:r>
            <a:r>
              <a:rPr lang="en-US" altLang="zh-CN" sz="2400" dirty="0">
                <a:ea typeface="仿宋_GB2312"/>
                <a:cs typeface="仿宋_GB2312"/>
              </a:rPr>
              <a:t> 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</a:t>
            </a: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 {</a:t>
            </a:r>
            <a:r>
              <a:rPr lang="en-US" altLang="zh-CN" sz="2400" dirty="0" err="1">
                <a:ea typeface="仿宋_GB2312"/>
                <a:cs typeface="仿宋_GB2312"/>
              </a:rPr>
              <a:t>int</a:t>
            </a:r>
            <a:r>
              <a:rPr lang="en-US" altLang="zh-CN" sz="2400" dirty="0">
                <a:ea typeface="仿宋_GB2312"/>
                <a:cs typeface="仿宋_GB2312"/>
              </a:rPr>
              <a:t> </a:t>
            </a:r>
            <a:r>
              <a:rPr lang="en-US" altLang="zh-CN" sz="2400" dirty="0" err="1">
                <a:ea typeface="仿宋_GB2312"/>
                <a:cs typeface="仿宋_GB2312"/>
              </a:rPr>
              <a:t>i,j</a:t>
            </a:r>
            <a:r>
              <a:rPr lang="en-US" altLang="zh-CN" sz="2400" dirty="0">
                <a:ea typeface="仿宋_GB2312"/>
                <a:cs typeface="仿宋_GB2312"/>
              </a:rPr>
              <a:t>;</a:t>
            </a: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   for(</a:t>
            </a:r>
            <a:r>
              <a:rPr lang="en-US" altLang="zh-CN" sz="2400" dirty="0" err="1">
                <a:highlight>
                  <a:srgbClr val="00FF00"/>
                </a:highlight>
                <a:ea typeface="仿宋_GB2312"/>
                <a:cs typeface="仿宋_GB2312"/>
              </a:rPr>
              <a:t>i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=2;i&lt;=(*</a:t>
            </a:r>
            <a:r>
              <a:rPr lang="en-US" altLang="zh-CN" sz="2400" dirty="0" err="1">
                <a:highlight>
                  <a:srgbClr val="00FF00"/>
                </a:highlight>
                <a:ea typeface="仿宋_GB2312"/>
                <a:cs typeface="仿宋_GB2312"/>
              </a:rPr>
              <a:t>pL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).length;++</a:t>
            </a:r>
            <a:r>
              <a:rPr lang="en-US" altLang="zh-CN" sz="2400" dirty="0" err="1">
                <a:highlight>
                  <a:srgbClr val="00FF00"/>
                </a:highlight>
                <a:ea typeface="仿宋_GB2312"/>
                <a:cs typeface="仿宋_GB2312"/>
              </a:rPr>
              <a:t>i</a:t>
            </a:r>
            <a:r>
              <a:rPr lang="en-US" altLang="zh-CN" sz="2400" dirty="0">
                <a:ea typeface="仿宋_GB2312"/>
                <a:cs typeface="仿宋_GB2312"/>
              </a:rPr>
              <a:t>)//</a:t>
            </a:r>
            <a:r>
              <a:rPr lang="zh-CN" altLang="en-US" sz="2400" dirty="0">
                <a:ea typeface="仿宋_GB2312"/>
                <a:cs typeface="仿宋_GB2312"/>
              </a:rPr>
              <a:t>循环列表</a:t>
            </a:r>
            <a:endParaRPr lang="en-US" altLang="zh-CN" sz="2400" dirty="0">
              <a:ea typeface="仿宋_GB2312"/>
              <a:cs typeface="仿宋_GB2312"/>
            </a:endParaRP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     if( 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</a:t>
            </a:r>
            <a:r>
              <a:rPr lang="en-US" altLang="zh-CN" sz="2400" dirty="0" err="1">
                <a:ea typeface="仿宋_GB2312"/>
                <a:cs typeface="仿宋_GB2312"/>
              </a:rPr>
              <a:t>i</a:t>
            </a:r>
            <a:r>
              <a:rPr lang="en-US" altLang="zh-CN" sz="2400" dirty="0">
                <a:ea typeface="仿宋_GB2312"/>
                <a:cs typeface="仿宋_GB2312"/>
              </a:rPr>
              <a:t>].key&lt;(*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).r[i-1].key)//</a:t>
            </a:r>
            <a:r>
              <a:rPr lang="zh-CN" altLang="en-US" sz="2400" dirty="0">
                <a:ea typeface="仿宋_GB2312"/>
                <a:cs typeface="仿宋_GB2312"/>
              </a:rPr>
              <a:t>将</a:t>
            </a:r>
            <a:r>
              <a:rPr lang="en-US" altLang="zh-CN" sz="2400" dirty="0" err="1">
                <a:ea typeface="仿宋_GB2312"/>
                <a:cs typeface="仿宋_GB2312"/>
              </a:rPr>
              <a:t>L.r</a:t>
            </a:r>
            <a:r>
              <a:rPr lang="en-US" altLang="zh-CN" sz="2400" dirty="0">
                <a:ea typeface="仿宋_GB2312"/>
                <a:cs typeface="仿宋_GB2312"/>
              </a:rPr>
              <a:t>[</a:t>
            </a:r>
            <a:r>
              <a:rPr lang="en-US" altLang="zh-CN" sz="2400" dirty="0" err="1">
                <a:ea typeface="仿宋_GB2312"/>
                <a:cs typeface="仿宋_GB2312"/>
              </a:rPr>
              <a:t>i</a:t>
            </a:r>
            <a:r>
              <a:rPr lang="en-US" altLang="zh-CN" sz="2400" dirty="0">
                <a:ea typeface="仿宋_GB2312"/>
                <a:cs typeface="仿宋_GB2312"/>
              </a:rPr>
              <a:t>]</a:t>
            </a:r>
            <a:r>
              <a:rPr lang="zh-CN" altLang="en-US" sz="2400" dirty="0">
                <a:ea typeface="仿宋_GB2312"/>
                <a:cs typeface="仿宋_GB2312"/>
              </a:rPr>
              <a:t>插入有序子表 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如果比最后一个数大则直接排在最后即可</a:t>
            </a:r>
          </a:p>
          <a:p>
            <a:pPr lvl="2">
              <a:spcBef>
                <a:spcPct val="20000"/>
              </a:spcBef>
            </a:pPr>
            <a:r>
              <a:rPr lang="zh-CN" altLang="en-US" sz="2400" dirty="0">
                <a:ea typeface="仿宋_GB2312"/>
                <a:cs typeface="仿宋_GB2312"/>
              </a:rPr>
              <a:t>       </a:t>
            </a:r>
            <a:r>
              <a:rPr lang="en-US" altLang="zh-CN" sz="2400" dirty="0">
                <a:ea typeface="仿宋_GB2312"/>
                <a:cs typeface="仿宋_GB2312"/>
              </a:rPr>
              <a:t>{ 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).r[0]=(*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</a:t>
            </a:r>
            <a:r>
              <a:rPr lang="en-US" altLang="zh-CN" sz="2400" dirty="0" err="1">
                <a:ea typeface="仿宋_GB2312"/>
                <a:cs typeface="仿宋_GB2312"/>
              </a:rPr>
              <a:t>i</a:t>
            </a:r>
            <a:r>
              <a:rPr lang="en-US" altLang="zh-CN" sz="2400" dirty="0">
                <a:ea typeface="仿宋_GB2312"/>
                <a:cs typeface="仿宋_GB2312"/>
              </a:rPr>
              <a:t>]; //</a:t>
            </a:r>
            <a:r>
              <a:rPr lang="zh-CN" altLang="en-US" sz="2400" dirty="0">
                <a:ea typeface="仿宋_GB2312"/>
                <a:cs typeface="仿宋_GB2312"/>
              </a:rPr>
              <a:t>否则开始插入排序复制为哨兵</a:t>
            </a:r>
          </a:p>
          <a:p>
            <a:pPr lvl="2">
              <a:spcBef>
                <a:spcPct val="20000"/>
              </a:spcBef>
            </a:pPr>
            <a:r>
              <a:rPr lang="zh-CN" altLang="en-US" sz="2400" dirty="0">
                <a:ea typeface="仿宋_GB2312"/>
                <a:cs typeface="仿宋_GB2312"/>
              </a:rPr>
              <a:t>          </a:t>
            </a:r>
            <a:r>
              <a:rPr lang="en-US" altLang="zh-CN" sz="2400" dirty="0">
                <a:ea typeface="仿宋_GB2312"/>
                <a:cs typeface="仿宋_GB2312"/>
              </a:rPr>
              <a:t>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</a:t>
            </a:r>
            <a:r>
              <a:rPr lang="en-US" altLang="zh-CN" sz="2400" dirty="0" err="1">
                <a:ea typeface="仿宋_GB2312"/>
                <a:cs typeface="仿宋_GB2312"/>
              </a:rPr>
              <a:t>i</a:t>
            </a:r>
            <a:r>
              <a:rPr lang="en-US" altLang="zh-CN" sz="2400" dirty="0">
                <a:ea typeface="仿宋_GB2312"/>
                <a:cs typeface="仿宋_GB2312"/>
              </a:rPr>
              <a:t>]=(*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).r[i-1];//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由于</a:t>
            </a:r>
            <a:r>
              <a:rPr lang="en-US" altLang="zh-CN" sz="2400" dirty="0" err="1">
                <a:highlight>
                  <a:srgbClr val="00FF00"/>
                </a:highlight>
                <a:ea typeface="仿宋_GB2312"/>
                <a:cs typeface="仿宋_GB2312"/>
              </a:rPr>
              <a:t>i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与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i-1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已经比较完了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,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所以先把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i-1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后移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,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开始从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i-2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往前比较</a:t>
            </a:r>
            <a:endParaRPr lang="en-US" altLang="zh-CN" sz="2400" dirty="0">
              <a:highlight>
                <a:srgbClr val="00FF00"/>
              </a:highlight>
              <a:ea typeface="仿宋_GB2312"/>
              <a:cs typeface="仿宋_GB2312"/>
            </a:endParaRP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          for(j=i-2; 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(*</a:t>
            </a:r>
            <a:r>
              <a:rPr lang="en-US" altLang="zh-CN" sz="2400" dirty="0" err="1">
                <a:highlight>
                  <a:srgbClr val="00FF00"/>
                </a:highlight>
                <a:ea typeface="仿宋_GB2312"/>
                <a:cs typeface="仿宋_GB2312"/>
              </a:rPr>
              <a:t>pL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).r[0].key&lt;(*</a:t>
            </a:r>
            <a:r>
              <a:rPr lang="en-US" altLang="zh-CN" sz="2400" dirty="0" err="1">
                <a:highlight>
                  <a:srgbClr val="00FF00"/>
                </a:highlight>
                <a:ea typeface="仿宋_GB2312"/>
                <a:cs typeface="仿宋_GB2312"/>
              </a:rPr>
              <a:t>pL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).r[j].key</a:t>
            </a:r>
            <a:r>
              <a:rPr lang="en-US" altLang="zh-CN" sz="2400" dirty="0">
                <a:ea typeface="仿宋_GB2312"/>
                <a:cs typeface="仿宋_GB2312"/>
              </a:rPr>
              <a:t>;--j)</a:t>
            </a: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	            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).r[j+1]=(*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).r[j]; </a:t>
            </a: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 // </a:t>
            </a:r>
            <a:r>
              <a:rPr lang="zh-CN" altLang="en-US" sz="2400" dirty="0">
                <a:ea typeface="仿宋_GB2312"/>
                <a:cs typeface="仿宋_GB2312"/>
              </a:rPr>
              <a:t>记录后移</a:t>
            </a:r>
            <a:r>
              <a:rPr lang="en-US" altLang="zh-CN" sz="2400" dirty="0">
                <a:ea typeface="仿宋_GB2312"/>
                <a:cs typeface="仿宋_GB2312"/>
              </a:rPr>
              <a:t>(</a:t>
            </a:r>
            <a:r>
              <a:rPr lang="zh-CN" altLang="en-US" sz="2400" dirty="0">
                <a:ea typeface="仿宋_GB2312"/>
                <a:cs typeface="仿宋_GB2312"/>
              </a:rPr>
              <a:t>类似于线性表插入</a:t>
            </a:r>
            <a:r>
              <a:rPr lang="en-US" altLang="zh-CN" sz="2400" dirty="0">
                <a:ea typeface="仿宋_GB2312"/>
                <a:cs typeface="仿宋_GB2312"/>
              </a:rPr>
              <a:t>,</a:t>
            </a:r>
            <a:r>
              <a:rPr lang="zh-CN" altLang="en-US" sz="2400" dirty="0">
                <a:ea typeface="仿宋_GB2312"/>
                <a:cs typeface="仿宋_GB2312"/>
              </a:rPr>
              <a:t> 但初始值和停止条件变化</a:t>
            </a:r>
            <a:r>
              <a:rPr lang="en-US" altLang="zh-CN" sz="2400" dirty="0">
                <a:ea typeface="仿宋_GB2312"/>
                <a:cs typeface="仿宋_GB2312"/>
              </a:rPr>
              <a:t>)</a:t>
            </a:r>
            <a:endParaRPr lang="zh-CN" altLang="en-US" sz="2400" dirty="0">
              <a:ea typeface="仿宋_GB2312"/>
              <a:cs typeface="仿宋_GB2312"/>
            </a:endParaRPr>
          </a:p>
          <a:p>
            <a:pPr lvl="2">
              <a:spcBef>
                <a:spcPct val="20000"/>
              </a:spcBef>
            </a:pPr>
            <a:r>
              <a:rPr lang="zh-CN" altLang="en-US" sz="2400" dirty="0">
                <a:ea typeface="仿宋_GB2312"/>
                <a:cs typeface="仿宋_GB2312"/>
              </a:rPr>
              <a:t>         </a:t>
            </a:r>
            <a:r>
              <a:rPr lang="en-US" altLang="zh-CN" sz="2400" dirty="0">
                <a:ea typeface="仿宋_GB2312"/>
                <a:cs typeface="仿宋_GB2312"/>
              </a:rPr>
              <a:t>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j+1</a:t>
            </a:r>
            <a:r>
              <a:rPr lang="en-US" altLang="zh-CN" sz="2400" dirty="0">
                <a:ea typeface="仿宋_GB2312"/>
                <a:cs typeface="仿宋_GB2312"/>
              </a:rPr>
              <a:t>]=(*</a:t>
            </a:r>
            <a:r>
              <a:rPr lang="en-US" altLang="zh-CN" sz="2400" dirty="0" err="1">
                <a:ea typeface="仿宋_GB2312"/>
                <a:cs typeface="仿宋_GB2312"/>
              </a:rPr>
              <a:t>pL</a:t>
            </a:r>
            <a:r>
              <a:rPr lang="en-US" altLang="zh-CN" sz="2400" dirty="0">
                <a:ea typeface="仿宋_GB2312"/>
                <a:cs typeface="仿宋_GB2312"/>
              </a:rPr>
              <a:t>).r[0]; //</a:t>
            </a:r>
            <a:r>
              <a:rPr lang="zh-CN" altLang="en-US" sz="2400" dirty="0">
                <a:ea typeface="仿宋_GB2312"/>
                <a:cs typeface="仿宋_GB2312"/>
              </a:rPr>
              <a:t>插入到正确位置</a:t>
            </a:r>
          </a:p>
          <a:p>
            <a:pPr lvl="2">
              <a:spcBef>
                <a:spcPct val="20000"/>
              </a:spcBef>
            </a:pPr>
            <a:r>
              <a:rPr lang="zh-CN" altLang="en-US" sz="2400" dirty="0">
                <a:ea typeface="仿宋_GB2312"/>
                <a:cs typeface="仿宋_GB2312"/>
              </a:rPr>
              <a:t>       </a:t>
            </a:r>
            <a:r>
              <a:rPr lang="en-US" altLang="zh-CN" sz="2400" dirty="0">
                <a:ea typeface="仿宋_GB2312"/>
                <a:cs typeface="仿宋_GB2312"/>
              </a:rPr>
              <a:t>}</a:t>
            </a:r>
          </a:p>
          <a:p>
            <a:pPr lvl="2">
              <a:spcBef>
                <a:spcPct val="20000"/>
              </a:spcBef>
            </a:pPr>
            <a:r>
              <a:rPr lang="en-US" altLang="zh-CN" sz="2400" dirty="0">
                <a:ea typeface="仿宋_GB2312"/>
                <a:cs typeface="仿宋_GB2312"/>
              </a:rPr>
              <a:t> 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882DCA-89F4-0F5E-6A0C-D213E75EA9A1}"/>
              </a:ext>
            </a:extLst>
          </p:cNvPr>
          <p:cNvSpPr txBox="1"/>
          <p:nvPr/>
        </p:nvSpPr>
        <p:spPr>
          <a:xfrm>
            <a:off x="1619672" y="6093296"/>
            <a:ext cx="7271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查找</a:t>
            </a:r>
            <a:r>
              <a:rPr lang="en-US" altLang="zh-CN" dirty="0"/>
              <a:t>:</a:t>
            </a:r>
            <a:r>
              <a:rPr lang="zh-CN" altLang="en-US" dirty="0"/>
              <a:t>利用哨兵 插入</a:t>
            </a:r>
            <a:r>
              <a:rPr lang="en-US" altLang="zh-CN" dirty="0"/>
              <a:t>:</a:t>
            </a:r>
            <a:r>
              <a:rPr lang="zh-CN" altLang="en-US" dirty="0"/>
              <a:t>插入找好位置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5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5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5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5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5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5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5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5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5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5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5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5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5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5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35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5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35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35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35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35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35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5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69" grpId="0" build="p" bldLvl="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75"/>
          <p:cNvSpPr>
            <a:spLocks noChangeArrowheads="1"/>
          </p:cNvSpPr>
          <p:nvPr/>
        </p:nvSpPr>
        <p:spPr bwMode="auto">
          <a:xfrm>
            <a:off x="395536" y="3122338"/>
            <a:ext cx="8064500" cy="576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zh-CN" altLang="en-US" dirty="0">
                <a:latin typeface="楷体_GB2312"/>
              </a:rPr>
              <a:t>最坏情况下：</a:t>
            </a:r>
            <a:r>
              <a:rPr lang="zh-CN" altLang="en-US" dirty="0">
                <a:highlight>
                  <a:srgbClr val="00FF00"/>
                </a:highlight>
                <a:latin typeface="楷体_GB2312"/>
              </a:rPr>
              <a:t>第 </a:t>
            </a:r>
            <a:r>
              <a:rPr lang="en-US" altLang="zh-CN" i="1" dirty="0" err="1">
                <a:highlight>
                  <a:srgbClr val="00FF00"/>
                </a:highlight>
                <a:latin typeface="楷体_GB2312"/>
              </a:rPr>
              <a:t>i</a:t>
            </a:r>
            <a:r>
              <a:rPr lang="en-US" altLang="zh-CN" i="1" dirty="0">
                <a:highlight>
                  <a:srgbClr val="00FF00"/>
                </a:highlight>
                <a:latin typeface="楷体_GB2312"/>
              </a:rPr>
              <a:t> </a:t>
            </a:r>
            <a:r>
              <a:rPr lang="zh-CN" altLang="en-US" dirty="0">
                <a:highlight>
                  <a:srgbClr val="00FF00"/>
                </a:highlight>
                <a:latin typeface="楷体_GB2312"/>
              </a:rPr>
              <a:t>趟比较</a:t>
            </a:r>
            <a:r>
              <a:rPr lang="en-US" altLang="zh-CN" i="1" dirty="0" err="1">
                <a:highlight>
                  <a:srgbClr val="00FF00"/>
                </a:highlight>
                <a:latin typeface="楷体_GB2312"/>
              </a:rPr>
              <a:t>i</a:t>
            </a:r>
            <a:r>
              <a:rPr lang="zh-CN" altLang="en-US" dirty="0">
                <a:highlight>
                  <a:srgbClr val="00FF00"/>
                </a:highlight>
                <a:latin typeface="楷体_GB2312"/>
              </a:rPr>
              <a:t>次，移动</a:t>
            </a:r>
            <a:r>
              <a:rPr lang="en-US" altLang="zh-CN" dirty="0">
                <a:highlight>
                  <a:srgbClr val="00FF00"/>
                </a:highlight>
                <a:latin typeface="楷体_GB2312"/>
              </a:rPr>
              <a:t>i+1</a:t>
            </a:r>
            <a:r>
              <a:rPr lang="zh-CN" altLang="en-US" dirty="0">
                <a:highlight>
                  <a:srgbClr val="00FF00"/>
                </a:highlight>
                <a:latin typeface="楷体_GB2312"/>
              </a:rPr>
              <a:t>次</a:t>
            </a:r>
          </a:p>
          <a:p>
            <a:pPr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dirty="0">
              <a:latin typeface="楷体_GB2312"/>
            </a:endParaRPr>
          </a:p>
        </p:txBody>
      </p:sp>
      <p:sp>
        <p:nvSpPr>
          <p:cNvPr id="1037396" name="Rectangle 84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grpSp>
        <p:nvGrpSpPr>
          <p:cNvPr id="3" name="Group 92"/>
          <p:cNvGrpSpPr>
            <a:grpSpLocks/>
          </p:cNvGrpSpPr>
          <p:nvPr/>
        </p:nvGrpSpPr>
        <p:grpSpPr bwMode="auto">
          <a:xfrm>
            <a:off x="311554" y="3801329"/>
            <a:ext cx="6829426" cy="1535113"/>
            <a:chOff x="554" y="387"/>
            <a:chExt cx="4302" cy="967"/>
          </a:xfrm>
        </p:grpSpPr>
        <p:graphicFrame>
          <p:nvGraphicFramePr>
            <p:cNvPr id="23566" name="Object 8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44896818"/>
                </p:ext>
              </p:extLst>
            </p:nvPr>
          </p:nvGraphicFramePr>
          <p:xfrm>
            <a:off x="2151" y="387"/>
            <a:ext cx="2705" cy="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44060" imgH="431613" progId="Equation.3">
                    <p:embed/>
                  </p:oleObj>
                </mc:Choice>
                <mc:Fallback>
                  <p:oleObj r:id="rId2" imgW="1244060" imgH="431613" progId="Equation.3">
                    <p:embed/>
                    <p:pic>
                      <p:nvPicPr>
                        <p:cNvPr id="23566" name="Object 8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1" y="387"/>
                          <a:ext cx="2705" cy="9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7" name="Rectangle 90"/>
            <p:cNvSpPr>
              <a:spLocks noChangeArrowheads="1"/>
            </p:cNvSpPr>
            <p:nvPr/>
          </p:nvSpPr>
          <p:spPr bwMode="auto">
            <a:xfrm>
              <a:off x="554" y="506"/>
              <a:ext cx="11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3200" dirty="0">
                  <a:solidFill>
                    <a:srgbClr val="FF3300"/>
                  </a:solidFill>
                </a:rPr>
                <a:t>比较次数</a:t>
              </a:r>
            </a:p>
          </p:txBody>
        </p:sp>
      </p:grpSp>
      <p:grpSp>
        <p:nvGrpSpPr>
          <p:cNvPr id="4" name="Group 93"/>
          <p:cNvGrpSpPr>
            <a:grpSpLocks/>
          </p:cNvGrpSpPr>
          <p:nvPr/>
        </p:nvGrpSpPr>
        <p:grpSpPr bwMode="auto">
          <a:xfrm>
            <a:off x="396231" y="5336442"/>
            <a:ext cx="6816726" cy="1570037"/>
            <a:chOff x="339" y="1716"/>
            <a:chExt cx="4294" cy="989"/>
          </a:xfrm>
        </p:grpSpPr>
        <p:graphicFrame>
          <p:nvGraphicFramePr>
            <p:cNvPr id="23569" name="Object 8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90883238"/>
                </p:ext>
              </p:extLst>
            </p:nvPr>
          </p:nvGraphicFramePr>
          <p:xfrm>
            <a:off x="1800" y="1716"/>
            <a:ext cx="2833" cy="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36033" imgH="431613" progId="Equation.3">
                    <p:embed/>
                  </p:oleObj>
                </mc:Choice>
                <mc:Fallback>
                  <p:oleObj r:id="rId4" imgW="1536033" imgH="431613" progId="Equation.3">
                    <p:embed/>
                    <p:pic>
                      <p:nvPicPr>
                        <p:cNvPr id="23569" name="Object 8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0" y="1716"/>
                          <a:ext cx="2833" cy="9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0" name="Rectangle 91"/>
            <p:cNvSpPr>
              <a:spLocks noChangeArrowheads="1"/>
            </p:cNvSpPr>
            <p:nvPr/>
          </p:nvSpPr>
          <p:spPr bwMode="auto">
            <a:xfrm>
              <a:off x="339" y="1922"/>
              <a:ext cx="11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3200" dirty="0">
                  <a:solidFill>
                    <a:srgbClr val="FF3300"/>
                  </a:solidFill>
                </a:rPr>
                <a:t>移动次数</a:t>
              </a:r>
            </a:p>
          </p:txBody>
        </p:sp>
      </p:grpSp>
      <p:sp>
        <p:nvSpPr>
          <p:cNvPr id="1004660" name="Rectangle 116"/>
          <p:cNvSpPr>
            <a:spLocks noChangeArrowheads="1"/>
          </p:cNvSpPr>
          <p:nvPr/>
        </p:nvSpPr>
        <p:spPr bwMode="auto">
          <a:xfrm>
            <a:off x="76200" y="615217"/>
            <a:ext cx="9067800" cy="979487"/>
          </a:xfrm>
          <a:prstGeom prst="rect">
            <a:avLst/>
          </a:prstGeom>
          <a:solidFill>
            <a:srgbClr val="FFFFE7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设对象个数为</a:t>
            </a:r>
            <a:r>
              <a:rPr kumimoji="1" lang="en-US" altLang="zh-CN" i="1" dirty="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，则执行</a:t>
            </a:r>
            <a:r>
              <a:rPr kumimoji="1"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 pitchFamily="49" charset="-122"/>
                <a:cs typeface="+mn-cs"/>
                <a:sym typeface="+mn-ea"/>
              </a:rPr>
              <a:t>n-1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趟</a:t>
            </a:r>
          </a:p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dirty="0">
                <a:solidFill>
                  <a:srgbClr val="FF3300"/>
                </a:solidFill>
                <a:ea typeface="仿宋_GB2312" pitchFamily="49" charset="-122"/>
                <a:cs typeface="+mn-cs"/>
                <a:sym typeface="+mn-ea"/>
              </a:rPr>
              <a:t>比较次数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和</a:t>
            </a:r>
            <a:r>
              <a:rPr kumimoji="1" lang="zh-CN" altLang="en-US" dirty="0">
                <a:solidFill>
                  <a:srgbClr val="FF3300"/>
                </a:solidFill>
                <a:ea typeface="仿宋_GB2312" pitchFamily="49" charset="-122"/>
                <a:cs typeface="+mn-cs"/>
                <a:sym typeface="+mn-ea"/>
              </a:rPr>
              <a:t>移动次数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与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00FF00"/>
                </a:highlight>
                <a:ea typeface="仿宋_GB2312" pitchFamily="49" charset="-122"/>
                <a:cs typeface="+mn-cs"/>
                <a:sym typeface="+mn-ea"/>
              </a:rPr>
              <a:t>初始排列有关</a:t>
            </a:r>
          </a:p>
        </p:txBody>
      </p:sp>
      <p:sp>
        <p:nvSpPr>
          <p:cNvPr id="22533" name="Rectangle 118"/>
          <p:cNvSpPr>
            <a:spLocks noChangeArrowheads="1"/>
          </p:cNvSpPr>
          <p:nvPr/>
        </p:nvSpPr>
        <p:spPr bwMode="auto">
          <a:xfrm>
            <a:off x="256836" y="1683484"/>
            <a:ext cx="7986712" cy="142192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仿宋_GB2312"/>
                <a:cs typeface="仿宋_GB2312"/>
              </a:rPr>
              <a:t>最好情况下：</a:t>
            </a:r>
          </a:p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仿宋_GB2312"/>
                <a:cs typeface="仿宋_GB2312"/>
              </a:rPr>
              <a:t>　每趟只需比较 </a:t>
            </a:r>
            <a:r>
              <a:rPr lang="en-US" altLang="zh-CN" sz="2400" dirty="0">
                <a:highlight>
                  <a:srgbClr val="00FF00"/>
                </a:highlight>
                <a:ea typeface="仿宋_GB2312"/>
                <a:cs typeface="仿宋_GB2312"/>
              </a:rPr>
              <a:t>1 </a:t>
            </a:r>
            <a:r>
              <a:rPr lang="zh-CN" altLang="en-US" sz="2400" dirty="0">
                <a:ea typeface="仿宋_GB2312"/>
                <a:cs typeface="仿宋_GB2312"/>
              </a:rPr>
              <a:t>次，</a:t>
            </a:r>
            <a:r>
              <a:rPr lang="zh-CN" altLang="en-US" sz="2400" dirty="0">
                <a:highlight>
                  <a:srgbClr val="00FF00"/>
                </a:highlight>
                <a:ea typeface="仿宋_GB2312"/>
                <a:cs typeface="仿宋_GB2312"/>
              </a:rPr>
              <a:t>不移动</a:t>
            </a:r>
            <a:r>
              <a:rPr lang="zh-CN" altLang="en-US" sz="2400" dirty="0">
                <a:ea typeface="仿宋_GB2312"/>
                <a:cs typeface="仿宋_GB2312"/>
              </a:rPr>
              <a:t> </a:t>
            </a:r>
          </a:p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仿宋_GB2312"/>
                <a:cs typeface="仿宋_GB2312"/>
              </a:rPr>
              <a:t>　总比较次数为</a:t>
            </a:r>
            <a:r>
              <a:rPr lang="zh-CN" altLang="en-US" dirty="0">
                <a:solidFill>
                  <a:srgbClr val="FF3300"/>
                </a:solidFill>
                <a:ea typeface="仿宋_GB2312"/>
                <a:cs typeface="仿宋_GB2312"/>
              </a:rPr>
              <a:t>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n-1</a:t>
            </a:r>
            <a:endParaRPr lang="en-US" altLang="zh-CN" sz="2400" i="1" dirty="0">
              <a:solidFill>
                <a:srgbClr val="FF3399"/>
              </a:solidFill>
              <a:highlight>
                <a:srgbClr val="00FF00"/>
              </a:highlight>
              <a:ea typeface="仿宋_GB2312"/>
              <a:cs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8"/>
          <p:cNvSpPr>
            <a:spLocks noChangeArrowheads="1"/>
          </p:cNvSpPr>
          <p:nvPr/>
        </p:nvSpPr>
        <p:spPr bwMode="auto">
          <a:xfrm>
            <a:off x="315913" y="620713"/>
            <a:ext cx="8485187" cy="1655762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若出现各种可能排列的概率相同，则可取最好情况和最坏情况的平均情况</a:t>
            </a:r>
          </a:p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平均情况</a:t>
            </a:r>
            <a:r>
              <a:rPr lang="zh-CN" altLang="en-US" dirty="0">
                <a:solidFill>
                  <a:srgbClr val="FF3399"/>
                </a:solidFill>
                <a:latin typeface="楷体_GB2312"/>
              </a:rPr>
              <a:t>比较次数</a:t>
            </a:r>
            <a:r>
              <a:rPr lang="zh-CN" altLang="en-US" dirty="0">
                <a:latin typeface="楷体_GB2312"/>
              </a:rPr>
              <a:t>和</a:t>
            </a:r>
            <a:r>
              <a:rPr lang="zh-CN" altLang="en-US" dirty="0">
                <a:solidFill>
                  <a:srgbClr val="FF3399"/>
                </a:solidFill>
                <a:latin typeface="楷体_GB2312"/>
              </a:rPr>
              <a:t>移动次数</a:t>
            </a:r>
            <a:r>
              <a:rPr lang="zh-CN" altLang="en-US" dirty="0">
                <a:latin typeface="楷体_GB2312"/>
              </a:rPr>
              <a:t>为</a:t>
            </a:r>
            <a:r>
              <a:rPr lang="en-US" altLang="zh-CN" i="1" dirty="0">
                <a:solidFill>
                  <a:srgbClr val="FF3300"/>
                </a:solidFill>
                <a:latin typeface="楷体_GB2312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latin typeface="楷体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/4</a:t>
            </a:r>
          </a:p>
        </p:txBody>
      </p:sp>
      <p:sp>
        <p:nvSpPr>
          <p:cNvPr id="1006681" name="Rectangle 89"/>
          <p:cNvSpPr>
            <a:spLocks noChangeArrowheads="1"/>
          </p:cNvSpPr>
          <p:nvPr/>
        </p:nvSpPr>
        <p:spPr bwMode="auto">
          <a:xfrm>
            <a:off x="581025" y="2276475"/>
            <a:ext cx="5248275" cy="1863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时间复杂度为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)</a:t>
            </a: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ea typeface="仿宋_GB2312"/>
                <a:cs typeface="仿宋_GB2312"/>
              </a:rPr>
              <a:t>空间复杂度为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1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)</a:t>
            </a:r>
            <a:endParaRPr lang="en-US" altLang="zh-CN" dirty="0">
              <a:solidFill>
                <a:srgbClr val="FF3300"/>
              </a:solidFill>
              <a:highlight>
                <a:srgbClr val="00FF00"/>
              </a:highlight>
              <a:latin typeface="楷体_GB2312"/>
            </a:endParaRP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是一种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稳定</a:t>
            </a:r>
            <a:r>
              <a:rPr lang="zh-CN" altLang="en-US" dirty="0">
                <a:latin typeface="楷体_GB2312"/>
              </a:rPr>
              <a:t>的排序方法</a:t>
            </a:r>
          </a:p>
        </p:txBody>
      </p:sp>
      <p:sp>
        <p:nvSpPr>
          <p:cNvPr id="1006699" name="Rectangle 107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6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6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68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00806" name="Rectangle 6"/>
          <p:cNvSpPr>
            <a:spLocks noChangeArrowheads="1"/>
          </p:cNvSpPr>
          <p:nvPr/>
        </p:nvSpPr>
        <p:spPr bwMode="auto">
          <a:xfrm>
            <a:off x="5435600" y="2349500"/>
            <a:ext cx="3384550" cy="8302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4000">
                <a:latin typeface="楷体_GB2312"/>
              </a:rPr>
              <a:t>折半插入排序</a:t>
            </a:r>
          </a:p>
        </p:txBody>
      </p:sp>
      <p:grpSp>
        <p:nvGrpSpPr>
          <p:cNvPr id="25603" name="Group 20"/>
          <p:cNvGrpSpPr>
            <a:grpSpLocks/>
          </p:cNvGrpSpPr>
          <p:nvPr/>
        </p:nvGrpSpPr>
        <p:grpSpPr bwMode="auto">
          <a:xfrm>
            <a:off x="323850" y="765175"/>
            <a:ext cx="8496300" cy="1584325"/>
            <a:chOff x="204" y="482"/>
            <a:chExt cx="5352" cy="998"/>
          </a:xfrm>
        </p:grpSpPr>
        <p:sp>
          <p:nvSpPr>
            <p:cNvPr id="25604" name="Rectangle 17"/>
            <p:cNvSpPr>
              <a:spLocks noChangeArrowheads="1"/>
            </p:cNvSpPr>
            <p:nvPr/>
          </p:nvSpPr>
          <p:spPr bwMode="auto">
            <a:xfrm>
              <a:off x="204" y="482"/>
              <a:ext cx="1723" cy="3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eaLnBrk="0" hangingPunct="0"/>
              <a:r>
                <a:rPr lang="zh-CN" altLang="en-US" sz="3200">
                  <a:latin typeface="楷体_GB2312"/>
                </a:rPr>
                <a:t>直接插入排序</a:t>
              </a:r>
            </a:p>
          </p:txBody>
        </p:sp>
        <p:sp>
          <p:nvSpPr>
            <p:cNvPr id="25605" name="AutoShape 18"/>
            <p:cNvSpPr>
              <a:spLocks noChangeArrowheads="1"/>
            </p:cNvSpPr>
            <p:nvPr/>
          </p:nvSpPr>
          <p:spPr bwMode="auto">
            <a:xfrm>
              <a:off x="204" y="807"/>
              <a:ext cx="5352" cy="673"/>
            </a:xfrm>
            <a:prstGeom prst="curvedDownArrow">
              <a:avLst>
                <a:gd name="adj1" fmla="val 114869"/>
                <a:gd name="adj2" fmla="val 318098"/>
                <a:gd name="adj3" fmla="val 33324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dirty="0">
                  <a:solidFill>
                    <a:srgbClr val="FF6600"/>
                  </a:solidFill>
                  <a:highlight>
                    <a:srgbClr val="00FF00"/>
                  </a:highlight>
                </a:rPr>
                <a:t>减少</a:t>
              </a:r>
              <a:r>
                <a:rPr lang="zh-CN" altLang="en-US" dirty="0">
                  <a:solidFill>
                    <a:srgbClr val="FF6600"/>
                  </a:solidFill>
                </a:rPr>
                <a:t>关键字间的</a:t>
              </a:r>
              <a:r>
                <a:rPr lang="zh-CN" altLang="en-US" dirty="0">
                  <a:solidFill>
                    <a:srgbClr val="FF6600"/>
                  </a:solidFill>
                  <a:highlight>
                    <a:srgbClr val="00FF00"/>
                  </a:highlight>
                </a:rPr>
                <a:t>比较</a:t>
              </a:r>
              <a:r>
                <a:rPr lang="zh-CN" altLang="en-US" dirty="0">
                  <a:solidFill>
                    <a:srgbClr val="FF6600"/>
                  </a:solidFill>
                </a:rPr>
                <a:t>次数</a:t>
              </a:r>
            </a:p>
          </p:txBody>
        </p:sp>
      </p:grpSp>
      <p:sp>
        <p:nvSpPr>
          <p:cNvPr id="1100819" name="AutoShape 19"/>
          <p:cNvSpPr>
            <a:spLocks noChangeArrowheads="1"/>
          </p:cNvSpPr>
          <p:nvPr/>
        </p:nvSpPr>
        <p:spPr bwMode="auto">
          <a:xfrm>
            <a:off x="323850" y="3789363"/>
            <a:ext cx="7489825" cy="1238250"/>
          </a:xfrm>
          <a:prstGeom prst="wedgeRoundRectCallout">
            <a:avLst>
              <a:gd name="adj1" fmla="val 52755"/>
              <a:gd name="adj2" fmla="val -97949"/>
              <a:gd name="adj3" fmla="val 16667"/>
            </a:avLst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600"/>
              <a:t>在插入 </a:t>
            </a:r>
            <a:r>
              <a:rPr lang="en-US" altLang="zh-CN" sz="3600" i="1"/>
              <a:t>r</a:t>
            </a:r>
            <a:r>
              <a:rPr lang="en-US" altLang="zh-CN" sz="3600"/>
              <a:t>[</a:t>
            </a:r>
            <a:r>
              <a:rPr lang="en-US" altLang="zh-CN" sz="3600" i="1"/>
              <a:t>i</a:t>
            </a:r>
            <a:r>
              <a:rPr lang="en-US" altLang="zh-CN" sz="3600"/>
              <a:t>] </a:t>
            </a:r>
            <a:r>
              <a:rPr lang="zh-CN" altLang="en-US" sz="3600"/>
              <a:t>时，利用</a:t>
            </a:r>
            <a:r>
              <a:rPr lang="zh-CN" altLang="en-US" sz="3600">
                <a:solidFill>
                  <a:srgbClr val="FF6600"/>
                </a:solidFill>
              </a:rPr>
              <a:t>折半查找法</a:t>
            </a:r>
            <a:r>
              <a:rPr lang="zh-CN" altLang="en-US" sz="3600"/>
              <a:t>寻找 </a:t>
            </a:r>
            <a:r>
              <a:rPr lang="en-US" altLang="zh-CN" sz="3600" i="1"/>
              <a:t>r</a:t>
            </a:r>
            <a:r>
              <a:rPr lang="en-US" altLang="zh-CN" sz="3600"/>
              <a:t>[</a:t>
            </a:r>
            <a:r>
              <a:rPr lang="en-US" altLang="zh-CN" sz="3600" i="1"/>
              <a:t>i</a:t>
            </a:r>
            <a:r>
              <a:rPr lang="en-US" altLang="zh-CN" sz="3600"/>
              <a:t>] </a:t>
            </a:r>
            <a:r>
              <a:rPr lang="zh-CN" altLang="en-US" sz="3600"/>
              <a:t>的插入位置</a:t>
            </a:r>
          </a:p>
          <a:p>
            <a:pPr algn="ctr">
              <a:spcBef>
                <a:spcPct val="20000"/>
              </a:spcBef>
            </a:pPr>
            <a:endParaRPr lang="en-US" altLang="zh-CN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10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0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06" grpId="0" animBg="1"/>
      <p:bldP spid="11008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31746" name="Text Box 7"/>
          <p:cNvSpPr txBox="1">
            <a:spLocks noChangeArrowheads="1"/>
          </p:cNvSpPr>
          <p:nvPr/>
        </p:nvSpPr>
        <p:spPr bwMode="auto">
          <a:xfrm>
            <a:off x="179388" y="692150"/>
            <a:ext cx="8964612" cy="6247864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void 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BInsertSort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(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SqList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)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{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i,j,m,low,high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for ( </a:t>
            </a:r>
            <a:r>
              <a:rPr lang="en-US" altLang="zh-CN" sz="2000" dirty="0" err="1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 = 2;  </a:t>
            </a:r>
            <a:r>
              <a:rPr lang="en-US" altLang="zh-CN" sz="2000" dirty="0" err="1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 &lt;= (*</a:t>
            </a:r>
            <a:r>
              <a:rPr lang="en-US" altLang="zh-CN" sz="2000" dirty="0" err="1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).length ; ++</a:t>
            </a:r>
            <a:r>
              <a:rPr lang="en-US" altLang="zh-CN" sz="2000" dirty="0" err="1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{ 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(*</a:t>
            </a:r>
            <a:r>
              <a:rPr lang="en-US" altLang="zh-CN" sz="2000" dirty="0" err="1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).r[0] = (*</a:t>
            </a:r>
            <a:r>
              <a:rPr lang="en-US" altLang="zh-CN" sz="2000" dirty="0" err="1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).r[</a:t>
            </a:r>
            <a:r>
              <a:rPr lang="en-US" altLang="zh-CN" sz="2000" dirty="0" err="1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]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 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low = 1 ; high = i-1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要排第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,max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为第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i-1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while ( low &lt;= high )      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{  m = ( low + high ) / 2 ;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if  (  (*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).r[0].key &lt; (*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).r[m]. key  )  high = m -1 ;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else  low = m + 1;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}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  for ( </a:t>
            </a:r>
            <a:r>
              <a:rPr lang="en-US" altLang="zh-CN" sz="2000" dirty="0">
                <a:highlight>
                  <a:srgbClr val="00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j=i-1; j&gt;=high+1; - - j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 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).r[j+1] = 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).r[j]; //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移动元素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   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).r[high+1] = 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pL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).r[0]; //for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起点和线性表插入相同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终点不同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但是终点都等于待插位置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}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}  //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BInsertSort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419872" y="0"/>
            <a:ext cx="396044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400" dirty="0">
                <a:latin typeface="楷体_GB2312"/>
              </a:rPr>
              <a:t> 折半插入排序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</a:rPr>
              <a:t>算法★ 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</a:rPr>
              <a:t>8.2</a:t>
            </a:r>
            <a:endParaRPr lang="zh-CN" altLang="en-US" sz="2400" dirty="0">
              <a:solidFill>
                <a:srgbClr val="FF3300"/>
              </a:solidFill>
              <a:latin typeface="楷体_GB231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53963D-FA26-D2FF-36C3-027FE705F488}"/>
              </a:ext>
            </a:extLst>
          </p:cNvPr>
          <p:cNvSpPr txBox="1"/>
          <p:nvPr/>
        </p:nvSpPr>
        <p:spPr>
          <a:xfrm>
            <a:off x="6372200" y="1124744"/>
            <a:ext cx="2736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设置哨兵</a:t>
            </a:r>
            <a:r>
              <a:rPr lang="en-US" altLang="zh-CN" dirty="0">
                <a:highlight>
                  <a:srgbClr val="00FF00"/>
                </a:highlight>
              </a:rPr>
              <a:t>+</a:t>
            </a:r>
            <a:r>
              <a:rPr lang="zh-CN" altLang="en-US" dirty="0">
                <a:highlight>
                  <a:srgbClr val="00FF00"/>
                </a:highlight>
              </a:rPr>
              <a:t>利用折半查找法查找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82724" name="Rectangle 4"/>
          <p:cNvSpPr>
            <a:spLocks noChangeArrowheads="1"/>
          </p:cNvSpPr>
          <p:nvPr/>
        </p:nvSpPr>
        <p:spPr bwMode="auto">
          <a:xfrm>
            <a:off x="311150" y="1308100"/>
            <a:ext cx="829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楷体_GB2312"/>
              </a:rPr>
              <a:t>折半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查找比顺序查找快，所以</a:t>
            </a:r>
            <a:r>
              <a:rPr lang="zh-CN" altLang="en-US" dirty="0">
                <a:latin typeface="楷体_GB2312"/>
              </a:rPr>
              <a:t>折半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插入排序就平均性能来说比直接插入排序要快</a:t>
            </a:r>
          </a:p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楷体_GB2312"/>
            </a:endParaRPr>
          </a:p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它所需要的关键码比较次数与待排序对象序列的初始排列无关，仅依赖于对象个数。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在插入第 </a:t>
            </a:r>
            <a:r>
              <a:rPr lang="en-US" altLang="zh-CN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i</a:t>
            </a:r>
            <a:r>
              <a:rPr lang="en-US" altLang="zh-CN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个对象时，需要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</a:rPr>
              <a:t>经过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  <a:sym typeface="Symbol" panose="05050102010706020507" pitchFamily="18" charset="2"/>
              </a:rPr>
              <a:t>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</a:rPr>
              <a:t>log</a:t>
            </a:r>
            <a:r>
              <a:rPr lang="en-US" altLang="zh-CN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</a:rPr>
              <a:t>2</a:t>
            </a:r>
            <a:r>
              <a:rPr lang="en-US" altLang="zh-CN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</a:rPr>
              <a:t>i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  <a:sym typeface="Symbol" panose="05050102010706020507" pitchFamily="18" charset="2"/>
              </a:rPr>
              <a:t>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/>
              </a:rPr>
              <a:t> +1 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</a:rPr>
              <a:t>次关键码比较，才能确定它应插入的位置</a:t>
            </a:r>
          </a:p>
        </p:txBody>
      </p:sp>
      <p:sp>
        <p:nvSpPr>
          <p:cNvPr id="1182725" name="Rectangle 5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724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83748" name="Rectangle 4"/>
          <p:cNvSpPr>
            <a:spLocks noChangeArrowheads="1"/>
          </p:cNvSpPr>
          <p:nvPr/>
        </p:nvSpPr>
        <p:spPr bwMode="auto">
          <a:xfrm>
            <a:off x="304800" y="1017588"/>
            <a:ext cx="8507413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just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当 </a:t>
            </a:r>
            <a:r>
              <a:rPr lang="en-US" altLang="zh-CN" i="1" dirty="0">
                <a:latin typeface="楷体_GB2312"/>
              </a:rPr>
              <a:t>n </a:t>
            </a:r>
            <a:r>
              <a:rPr lang="zh-CN" altLang="en-US" dirty="0">
                <a:latin typeface="楷体_GB2312"/>
              </a:rPr>
              <a:t>较大时，总关键码比较次数比直接插入排序的最坏情况要好得多，但比其最好情况要差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在对象的初始排列已经按关键码排好序或接近有序时，直接插入排序比折半插入排序执行的关键码比较次数要少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折半插入排序的</a:t>
            </a:r>
            <a:r>
              <a:rPr lang="zh-CN" altLang="en-US" dirty="0">
                <a:highlight>
                  <a:srgbClr val="00FF00"/>
                </a:highlight>
                <a:latin typeface="楷体_GB2312"/>
              </a:rPr>
              <a:t>对象移动次数与直接插入排序相同，依赖于对象的初始排列</a:t>
            </a:r>
          </a:p>
          <a:p>
            <a:pPr algn="just"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dirty="0">
              <a:latin typeface="楷体_GB2312"/>
            </a:endParaRPr>
          </a:p>
        </p:txBody>
      </p:sp>
      <p:sp>
        <p:nvSpPr>
          <p:cNvPr id="1183749" name="Rectangle 5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3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3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374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84772" name="Rectangle 4"/>
          <p:cNvSpPr>
            <a:spLocks noChangeArrowheads="1"/>
          </p:cNvSpPr>
          <p:nvPr/>
        </p:nvSpPr>
        <p:spPr bwMode="auto">
          <a:xfrm>
            <a:off x="315913" y="620713"/>
            <a:ext cx="8485187" cy="1655762"/>
          </a:xfrm>
          <a:prstGeom prst="rect">
            <a:avLst/>
          </a:prstGeom>
          <a:solidFill>
            <a:srgbClr val="FFFFE7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减少了</a:t>
            </a:r>
            <a:r>
              <a:rPr kumimoji="1" lang="zh-CN" altLang="en-US" sz="3200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比较次数</a:t>
            </a: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，但没有减少</a:t>
            </a:r>
            <a:r>
              <a:rPr kumimoji="1" lang="zh-CN" altLang="en-US" sz="3200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移动次数</a:t>
            </a:r>
            <a:endParaRPr kumimoji="1" lang="zh-CN" altLang="en-US" dirty="0">
              <a:solidFill>
                <a:srgbClr val="CC00CC"/>
              </a:solidFill>
              <a:highlight>
                <a:srgbClr val="00FF00"/>
              </a:highlight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平均性能优于直接插入排序</a:t>
            </a:r>
          </a:p>
        </p:txBody>
      </p:sp>
      <p:sp>
        <p:nvSpPr>
          <p:cNvPr id="1184773" name="Rectangle 5"/>
          <p:cNvSpPr>
            <a:spLocks noChangeArrowheads="1"/>
          </p:cNvSpPr>
          <p:nvPr/>
        </p:nvSpPr>
        <p:spPr bwMode="auto">
          <a:xfrm>
            <a:off x="581025" y="2276475"/>
            <a:ext cx="5248275" cy="1863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时间复杂度为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)</a:t>
            </a: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ea typeface="仿宋_GB2312"/>
                <a:cs typeface="仿宋_GB2312"/>
              </a:rPr>
              <a:t>空间复杂度为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1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)</a:t>
            </a:r>
            <a:endParaRPr lang="en-US" altLang="zh-CN" dirty="0">
              <a:solidFill>
                <a:srgbClr val="FF3300"/>
              </a:solidFill>
              <a:highlight>
                <a:srgbClr val="00FF00"/>
              </a:highlight>
              <a:latin typeface="楷体_GB2312"/>
            </a:endParaRP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是一种</a:t>
            </a: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稳定</a:t>
            </a:r>
            <a:r>
              <a:rPr lang="zh-CN" altLang="en-US" dirty="0">
                <a:latin typeface="楷体_GB2312"/>
              </a:rPr>
              <a:t>的排序方法</a:t>
            </a:r>
          </a:p>
        </p:txBody>
      </p:sp>
      <p:sp>
        <p:nvSpPr>
          <p:cNvPr id="1184774" name="Rectangle 6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4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4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477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ChangeArrowheads="1"/>
          </p:cNvSpPr>
          <p:nvPr/>
        </p:nvSpPr>
        <p:spPr bwMode="auto">
          <a:xfrm>
            <a:off x="39688" y="0"/>
            <a:ext cx="309245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希尔排序</a:t>
            </a:r>
          </a:p>
        </p:txBody>
      </p:sp>
      <p:sp>
        <p:nvSpPr>
          <p:cNvPr id="1117190" name="Rectangle 6"/>
          <p:cNvSpPr>
            <a:spLocks noChangeArrowheads="1"/>
          </p:cNvSpPr>
          <p:nvPr/>
        </p:nvSpPr>
        <p:spPr bwMode="auto">
          <a:xfrm>
            <a:off x="228600" y="561975"/>
            <a:ext cx="3983038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算法思想的出发点：</a:t>
            </a:r>
          </a:p>
        </p:txBody>
      </p:sp>
      <p:sp>
        <p:nvSpPr>
          <p:cNvPr id="35844" name="Rectangle 7"/>
          <p:cNvSpPr>
            <a:spLocks noChangeArrowheads="1"/>
          </p:cNvSpPr>
          <p:nvPr/>
        </p:nvSpPr>
        <p:spPr bwMode="auto">
          <a:xfrm>
            <a:off x="784225" y="1081088"/>
            <a:ext cx="7935913" cy="1031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/>
              <a:t>直接插入排序在</a:t>
            </a:r>
            <a:r>
              <a:rPr lang="zh-CN" altLang="en-US">
                <a:solidFill>
                  <a:srgbClr val="CC00CC"/>
                </a:solidFill>
              </a:rPr>
              <a:t>基本有序</a:t>
            </a:r>
            <a:r>
              <a:rPr lang="zh-CN" altLang="en-US"/>
              <a:t>时，效率较高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/>
              <a:t>在待排序的记录</a:t>
            </a:r>
            <a:r>
              <a:rPr lang="zh-CN" altLang="en-US">
                <a:solidFill>
                  <a:srgbClr val="CC00CC"/>
                </a:solidFill>
              </a:rPr>
              <a:t>个数较少</a:t>
            </a:r>
            <a:r>
              <a:rPr lang="zh-CN" altLang="en-US"/>
              <a:t>时，效率较高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28600" y="2112963"/>
            <a:ext cx="8491538" cy="2324100"/>
            <a:chOff x="144" y="1331"/>
            <a:chExt cx="5349" cy="1464"/>
          </a:xfrm>
        </p:grpSpPr>
        <p:sp>
          <p:nvSpPr>
            <p:cNvPr id="1117192" name="Rectangle 8"/>
            <p:cNvSpPr>
              <a:spLocks noChangeArrowheads="1"/>
            </p:cNvSpPr>
            <p:nvPr/>
          </p:nvSpPr>
          <p:spPr bwMode="auto">
            <a:xfrm>
              <a:off x="144" y="1567"/>
              <a:ext cx="151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zh-CN" altLang="en-US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基本思想：</a:t>
              </a:r>
            </a:p>
          </p:txBody>
        </p:sp>
        <p:sp>
          <p:nvSpPr>
            <p:cNvPr id="1117193" name="Rectangle 9"/>
            <p:cNvSpPr>
              <a:spLocks noChangeArrowheads="1"/>
            </p:cNvSpPr>
            <p:nvPr/>
          </p:nvSpPr>
          <p:spPr bwMode="auto">
            <a:xfrm>
              <a:off x="494" y="1930"/>
              <a:ext cx="4999" cy="8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zh-CN" alt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先将整个待排记录序列分割成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若干子序列</a:t>
              </a:r>
              <a:r>
                <a:rPr kumimoji="1" lang="en-US" altLang="zh-CN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,</a:t>
              </a:r>
              <a:r>
                <a:rPr kumimoji="1" lang="zh-CN" alt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分别进行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直接插入排序</a:t>
              </a:r>
              <a:r>
                <a:rPr kumimoji="1" lang="zh-CN" alt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，待整个序列中的记录“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基本有序</a:t>
              </a:r>
              <a:r>
                <a:rPr kumimoji="1" lang="zh-CN" altLang="en-US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”时，再对全体记录进行一次直接插入排序。</a:t>
              </a:r>
            </a:p>
          </p:txBody>
        </p:sp>
        <p:sp>
          <p:nvSpPr>
            <p:cNvPr id="35848" name="AutoShape 10"/>
            <p:cNvSpPr>
              <a:spLocks noChangeArrowheads="1"/>
            </p:cNvSpPr>
            <p:nvPr/>
          </p:nvSpPr>
          <p:spPr bwMode="auto">
            <a:xfrm>
              <a:off x="2653" y="1331"/>
              <a:ext cx="227" cy="599"/>
            </a:xfrm>
            <a:prstGeom prst="downArrow">
              <a:avLst>
                <a:gd name="adj1" fmla="val 50000"/>
                <a:gd name="adj2" fmla="val 6594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4EE1BD4-76F1-DC5A-5164-A22B040F6A68}"/>
              </a:ext>
            </a:extLst>
          </p:cNvPr>
          <p:cNvSpPr txBox="1"/>
          <p:nvPr/>
        </p:nvSpPr>
        <p:spPr>
          <a:xfrm>
            <a:off x="471488" y="4581128"/>
            <a:ext cx="8060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每</a:t>
            </a:r>
            <a:r>
              <a:rPr lang="en-US" altLang="zh-CN" dirty="0">
                <a:highlight>
                  <a:srgbClr val="00FF00"/>
                </a:highlight>
              </a:rPr>
              <a:t>d</a:t>
            </a:r>
            <a:r>
              <a:rPr lang="zh-CN" altLang="en-US" dirty="0">
                <a:highlight>
                  <a:srgbClr val="00FF00"/>
                </a:highlight>
              </a:rPr>
              <a:t>个分为一组</a:t>
            </a:r>
            <a:r>
              <a:rPr lang="en-US" altLang="zh-CN" dirty="0">
                <a:highlight>
                  <a:srgbClr val="00FF00"/>
                </a:highlight>
              </a:rPr>
              <a:t>(I,i+d,i+2d,i+3d,…,</a:t>
            </a:r>
            <a:r>
              <a:rPr lang="en-US" altLang="zh-CN" dirty="0" err="1">
                <a:highlight>
                  <a:srgbClr val="00FF00"/>
                </a:highlight>
              </a:rPr>
              <a:t>i+nd</a:t>
            </a:r>
            <a:r>
              <a:rPr lang="zh-CN" altLang="en-US" dirty="0">
                <a:highlight>
                  <a:srgbClr val="00FF00"/>
                </a:highlight>
              </a:rPr>
              <a:t>如果有到末尾则返回表头</a:t>
            </a:r>
            <a:r>
              <a:rPr lang="en-US" altLang="zh-CN" dirty="0">
                <a:highlight>
                  <a:srgbClr val="00FF00"/>
                </a:highlight>
              </a:rPr>
              <a:t>),</a:t>
            </a:r>
            <a:r>
              <a:rPr lang="zh-CN" altLang="en-US" dirty="0">
                <a:highlight>
                  <a:srgbClr val="00FF00"/>
                </a:highlight>
              </a:rPr>
              <a:t>将每一组排序</a:t>
            </a:r>
            <a:r>
              <a:rPr lang="en-US" altLang="zh-CN" dirty="0">
                <a:highlight>
                  <a:srgbClr val="00FF00"/>
                </a:highlight>
              </a:rPr>
              <a:t>.</a:t>
            </a:r>
          </a:p>
          <a:p>
            <a:r>
              <a:rPr lang="zh-CN" altLang="en-US" dirty="0">
                <a:highlight>
                  <a:srgbClr val="00FF00"/>
                </a:highlight>
              </a:rPr>
              <a:t>减小</a:t>
            </a:r>
            <a:r>
              <a:rPr lang="en-US" altLang="zh-CN" dirty="0">
                <a:highlight>
                  <a:srgbClr val="00FF00"/>
                </a:highlight>
              </a:rPr>
              <a:t>d,</a:t>
            </a:r>
            <a:r>
              <a:rPr lang="zh-CN" altLang="en-US" dirty="0">
                <a:highlight>
                  <a:srgbClr val="00FF00"/>
                </a:highlight>
              </a:rPr>
              <a:t>重复上一步</a:t>
            </a:r>
            <a:r>
              <a:rPr lang="en-US" altLang="zh-CN" dirty="0">
                <a:highlight>
                  <a:srgbClr val="00FF00"/>
                </a:highlight>
              </a:rPr>
              <a:t>,</a:t>
            </a:r>
            <a:r>
              <a:rPr lang="zh-CN" altLang="en-US" dirty="0">
                <a:highlight>
                  <a:srgbClr val="00FF00"/>
                </a:highlight>
              </a:rPr>
              <a:t>直到</a:t>
            </a:r>
            <a:r>
              <a:rPr lang="en-US" altLang="zh-CN" dirty="0">
                <a:highlight>
                  <a:srgbClr val="00FF00"/>
                </a:highlight>
              </a:rPr>
              <a:t>d=1</a:t>
            </a:r>
            <a:endParaRPr lang="zh-CN" altLang="en-US" dirty="0">
              <a:highlight>
                <a:srgbClr val="00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36866" name="Rectangle 5"/>
          <p:cNvSpPr>
            <a:spLocks noChangeArrowheads="1"/>
          </p:cNvSpPr>
          <p:nvPr/>
        </p:nvSpPr>
        <p:spPr bwMode="auto">
          <a:xfrm>
            <a:off x="39688" y="0"/>
            <a:ext cx="309245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>
                <a:latin typeface="楷体_GB2312"/>
              </a:rPr>
              <a:t>希尔排序</a:t>
            </a:r>
          </a:p>
        </p:txBody>
      </p:sp>
      <p:sp>
        <p:nvSpPr>
          <p:cNvPr id="1118214" name="Rectangle 6"/>
          <p:cNvSpPr>
            <a:spLocks noChangeArrowheads="1"/>
          </p:cNvSpPr>
          <p:nvPr/>
        </p:nvSpPr>
        <p:spPr bwMode="auto">
          <a:xfrm>
            <a:off x="539750" y="1341438"/>
            <a:ext cx="8223250" cy="1800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子序列的构成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不是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简单地“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逐段分割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”</a:t>
            </a:r>
          </a:p>
          <a:p>
            <a:pPr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将相隔</a:t>
            </a:r>
            <a:r>
              <a:rPr kumimoji="1" lang="zh-CN" altLang="en-US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某个增量</a:t>
            </a:r>
            <a:r>
              <a:rPr kumimoji="1" lang="en-US" altLang="zh-CN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dk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的记录组成一个子序列</a:t>
            </a:r>
          </a:p>
          <a:p>
            <a:pPr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让</a:t>
            </a:r>
            <a:r>
              <a:rPr kumimoji="1" lang="zh-CN" altLang="en-US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增量</a:t>
            </a:r>
            <a:r>
              <a:rPr kumimoji="1" lang="en-US" altLang="zh-CN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dk</a:t>
            </a:r>
            <a:r>
              <a:rPr kumimoji="1" lang="zh-CN" altLang="en-US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逐趟缩短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（例如依次取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5,3,1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）</a:t>
            </a:r>
          </a:p>
          <a:p>
            <a:pPr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直到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dk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＝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1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为止。</a:t>
            </a:r>
          </a:p>
        </p:txBody>
      </p:sp>
      <p:sp>
        <p:nvSpPr>
          <p:cNvPr id="36868" name="Rectangle 7"/>
          <p:cNvSpPr>
            <a:spLocks noChangeArrowheads="1"/>
          </p:cNvSpPr>
          <p:nvPr/>
        </p:nvSpPr>
        <p:spPr bwMode="auto">
          <a:xfrm>
            <a:off x="228600" y="735013"/>
            <a:ext cx="1679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技巧：</a:t>
            </a:r>
          </a:p>
        </p:txBody>
      </p:sp>
      <p:sp>
        <p:nvSpPr>
          <p:cNvPr id="1118216" name="Rectangle 8"/>
          <p:cNvSpPr>
            <a:spLocks noChangeArrowheads="1"/>
          </p:cNvSpPr>
          <p:nvPr/>
        </p:nvSpPr>
        <p:spPr bwMode="auto">
          <a:xfrm>
            <a:off x="539750" y="3640138"/>
            <a:ext cx="8223250" cy="13731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小元素</a:t>
            </a:r>
            <a:r>
              <a:rPr kumimoji="1" lang="zh-CN" altLang="zh-CN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跳跃式</a:t>
            </a:r>
            <a:r>
              <a:rPr kumimoji="1" lang="zh-CN" altLang="en-US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前移</a:t>
            </a:r>
          </a:p>
          <a:p>
            <a:pPr>
              <a:buFontTx/>
              <a:buNone/>
              <a:defRPr/>
            </a:pPr>
            <a:r>
              <a:rPr kumimoji="1" lang="zh-CN" altLang="zh-CN" dirty="0">
                <a:ea typeface="楷体_GB2312" pitchFamily="49" charset="-122"/>
                <a:cs typeface="+mn-cs"/>
                <a:sym typeface="+mn-ea"/>
              </a:rPr>
              <a:t>最后一趟增量为1时，序列已基本有序</a:t>
            </a:r>
            <a:endParaRPr kumimoji="1" lang="zh-CN" altLang="en-US" dirty="0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  <a:cs typeface="+mn-cs"/>
              <a:sym typeface="+mn-ea"/>
            </a:endParaRPr>
          </a:p>
          <a:p>
            <a:pPr>
              <a:buFontTx/>
              <a:buNone/>
              <a:defRPr/>
            </a:pPr>
            <a:r>
              <a:rPr kumimoji="1" lang="zh-CN" altLang="en-US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平均性能优于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直接插入排序</a:t>
            </a:r>
          </a:p>
        </p:txBody>
      </p:sp>
      <p:sp>
        <p:nvSpPr>
          <p:cNvPr id="1118217" name="Rectangle 9"/>
          <p:cNvSpPr>
            <a:spLocks noChangeArrowheads="1"/>
          </p:cNvSpPr>
          <p:nvPr/>
        </p:nvSpPr>
        <p:spPr bwMode="auto">
          <a:xfrm>
            <a:off x="228600" y="3125788"/>
            <a:ext cx="1679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优点：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821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821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182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182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182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1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1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8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8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18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18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8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18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18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18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18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18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18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18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18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18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18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18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1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14" grpId="0" build="p" animBg="1"/>
      <p:bldP spid="1118216" grpId="0" animBg="1"/>
      <p:bldP spid="11182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13092" name="Rectangle 4"/>
          <p:cNvSpPr>
            <a:spLocks noChangeArrowheads="1"/>
          </p:cNvSpPr>
          <p:nvPr/>
        </p:nvSpPr>
        <p:spPr bwMode="auto">
          <a:xfrm>
            <a:off x="64770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38</a:t>
            </a:r>
          </a:p>
        </p:txBody>
      </p:sp>
      <p:sp>
        <p:nvSpPr>
          <p:cNvPr id="1113093" name="Rectangle 5"/>
          <p:cNvSpPr>
            <a:spLocks noChangeArrowheads="1"/>
          </p:cNvSpPr>
          <p:nvPr/>
        </p:nvSpPr>
        <p:spPr bwMode="auto">
          <a:xfrm>
            <a:off x="152400" y="47625"/>
            <a:ext cx="8686800" cy="5445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marL="762000" indent="-762000" eaLnBrk="0" hangingPunct="0">
              <a:buFontTx/>
              <a:buNone/>
              <a:defRPr/>
            </a:pP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  <a:cs typeface="+mn-cs"/>
                <a:sym typeface="+mn-ea"/>
              </a:rPr>
              <a:t>例：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关键字序列 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T=(49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38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65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97, 76, 13, 27, 49</a:t>
            </a:r>
            <a:r>
              <a:rPr kumimoji="1" lang="en-US" altLang="zh-CN" sz="240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  <a:cs typeface="+mn-cs"/>
                <a:sym typeface="+mn-ea"/>
              </a:rPr>
              <a:t>*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55,  04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）</a:t>
            </a:r>
          </a:p>
        </p:txBody>
      </p:sp>
      <p:graphicFrame>
        <p:nvGraphicFramePr>
          <p:cNvPr id="41989" name="表格 41988"/>
          <p:cNvGraphicFramePr/>
          <p:nvPr/>
        </p:nvGraphicFramePr>
        <p:xfrm>
          <a:off x="1752600" y="766763"/>
          <a:ext cx="7162800" cy="3019423"/>
        </p:xfrm>
        <a:graphic>
          <a:graphicData uri="http://schemas.openxmlformats.org/drawingml/2006/table">
            <a:tbl>
              <a:tblPr/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0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1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2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3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4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5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6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7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8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9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b="0" dirty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10</a:t>
                      </a: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49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38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65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97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76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13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27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49</a:t>
                      </a: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仿宋_GB2312"/>
                        </a:rPr>
                        <a:t>*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55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仿宋_GB2312"/>
                        </a:rPr>
                        <a:t>04</a:t>
                      </a: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526">
                <a:tc gridSpan="1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10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91">
                <a:tc gridSpan="1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10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526">
                <a:tc gridSpan="1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10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9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400" b="0" dirty="0">
                        <a:latin typeface="Times New Roman" panose="02020603050405020304" pitchFamily="18" charset="0"/>
                        <a:ea typeface="仿宋_GB2312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13217" name="Rectangle 129"/>
          <p:cNvSpPr>
            <a:spLocks noChangeArrowheads="1"/>
          </p:cNvSpPr>
          <p:nvPr/>
        </p:nvSpPr>
        <p:spPr bwMode="auto">
          <a:xfrm>
            <a:off x="152400" y="1223963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FF"/>
                </a:solidFill>
              </a:rPr>
              <a:t>初态：</a:t>
            </a:r>
          </a:p>
        </p:txBody>
      </p:sp>
      <p:sp>
        <p:nvSpPr>
          <p:cNvPr id="1113218" name="Rectangle 130"/>
          <p:cNvSpPr>
            <a:spLocks noChangeArrowheads="1"/>
          </p:cNvSpPr>
          <p:nvPr/>
        </p:nvSpPr>
        <p:spPr bwMode="auto">
          <a:xfrm>
            <a:off x="132309" y="1775117"/>
            <a:ext cx="1600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FF"/>
                </a:solidFill>
              </a:rPr>
              <a:t>第</a:t>
            </a:r>
            <a:r>
              <a:rPr lang="en-US" altLang="zh-CN" sz="2000" dirty="0">
                <a:solidFill>
                  <a:srgbClr val="FF00FF"/>
                </a:solidFill>
              </a:rPr>
              <a:t>1</a:t>
            </a:r>
            <a:r>
              <a:rPr lang="zh-CN" altLang="en-US" sz="2000" dirty="0">
                <a:solidFill>
                  <a:srgbClr val="FF00FF"/>
                </a:solidFill>
              </a:rPr>
              <a:t>趟 </a:t>
            </a:r>
            <a:r>
              <a:rPr lang="en-US" altLang="zh-CN" sz="2000" dirty="0">
                <a:solidFill>
                  <a:srgbClr val="FF00FF"/>
                </a:solidFill>
              </a:rPr>
              <a:t>(dk=5)</a:t>
            </a:r>
          </a:p>
          <a:p>
            <a:r>
              <a:rPr lang="zh-CN" altLang="en-US" sz="2000" dirty="0">
                <a:solidFill>
                  <a:srgbClr val="FF00FF"/>
                </a:solidFill>
              </a:rPr>
              <a:t>比较</a:t>
            </a:r>
            <a:r>
              <a:rPr lang="en-US" altLang="zh-CN" sz="2000" dirty="0" err="1">
                <a:solidFill>
                  <a:srgbClr val="FF00FF"/>
                </a:solidFill>
              </a:rPr>
              <a:t>i</a:t>
            </a:r>
            <a:r>
              <a:rPr lang="zh-CN" altLang="en-US" sz="2000" dirty="0">
                <a:solidFill>
                  <a:srgbClr val="FF00FF"/>
                </a:solidFill>
              </a:rPr>
              <a:t>与</a:t>
            </a:r>
            <a:r>
              <a:rPr lang="en-US" altLang="zh-CN" sz="2000" dirty="0">
                <a:solidFill>
                  <a:srgbClr val="FF00FF"/>
                </a:solidFill>
              </a:rPr>
              <a:t>i+5</a:t>
            </a:r>
          </a:p>
        </p:txBody>
      </p:sp>
      <p:sp>
        <p:nvSpPr>
          <p:cNvPr id="1113219" name="Rectangle 131"/>
          <p:cNvSpPr>
            <a:spLocks noChangeArrowheads="1"/>
          </p:cNvSpPr>
          <p:nvPr/>
        </p:nvSpPr>
        <p:spPr bwMode="auto">
          <a:xfrm>
            <a:off x="152400" y="2562365"/>
            <a:ext cx="1600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FF"/>
                </a:solidFill>
              </a:rPr>
              <a:t>第</a:t>
            </a:r>
            <a:r>
              <a:rPr lang="en-US" altLang="zh-CN" sz="2000" dirty="0">
                <a:solidFill>
                  <a:srgbClr val="FF00FF"/>
                </a:solidFill>
              </a:rPr>
              <a:t>2</a:t>
            </a:r>
            <a:r>
              <a:rPr lang="zh-CN" altLang="en-US" sz="2000" dirty="0">
                <a:solidFill>
                  <a:srgbClr val="FF00FF"/>
                </a:solidFill>
              </a:rPr>
              <a:t>趟 </a:t>
            </a:r>
            <a:r>
              <a:rPr lang="en-US" altLang="zh-CN" sz="2000" dirty="0">
                <a:solidFill>
                  <a:srgbClr val="FF00FF"/>
                </a:solidFill>
              </a:rPr>
              <a:t>(dk=3)</a:t>
            </a:r>
          </a:p>
          <a:p>
            <a:r>
              <a:rPr lang="zh-CN" altLang="en-US" sz="2000" dirty="0">
                <a:solidFill>
                  <a:srgbClr val="FF00FF"/>
                </a:solidFill>
              </a:rPr>
              <a:t>比较</a:t>
            </a:r>
            <a:r>
              <a:rPr lang="en-US" altLang="zh-CN" sz="2000" dirty="0" err="1">
                <a:solidFill>
                  <a:srgbClr val="FF00FF"/>
                </a:solidFill>
              </a:rPr>
              <a:t>i</a:t>
            </a:r>
            <a:r>
              <a:rPr lang="zh-CN" altLang="en-US" sz="2000" dirty="0">
                <a:solidFill>
                  <a:srgbClr val="FF00FF"/>
                </a:solidFill>
              </a:rPr>
              <a:t>与</a:t>
            </a:r>
            <a:r>
              <a:rPr lang="en-US" altLang="zh-CN" sz="2000" dirty="0">
                <a:solidFill>
                  <a:srgbClr val="FF00FF"/>
                </a:solidFill>
              </a:rPr>
              <a:t>i+3</a:t>
            </a:r>
          </a:p>
        </p:txBody>
      </p:sp>
      <p:sp>
        <p:nvSpPr>
          <p:cNvPr id="1113220" name="Rectangle 132"/>
          <p:cNvSpPr>
            <a:spLocks noChangeArrowheads="1"/>
          </p:cNvSpPr>
          <p:nvPr/>
        </p:nvSpPr>
        <p:spPr bwMode="auto">
          <a:xfrm>
            <a:off x="165405" y="3230731"/>
            <a:ext cx="1600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FF"/>
                </a:solidFill>
              </a:rPr>
              <a:t>第</a:t>
            </a:r>
            <a:r>
              <a:rPr lang="en-US" altLang="zh-CN" sz="2000" dirty="0">
                <a:solidFill>
                  <a:srgbClr val="FF00FF"/>
                </a:solidFill>
              </a:rPr>
              <a:t>3</a:t>
            </a:r>
            <a:r>
              <a:rPr lang="zh-CN" altLang="en-US" sz="2000" dirty="0">
                <a:solidFill>
                  <a:srgbClr val="FF00FF"/>
                </a:solidFill>
              </a:rPr>
              <a:t>趟 </a:t>
            </a:r>
            <a:r>
              <a:rPr lang="en-US" altLang="zh-CN" sz="2000" dirty="0">
                <a:solidFill>
                  <a:srgbClr val="FF00FF"/>
                </a:solidFill>
              </a:rPr>
              <a:t>(dk=1)</a:t>
            </a:r>
          </a:p>
          <a:p>
            <a:r>
              <a:rPr lang="zh-CN" altLang="en-US" sz="2000" dirty="0">
                <a:solidFill>
                  <a:srgbClr val="FF00FF"/>
                </a:solidFill>
              </a:rPr>
              <a:t>比较</a:t>
            </a:r>
            <a:r>
              <a:rPr lang="en-US" altLang="zh-CN" sz="2000" dirty="0" err="1">
                <a:solidFill>
                  <a:srgbClr val="FF00FF"/>
                </a:solidFill>
              </a:rPr>
              <a:t>i</a:t>
            </a:r>
            <a:r>
              <a:rPr lang="zh-CN" altLang="en-US" sz="2000" dirty="0">
                <a:solidFill>
                  <a:srgbClr val="FF00FF"/>
                </a:solidFill>
              </a:rPr>
              <a:t>与</a:t>
            </a:r>
            <a:r>
              <a:rPr lang="en-US" altLang="zh-CN" sz="2000" dirty="0">
                <a:solidFill>
                  <a:srgbClr val="FF00FF"/>
                </a:solidFill>
              </a:rPr>
              <a:t>i+1</a:t>
            </a:r>
          </a:p>
          <a:p>
            <a:endParaRPr lang="en-US" altLang="zh-CN" sz="2000" dirty="0">
              <a:solidFill>
                <a:srgbClr val="FF00FF"/>
              </a:solidFill>
            </a:endParaRPr>
          </a:p>
        </p:txBody>
      </p:sp>
      <p:sp>
        <p:nvSpPr>
          <p:cNvPr id="1113221" name="Rectangle 133"/>
          <p:cNvSpPr>
            <a:spLocks noChangeArrowheads="1"/>
          </p:cNvSpPr>
          <p:nvPr/>
        </p:nvSpPr>
        <p:spPr bwMode="auto">
          <a:xfrm>
            <a:off x="25908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49</a:t>
            </a:r>
          </a:p>
        </p:txBody>
      </p:sp>
      <p:sp>
        <p:nvSpPr>
          <p:cNvPr id="1113222" name="Rectangle 134"/>
          <p:cNvSpPr>
            <a:spLocks noChangeArrowheads="1"/>
          </p:cNvSpPr>
          <p:nvPr/>
        </p:nvSpPr>
        <p:spPr bwMode="auto">
          <a:xfrm>
            <a:off x="57912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13223" name="Rectangle 135"/>
          <p:cNvSpPr>
            <a:spLocks noChangeArrowheads="1"/>
          </p:cNvSpPr>
          <p:nvPr/>
        </p:nvSpPr>
        <p:spPr bwMode="auto">
          <a:xfrm>
            <a:off x="25908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13224" name="Rectangle 136"/>
          <p:cNvSpPr>
            <a:spLocks noChangeArrowheads="1"/>
          </p:cNvSpPr>
          <p:nvPr/>
        </p:nvSpPr>
        <p:spPr bwMode="auto">
          <a:xfrm>
            <a:off x="5851525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49</a:t>
            </a:r>
          </a:p>
        </p:txBody>
      </p:sp>
      <p:sp>
        <p:nvSpPr>
          <p:cNvPr id="1113225" name="Rectangle 137"/>
          <p:cNvSpPr>
            <a:spLocks noChangeArrowheads="1"/>
          </p:cNvSpPr>
          <p:nvPr/>
        </p:nvSpPr>
        <p:spPr bwMode="auto">
          <a:xfrm>
            <a:off x="32004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38</a:t>
            </a:r>
          </a:p>
        </p:txBody>
      </p:sp>
      <p:sp>
        <p:nvSpPr>
          <p:cNvPr id="1113226" name="Rectangle 138"/>
          <p:cNvSpPr>
            <a:spLocks noChangeArrowheads="1"/>
          </p:cNvSpPr>
          <p:nvPr/>
        </p:nvSpPr>
        <p:spPr bwMode="auto">
          <a:xfrm>
            <a:off x="64770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113227" name="Rectangle 139"/>
          <p:cNvSpPr>
            <a:spLocks noChangeArrowheads="1"/>
          </p:cNvSpPr>
          <p:nvPr/>
        </p:nvSpPr>
        <p:spPr bwMode="auto">
          <a:xfrm>
            <a:off x="38862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65</a:t>
            </a:r>
          </a:p>
        </p:txBody>
      </p:sp>
      <p:sp>
        <p:nvSpPr>
          <p:cNvPr id="1113228" name="Rectangle 140"/>
          <p:cNvSpPr>
            <a:spLocks noChangeArrowheads="1"/>
          </p:cNvSpPr>
          <p:nvPr/>
        </p:nvSpPr>
        <p:spPr bwMode="auto">
          <a:xfrm>
            <a:off x="7086600" y="19859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49</a:t>
            </a:r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113229" name="Rectangle 141"/>
          <p:cNvSpPr>
            <a:spLocks noChangeArrowheads="1"/>
          </p:cNvSpPr>
          <p:nvPr/>
        </p:nvSpPr>
        <p:spPr bwMode="auto">
          <a:xfrm>
            <a:off x="44958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97</a:t>
            </a:r>
          </a:p>
        </p:txBody>
      </p:sp>
      <p:sp>
        <p:nvSpPr>
          <p:cNvPr id="1113230" name="Rectangle 142"/>
          <p:cNvSpPr>
            <a:spLocks noChangeArrowheads="1"/>
          </p:cNvSpPr>
          <p:nvPr/>
        </p:nvSpPr>
        <p:spPr bwMode="auto">
          <a:xfrm>
            <a:off x="77724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55</a:t>
            </a:r>
          </a:p>
        </p:txBody>
      </p:sp>
      <p:sp>
        <p:nvSpPr>
          <p:cNvPr id="1113231" name="Rectangle 143"/>
          <p:cNvSpPr>
            <a:spLocks noChangeArrowheads="1"/>
          </p:cNvSpPr>
          <p:nvPr/>
        </p:nvSpPr>
        <p:spPr bwMode="auto">
          <a:xfrm>
            <a:off x="51816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76</a:t>
            </a:r>
          </a:p>
        </p:txBody>
      </p:sp>
      <p:sp>
        <p:nvSpPr>
          <p:cNvPr id="1113232" name="Rectangle 144"/>
          <p:cNvSpPr>
            <a:spLocks noChangeArrowheads="1"/>
          </p:cNvSpPr>
          <p:nvPr/>
        </p:nvSpPr>
        <p:spPr bwMode="auto">
          <a:xfrm>
            <a:off x="83820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1113233" name="Rectangle 145"/>
          <p:cNvSpPr>
            <a:spLocks noChangeArrowheads="1"/>
          </p:cNvSpPr>
          <p:nvPr/>
        </p:nvSpPr>
        <p:spPr bwMode="auto">
          <a:xfrm>
            <a:off x="32004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113234" name="Rectangle 146"/>
          <p:cNvSpPr>
            <a:spLocks noChangeArrowheads="1"/>
          </p:cNvSpPr>
          <p:nvPr/>
        </p:nvSpPr>
        <p:spPr bwMode="auto">
          <a:xfrm>
            <a:off x="64770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38</a:t>
            </a:r>
          </a:p>
        </p:txBody>
      </p:sp>
      <p:sp>
        <p:nvSpPr>
          <p:cNvPr id="1113235" name="Rectangle 147"/>
          <p:cNvSpPr>
            <a:spLocks noChangeArrowheads="1"/>
          </p:cNvSpPr>
          <p:nvPr/>
        </p:nvSpPr>
        <p:spPr bwMode="auto">
          <a:xfrm>
            <a:off x="7086600" y="19859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 65  </a:t>
            </a:r>
          </a:p>
        </p:txBody>
      </p:sp>
      <p:sp>
        <p:nvSpPr>
          <p:cNvPr id="1113236" name="Rectangle 148"/>
          <p:cNvSpPr>
            <a:spLocks noChangeArrowheads="1"/>
          </p:cNvSpPr>
          <p:nvPr/>
        </p:nvSpPr>
        <p:spPr bwMode="auto">
          <a:xfrm>
            <a:off x="3810000" y="19859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49*</a:t>
            </a:r>
          </a:p>
        </p:txBody>
      </p:sp>
      <p:sp>
        <p:nvSpPr>
          <p:cNvPr id="1113237" name="Rectangle 149"/>
          <p:cNvSpPr>
            <a:spLocks noChangeArrowheads="1"/>
          </p:cNvSpPr>
          <p:nvPr/>
        </p:nvSpPr>
        <p:spPr bwMode="auto">
          <a:xfrm>
            <a:off x="77724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97</a:t>
            </a:r>
          </a:p>
        </p:txBody>
      </p:sp>
      <p:sp>
        <p:nvSpPr>
          <p:cNvPr id="1113238" name="Rectangle 150"/>
          <p:cNvSpPr>
            <a:spLocks noChangeArrowheads="1"/>
          </p:cNvSpPr>
          <p:nvPr/>
        </p:nvSpPr>
        <p:spPr bwMode="auto">
          <a:xfrm>
            <a:off x="44958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55</a:t>
            </a:r>
          </a:p>
        </p:txBody>
      </p:sp>
      <p:sp>
        <p:nvSpPr>
          <p:cNvPr id="1113239" name="Rectangle 151"/>
          <p:cNvSpPr>
            <a:spLocks noChangeArrowheads="1"/>
          </p:cNvSpPr>
          <p:nvPr/>
        </p:nvSpPr>
        <p:spPr bwMode="auto">
          <a:xfrm>
            <a:off x="25908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13240" name="Rectangle 152"/>
          <p:cNvSpPr>
            <a:spLocks noChangeArrowheads="1"/>
          </p:cNvSpPr>
          <p:nvPr/>
        </p:nvSpPr>
        <p:spPr bwMode="auto">
          <a:xfrm>
            <a:off x="44958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55</a:t>
            </a:r>
          </a:p>
        </p:txBody>
      </p:sp>
      <p:sp>
        <p:nvSpPr>
          <p:cNvPr id="1113241" name="Rectangle 153"/>
          <p:cNvSpPr>
            <a:spLocks noChangeArrowheads="1"/>
          </p:cNvSpPr>
          <p:nvPr/>
        </p:nvSpPr>
        <p:spPr bwMode="auto">
          <a:xfrm>
            <a:off x="83820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76</a:t>
            </a:r>
          </a:p>
        </p:txBody>
      </p:sp>
      <p:sp>
        <p:nvSpPr>
          <p:cNvPr id="1113242" name="Rectangle 154"/>
          <p:cNvSpPr>
            <a:spLocks noChangeArrowheads="1"/>
          </p:cNvSpPr>
          <p:nvPr/>
        </p:nvSpPr>
        <p:spPr bwMode="auto">
          <a:xfrm>
            <a:off x="5181600" y="19859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1113243" name="Rectangle 155"/>
          <p:cNvSpPr>
            <a:spLocks noChangeArrowheads="1"/>
          </p:cNvSpPr>
          <p:nvPr/>
        </p:nvSpPr>
        <p:spPr bwMode="auto">
          <a:xfrm>
            <a:off x="64770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55</a:t>
            </a:r>
          </a:p>
        </p:txBody>
      </p:sp>
      <p:sp>
        <p:nvSpPr>
          <p:cNvPr id="1113244" name="Rectangle 156"/>
          <p:cNvSpPr>
            <a:spLocks noChangeArrowheads="1"/>
          </p:cNvSpPr>
          <p:nvPr/>
        </p:nvSpPr>
        <p:spPr bwMode="auto">
          <a:xfrm>
            <a:off x="25908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 dirty="0">
                <a:highlight>
                  <a:srgbClr val="00FF00"/>
                </a:highlight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13245" name="Rectangle 157"/>
          <p:cNvSpPr>
            <a:spLocks noChangeArrowheads="1"/>
          </p:cNvSpPr>
          <p:nvPr/>
        </p:nvSpPr>
        <p:spPr bwMode="auto">
          <a:xfrm>
            <a:off x="32766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113246" name="Rectangle 158"/>
          <p:cNvSpPr>
            <a:spLocks noChangeArrowheads="1"/>
          </p:cNvSpPr>
          <p:nvPr/>
        </p:nvSpPr>
        <p:spPr bwMode="auto">
          <a:xfrm>
            <a:off x="51816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1113247" name="Rectangle 159"/>
          <p:cNvSpPr>
            <a:spLocks noChangeArrowheads="1"/>
          </p:cNvSpPr>
          <p:nvPr/>
        </p:nvSpPr>
        <p:spPr bwMode="auto">
          <a:xfrm>
            <a:off x="51816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 dirty="0">
                <a:ea typeface="宋体" panose="02010600030101010101" pitchFamily="2" charset="-122"/>
              </a:rPr>
              <a:t>27</a:t>
            </a:r>
          </a:p>
        </p:txBody>
      </p:sp>
      <p:sp>
        <p:nvSpPr>
          <p:cNvPr id="1113248" name="Rectangle 160"/>
          <p:cNvSpPr>
            <a:spLocks noChangeArrowheads="1"/>
          </p:cNvSpPr>
          <p:nvPr/>
        </p:nvSpPr>
        <p:spPr bwMode="auto">
          <a:xfrm>
            <a:off x="32766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 dirty="0"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1113249" name="Rectangle 161"/>
          <p:cNvSpPr>
            <a:spLocks noChangeArrowheads="1"/>
          </p:cNvSpPr>
          <p:nvPr/>
        </p:nvSpPr>
        <p:spPr bwMode="auto">
          <a:xfrm>
            <a:off x="58674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49</a:t>
            </a:r>
          </a:p>
        </p:txBody>
      </p:sp>
      <p:sp>
        <p:nvSpPr>
          <p:cNvPr id="1113250" name="Rectangle 162"/>
          <p:cNvSpPr>
            <a:spLocks noChangeArrowheads="1"/>
          </p:cNvSpPr>
          <p:nvPr/>
        </p:nvSpPr>
        <p:spPr bwMode="auto">
          <a:xfrm>
            <a:off x="3810000" y="26717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49*</a:t>
            </a:r>
          </a:p>
        </p:txBody>
      </p:sp>
      <p:sp>
        <p:nvSpPr>
          <p:cNvPr id="1113251" name="Rectangle 163"/>
          <p:cNvSpPr>
            <a:spLocks noChangeArrowheads="1"/>
          </p:cNvSpPr>
          <p:nvPr/>
        </p:nvSpPr>
        <p:spPr bwMode="auto">
          <a:xfrm>
            <a:off x="58674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49</a:t>
            </a:r>
          </a:p>
        </p:txBody>
      </p:sp>
      <p:sp>
        <p:nvSpPr>
          <p:cNvPr id="1113252" name="Rectangle 164"/>
          <p:cNvSpPr>
            <a:spLocks noChangeArrowheads="1"/>
          </p:cNvSpPr>
          <p:nvPr/>
        </p:nvSpPr>
        <p:spPr bwMode="auto">
          <a:xfrm>
            <a:off x="3810000" y="26717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49*</a:t>
            </a:r>
          </a:p>
        </p:txBody>
      </p:sp>
      <p:sp>
        <p:nvSpPr>
          <p:cNvPr id="1113253" name="Rectangle 165"/>
          <p:cNvSpPr>
            <a:spLocks noChangeArrowheads="1"/>
          </p:cNvSpPr>
          <p:nvPr/>
        </p:nvSpPr>
        <p:spPr bwMode="auto">
          <a:xfrm>
            <a:off x="83820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76</a:t>
            </a:r>
          </a:p>
        </p:txBody>
      </p:sp>
      <p:sp>
        <p:nvSpPr>
          <p:cNvPr id="1113254" name="Rectangle 166"/>
          <p:cNvSpPr>
            <a:spLocks noChangeArrowheads="1"/>
          </p:cNvSpPr>
          <p:nvPr/>
        </p:nvSpPr>
        <p:spPr bwMode="auto">
          <a:xfrm>
            <a:off x="44958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 dirty="0">
                <a:highlight>
                  <a:srgbClr val="00FF00"/>
                </a:highlight>
                <a:ea typeface="宋体" panose="02010600030101010101" pitchFamily="2" charset="-122"/>
              </a:rPr>
              <a:t>38</a:t>
            </a:r>
          </a:p>
        </p:txBody>
      </p:sp>
      <p:sp>
        <p:nvSpPr>
          <p:cNvPr id="1113255" name="Rectangle 167"/>
          <p:cNvSpPr>
            <a:spLocks noChangeArrowheads="1"/>
          </p:cNvSpPr>
          <p:nvPr/>
        </p:nvSpPr>
        <p:spPr bwMode="auto">
          <a:xfrm>
            <a:off x="83820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76</a:t>
            </a:r>
          </a:p>
        </p:txBody>
      </p:sp>
      <p:sp>
        <p:nvSpPr>
          <p:cNvPr id="1113256" name="Rectangle 168"/>
          <p:cNvSpPr>
            <a:spLocks noChangeArrowheads="1"/>
          </p:cNvSpPr>
          <p:nvPr/>
        </p:nvSpPr>
        <p:spPr bwMode="auto">
          <a:xfrm>
            <a:off x="7086600" y="26717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 65  </a:t>
            </a:r>
          </a:p>
        </p:txBody>
      </p:sp>
      <p:sp>
        <p:nvSpPr>
          <p:cNvPr id="1113257" name="Rectangle 169"/>
          <p:cNvSpPr>
            <a:spLocks noChangeArrowheads="1"/>
          </p:cNvSpPr>
          <p:nvPr/>
        </p:nvSpPr>
        <p:spPr bwMode="auto">
          <a:xfrm>
            <a:off x="7086600" y="26717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highlight>
                  <a:srgbClr val="00FF00"/>
                </a:highlight>
                <a:ea typeface="宋体" panose="02010600030101010101" pitchFamily="2" charset="-122"/>
              </a:rPr>
              <a:t>65</a:t>
            </a:r>
            <a:r>
              <a:rPr lang="en-US" altLang="zh-CN" sz="2000" dirty="0"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1113258" name="Rectangle 170"/>
          <p:cNvSpPr>
            <a:spLocks noChangeArrowheads="1"/>
          </p:cNvSpPr>
          <p:nvPr/>
        </p:nvSpPr>
        <p:spPr bwMode="auto">
          <a:xfrm>
            <a:off x="77724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rgbClr val="FF00FF"/>
                </a:solidFill>
                <a:ea typeface="宋体" panose="02010600030101010101" pitchFamily="2" charset="-122"/>
              </a:rPr>
              <a:t>97</a:t>
            </a:r>
          </a:p>
        </p:txBody>
      </p:sp>
      <p:sp>
        <p:nvSpPr>
          <p:cNvPr id="1113259" name="Rectangle 171"/>
          <p:cNvSpPr>
            <a:spLocks noChangeArrowheads="1"/>
          </p:cNvSpPr>
          <p:nvPr/>
        </p:nvSpPr>
        <p:spPr bwMode="auto">
          <a:xfrm>
            <a:off x="7772400" y="2671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ea typeface="宋体" panose="02010600030101010101" pitchFamily="2" charset="-122"/>
              </a:rPr>
              <a:t>97</a:t>
            </a:r>
          </a:p>
        </p:txBody>
      </p:sp>
      <p:grpSp>
        <p:nvGrpSpPr>
          <p:cNvPr id="2" name="Group 172"/>
          <p:cNvGrpSpPr>
            <a:grpSpLocks/>
          </p:cNvGrpSpPr>
          <p:nvPr/>
        </p:nvGrpSpPr>
        <p:grpSpPr bwMode="auto">
          <a:xfrm>
            <a:off x="2590800" y="3433763"/>
            <a:ext cx="6096000" cy="304800"/>
            <a:chOff x="1728" y="3072"/>
            <a:chExt cx="3840" cy="192"/>
          </a:xfrm>
        </p:grpSpPr>
        <p:sp>
          <p:nvSpPr>
            <p:cNvPr id="38062" name="Rectangle 173"/>
            <p:cNvSpPr>
              <a:spLocks noChangeArrowheads="1"/>
            </p:cNvSpPr>
            <p:nvPr/>
          </p:nvSpPr>
          <p:spPr bwMode="auto">
            <a:xfrm>
              <a:off x="4176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55</a:t>
              </a:r>
            </a:p>
          </p:txBody>
        </p:sp>
        <p:sp>
          <p:nvSpPr>
            <p:cNvPr id="38063" name="Rectangle 174"/>
            <p:cNvSpPr>
              <a:spLocks noChangeArrowheads="1"/>
            </p:cNvSpPr>
            <p:nvPr/>
          </p:nvSpPr>
          <p:spPr bwMode="auto">
            <a:xfrm>
              <a:off x="1728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13</a:t>
              </a:r>
            </a:p>
          </p:txBody>
        </p:sp>
        <p:sp>
          <p:nvSpPr>
            <p:cNvPr id="38064" name="Rectangle 175"/>
            <p:cNvSpPr>
              <a:spLocks noChangeArrowheads="1"/>
            </p:cNvSpPr>
            <p:nvPr/>
          </p:nvSpPr>
          <p:spPr bwMode="auto">
            <a:xfrm>
              <a:off x="3360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27</a:t>
              </a:r>
            </a:p>
          </p:txBody>
        </p:sp>
        <p:sp>
          <p:nvSpPr>
            <p:cNvPr id="38065" name="Rectangle 176"/>
            <p:cNvSpPr>
              <a:spLocks noChangeArrowheads="1"/>
            </p:cNvSpPr>
            <p:nvPr/>
          </p:nvSpPr>
          <p:spPr bwMode="auto">
            <a:xfrm>
              <a:off x="2160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04</a:t>
              </a:r>
            </a:p>
          </p:txBody>
        </p:sp>
        <p:sp>
          <p:nvSpPr>
            <p:cNvPr id="38066" name="Rectangle 177"/>
            <p:cNvSpPr>
              <a:spLocks noChangeArrowheads="1"/>
            </p:cNvSpPr>
            <p:nvPr/>
          </p:nvSpPr>
          <p:spPr bwMode="auto">
            <a:xfrm>
              <a:off x="3792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49</a:t>
              </a:r>
            </a:p>
          </p:txBody>
        </p:sp>
        <p:sp>
          <p:nvSpPr>
            <p:cNvPr id="38067" name="Rectangle 178"/>
            <p:cNvSpPr>
              <a:spLocks noChangeArrowheads="1"/>
            </p:cNvSpPr>
            <p:nvPr/>
          </p:nvSpPr>
          <p:spPr bwMode="auto">
            <a:xfrm>
              <a:off x="2496" y="3072"/>
              <a:ext cx="288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49*</a:t>
              </a:r>
            </a:p>
          </p:txBody>
        </p:sp>
        <p:sp>
          <p:nvSpPr>
            <p:cNvPr id="38068" name="Rectangle 179"/>
            <p:cNvSpPr>
              <a:spLocks noChangeArrowheads="1"/>
            </p:cNvSpPr>
            <p:nvPr/>
          </p:nvSpPr>
          <p:spPr bwMode="auto">
            <a:xfrm>
              <a:off x="2928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38</a:t>
              </a:r>
            </a:p>
          </p:txBody>
        </p:sp>
        <p:sp>
          <p:nvSpPr>
            <p:cNvPr id="38069" name="Rectangle 180"/>
            <p:cNvSpPr>
              <a:spLocks noChangeArrowheads="1"/>
            </p:cNvSpPr>
            <p:nvPr/>
          </p:nvSpPr>
          <p:spPr bwMode="auto">
            <a:xfrm>
              <a:off x="5376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76</a:t>
              </a:r>
            </a:p>
          </p:txBody>
        </p:sp>
        <p:sp>
          <p:nvSpPr>
            <p:cNvPr id="38070" name="Rectangle 181"/>
            <p:cNvSpPr>
              <a:spLocks noChangeArrowheads="1"/>
            </p:cNvSpPr>
            <p:nvPr/>
          </p:nvSpPr>
          <p:spPr bwMode="auto">
            <a:xfrm>
              <a:off x="4560" y="3072"/>
              <a:ext cx="288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 65  </a:t>
              </a:r>
            </a:p>
          </p:txBody>
        </p:sp>
        <p:sp>
          <p:nvSpPr>
            <p:cNvPr id="38071" name="Rectangle 182"/>
            <p:cNvSpPr>
              <a:spLocks noChangeArrowheads="1"/>
            </p:cNvSpPr>
            <p:nvPr/>
          </p:nvSpPr>
          <p:spPr bwMode="auto">
            <a:xfrm>
              <a:off x="4992" y="3072"/>
              <a:ext cx="1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97</a:t>
              </a:r>
            </a:p>
          </p:txBody>
        </p:sp>
      </p:grpSp>
      <p:sp>
        <p:nvSpPr>
          <p:cNvPr id="1113271" name="Rectangle 183"/>
          <p:cNvSpPr>
            <a:spLocks noChangeArrowheads="1"/>
          </p:cNvSpPr>
          <p:nvPr/>
        </p:nvSpPr>
        <p:spPr bwMode="auto">
          <a:xfrm>
            <a:off x="3276600" y="3433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13272" name="Rectangle 184"/>
          <p:cNvSpPr>
            <a:spLocks noChangeArrowheads="1"/>
          </p:cNvSpPr>
          <p:nvPr/>
        </p:nvSpPr>
        <p:spPr bwMode="auto">
          <a:xfrm>
            <a:off x="3810000" y="3433763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 27  </a:t>
            </a:r>
          </a:p>
        </p:txBody>
      </p:sp>
      <p:sp>
        <p:nvSpPr>
          <p:cNvPr id="1113273" name="Rectangle 185"/>
          <p:cNvSpPr>
            <a:spLocks noChangeArrowheads="1"/>
          </p:cNvSpPr>
          <p:nvPr/>
        </p:nvSpPr>
        <p:spPr bwMode="auto">
          <a:xfrm>
            <a:off x="2590800" y="3433763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1113274" name="Rectangle 186"/>
          <p:cNvSpPr>
            <a:spLocks noChangeArrowheads="1"/>
          </p:cNvSpPr>
          <p:nvPr/>
        </p:nvSpPr>
        <p:spPr bwMode="auto">
          <a:xfrm>
            <a:off x="5105400" y="3433763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49*</a:t>
            </a:r>
          </a:p>
        </p:txBody>
      </p:sp>
      <p:sp>
        <p:nvSpPr>
          <p:cNvPr id="1113275" name="Rectangle 187"/>
          <p:cNvSpPr>
            <a:spLocks noChangeArrowheads="1"/>
          </p:cNvSpPr>
          <p:nvPr/>
        </p:nvSpPr>
        <p:spPr bwMode="auto">
          <a:xfrm>
            <a:off x="7772400" y="3433763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 76  </a:t>
            </a:r>
          </a:p>
        </p:txBody>
      </p:sp>
      <p:sp>
        <p:nvSpPr>
          <p:cNvPr id="1113276" name="Rectangle 188"/>
          <p:cNvSpPr>
            <a:spLocks noChangeArrowheads="1"/>
          </p:cNvSpPr>
          <p:nvPr/>
        </p:nvSpPr>
        <p:spPr bwMode="auto">
          <a:xfrm>
            <a:off x="8382000" y="3433763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 97  </a:t>
            </a:r>
          </a:p>
        </p:txBody>
      </p:sp>
      <p:sp>
        <p:nvSpPr>
          <p:cNvPr id="1113278" name="Text Box 190"/>
          <p:cNvSpPr txBox="1">
            <a:spLocks noChangeArrowheads="1"/>
          </p:cNvSpPr>
          <p:nvPr/>
        </p:nvSpPr>
        <p:spPr bwMode="auto">
          <a:xfrm>
            <a:off x="685800" y="766763"/>
            <a:ext cx="685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r[i]</a:t>
            </a:r>
          </a:p>
        </p:txBody>
      </p:sp>
      <p:sp>
        <p:nvSpPr>
          <p:cNvPr id="1113280" name="Rectangle 192"/>
          <p:cNvSpPr>
            <a:spLocks noChangeArrowheads="1"/>
          </p:cNvSpPr>
          <p:nvPr/>
        </p:nvSpPr>
        <p:spPr bwMode="auto">
          <a:xfrm>
            <a:off x="355600" y="4005263"/>
            <a:ext cx="8001000" cy="1516062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en-US" altLang="zh-CN">
                <a:solidFill>
                  <a:srgbClr val="FF3300"/>
                </a:solidFill>
              </a:rPr>
              <a:t>dk </a:t>
            </a:r>
            <a:r>
              <a:rPr lang="zh-CN" altLang="en-US">
                <a:solidFill>
                  <a:srgbClr val="FF3300"/>
                </a:solidFill>
              </a:rPr>
              <a:t>值较大</a:t>
            </a:r>
            <a:r>
              <a:rPr lang="zh-CN" altLang="en-US"/>
              <a:t>，子序列中</a:t>
            </a:r>
            <a:r>
              <a:rPr lang="zh-CN" altLang="en-US">
                <a:solidFill>
                  <a:srgbClr val="FF3300"/>
                </a:solidFill>
              </a:rPr>
              <a:t>对象较少</a:t>
            </a:r>
            <a:r>
              <a:rPr lang="zh-CN" altLang="en-US"/>
              <a:t>，速度</a:t>
            </a:r>
            <a:r>
              <a:rPr lang="zh-CN" altLang="en-US">
                <a:solidFill>
                  <a:srgbClr val="FF3300"/>
                </a:solidFill>
              </a:rPr>
              <a:t>较快</a:t>
            </a:r>
            <a:r>
              <a:rPr lang="zh-CN" altLang="en-US"/>
              <a:t>；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en-US" altLang="zh-CN">
                <a:solidFill>
                  <a:srgbClr val="FF3300"/>
                </a:solidFill>
              </a:rPr>
              <a:t>dk </a:t>
            </a:r>
            <a:r>
              <a:rPr lang="zh-CN" altLang="en-US">
                <a:solidFill>
                  <a:srgbClr val="FF3300"/>
                </a:solidFill>
              </a:rPr>
              <a:t>值</a:t>
            </a:r>
            <a:r>
              <a:rPr lang="zh-CN" altLang="en-US"/>
              <a:t>逐渐</a:t>
            </a:r>
            <a:r>
              <a:rPr lang="zh-CN" altLang="en-US">
                <a:solidFill>
                  <a:srgbClr val="FF3300"/>
                </a:solidFill>
              </a:rPr>
              <a:t>变小</a:t>
            </a:r>
            <a:r>
              <a:rPr lang="zh-CN" altLang="en-US"/>
              <a:t>，子序列中</a:t>
            </a:r>
            <a:r>
              <a:rPr lang="zh-CN" altLang="en-US">
                <a:solidFill>
                  <a:srgbClr val="FF3300"/>
                </a:solidFill>
              </a:rPr>
              <a:t>对象变多</a:t>
            </a:r>
            <a:r>
              <a:rPr lang="zh-CN" altLang="en-US"/>
              <a:t>，但大多数</a:t>
            </a:r>
            <a:r>
              <a:rPr lang="zh-CN" altLang="en-US">
                <a:solidFill>
                  <a:srgbClr val="FF3300"/>
                </a:solidFill>
              </a:rPr>
              <a:t>对象已基本有序</a:t>
            </a:r>
            <a:r>
              <a:rPr lang="zh-CN" altLang="en-US"/>
              <a:t>，所以排序速度仍然很快。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3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3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3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3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13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3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111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11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111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11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111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11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111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111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111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111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5" dur="500"/>
                                        <p:tgtEl>
                                          <p:spTgt spid="111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111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4" dur="500"/>
                                        <p:tgtEl>
                                          <p:spTgt spid="111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111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3" dur="500"/>
                                        <p:tgtEl>
                                          <p:spTgt spid="111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111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2" dur="500"/>
                                        <p:tgtEl>
                                          <p:spTgt spid="111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500"/>
                                        <p:tgtEl>
                                          <p:spTgt spid="111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1" dur="500"/>
                                        <p:tgtEl>
                                          <p:spTgt spid="111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111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11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1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6" dur="500"/>
                                        <p:tgtEl>
                                          <p:spTgt spid="111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0" dur="500"/>
                                        <p:tgtEl>
                                          <p:spTgt spid="111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4" dur="500"/>
                                        <p:tgtEl>
                                          <p:spTgt spid="111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8" dur="500"/>
                                        <p:tgtEl>
                                          <p:spTgt spid="111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3" dur="500"/>
                                        <p:tgtEl>
                                          <p:spTgt spid="111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111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9" dur="500"/>
                                        <p:tgtEl>
                                          <p:spTgt spid="111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3" dur="500"/>
                                        <p:tgtEl>
                                          <p:spTgt spid="111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7" dur="500"/>
                                        <p:tgtEl>
                                          <p:spTgt spid="111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2" dur="500"/>
                                        <p:tgtEl>
                                          <p:spTgt spid="111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111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4" dur="500"/>
                                        <p:tgtEl>
                                          <p:spTgt spid="111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8" dur="500"/>
                                        <p:tgtEl>
                                          <p:spTgt spid="111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2" dur="500"/>
                                        <p:tgtEl>
                                          <p:spTgt spid="111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113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113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8" dur="500"/>
                                        <p:tgtEl>
                                          <p:spTgt spid="111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2" dur="500"/>
                                        <p:tgtEl>
                                          <p:spTgt spid="111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6" dur="500"/>
                                        <p:tgtEl>
                                          <p:spTgt spid="111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0" dur="500"/>
                                        <p:tgtEl>
                                          <p:spTgt spid="111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4" dur="500"/>
                                        <p:tgtEl>
                                          <p:spTgt spid="111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8" dur="500"/>
                                        <p:tgtEl>
                                          <p:spTgt spid="111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113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113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1113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1113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2" grpId="0" animBg="1"/>
      <p:bldP spid="1113217" grpId="0"/>
      <p:bldP spid="1113218" grpId="0"/>
      <p:bldP spid="1113219" grpId="0"/>
      <p:bldP spid="1113220" grpId="0"/>
      <p:bldP spid="1113221" grpId="0" animBg="1"/>
      <p:bldP spid="1113222" grpId="0" animBg="1"/>
      <p:bldP spid="1113223" grpId="0" animBg="1"/>
      <p:bldP spid="1113224" grpId="0" animBg="1"/>
      <p:bldP spid="1113225" grpId="0" animBg="1"/>
      <p:bldP spid="1113226" grpId="0" animBg="1"/>
      <p:bldP spid="1113227" grpId="0" animBg="1"/>
      <p:bldP spid="1113228" grpId="0" animBg="1"/>
      <p:bldP spid="1113229" grpId="0" animBg="1"/>
      <p:bldP spid="1113230" grpId="0" animBg="1"/>
      <p:bldP spid="1113231" grpId="0" animBg="1"/>
      <p:bldP spid="1113232" grpId="0" animBg="1"/>
      <p:bldP spid="1113233" grpId="0" animBg="1"/>
      <p:bldP spid="1113234" grpId="0" animBg="1"/>
      <p:bldP spid="1113235" grpId="0" animBg="1"/>
      <p:bldP spid="1113236" grpId="0" animBg="1"/>
      <p:bldP spid="1113237" grpId="0" animBg="1"/>
      <p:bldP spid="1113238" grpId="0" animBg="1"/>
      <p:bldP spid="1113239" grpId="0" animBg="1"/>
      <p:bldP spid="1113240" grpId="0" animBg="1"/>
      <p:bldP spid="1113241" grpId="0" animBg="1"/>
      <p:bldP spid="1113242" grpId="0" animBg="1"/>
      <p:bldP spid="1113243" grpId="0" animBg="1"/>
      <p:bldP spid="1113244" grpId="0" animBg="1"/>
      <p:bldP spid="1113245" grpId="0" animBg="1"/>
      <p:bldP spid="1113246" grpId="0" animBg="1"/>
      <p:bldP spid="1113247" grpId="0" animBg="1"/>
      <p:bldP spid="1113248" grpId="0" animBg="1"/>
      <p:bldP spid="1113249" grpId="0" animBg="1"/>
      <p:bldP spid="1113250" grpId="0" animBg="1"/>
      <p:bldP spid="1113251" grpId="0" animBg="1"/>
      <p:bldP spid="1113252" grpId="0" animBg="1"/>
      <p:bldP spid="1113253" grpId="0" animBg="1"/>
      <p:bldP spid="1113254" grpId="0" animBg="1"/>
      <p:bldP spid="1113255" grpId="0" animBg="1"/>
      <p:bldP spid="1113256" grpId="0" animBg="1"/>
      <p:bldP spid="1113257" grpId="0" animBg="1"/>
      <p:bldP spid="1113258" grpId="0" animBg="1"/>
      <p:bldP spid="1113259" grpId="0" animBg="1"/>
      <p:bldP spid="1113271" grpId="0" animBg="1"/>
      <p:bldP spid="1113272" grpId="0" animBg="1"/>
      <p:bldP spid="1113273" grpId="0" animBg="1"/>
      <p:bldP spid="1113274" grpId="0" animBg="1"/>
      <p:bldP spid="1113275" grpId="0" animBg="1"/>
      <p:bldP spid="1113276" grpId="0" animBg="1"/>
      <p:bldP spid="1113278" grpId="0"/>
      <p:bldP spid="111328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希尔排序例子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557338"/>
            <a:ext cx="55451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33600"/>
            <a:ext cx="27813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2133600"/>
            <a:ext cx="29146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Line 9"/>
          <p:cNvSpPr>
            <a:spLocks noChangeShapeType="1"/>
          </p:cNvSpPr>
          <p:nvPr/>
        </p:nvSpPr>
        <p:spPr bwMode="auto">
          <a:xfrm>
            <a:off x="3779838" y="2924175"/>
            <a:ext cx="10795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7" name="Text Box 10"/>
          <p:cNvSpPr txBox="1">
            <a:spLocks noChangeArrowheads="1"/>
          </p:cNvSpPr>
          <p:nvPr/>
        </p:nvSpPr>
        <p:spPr bwMode="auto">
          <a:xfrm>
            <a:off x="250825" y="2708275"/>
            <a:ext cx="596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d=5</a:t>
            </a:r>
          </a:p>
        </p:txBody>
      </p:sp>
      <p:pic>
        <p:nvPicPr>
          <p:cNvPr id="40968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4422775"/>
            <a:ext cx="15525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9" name="Text Box 12"/>
          <p:cNvSpPr txBox="1">
            <a:spLocks noChangeArrowheads="1"/>
          </p:cNvSpPr>
          <p:nvPr/>
        </p:nvSpPr>
        <p:spPr bwMode="auto">
          <a:xfrm>
            <a:off x="8439150" y="5229225"/>
            <a:ext cx="596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d=3</a:t>
            </a:r>
          </a:p>
        </p:txBody>
      </p:sp>
      <p:sp>
        <p:nvSpPr>
          <p:cNvPr id="40970" name="Text Box 14"/>
          <p:cNvSpPr txBox="1">
            <a:spLocks noChangeArrowheads="1"/>
          </p:cNvSpPr>
          <p:nvPr/>
        </p:nvSpPr>
        <p:spPr bwMode="auto">
          <a:xfrm>
            <a:off x="3708400" y="2420938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插入排序</a:t>
            </a:r>
          </a:p>
        </p:txBody>
      </p:sp>
      <p:pic>
        <p:nvPicPr>
          <p:cNvPr id="40971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4437063"/>
            <a:ext cx="15716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2" name="Line 16"/>
          <p:cNvSpPr>
            <a:spLocks noChangeShapeType="1"/>
          </p:cNvSpPr>
          <p:nvPr/>
        </p:nvSpPr>
        <p:spPr bwMode="auto">
          <a:xfrm flipH="1">
            <a:off x="5846763" y="5516563"/>
            <a:ext cx="7921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3" name="Text Box 17"/>
          <p:cNvSpPr txBox="1">
            <a:spLocks noChangeArrowheads="1"/>
          </p:cNvSpPr>
          <p:nvPr/>
        </p:nvSpPr>
        <p:spPr bwMode="auto">
          <a:xfrm>
            <a:off x="468313" y="4868863"/>
            <a:ext cx="38036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最后以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步长进行排序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（此时就是简单的插入排序了）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D19524-2ABE-6BA1-F820-9C9460181110}"/>
              </a:ext>
            </a:extLst>
          </p:cNvPr>
          <p:cNvSpPr txBox="1"/>
          <p:nvPr/>
        </p:nvSpPr>
        <p:spPr>
          <a:xfrm>
            <a:off x="250825" y="3733800"/>
            <a:ext cx="4433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highlight>
                  <a:srgbClr val="00FF00"/>
                </a:highlight>
              </a:rPr>
              <a:t>d =5</a:t>
            </a:r>
            <a:r>
              <a:rPr lang="zh-CN" altLang="en-US" sz="2000" dirty="0">
                <a:highlight>
                  <a:srgbClr val="00FF00"/>
                </a:highlight>
              </a:rPr>
              <a:t>时</a:t>
            </a:r>
            <a:r>
              <a:rPr lang="en-US" altLang="zh-CN" sz="2000" dirty="0">
                <a:highlight>
                  <a:srgbClr val="00FF00"/>
                </a:highlight>
              </a:rPr>
              <a:t>,</a:t>
            </a:r>
            <a:r>
              <a:rPr lang="zh-CN" altLang="en-US" sz="2000" dirty="0">
                <a:highlight>
                  <a:srgbClr val="00FF00"/>
                </a:highlight>
              </a:rPr>
              <a:t>每</a:t>
            </a:r>
            <a:r>
              <a:rPr lang="en-US" altLang="zh-CN" sz="2000" dirty="0">
                <a:highlight>
                  <a:srgbClr val="00FF00"/>
                </a:highlight>
              </a:rPr>
              <a:t>5</a:t>
            </a:r>
            <a:r>
              <a:rPr lang="zh-CN" altLang="en-US" sz="2000" dirty="0">
                <a:highlight>
                  <a:srgbClr val="00FF00"/>
                </a:highlight>
              </a:rPr>
              <a:t>个为一组</a:t>
            </a:r>
            <a:r>
              <a:rPr lang="en-US" altLang="zh-CN" sz="2000" dirty="0">
                <a:highlight>
                  <a:srgbClr val="00FF00"/>
                </a:highlight>
              </a:rPr>
              <a:t>(eg.1,6,11,16,21,..)</a:t>
            </a:r>
            <a:r>
              <a:rPr lang="zh-CN" altLang="en-US" sz="2000" dirty="0">
                <a:highlight>
                  <a:srgbClr val="00FF00"/>
                </a:highlight>
              </a:rPr>
              <a:t>此处即每一列为一组</a:t>
            </a:r>
          </a:p>
        </p:txBody>
      </p:sp>
    </p:spTree>
    <p:extLst>
      <p:ext uri="{BB962C8B-B14F-4D97-AF65-F5344CB8AC3E}">
        <p14:creationId xmlns:p14="http://schemas.microsoft.com/office/powerpoint/2010/main" val="2878925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987" name="Text Box 4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105000"/>
              </a:lnSpc>
            </a:pPr>
            <a:r>
              <a:rPr kumimoji="1" lang="zh-CN" altLang="en-US"/>
              <a:t>希尔排序是基于插入排序的以下两点性质而提出改进方法的：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kumimoji="1" lang="en-US" altLang="zh-CN"/>
              <a:t>1</a:t>
            </a:r>
            <a:r>
              <a:rPr kumimoji="1" lang="zh-CN" altLang="en-US"/>
              <a:t>）插入排序在对几乎已经排好序的数据操作时， 效率高， 即可以达到线性排序的效率； 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kumimoji="1" lang="en-US" altLang="zh-CN"/>
              <a:t>2</a:t>
            </a:r>
            <a:r>
              <a:rPr kumimoji="1" lang="zh-CN" altLang="en-US"/>
              <a:t>）但插入排序一般来说是低效的， 因为插入排序每次只能将数据移动一位。 </a:t>
            </a:r>
          </a:p>
        </p:txBody>
      </p:sp>
    </p:spTree>
    <p:extLst>
      <p:ext uri="{BB962C8B-B14F-4D97-AF65-F5344CB8AC3E}">
        <p14:creationId xmlns:p14="http://schemas.microsoft.com/office/powerpoint/2010/main" val="2072656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40962" name="Rectangle 7"/>
          <p:cNvSpPr>
            <a:spLocks noChangeArrowheads="1"/>
          </p:cNvSpPr>
          <p:nvPr/>
        </p:nvSpPr>
        <p:spPr bwMode="auto">
          <a:xfrm>
            <a:off x="323850" y="765175"/>
            <a:ext cx="8029575" cy="2525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时间复杂度</a:t>
            </a:r>
            <a:r>
              <a:rPr lang="zh-CN" altLang="en-US"/>
              <a:t>是</a:t>
            </a:r>
            <a:r>
              <a:rPr lang="en-US" altLang="zh-CN"/>
              <a:t>n</a:t>
            </a:r>
            <a:r>
              <a:rPr lang="zh-CN" altLang="en-US"/>
              <a:t>和</a:t>
            </a:r>
            <a:r>
              <a:rPr lang="en-US" altLang="zh-CN"/>
              <a:t>d</a:t>
            </a:r>
            <a:r>
              <a:rPr lang="zh-CN" altLang="en-US"/>
              <a:t>的函数：</a:t>
            </a: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zh-CN" altLang="en-US">
              <a:sym typeface="Symbol" panose="05050102010706020507" pitchFamily="18" charset="2"/>
            </a:endParaRP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ea typeface="仿宋_GB2312"/>
                <a:cs typeface="仿宋_GB2312"/>
              </a:rPr>
              <a:t>空间复杂度为 </a:t>
            </a:r>
            <a:r>
              <a:rPr lang="en-US" altLang="zh-CN">
                <a:solidFill>
                  <a:srgbClr val="FF3300"/>
                </a:solidFill>
                <a:ea typeface="仿宋_GB2312"/>
                <a:cs typeface="仿宋_GB2312"/>
              </a:rPr>
              <a:t>o(</a:t>
            </a:r>
            <a:r>
              <a:rPr lang="en-US" altLang="zh-CN" i="1">
                <a:solidFill>
                  <a:srgbClr val="FF3300"/>
                </a:solidFill>
                <a:ea typeface="仿宋_GB2312"/>
                <a:cs typeface="仿宋_GB2312"/>
              </a:rPr>
              <a:t>1</a:t>
            </a:r>
            <a:r>
              <a:rPr lang="en-US" altLang="zh-CN">
                <a:solidFill>
                  <a:srgbClr val="FF3300"/>
                </a:solidFill>
                <a:ea typeface="仿宋_GB2312"/>
                <a:cs typeface="仿宋_GB2312"/>
              </a:rPr>
              <a:t>)</a:t>
            </a:r>
            <a:endParaRPr lang="en-US" altLang="zh-CN">
              <a:solidFill>
                <a:srgbClr val="FF3300"/>
              </a:solidFill>
              <a:latin typeface="楷体_GB2312"/>
            </a:endParaRP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是一种</a:t>
            </a:r>
            <a:r>
              <a:rPr lang="zh-CN" altLang="en-US">
                <a:solidFill>
                  <a:srgbClr val="FF3300"/>
                </a:solidFill>
              </a:rPr>
              <a:t>不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稳定</a:t>
            </a:r>
            <a:r>
              <a:rPr lang="zh-CN" altLang="en-US">
                <a:latin typeface="楷体_GB2312"/>
              </a:rPr>
              <a:t>的排序方法</a:t>
            </a:r>
          </a:p>
        </p:txBody>
      </p:sp>
      <p:sp>
        <p:nvSpPr>
          <p:cNvPr id="1115144" name="Rectangle 8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1115141" name="Rectangle 5"/>
          <p:cNvSpPr>
            <a:spLocks noChangeArrowheads="1"/>
          </p:cNvSpPr>
          <p:nvPr/>
        </p:nvSpPr>
        <p:spPr bwMode="auto">
          <a:xfrm>
            <a:off x="1692275" y="1519238"/>
            <a:ext cx="5832046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O(</a:t>
            </a:r>
            <a:r>
              <a:rPr kumimoji="1" lang="en-US" altLang="zh-CN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n</a:t>
            </a:r>
            <a:r>
              <a:rPr kumimoji="1" lang="en-US" altLang="zh-CN" baseline="30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1.25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）～</a:t>
            </a:r>
            <a:r>
              <a:rPr kumimoji="1"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O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（</a:t>
            </a:r>
            <a:r>
              <a:rPr kumimoji="1"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1.6</a:t>
            </a:r>
            <a:r>
              <a:rPr kumimoji="1" lang="en-US" altLang="zh-CN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n</a:t>
            </a:r>
            <a:r>
              <a:rPr kumimoji="1" lang="en-US" altLang="zh-CN" baseline="30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1.25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）</a:t>
            </a:r>
            <a:r>
              <a:rPr kumimoji="1" lang="en-US" altLang="zh-CN" dirty="0"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—</a:t>
            </a:r>
            <a:r>
              <a:rPr kumimoji="1" lang="zh-CN" altLang="en-US" dirty="0"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经验公式</a:t>
            </a:r>
          </a:p>
        </p:txBody>
      </p:sp>
      <p:sp>
        <p:nvSpPr>
          <p:cNvPr id="1115145" name="Rectangle 9"/>
          <p:cNvSpPr>
            <a:spLocks noChangeArrowheads="1"/>
          </p:cNvSpPr>
          <p:nvPr/>
        </p:nvSpPr>
        <p:spPr bwMode="auto">
          <a:xfrm>
            <a:off x="323850" y="3789363"/>
            <a:ext cx="8223250" cy="15446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Clr>
                <a:srgbClr val="CC00CC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ym typeface="Symbol" panose="05050102010706020507" pitchFamily="18" charset="2"/>
              </a:rPr>
              <a:t>如何选择最佳</a:t>
            </a:r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zh-CN" altLang="en-US" dirty="0">
                <a:sym typeface="Symbol" panose="05050102010706020507" pitchFamily="18" charset="2"/>
              </a:rPr>
              <a:t>序列，目前</a:t>
            </a:r>
            <a:r>
              <a:rPr lang="zh-CN" altLang="en-US" dirty="0">
                <a:solidFill>
                  <a:srgbClr val="FF3300"/>
                </a:solidFill>
                <a:sym typeface="Symbol" panose="05050102010706020507" pitchFamily="18" charset="2"/>
              </a:rPr>
              <a:t>尚未解决</a:t>
            </a:r>
          </a:p>
          <a:p>
            <a:pPr lvl="1">
              <a:spcBef>
                <a:spcPct val="20000"/>
              </a:spcBef>
              <a:buClr>
                <a:srgbClr val="CC00CC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ym typeface="Symbol" panose="05050102010706020507" pitchFamily="18" charset="2"/>
              </a:rPr>
              <a:t>最后一个增量值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sym typeface="Symbol" panose="05050102010706020507" pitchFamily="18" charset="2"/>
              </a:rPr>
              <a:t>必须为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FF3300"/>
                </a:solidFill>
                <a:sym typeface="Symbol" panose="05050102010706020507" pitchFamily="18" charset="2"/>
              </a:rPr>
              <a:t>，</a:t>
            </a:r>
            <a:r>
              <a:rPr lang="zh-CN" altLang="en-US" dirty="0"/>
              <a:t>无除</a:t>
            </a:r>
            <a:r>
              <a:rPr lang="en-US" altLang="zh-CN" dirty="0"/>
              <a:t>1</a:t>
            </a:r>
            <a:r>
              <a:rPr lang="zh-CN" altLang="en-US" dirty="0"/>
              <a:t>以外的公因子</a:t>
            </a:r>
            <a:endParaRPr lang="zh-CN" altLang="en-US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lvl="1">
              <a:spcBef>
                <a:spcPct val="20000"/>
              </a:spcBef>
              <a:buClr>
                <a:srgbClr val="CC00CC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sym typeface="Symbol" panose="05050102010706020507" pitchFamily="18" charset="2"/>
              </a:rPr>
              <a:t>不宜在链式存储结构</a:t>
            </a:r>
            <a:r>
              <a:rPr lang="zh-CN" altLang="en-US" dirty="0">
                <a:sym typeface="Symbol" panose="05050102010706020507" pitchFamily="18" charset="2"/>
              </a:rPr>
              <a:t>上实现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514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514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1514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1514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151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1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1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5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5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15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15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15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15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15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15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15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15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45" grpId="0" build="p" bldLvl="2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41986" name="Rectangle 6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4000">
                <a:solidFill>
                  <a:srgbClr val="CC00CC"/>
                </a:solidFill>
                <a:latin typeface="楷体_GB2312"/>
              </a:rPr>
              <a:t>8.3 </a:t>
            </a:r>
            <a:r>
              <a:rPr lang="zh-CN" altLang="en-US" sz="4000">
                <a:solidFill>
                  <a:srgbClr val="CC00CC"/>
                </a:solidFill>
                <a:latin typeface="楷体_GB2312"/>
              </a:rPr>
              <a:t>交换排序</a:t>
            </a:r>
          </a:p>
        </p:txBody>
      </p:sp>
      <p:sp>
        <p:nvSpPr>
          <p:cNvPr id="41987" name="Line 7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988" name="Picture 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8409" name="Rectangle 9"/>
          <p:cNvSpPr>
            <a:spLocks noChangeArrowheads="1"/>
          </p:cNvSpPr>
          <p:nvPr/>
        </p:nvSpPr>
        <p:spPr bwMode="auto">
          <a:xfrm>
            <a:off x="228600" y="1341438"/>
            <a:ext cx="85344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基本思想：</a:t>
            </a:r>
          </a:p>
        </p:txBody>
      </p:sp>
      <p:sp>
        <p:nvSpPr>
          <p:cNvPr id="41990" name="Rectangle 10"/>
          <p:cNvSpPr>
            <a:spLocks noChangeArrowheads="1"/>
          </p:cNvSpPr>
          <p:nvPr/>
        </p:nvSpPr>
        <p:spPr bwMode="auto">
          <a:xfrm>
            <a:off x="381000" y="2127250"/>
            <a:ext cx="8382000" cy="9461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两两比较</a:t>
            </a:r>
            <a:r>
              <a:rPr lang="zh-CN" altLang="en-US"/>
              <a:t>，如果发生</a:t>
            </a:r>
            <a:r>
              <a:rPr lang="zh-CN" altLang="en-US">
                <a:solidFill>
                  <a:srgbClr val="FF3300"/>
                </a:solidFill>
              </a:rPr>
              <a:t>逆序</a:t>
            </a:r>
            <a:r>
              <a:rPr lang="zh-CN" altLang="en-US"/>
              <a:t>则交换，直到所有记录都排好序为止。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339975" y="3284538"/>
            <a:ext cx="3600450" cy="2160587"/>
            <a:chOff x="2699" y="1026"/>
            <a:chExt cx="2268" cy="1678"/>
          </a:xfrm>
        </p:grpSpPr>
        <p:sp>
          <p:nvSpPr>
            <p:cNvPr id="41992" name="Rectangle 12"/>
            <p:cNvSpPr>
              <a:spLocks noChangeArrowheads="1"/>
            </p:cNvSpPr>
            <p:nvPr/>
          </p:nvSpPr>
          <p:spPr bwMode="auto">
            <a:xfrm>
              <a:off x="2699" y="1525"/>
              <a:ext cx="2268" cy="1179"/>
            </a:xfrm>
            <a:prstGeom prst="rect">
              <a:avLst/>
            </a:prstGeom>
            <a:solidFill>
              <a:srgbClr val="FFFFE7"/>
            </a:solidFill>
            <a:ln w="9525">
              <a:solidFill>
                <a:srgbClr val="0037E8"/>
              </a:solidFill>
              <a:miter lim="800000"/>
              <a:headEnd/>
              <a:tailEnd/>
            </a:ln>
            <a:effectLst>
              <a:outerShdw dist="107763" dir="18900000" algn="ctr" rotWithShape="0">
                <a:srgbClr val="808080"/>
              </a:outerShdw>
            </a:effectLst>
          </p:spPr>
          <p:txBody>
            <a:bodyPr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chemeClr val="hlink"/>
                  </a:solidFill>
                  <a:latin typeface="楷体_GB2312"/>
                </a:rPr>
                <a:t>冒泡排序</a:t>
              </a:r>
              <a:r>
                <a:rPr lang="en-US" altLang="zh-CN" dirty="0"/>
                <a:t>O(n</a:t>
              </a:r>
              <a:r>
                <a:rPr lang="en-US" altLang="zh-CN" baseline="30000" dirty="0"/>
                <a:t>2</a:t>
              </a:r>
              <a:r>
                <a:rPr lang="en-US" altLang="zh-CN" dirty="0"/>
                <a:t>)</a:t>
              </a: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</a:pPr>
              <a:r>
                <a:rPr lang="zh-CN" altLang="en-US" sz="3200" dirty="0">
                  <a:solidFill>
                    <a:schemeClr val="hlink"/>
                  </a:solidFill>
                  <a:latin typeface="楷体_GB2312"/>
                </a:rPr>
                <a:t>快速排序</a:t>
              </a:r>
              <a:r>
                <a:rPr lang="en-US" altLang="zh-CN" dirty="0"/>
                <a:t>O( nlog</a:t>
              </a:r>
              <a:r>
                <a:rPr lang="en-US" altLang="zh-CN" baseline="-25000" dirty="0"/>
                <a:t>2</a:t>
              </a:r>
              <a:r>
                <a:rPr lang="en-US" altLang="zh-CN" baseline="30000" dirty="0"/>
                <a:t>n</a:t>
              </a:r>
              <a:r>
                <a:rPr lang="en-US" altLang="zh-CN" dirty="0"/>
                <a:t> )</a:t>
              </a: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</a:pP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Font typeface="Monotype Sorts" pitchFamily="2" charset="2"/>
                <a:buNone/>
              </a:pPr>
              <a:endParaRPr lang="en-US" altLang="zh-CN" sz="3200" dirty="0">
                <a:solidFill>
                  <a:schemeClr val="hlink"/>
                </a:solidFill>
                <a:latin typeface="楷体_GB2312"/>
              </a:endParaRPr>
            </a:p>
          </p:txBody>
        </p:sp>
        <p:sp>
          <p:nvSpPr>
            <p:cNvPr id="41993" name="AutoShape 13"/>
            <p:cNvSpPr>
              <a:spLocks noChangeArrowheads="1"/>
            </p:cNvSpPr>
            <p:nvPr/>
          </p:nvSpPr>
          <p:spPr bwMode="auto">
            <a:xfrm>
              <a:off x="3833" y="1026"/>
              <a:ext cx="182" cy="499"/>
            </a:xfrm>
            <a:prstGeom prst="downArrow">
              <a:avLst>
                <a:gd name="adj1" fmla="val 50000"/>
                <a:gd name="adj2" fmla="val 6851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43010" name="Rectangle 108"/>
          <p:cNvSpPr>
            <a:spLocks noChangeArrowheads="1"/>
          </p:cNvSpPr>
          <p:nvPr/>
        </p:nvSpPr>
        <p:spPr bwMode="auto">
          <a:xfrm>
            <a:off x="533400" y="765175"/>
            <a:ext cx="8077200" cy="11049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952500" indent="-9525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FF00FF"/>
                </a:solidFill>
                <a:latin typeface="楷体_GB2312"/>
              </a:rPr>
              <a:t>基本思想：</a:t>
            </a:r>
            <a:r>
              <a:rPr lang="zh-CN" altLang="en-US" sz="3200">
                <a:latin typeface="楷体_GB2312"/>
              </a:rPr>
              <a:t>每趟不断将记录两两比较，并按</a:t>
            </a:r>
            <a:r>
              <a:rPr lang="zh-CN" altLang="en-US" sz="3200">
                <a:solidFill>
                  <a:srgbClr val="FF3300"/>
                </a:solidFill>
              </a:rPr>
              <a:t>“</a:t>
            </a:r>
            <a:r>
              <a:rPr lang="zh-CN" altLang="en-US" sz="3200">
                <a:solidFill>
                  <a:srgbClr val="FF3300"/>
                </a:solidFill>
                <a:latin typeface="楷体_GB2312"/>
              </a:rPr>
              <a:t>前小后大</a:t>
            </a:r>
            <a:r>
              <a:rPr lang="zh-CN" altLang="en-US" sz="3200">
                <a:solidFill>
                  <a:srgbClr val="FF3300"/>
                </a:solidFill>
              </a:rPr>
              <a:t>”</a:t>
            </a:r>
            <a:r>
              <a:rPr lang="zh-CN" altLang="en-US" sz="3200">
                <a:solidFill>
                  <a:srgbClr val="FF3300"/>
                </a:solidFill>
                <a:latin typeface="楷体_GB2312"/>
              </a:rPr>
              <a:t> 规则</a:t>
            </a:r>
            <a:r>
              <a:rPr lang="zh-CN" altLang="en-US" sz="3200">
                <a:latin typeface="楷体_GB2312"/>
              </a:rPr>
              <a:t>交换</a:t>
            </a:r>
          </a:p>
        </p:txBody>
      </p:sp>
      <p:sp>
        <p:nvSpPr>
          <p:cNvPr id="1007725" name="Rectangle 109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3200" dirty="0">
                <a:latin typeface="楷体_GB2312"/>
              </a:rPr>
              <a:t>冒泡</a:t>
            </a: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排序</a:t>
            </a:r>
          </a:p>
        </p:txBody>
      </p:sp>
      <p:sp>
        <p:nvSpPr>
          <p:cNvPr id="1007728" name="Rectangle 112"/>
          <p:cNvSpPr>
            <a:spLocks noChangeArrowheads="1"/>
          </p:cNvSpPr>
          <p:nvPr/>
        </p:nvSpPr>
        <p:spPr bwMode="auto">
          <a:xfrm>
            <a:off x="1447800" y="2133600"/>
            <a:ext cx="53562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ea typeface="宋体" panose="02010600030101010101" pitchFamily="2" charset="-122"/>
              </a:rPr>
              <a:t>21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25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49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zh-CN">
                <a:ea typeface="宋体" panose="02010600030101010101" pitchFamily="2" charset="-122"/>
              </a:rPr>
              <a:t>25</a:t>
            </a: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*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en-US">
                <a:ea typeface="宋体" panose="02010600030101010101" pitchFamily="2" charset="-122"/>
              </a:rPr>
              <a:t>，  </a:t>
            </a:r>
            <a:r>
              <a:rPr lang="en-US" altLang="zh-CN">
                <a:ea typeface="宋体" panose="02010600030101010101" pitchFamily="2" charset="-122"/>
              </a:rPr>
              <a:t>08</a:t>
            </a:r>
          </a:p>
          <a:p>
            <a:r>
              <a:rPr lang="en-US" altLang="zh-CN">
                <a:ea typeface="宋体" panose="02010600030101010101" pitchFamily="2" charset="-122"/>
              </a:rPr>
              <a:t>21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25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25*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zh-CN">
                <a:ea typeface="宋体" panose="02010600030101010101" pitchFamily="2" charset="-122"/>
              </a:rPr>
              <a:t>08 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en-US">
                <a:solidFill>
                  <a:srgbClr val="FF00FF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49</a:t>
            </a:r>
          </a:p>
          <a:p>
            <a:r>
              <a:rPr lang="en-US" altLang="zh-CN">
                <a:ea typeface="宋体" panose="02010600030101010101" pitchFamily="2" charset="-122"/>
              </a:rPr>
              <a:t>21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25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zh-CN">
                <a:ea typeface="宋体" panose="02010600030101010101" pitchFamily="2" charset="-122"/>
              </a:rPr>
              <a:t>08 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25*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49</a:t>
            </a:r>
          </a:p>
          <a:p>
            <a:r>
              <a:rPr lang="en-US" altLang="zh-CN">
                <a:ea typeface="宋体" panose="02010600030101010101" pitchFamily="2" charset="-122"/>
              </a:rPr>
              <a:t>21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zh-CN">
                <a:ea typeface="宋体" panose="02010600030101010101" pitchFamily="2" charset="-122"/>
              </a:rPr>
              <a:t>08 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25*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49</a:t>
            </a:r>
          </a:p>
          <a:p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08 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21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25*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49</a:t>
            </a:r>
          </a:p>
          <a:p>
            <a:r>
              <a:rPr lang="en-US" altLang="zh-CN">
                <a:solidFill>
                  <a:srgbClr val="9900FF"/>
                </a:solidFill>
                <a:ea typeface="宋体" panose="02010600030101010101" pitchFamily="2" charset="-122"/>
              </a:rPr>
              <a:t>08</a:t>
            </a:r>
            <a:r>
              <a:rPr lang="zh-CN" altLang="en-US">
                <a:solidFill>
                  <a:srgbClr val="99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16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21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25*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7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7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7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7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7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77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72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页脚占位符 5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09693" name="Rectangle 29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sz="3200" dirty="0">
                <a:latin typeface="楷体_GB2312"/>
              </a:rPr>
              <a:t>冒泡</a:t>
            </a: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排序</a:t>
            </a:r>
          </a:p>
        </p:txBody>
      </p:sp>
      <p:sp>
        <p:nvSpPr>
          <p:cNvPr id="1009695" name="Rectangle 31"/>
          <p:cNvSpPr>
            <a:spLocks noChangeArrowheads="1"/>
          </p:cNvSpPr>
          <p:nvPr/>
        </p:nvSpPr>
        <p:spPr bwMode="auto">
          <a:xfrm>
            <a:off x="533400" y="765175"/>
            <a:ext cx="8077200" cy="153987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952500" indent="-9525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00FF"/>
                </a:solidFill>
              </a:rPr>
              <a:t>优点：</a:t>
            </a:r>
            <a:r>
              <a:rPr lang="zh-CN" altLang="en-US" dirty="0"/>
              <a:t>每趟结束时，不仅能挤出一个最大值到最后面位置，还能同时部分理顺其他元素；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dirty="0"/>
              <a:t>           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一旦下趟没有交换，还可提前结束排序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969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42436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549275"/>
            <a:ext cx="8579296" cy="48625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/>
              <a:t>void main() 			 </a:t>
            </a:r>
          </a:p>
          <a:p>
            <a:pPr>
              <a:buFontTx/>
              <a:buNone/>
            </a:pPr>
            <a:r>
              <a:rPr lang="en-US" altLang="zh-CN" sz="2400" dirty="0"/>
              <a:t>{	int a[11];		/*a[0]</a:t>
            </a:r>
            <a:r>
              <a:rPr lang="zh-CN" altLang="en-US" sz="2400" dirty="0"/>
              <a:t>不用，之用</a:t>
            </a:r>
            <a:r>
              <a:rPr lang="en-US" altLang="zh-CN" sz="2400" dirty="0"/>
              <a:t>a[1]~a[10]*/</a:t>
            </a:r>
          </a:p>
          <a:p>
            <a:pPr>
              <a:buFontTx/>
              <a:buNone/>
            </a:pPr>
            <a:r>
              <a:rPr lang="en-US" altLang="zh-CN" sz="2400" dirty="0"/>
              <a:t>	int </a:t>
            </a:r>
            <a:r>
              <a:rPr lang="en-US" altLang="zh-CN" sz="2400" dirty="0" err="1"/>
              <a:t>i,j,t</a:t>
            </a:r>
            <a:r>
              <a:rPr lang="en-US" altLang="zh-CN" sz="2400" dirty="0"/>
              <a:t>;</a:t>
            </a:r>
          </a:p>
          <a:p>
            <a:pPr>
              <a:buFontTx/>
              <a:buNone/>
            </a:pPr>
            <a:r>
              <a:rPr lang="en-US" altLang="zh-CN" sz="2400" dirty="0"/>
              <a:t>	printf("\</a:t>
            </a:r>
            <a:r>
              <a:rPr lang="en-US" altLang="zh-CN" sz="2400" dirty="0" err="1"/>
              <a:t>nInput</a:t>
            </a:r>
            <a:r>
              <a:rPr lang="en-US" altLang="zh-CN" sz="2400" dirty="0"/>
              <a:t> 10 numbers: \n");</a:t>
            </a:r>
          </a:p>
          <a:p>
            <a:pPr>
              <a:buFontTx/>
              <a:buNone/>
            </a:pPr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=1;i&lt;=10;i++)	scanf(“%</a:t>
            </a:r>
            <a:r>
              <a:rPr lang="en-US" altLang="zh-CN" sz="2400" dirty="0" err="1"/>
              <a:t>d”,&amp;a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]);//</a:t>
            </a:r>
          </a:p>
          <a:p>
            <a:pPr>
              <a:buFontTx/>
              <a:buNone/>
            </a:pPr>
            <a:r>
              <a:rPr lang="en-US" altLang="zh-CN" sz="2400" dirty="0"/>
              <a:t>    printf("\n");</a:t>
            </a:r>
          </a:p>
          <a:p>
            <a:pPr>
              <a:buFontTx/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3300"/>
                </a:solidFill>
              </a:rPr>
              <a:t>for(j=1;j&lt;=9;j++)</a:t>
            </a:r>
            <a:r>
              <a:rPr lang="zh-CN" altLang="en-US" sz="1800" dirty="0"/>
              <a:t>起点为第一个元素下标</a:t>
            </a:r>
            <a:r>
              <a:rPr lang="en-US" altLang="zh-CN" sz="1800" dirty="0"/>
              <a:t>,</a:t>
            </a:r>
            <a:r>
              <a:rPr lang="zh-CN" altLang="en-US" sz="1800" dirty="0"/>
              <a:t>终点</a:t>
            </a:r>
            <a:r>
              <a:rPr lang="en-US" altLang="zh-CN" sz="1800" dirty="0"/>
              <a:t>(</a:t>
            </a:r>
            <a:r>
              <a:rPr lang="zh-CN" altLang="en-US" sz="1800" dirty="0"/>
              <a:t>有等于</a:t>
            </a:r>
            <a:r>
              <a:rPr lang="en-US" altLang="zh-CN" sz="1800" dirty="0"/>
              <a:t>)</a:t>
            </a:r>
            <a:r>
              <a:rPr lang="zh-CN" altLang="en-US" sz="1800" dirty="0"/>
              <a:t>为最后一个元素下标</a:t>
            </a:r>
            <a:r>
              <a:rPr lang="en-US" altLang="zh-CN" sz="1800" dirty="0"/>
              <a:t>	</a:t>
            </a:r>
            <a:endParaRPr lang="en-US" altLang="zh-CN" sz="2400" dirty="0">
              <a:solidFill>
                <a:srgbClr val="FF3300"/>
              </a:solidFill>
            </a:endParaRPr>
          </a:p>
          <a:p>
            <a:pPr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	    for(</a:t>
            </a:r>
            <a:r>
              <a:rPr lang="en-US" altLang="zh-CN" sz="2400" dirty="0" err="1">
                <a:solidFill>
                  <a:srgbClr val="FF3300"/>
                </a:solidFill>
              </a:rPr>
              <a:t>i</a:t>
            </a:r>
            <a:r>
              <a:rPr lang="en-US" altLang="zh-CN" sz="2400" dirty="0">
                <a:solidFill>
                  <a:srgbClr val="FF3300"/>
                </a:solidFill>
              </a:rPr>
              <a:t>=1;i&lt;=10-j;i++)</a:t>
            </a:r>
            <a:r>
              <a:rPr lang="zh-CN" altLang="en-US" sz="1600" dirty="0"/>
              <a:t>起点为第一个元素下标</a:t>
            </a:r>
            <a:r>
              <a:rPr lang="en-US" altLang="zh-CN" sz="1600" dirty="0"/>
              <a:t>,</a:t>
            </a:r>
            <a:r>
              <a:rPr lang="zh-CN" altLang="en-US" sz="1600" dirty="0"/>
              <a:t>终点</a:t>
            </a:r>
            <a:r>
              <a:rPr lang="en-US" altLang="zh-CN" sz="1600" dirty="0"/>
              <a:t>(</a:t>
            </a:r>
            <a:r>
              <a:rPr lang="zh-CN" altLang="en-US" sz="1600" dirty="0"/>
              <a:t>有等于</a:t>
            </a:r>
            <a:r>
              <a:rPr lang="en-US" altLang="zh-CN" sz="1600" dirty="0"/>
              <a:t>)</a:t>
            </a:r>
            <a:r>
              <a:rPr lang="zh-CN" altLang="en-US" sz="1600" dirty="0"/>
              <a:t>为最后一个元素下标</a:t>
            </a:r>
            <a:r>
              <a:rPr lang="en-US" altLang="zh-CN" sz="1600" dirty="0"/>
              <a:t>-j</a:t>
            </a:r>
            <a:endParaRPr lang="en-US" altLang="zh-CN" sz="2400" dirty="0">
              <a:solidFill>
                <a:srgbClr val="FF3300"/>
              </a:solidFill>
            </a:endParaRPr>
          </a:p>
          <a:p>
            <a:pPr>
              <a:buFontTx/>
              <a:buNone/>
            </a:pPr>
            <a:r>
              <a:rPr lang="en-US" altLang="zh-CN" sz="2400" dirty="0"/>
              <a:t>	      </a:t>
            </a:r>
            <a:r>
              <a:rPr lang="en-US" altLang="zh-CN" sz="2400" dirty="0">
                <a:solidFill>
                  <a:srgbClr val="FF3300"/>
                </a:solidFill>
              </a:rPr>
              <a:t>if(a[</a:t>
            </a:r>
            <a:r>
              <a:rPr lang="en-US" altLang="zh-CN" sz="2400" dirty="0" err="1">
                <a:solidFill>
                  <a:srgbClr val="FF3300"/>
                </a:solidFill>
              </a:rPr>
              <a:t>i</a:t>
            </a:r>
            <a:r>
              <a:rPr lang="en-US" altLang="zh-CN" sz="2400" dirty="0">
                <a:solidFill>
                  <a:srgbClr val="FF3300"/>
                </a:solidFill>
              </a:rPr>
              <a:t>]&gt;a[i+1])	{t=a[</a:t>
            </a:r>
            <a:r>
              <a:rPr lang="en-US" altLang="zh-CN" sz="2400" dirty="0" err="1">
                <a:solidFill>
                  <a:srgbClr val="FF3300"/>
                </a:solidFill>
              </a:rPr>
              <a:t>i</a:t>
            </a:r>
            <a:r>
              <a:rPr lang="en-US" altLang="zh-CN" sz="2400" dirty="0">
                <a:solidFill>
                  <a:srgbClr val="FF3300"/>
                </a:solidFill>
              </a:rPr>
              <a:t>];a[</a:t>
            </a:r>
            <a:r>
              <a:rPr lang="en-US" altLang="zh-CN" sz="2400" dirty="0" err="1">
                <a:solidFill>
                  <a:srgbClr val="FF3300"/>
                </a:solidFill>
              </a:rPr>
              <a:t>i</a:t>
            </a:r>
            <a:r>
              <a:rPr lang="en-US" altLang="zh-CN" sz="2400" dirty="0">
                <a:solidFill>
                  <a:srgbClr val="FF3300"/>
                </a:solidFill>
              </a:rPr>
              <a:t>]=a[i+1];a[i+1]=t;}</a:t>
            </a:r>
            <a:r>
              <a:rPr lang="en-US" altLang="zh-CN" sz="2400" b="1" dirty="0">
                <a:solidFill>
                  <a:schemeClr val="accent2"/>
                </a:solidFill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</a:rPr>
              <a:t>交换</a:t>
            </a:r>
          </a:p>
          <a:p>
            <a:pPr>
              <a:buFontTx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=1;i&lt;=10;i++)	printf("%d ",a[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   </a:t>
            </a:r>
          </a:p>
          <a:p>
            <a:pPr>
              <a:buFontTx/>
              <a:buNone/>
            </a:pPr>
            <a:r>
              <a:rPr lang="en-US" altLang="zh-CN" sz="24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24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43460" name="Rectangle 4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1043461" name="Rectangle 5"/>
          <p:cNvSpPr>
            <a:spLocks noChangeArrowheads="1"/>
          </p:cNvSpPr>
          <p:nvPr/>
        </p:nvSpPr>
        <p:spPr bwMode="auto">
          <a:xfrm>
            <a:off x="76200" y="836613"/>
            <a:ext cx="9067800" cy="979487"/>
          </a:xfrm>
          <a:prstGeom prst="rect">
            <a:avLst/>
          </a:prstGeom>
          <a:solidFill>
            <a:srgbClr val="FFFFE7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设对象个数为</a:t>
            </a:r>
            <a:r>
              <a:rPr kumimoji="1" lang="en-US" altLang="zh-CN" i="1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n</a:t>
            </a:r>
          </a:p>
          <a:p>
            <a:pPr marL="342900" indent="-342900" eaLnBrk="0" hangingPunct="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>
                <a:solidFill>
                  <a:srgbClr val="FF3300"/>
                </a:solidFill>
                <a:ea typeface="仿宋_GB2312" pitchFamily="49" charset="-122"/>
                <a:cs typeface="+mn-cs"/>
                <a:sym typeface="+mn-ea"/>
              </a:rPr>
              <a:t>比较次数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和</a:t>
            </a:r>
            <a:r>
              <a:rPr kumimoji="1" lang="zh-CN" altLang="en-US">
                <a:solidFill>
                  <a:srgbClr val="FF3300"/>
                </a:solidFill>
                <a:ea typeface="仿宋_GB2312" pitchFamily="49" charset="-122"/>
                <a:cs typeface="+mn-cs"/>
                <a:sym typeface="+mn-ea"/>
              </a:rPr>
              <a:t>移动次数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仿宋_GB2312" pitchFamily="49" charset="-122"/>
                <a:cs typeface="+mn-cs"/>
                <a:sym typeface="+mn-ea"/>
              </a:rPr>
              <a:t>与初始排列有关</a:t>
            </a:r>
          </a:p>
        </p:txBody>
      </p:sp>
      <p:sp>
        <p:nvSpPr>
          <p:cNvPr id="1043463" name="Rectangle 7"/>
          <p:cNvSpPr>
            <a:spLocks noChangeArrowheads="1"/>
          </p:cNvSpPr>
          <p:nvPr/>
        </p:nvSpPr>
        <p:spPr bwMode="auto">
          <a:xfrm>
            <a:off x="107950" y="2530475"/>
            <a:ext cx="7986713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ea typeface="仿宋_GB2312"/>
                <a:cs typeface="仿宋_GB2312"/>
              </a:rPr>
              <a:t>只需 </a:t>
            </a:r>
            <a:r>
              <a:rPr lang="en-US" altLang="zh-CN" sz="2400">
                <a:ea typeface="仿宋_GB2312"/>
                <a:cs typeface="仿宋_GB2312"/>
              </a:rPr>
              <a:t>1</a:t>
            </a:r>
            <a:r>
              <a:rPr lang="zh-CN" altLang="en-US" sz="2400">
                <a:ea typeface="仿宋_GB2312"/>
                <a:cs typeface="仿宋_GB2312"/>
              </a:rPr>
              <a:t>趟排序，比较次数为</a:t>
            </a:r>
            <a:r>
              <a:rPr lang="zh-CN" altLang="en-US">
                <a:solidFill>
                  <a:srgbClr val="FF3300"/>
                </a:solidFill>
                <a:ea typeface="仿宋_GB2312"/>
                <a:cs typeface="仿宋_GB2312"/>
              </a:rPr>
              <a:t> </a:t>
            </a:r>
            <a:r>
              <a:rPr lang="en-US" altLang="zh-CN">
                <a:solidFill>
                  <a:srgbClr val="FF3300"/>
                </a:solidFill>
                <a:ea typeface="仿宋_GB2312"/>
                <a:cs typeface="仿宋_GB2312"/>
              </a:rPr>
              <a:t>n-1</a:t>
            </a:r>
            <a:r>
              <a:rPr lang="zh-CN" altLang="en-US" sz="2400">
                <a:ea typeface="仿宋_GB2312"/>
                <a:cs typeface="仿宋_GB2312"/>
              </a:rPr>
              <a:t>，不移动 </a:t>
            </a:r>
            <a:endParaRPr lang="zh-CN" altLang="en-US" sz="2400" i="1">
              <a:solidFill>
                <a:srgbClr val="FF3399"/>
              </a:solidFill>
              <a:ea typeface="仿宋_GB2312"/>
              <a:cs typeface="仿宋_GB2312"/>
            </a:endParaRPr>
          </a:p>
        </p:txBody>
      </p:sp>
      <p:sp>
        <p:nvSpPr>
          <p:cNvPr id="1043473" name="Rectangle 17"/>
          <p:cNvSpPr>
            <a:spLocks noChangeArrowheads="1"/>
          </p:cNvSpPr>
          <p:nvPr/>
        </p:nvSpPr>
        <p:spPr bwMode="auto">
          <a:xfrm>
            <a:off x="468313" y="3213100"/>
            <a:ext cx="8548687" cy="31210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</a:rPr>
              <a:t>while((m&gt;0)&amp;&amp;(</a:t>
            </a:r>
            <a:r>
              <a:rPr lang="en-US" altLang="zh-CN">
                <a:solidFill>
                  <a:srgbClr val="FF6600"/>
                </a:solidFill>
              </a:rPr>
              <a:t>flag==1</a:t>
            </a:r>
            <a:r>
              <a:rPr lang="en-US" altLang="zh-CN">
                <a:solidFill>
                  <a:srgbClr val="000000"/>
                </a:solidFill>
              </a:rPr>
              <a:t>))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</a:rPr>
              <a:t>   {  </a:t>
            </a:r>
            <a:r>
              <a:rPr lang="en-US" altLang="zh-CN">
                <a:solidFill>
                  <a:srgbClr val="FF6600"/>
                </a:solidFill>
              </a:rPr>
              <a:t>flag=0</a:t>
            </a:r>
            <a:r>
              <a:rPr lang="en-US" altLang="zh-CN">
                <a:solidFill>
                  <a:srgbClr val="000000"/>
                </a:solidFill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</a:rPr>
              <a:t>      for(j=1;j&lt;=m;j++)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</a:rPr>
              <a:t>        if(L.r[j].key&gt;L.r[j+1].key)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</a:rPr>
              <a:t>          {  </a:t>
            </a:r>
            <a:r>
              <a:rPr lang="en-US" altLang="zh-CN">
                <a:solidFill>
                  <a:srgbClr val="FF6600"/>
                </a:solidFill>
              </a:rPr>
              <a:t>flag=1</a:t>
            </a:r>
            <a:r>
              <a:rPr lang="en-US" altLang="zh-CN">
                <a:solidFill>
                  <a:srgbClr val="000000"/>
                </a:solidFill>
              </a:rPr>
              <a:t>;  x=L.r[j];L.r[j]=L.r[j+1];L.r[j+1]=x; } </a:t>
            </a:r>
          </a:p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</a:rPr>
              <a:t>             ……     </a:t>
            </a:r>
          </a:p>
        </p:txBody>
      </p:sp>
      <p:sp>
        <p:nvSpPr>
          <p:cNvPr id="1043474" name="Rectangle 18"/>
          <p:cNvSpPr>
            <a:spLocks noChangeArrowheads="1"/>
          </p:cNvSpPr>
          <p:nvPr/>
        </p:nvSpPr>
        <p:spPr bwMode="auto">
          <a:xfrm>
            <a:off x="111125" y="1989138"/>
            <a:ext cx="2327275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最好情况下：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3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3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04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4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63" grpId="0" animBg="1"/>
      <p:bldP spid="1043473" grpId="0" animBg="1"/>
      <p:bldP spid="104347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44493" name="Rectangle 13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graphicFrame>
        <p:nvGraphicFramePr>
          <p:cNvPr id="1044496" name="Object 16"/>
          <p:cNvGraphicFramePr>
            <a:graphicFrameLocks/>
          </p:cNvGraphicFramePr>
          <p:nvPr/>
        </p:nvGraphicFramePr>
        <p:xfrm>
          <a:off x="657225" y="1989138"/>
          <a:ext cx="4229100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58310" imgH="431613" progId="Equation.3">
                  <p:embed/>
                </p:oleObj>
              </mc:Choice>
              <mc:Fallback>
                <p:oleObj r:id="rId2" imgW="1358310" imgH="431613" progId="Equation.3">
                  <p:embed/>
                  <p:pic>
                    <p:nvPicPr>
                      <p:cNvPr id="1044496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1989138"/>
                        <a:ext cx="4229100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497" name="Object 17"/>
          <p:cNvGraphicFramePr>
            <a:graphicFrameLocks/>
          </p:cNvGraphicFramePr>
          <p:nvPr/>
        </p:nvGraphicFramePr>
        <p:xfrm>
          <a:off x="657225" y="3241675"/>
          <a:ext cx="416242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34477" imgH="431613" progId="Equation.3">
                  <p:embed/>
                </p:oleObj>
              </mc:Choice>
              <mc:Fallback>
                <p:oleObj r:id="rId4" imgW="1434477" imgH="431613" progId="Equation.3">
                  <p:embed/>
                  <p:pic>
                    <p:nvPicPr>
                      <p:cNvPr id="1044497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3241675"/>
                        <a:ext cx="4162425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498" name="Rectangle 18"/>
          <p:cNvSpPr>
            <a:spLocks noChangeArrowheads="1"/>
          </p:cNvSpPr>
          <p:nvPr/>
        </p:nvSpPr>
        <p:spPr bwMode="auto">
          <a:xfrm>
            <a:off x="2438400" y="4406900"/>
            <a:ext cx="5248275" cy="1863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时间复杂度为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)</a:t>
            </a: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ea typeface="仿宋_GB2312"/>
                <a:cs typeface="仿宋_GB2312"/>
              </a:rPr>
              <a:t>空间复杂度为 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1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)</a:t>
            </a:r>
            <a:endParaRPr lang="en-US" altLang="zh-CN" dirty="0">
              <a:solidFill>
                <a:srgbClr val="FF3300"/>
              </a:solidFill>
              <a:highlight>
                <a:srgbClr val="00FF00"/>
              </a:highlight>
              <a:latin typeface="楷体_GB2312"/>
            </a:endParaRPr>
          </a:p>
          <a:p>
            <a:pPr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是一种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稳定</a:t>
            </a:r>
            <a:r>
              <a:rPr lang="zh-CN" altLang="en-US">
                <a:latin typeface="楷体_GB2312"/>
              </a:rPr>
              <a:t>的排序方法</a:t>
            </a:r>
          </a:p>
        </p:txBody>
      </p:sp>
      <p:sp>
        <p:nvSpPr>
          <p:cNvPr id="1044499" name="Rectangle 19"/>
          <p:cNvSpPr>
            <a:spLocks noChangeArrowheads="1"/>
          </p:cNvSpPr>
          <p:nvPr/>
        </p:nvSpPr>
        <p:spPr bwMode="auto">
          <a:xfrm>
            <a:off x="107950" y="1470025"/>
            <a:ext cx="7986713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ea typeface="仿宋_GB2312"/>
                <a:cs typeface="仿宋_GB2312"/>
              </a:rPr>
              <a:t>需 </a:t>
            </a:r>
            <a:r>
              <a:rPr lang="en-US" altLang="zh-CN" sz="2400">
                <a:ea typeface="仿宋_GB2312"/>
                <a:cs typeface="仿宋_GB2312"/>
              </a:rPr>
              <a:t>n-1</a:t>
            </a:r>
            <a:r>
              <a:rPr lang="zh-CN" altLang="en-US" sz="2400">
                <a:ea typeface="仿宋_GB2312"/>
                <a:cs typeface="仿宋_GB2312"/>
              </a:rPr>
              <a:t>趟排序，</a:t>
            </a:r>
            <a:r>
              <a:rPr lang="zh-CN" altLang="en-US"/>
              <a:t>第</a:t>
            </a:r>
            <a:r>
              <a:rPr lang="en-US" altLang="zh-CN"/>
              <a:t>i</a:t>
            </a:r>
            <a:r>
              <a:rPr lang="zh-CN" altLang="en-US"/>
              <a:t>趟比较</a:t>
            </a:r>
            <a:r>
              <a:rPr lang="en-US" altLang="zh-CN">
                <a:solidFill>
                  <a:srgbClr val="FF3300"/>
                </a:solidFill>
              </a:rPr>
              <a:t>n-i</a:t>
            </a:r>
            <a:r>
              <a:rPr lang="zh-CN" altLang="en-US"/>
              <a:t>次，移动</a:t>
            </a:r>
            <a:r>
              <a:rPr lang="en-US" altLang="zh-CN">
                <a:solidFill>
                  <a:srgbClr val="FF3300"/>
                </a:solidFill>
              </a:rPr>
              <a:t>3(n-i)</a:t>
            </a:r>
            <a:r>
              <a:rPr lang="zh-CN" altLang="en-US"/>
              <a:t>次</a:t>
            </a:r>
            <a:endParaRPr lang="zh-CN" altLang="en-US" sz="2400">
              <a:ea typeface="仿宋_GB2312"/>
              <a:cs typeface="仿宋_GB2312"/>
            </a:endParaRPr>
          </a:p>
        </p:txBody>
      </p:sp>
      <p:sp>
        <p:nvSpPr>
          <p:cNvPr id="1044500" name="Rectangle 20"/>
          <p:cNvSpPr>
            <a:spLocks noChangeArrowheads="1"/>
          </p:cNvSpPr>
          <p:nvPr/>
        </p:nvSpPr>
        <p:spPr bwMode="auto">
          <a:xfrm>
            <a:off x="111125" y="928688"/>
            <a:ext cx="2327275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最坏情况下：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4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4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4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4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4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98" grpId="0" animBg="1"/>
      <p:bldP spid="1044499" grpId="0" animBg="1"/>
      <p:bldP spid="104450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7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72000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8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43127" name="Rectangle 23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943129" name="Rectangle 25"/>
          <p:cNvSpPr>
            <a:spLocks noChangeArrowheads="1"/>
          </p:cNvSpPr>
          <p:nvPr/>
        </p:nvSpPr>
        <p:spPr bwMode="auto">
          <a:xfrm>
            <a:off x="68263" y="1916113"/>
            <a:ext cx="8369300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>
                <a:latin typeface="楷体_GB2312"/>
              </a:rPr>
              <a:t>基本思想：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rgbClr val="FF3300"/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latin typeface="楷体_GB2312"/>
              </a:rPr>
              <a:t>任取一个元素 </a:t>
            </a:r>
            <a:r>
              <a:rPr lang="en-US" altLang="zh-CN" sz="2400">
                <a:latin typeface="楷体_GB2312"/>
              </a:rPr>
              <a:t>(</a:t>
            </a:r>
            <a:r>
              <a:rPr lang="zh-CN" altLang="en-US" sz="2400">
                <a:latin typeface="楷体_GB2312"/>
              </a:rPr>
              <a:t>如第一个</a:t>
            </a:r>
            <a:r>
              <a:rPr lang="en-US" altLang="zh-CN" sz="2400">
                <a:latin typeface="楷体_GB2312"/>
              </a:rPr>
              <a:t>) </a:t>
            </a:r>
            <a:r>
              <a:rPr lang="zh-CN" altLang="en-US" sz="24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为中心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rgbClr val="FF3300"/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latin typeface="楷体_GB2312"/>
              </a:rPr>
              <a:t>所有比它</a:t>
            </a:r>
            <a:r>
              <a:rPr lang="zh-CN" altLang="en-US" sz="24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小</a:t>
            </a:r>
            <a:r>
              <a:rPr lang="zh-CN" altLang="en-US" sz="2400">
                <a:latin typeface="楷体_GB2312"/>
              </a:rPr>
              <a:t>的元素一律前放，比它</a:t>
            </a:r>
            <a:r>
              <a:rPr lang="zh-CN" altLang="en-US" sz="2400" dirty="0">
                <a:solidFill>
                  <a:srgbClr val="FF3300"/>
                </a:solidFill>
                <a:highlight>
                  <a:srgbClr val="00FF00"/>
                </a:highlight>
                <a:latin typeface="楷体_GB2312"/>
              </a:rPr>
              <a:t>大</a:t>
            </a:r>
            <a:r>
              <a:rPr lang="zh-CN" altLang="en-US" sz="2400">
                <a:latin typeface="楷体_GB2312"/>
              </a:rPr>
              <a:t>的元素一律后放，形成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左右两个子表</a:t>
            </a:r>
            <a:r>
              <a:rPr lang="zh-CN" altLang="en-US" sz="2400">
                <a:latin typeface="楷体_GB2312"/>
              </a:rPr>
              <a:t>；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rgbClr val="FF3300"/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latin typeface="楷体_GB2312"/>
              </a:rPr>
              <a:t>对各子表重新选择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中心</a:t>
            </a:r>
            <a:r>
              <a:rPr lang="zh-CN" altLang="en-US" sz="2400">
                <a:latin typeface="楷体_GB2312"/>
              </a:rPr>
              <a:t>元素并依此规则调整，直到每个子表的元素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只剩一个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3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3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3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3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29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3250" name="Group 6"/>
          <p:cNvGrpSpPr>
            <a:grpSpLocks/>
          </p:cNvGrpSpPr>
          <p:nvPr/>
        </p:nvGrpSpPr>
        <p:grpSpPr bwMode="auto">
          <a:xfrm>
            <a:off x="1219200" y="2362200"/>
            <a:ext cx="6781800" cy="533400"/>
            <a:chOff x="1200" y="2928"/>
            <a:chExt cx="4272" cy="336"/>
          </a:xfrm>
        </p:grpSpPr>
        <p:sp>
          <p:nvSpPr>
            <p:cNvPr id="53251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2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3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4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5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6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7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260" name="Group 16"/>
          <p:cNvGrpSpPr>
            <a:grpSpLocks/>
          </p:cNvGrpSpPr>
          <p:nvPr/>
        </p:nvGrpSpPr>
        <p:grpSpPr bwMode="auto">
          <a:xfrm>
            <a:off x="1219200" y="1295400"/>
            <a:ext cx="6781800" cy="533400"/>
            <a:chOff x="1200" y="2928"/>
            <a:chExt cx="4272" cy="336"/>
          </a:xfrm>
        </p:grpSpPr>
        <p:sp>
          <p:nvSpPr>
            <p:cNvPr id="53261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62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5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6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8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9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70" name="Text Box 26"/>
          <p:cNvSpPr txBox="1">
            <a:spLocks noChangeArrowheads="1"/>
          </p:cNvSpPr>
          <p:nvPr/>
        </p:nvSpPr>
        <p:spPr bwMode="auto">
          <a:xfrm>
            <a:off x="1219200" y="914400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3271" name="Text Box 27"/>
          <p:cNvSpPr txBox="1">
            <a:spLocks noChangeArrowheads="1"/>
          </p:cNvSpPr>
          <p:nvPr/>
        </p:nvSpPr>
        <p:spPr bwMode="auto">
          <a:xfrm>
            <a:off x="20574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2" name="Text Box 28"/>
          <p:cNvSpPr txBox="1">
            <a:spLocks noChangeArrowheads="1"/>
          </p:cNvSpPr>
          <p:nvPr/>
        </p:nvSpPr>
        <p:spPr bwMode="auto">
          <a:xfrm>
            <a:off x="28194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3" name="Text Box 29"/>
          <p:cNvSpPr txBox="1">
            <a:spLocks noChangeArrowheads="1"/>
          </p:cNvSpPr>
          <p:nvPr/>
        </p:nvSpPr>
        <p:spPr bwMode="auto">
          <a:xfrm>
            <a:off x="28194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4" name="Text Box 30"/>
          <p:cNvSpPr txBox="1">
            <a:spLocks noChangeArrowheads="1"/>
          </p:cNvSpPr>
          <p:nvPr/>
        </p:nvSpPr>
        <p:spPr bwMode="auto">
          <a:xfrm>
            <a:off x="35814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5" name="Text Box 31"/>
          <p:cNvSpPr txBox="1">
            <a:spLocks noChangeArrowheads="1"/>
          </p:cNvSpPr>
          <p:nvPr/>
        </p:nvSpPr>
        <p:spPr bwMode="auto">
          <a:xfrm>
            <a:off x="35814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6" name="Text Box 32"/>
          <p:cNvSpPr txBox="1">
            <a:spLocks noChangeArrowheads="1"/>
          </p:cNvSpPr>
          <p:nvPr/>
        </p:nvSpPr>
        <p:spPr bwMode="auto">
          <a:xfrm>
            <a:off x="43434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7" name="Text Box 33"/>
          <p:cNvSpPr txBox="1">
            <a:spLocks noChangeArrowheads="1"/>
          </p:cNvSpPr>
          <p:nvPr/>
        </p:nvSpPr>
        <p:spPr bwMode="auto">
          <a:xfrm>
            <a:off x="43434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8" name="Text Box 34"/>
          <p:cNvSpPr txBox="1">
            <a:spLocks noChangeArrowheads="1"/>
          </p:cNvSpPr>
          <p:nvPr/>
        </p:nvSpPr>
        <p:spPr bwMode="auto">
          <a:xfrm>
            <a:off x="51054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9" name="Text Box 35"/>
          <p:cNvSpPr txBox="1">
            <a:spLocks noChangeArrowheads="1"/>
          </p:cNvSpPr>
          <p:nvPr/>
        </p:nvSpPr>
        <p:spPr bwMode="auto">
          <a:xfrm>
            <a:off x="51054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0" name="Text Box 36"/>
          <p:cNvSpPr txBox="1">
            <a:spLocks noChangeArrowheads="1"/>
          </p:cNvSpPr>
          <p:nvPr/>
        </p:nvSpPr>
        <p:spPr bwMode="auto">
          <a:xfrm>
            <a:off x="57912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1" name="Text Box 37"/>
          <p:cNvSpPr txBox="1">
            <a:spLocks noChangeArrowheads="1"/>
          </p:cNvSpPr>
          <p:nvPr/>
        </p:nvSpPr>
        <p:spPr bwMode="auto">
          <a:xfrm>
            <a:off x="5791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2" name="Text Box 38"/>
          <p:cNvSpPr txBox="1">
            <a:spLocks noChangeArrowheads="1"/>
          </p:cNvSpPr>
          <p:nvPr/>
        </p:nvSpPr>
        <p:spPr bwMode="auto">
          <a:xfrm>
            <a:off x="6553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3" name="Text Box 39"/>
          <p:cNvSpPr txBox="1">
            <a:spLocks noChangeArrowheads="1"/>
          </p:cNvSpPr>
          <p:nvPr/>
        </p:nvSpPr>
        <p:spPr bwMode="auto">
          <a:xfrm>
            <a:off x="65532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4" name="Text Box 40"/>
          <p:cNvSpPr txBox="1">
            <a:spLocks noChangeArrowheads="1"/>
          </p:cNvSpPr>
          <p:nvPr/>
        </p:nvSpPr>
        <p:spPr bwMode="auto">
          <a:xfrm>
            <a:off x="73152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5" name="Text Box 41"/>
          <p:cNvSpPr txBox="1">
            <a:spLocks noChangeArrowheads="1"/>
          </p:cNvSpPr>
          <p:nvPr/>
        </p:nvSpPr>
        <p:spPr bwMode="auto">
          <a:xfrm>
            <a:off x="7315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3286" name="Group 42"/>
          <p:cNvGrpSpPr>
            <a:grpSpLocks/>
          </p:cNvGrpSpPr>
          <p:nvPr/>
        </p:nvGrpSpPr>
        <p:grpSpPr bwMode="auto">
          <a:xfrm>
            <a:off x="7391400" y="2895600"/>
            <a:ext cx="838200" cy="641350"/>
            <a:chOff x="2448" y="3456"/>
            <a:chExt cx="528" cy="404"/>
          </a:xfrm>
        </p:grpSpPr>
        <p:sp>
          <p:nvSpPr>
            <p:cNvPr id="53287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8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289" name="Group 45"/>
          <p:cNvGrpSpPr>
            <a:grpSpLocks/>
          </p:cNvGrpSpPr>
          <p:nvPr/>
        </p:nvGrpSpPr>
        <p:grpSpPr bwMode="auto">
          <a:xfrm>
            <a:off x="2209800" y="2895600"/>
            <a:ext cx="838200" cy="609600"/>
            <a:chOff x="1680" y="3456"/>
            <a:chExt cx="528" cy="384"/>
          </a:xfrm>
        </p:grpSpPr>
        <p:sp>
          <p:nvSpPr>
            <p:cNvPr id="53290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1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292" name="Text Box 48"/>
          <p:cNvSpPr txBox="1">
            <a:spLocks noChangeArrowheads="1"/>
          </p:cNvSpPr>
          <p:nvPr/>
        </p:nvSpPr>
        <p:spPr bwMode="auto">
          <a:xfrm>
            <a:off x="12192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93" name="Text Box 49"/>
          <p:cNvSpPr txBox="1">
            <a:spLocks noChangeArrowheads="1"/>
          </p:cNvSpPr>
          <p:nvPr/>
        </p:nvSpPr>
        <p:spPr bwMode="auto">
          <a:xfrm>
            <a:off x="381000" y="33528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3294" name="Line 50"/>
          <p:cNvSpPr>
            <a:spLocks noChangeShapeType="1"/>
          </p:cNvSpPr>
          <p:nvPr/>
        </p:nvSpPr>
        <p:spPr bwMode="auto">
          <a:xfrm flipV="1">
            <a:off x="685800" y="2743200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80" name="Rectangle 52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4274" name="Group 6"/>
          <p:cNvGrpSpPr>
            <a:grpSpLocks/>
          </p:cNvGrpSpPr>
          <p:nvPr/>
        </p:nvGrpSpPr>
        <p:grpSpPr bwMode="auto">
          <a:xfrm>
            <a:off x="1371600" y="2362200"/>
            <a:ext cx="6781800" cy="533400"/>
            <a:chOff x="1200" y="2928"/>
            <a:chExt cx="4272" cy="336"/>
          </a:xfrm>
        </p:grpSpPr>
        <p:sp>
          <p:nvSpPr>
            <p:cNvPr id="54275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76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77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78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79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0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1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2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3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284" name="Group 16"/>
          <p:cNvGrpSpPr>
            <a:grpSpLocks/>
          </p:cNvGrpSpPr>
          <p:nvPr/>
        </p:nvGrpSpPr>
        <p:grpSpPr bwMode="auto">
          <a:xfrm>
            <a:off x="1371600" y="1295400"/>
            <a:ext cx="6781800" cy="533400"/>
            <a:chOff x="1200" y="2928"/>
            <a:chExt cx="4272" cy="336"/>
          </a:xfrm>
        </p:grpSpPr>
        <p:sp>
          <p:nvSpPr>
            <p:cNvPr id="54285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86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7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8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3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94" name="Text Box 26"/>
          <p:cNvSpPr txBox="1">
            <a:spLocks noChangeArrowheads="1"/>
          </p:cNvSpPr>
          <p:nvPr/>
        </p:nvSpPr>
        <p:spPr bwMode="auto">
          <a:xfrm>
            <a:off x="1371600" y="914400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4295" name="Text Box 27"/>
          <p:cNvSpPr txBox="1">
            <a:spLocks noChangeArrowheads="1"/>
          </p:cNvSpPr>
          <p:nvPr/>
        </p:nvSpPr>
        <p:spPr bwMode="auto">
          <a:xfrm>
            <a:off x="22098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96" name="Text Box 28"/>
          <p:cNvSpPr txBox="1">
            <a:spLocks noChangeArrowheads="1"/>
          </p:cNvSpPr>
          <p:nvPr/>
        </p:nvSpPr>
        <p:spPr bwMode="auto">
          <a:xfrm>
            <a:off x="29718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97" name="Text Box 29"/>
          <p:cNvSpPr txBox="1">
            <a:spLocks noChangeArrowheads="1"/>
          </p:cNvSpPr>
          <p:nvPr/>
        </p:nvSpPr>
        <p:spPr bwMode="auto">
          <a:xfrm>
            <a:off x="29718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98" name="Text Box 30"/>
          <p:cNvSpPr txBox="1">
            <a:spLocks noChangeArrowheads="1"/>
          </p:cNvSpPr>
          <p:nvPr/>
        </p:nvSpPr>
        <p:spPr bwMode="auto">
          <a:xfrm>
            <a:off x="37338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99" name="Text Box 31"/>
          <p:cNvSpPr txBox="1">
            <a:spLocks noChangeArrowheads="1"/>
          </p:cNvSpPr>
          <p:nvPr/>
        </p:nvSpPr>
        <p:spPr bwMode="auto">
          <a:xfrm>
            <a:off x="37338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0" name="Text Box 32"/>
          <p:cNvSpPr txBox="1">
            <a:spLocks noChangeArrowheads="1"/>
          </p:cNvSpPr>
          <p:nvPr/>
        </p:nvSpPr>
        <p:spPr bwMode="auto">
          <a:xfrm>
            <a:off x="44958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1" name="Text Box 33"/>
          <p:cNvSpPr txBox="1">
            <a:spLocks noChangeArrowheads="1"/>
          </p:cNvSpPr>
          <p:nvPr/>
        </p:nvSpPr>
        <p:spPr bwMode="auto">
          <a:xfrm>
            <a:off x="44958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2" name="Text Box 34"/>
          <p:cNvSpPr txBox="1">
            <a:spLocks noChangeArrowheads="1"/>
          </p:cNvSpPr>
          <p:nvPr/>
        </p:nvSpPr>
        <p:spPr bwMode="auto">
          <a:xfrm>
            <a:off x="52578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3" name="Text Box 35"/>
          <p:cNvSpPr txBox="1">
            <a:spLocks noChangeArrowheads="1"/>
          </p:cNvSpPr>
          <p:nvPr/>
        </p:nvSpPr>
        <p:spPr bwMode="auto">
          <a:xfrm>
            <a:off x="52578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4" name="Text Box 36"/>
          <p:cNvSpPr txBox="1">
            <a:spLocks noChangeArrowheads="1"/>
          </p:cNvSpPr>
          <p:nvPr/>
        </p:nvSpPr>
        <p:spPr bwMode="auto">
          <a:xfrm>
            <a:off x="59436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5" name="Text Box 37"/>
          <p:cNvSpPr txBox="1">
            <a:spLocks noChangeArrowheads="1"/>
          </p:cNvSpPr>
          <p:nvPr/>
        </p:nvSpPr>
        <p:spPr bwMode="auto">
          <a:xfrm>
            <a:off x="59436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6" name="Text Box 38"/>
          <p:cNvSpPr txBox="1">
            <a:spLocks noChangeArrowheads="1"/>
          </p:cNvSpPr>
          <p:nvPr/>
        </p:nvSpPr>
        <p:spPr bwMode="auto">
          <a:xfrm>
            <a:off x="67056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7" name="Text Box 39"/>
          <p:cNvSpPr txBox="1">
            <a:spLocks noChangeArrowheads="1"/>
          </p:cNvSpPr>
          <p:nvPr/>
        </p:nvSpPr>
        <p:spPr bwMode="auto">
          <a:xfrm>
            <a:off x="67056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8" name="Text Box 40"/>
          <p:cNvSpPr txBox="1">
            <a:spLocks noChangeArrowheads="1"/>
          </p:cNvSpPr>
          <p:nvPr/>
        </p:nvSpPr>
        <p:spPr bwMode="auto">
          <a:xfrm>
            <a:off x="74676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09" name="Text Box 41"/>
          <p:cNvSpPr txBox="1">
            <a:spLocks noChangeArrowheads="1"/>
          </p:cNvSpPr>
          <p:nvPr/>
        </p:nvSpPr>
        <p:spPr bwMode="auto">
          <a:xfrm>
            <a:off x="74676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4310" name="Group 42"/>
          <p:cNvGrpSpPr>
            <a:grpSpLocks/>
          </p:cNvGrpSpPr>
          <p:nvPr/>
        </p:nvGrpSpPr>
        <p:grpSpPr bwMode="auto">
          <a:xfrm>
            <a:off x="6858000" y="2895600"/>
            <a:ext cx="838200" cy="641350"/>
            <a:chOff x="2448" y="3456"/>
            <a:chExt cx="528" cy="404"/>
          </a:xfrm>
        </p:grpSpPr>
        <p:sp>
          <p:nvSpPr>
            <p:cNvPr id="54311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2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4313" name="Group 45"/>
          <p:cNvGrpSpPr>
            <a:grpSpLocks/>
          </p:cNvGrpSpPr>
          <p:nvPr/>
        </p:nvGrpSpPr>
        <p:grpSpPr bwMode="auto">
          <a:xfrm>
            <a:off x="2362200" y="2895600"/>
            <a:ext cx="838200" cy="609600"/>
            <a:chOff x="1680" y="3456"/>
            <a:chExt cx="528" cy="384"/>
          </a:xfrm>
        </p:grpSpPr>
        <p:sp>
          <p:nvSpPr>
            <p:cNvPr id="54314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5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4316" name="Text Box 48"/>
          <p:cNvSpPr txBox="1">
            <a:spLocks noChangeArrowheads="1"/>
          </p:cNvSpPr>
          <p:nvPr/>
        </p:nvSpPr>
        <p:spPr bwMode="auto">
          <a:xfrm>
            <a:off x="13716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317" name="Text Box 49"/>
          <p:cNvSpPr txBox="1">
            <a:spLocks noChangeArrowheads="1"/>
          </p:cNvSpPr>
          <p:nvPr/>
        </p:nvSpPr>
        <p:spPr bwMode="auto">
          <a:xfrm>
            <a:off x="533400" y="33528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4318" name="Line 50"/>
          <p:cNvSpPr>
            <a:spLocks noChangeShapeType="1"/>
          </p:cNvSpPr>
          <p:nvPr/>
        </p:nvSpPr>
        <p:spPr bwMode="auto">
          <a:xfrm flipV="1">
            <a:off x="838200" y="2743200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7603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5298" name="Group 6"/>
          <p:cNvGrpSpPr>
            <a:grpSpLocks/>
          </p:cNvGrpSpPr>
          <p:nvPr/>
        </p:nvGrpSpPr>
        <p:grpSpPr bwMode="auto">
          <a:xfrm>
            <a:off x="1371600" y="2225675"/>
            <a:ext cx="6781800" cy="533400"/>
            <a:chOff x="1200" y="2928"/>
            <a:chExt cx="4272" cy="336"/>
          </a:xfrm>
        </p:grpSpPr>
        <p:sp>
          <p:nvSpPr>
            <p:cNvPr id="55299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00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1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2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3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4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5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08" name="Group 16"/>
          <p:cNvGrpSpPr>
            <a:grpSpLocks/>
          </p:cNvGrpSpPr>
          <p:nvPr/>
        </p:nvGrpSpPr>
        <p:grpSpPr bwMode="auto">
          <a:xfrm>
            <a:off x="1371600" y="1158875"/>
            <a:ext cx="6781800" cy="533400"/>
            <a:chOff x="1200" y="2928"/>
            <a:chExt cx="4272" cy="336"/>
          </a:xfrm>
        </p:grpSpPr>
        <p:sp>
          <p:nvSpPr>
            <p:cNvPr id="55309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10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18" name="Text Box 26"/>
          <p:cNvSpPr txBox="1">
            <a:spLocks noChangeArrowheads="1"/>
          </p:cNvSpPr>
          <p:nvPr/>
        </p:nvSpPr>
        <p:spPr bwMode="auto">
          <a:xfrm>
            <a:off x="13716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5319" name="Text Box 27"/>
          <p:cNvSpPr txBox="1">
            <a:spLocks noChangeArrowheads="1"/>
          </p:cNvSpPr>
          <p:nvPr/>
        </p:nvSpPr>
        <p:spPr bwMode="auto">
          <a:xfrm>
            <a:off x="2209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0" name="Text Box 28"/>
          <p:cNvSpPr txBox="1">
            <a:spLocks noChangeArrowheads="1"/>
          </p:cNvSpPr>
          <p:nvPr/>
        </p:nvSpPr>
        <p:spPr bwMode="auto">
          <a:xfrm>
            <a:off x="2971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1" name="Text Box 29"/>
          <p:cNvSpPr txBox="1">
            <a:spLocks noChangeArrowheads="1"/>
          </p:cNvSpPr>
          <p:nvPr/>
        </p:nvSpPr>
        <p:spPr bwMode="auto">
          <a:xfrm>
            <a:off x="2971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2" name="Text Box 30"/>
          <p:cNvSpPr txBox="1">
            <a:spLocks noChangeArrowheads="1"/>
          </p:cNvSpPr>
          <p:nvPr/>
        </p:nvSpPr>
        <p:spPr bwMode="auto">
          <a:xfrm>
            <a:off x="3733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3" name="Text Box 31"/>
          <p:cNvSpPr txBox="1">
            <a:spLocks noChangeArrowheads="1"/>
          </p:cNvSpPr>
          <p:nvPr/>
        </p:nvSpPr>
        <p:spPr bwMode="auto">
          <a:xfrm>
            <a:off x="3733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4" name="Text Box 32"/>
          <p:cNvSpPr txBox="1">
            <a:spLocks noChangeArrowheads="1"/>
          </p:cNvSpPr>
          <p:nvPr/>
        </p:nvSpPr>
        <p:spPr bwMode="auto">
          <a:xfrm>
            <a:off x="4495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5" name="Text Box 33"/>
          <p:cNvSpPr txBox="1">
            <a:spLocks noChangeArrowheads="1"/>
          </p:cNvSpPr>
          <p:nvPr/>
        </p:nvSpPr>
        <p:spPr bwMode="auto">
          <a:xfrm>
            <a:off x="4495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6" name="Text Box 34"/>
          <p:cNvSpPr txBox="1">
            <a:spLocks noChangeArrowheads="1"/>
          </p:cNvSpPr>
          <p:nvPr/>
        </p:nvSpPr>
        <p:spPr bwMode="auto">
          <a:xfrm>
            <a:off x="5257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7" name="Text Box 35"/>
          <p:cNvSpPr txBox="1">
            <a:spLocks noChangeArrowheads="1"/>
          </p:cNvSpPr>
          <p:nvPr/>
        </p:nvSpPr>
        <p:spPr bwMode="auto">
          <a:xfrm>
            <a:off x="5257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8" name="Text Box 36"/>
          <p:cNvSpPr txBox="1">
            <a:spLocks noChangeArrowheads="1"/>
          </p:cNvSpPr>
          <p:nvPr/>
        </p:nvSpPr>
        <p:spPr bwMode="auto">
          <a:xfrm>
            <a:off x="5943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9" name="Text Box 37"/>
          <p:cNvSpPr txBox="1">
            <a:spLocks noChangeArrowheads="1"/>
          </p:cNvSpPr>
          <p:nvPr/>
        </p:nvSpPr>
        <p:spPr bwMode="auto">
          <a:xfrm>
            <a:off x="5943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30" name="Text Box 38"/>
          <p:cNvSpPr txBox="1">
            <a:spLocks noChangeArrowheads="1"/>
          </p:cNvSpPr>
          <p:nvPr/>
        </p:nvSpPr>
        <p:spPr bwMode="auto">
          <a:xfrm>
            <a:off x="6705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31" name="Text Box 39"/>
          <p:cNvSpPr txBox="1">
            <a:spLocks noChangeArrowheads="1"/>
          </p:cNvSpPr>
          <p:nvPr/>
        </p:nvSpPr>
        <p:spPr bwMode="auto">
          <a:xfrm>
            <a:off x="2209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32" name="Text Box 40"/>
          <p:cNvSpPr txBox="1">
            <a:spLocks noChangeArrowheads="1"/>
          </p:cNvSpPr>
          <p:nvPr/>
        </p:nvSpPr>
        <p:spPr bwMode="auto">
          <a:xfrm>
            <a:off x="7467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33" name="Text Box 41"/>
          <p:cNvSpPr txBox="1">
            <a:spLocks noChangeArrowheads="1"/>
          </p:cNvSpPr>
          <p:nvPr/>
        </p:nvSpPr>
        <p:spPr bwMode="auto">
          <a:xfrm>
            <a:off x="7467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5334" name="Group 42"/>
          <p:cNvGrpSpPr>
            <a:grpSpLocks/>
          </p:cNvGrpSpPr>
          <p:nvPr/>
        </p:nvGrpSpPr>
        <p:grpSpPr bwMode="auto">
          <a:xfrm>
            <a:off x="6858000" y="2759075"/>
            <a:ext cx="838200" cy="641350"/>
            <a:chOff x="2448" y="3456"/>
            <a:chExt cx="528" cy="404"/>
          </a:xfrm>
        </p:grpSpPr>
        <p:sp>
          <p:nvSpPr>
            <p:cNvPr id="55335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6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5337" name="Group 45"/>
          <p:cNvGrpSpPr>
            <a:grpSpLocks/>
          </p:cNvGrpSpPr>
          <p:nvPr/>
        </p:nvGrpSpPr>
        <p:grpSpPr bwMode="auto">
          <a:xfrm>
            <a:off x="2362200" y="2759075"/>
            <a:ext cx="838200" cy="609600"/>
            <a:chOff x="1680" y="3456"/>
            <a:chExt cx="528" cy="384"/>
          </a:xfrm>
        </p:grpSpPr>
        <p:sp>
          <p:nvSpPr>
            <p:cNvPr id="55338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340" name="Text Box 48"/>
          <p:cNvSpPr txBox="1">
            <a:spLocks noChangeArrowheads="1"/>
          </p:cNvSpPr>
          <p:nvPr/>
        </p:nvSpPr>
        <p:spPr bwMode="auto">
          <a:xfrm>
            <a:off x="1371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41" name="Text Box 49"/>
          <p:cNvSpPr txBox="1">
            <a:spLocks noChangeArrowheads="1"/>
          </p:cNvSpPr>
          <p:nvPr/>
        </p:nvSpPr>
        <p:spPr bwMode="auto">
          <a:xfrm>
            <a:off x="5334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5342" name="Line 50"/>
          <p:cNvSpPr>
            <a:spLocks noChangeShapeType="1"/>
          </p:cNvSpPr>
          <p:nvPr/>
        </p:nvSpPr>
        <p:spPr bwMode="auto">
          <a:xfrm flipV="1">
            <a:off x="8382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8627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5536" y="4600576"/>
            <a:ext cx="77123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high:</a:t>
            </a:r>
            <a:r>
              <a:rPr lang="zh-CN" altLang="en-US" dirty="0"/>
              <a:t>从表右侧向左，找到一个小于</a:t>
            </a:r>
            <a:r>
              <a:rPr lang="en-US" altLang="zh-CN" dirty="0" err="1"/>
              <a:t>pivotkey</a:t>
            </a:r>
            <a:r>
              <a:rPr lang="zh-CN" altLang="en-US" dirty="0"/>
              <a:t>的值</a:t>
            </a:r>
            <a:endParaRPr lang="en-US" altLang="zh-CN" dirty="0"/>
          </a:p>
          <a:p>
            <a:r>
              <a:rPr lang="zh-CN" altLang="en-US" dirty="0"/>
              <a:t>并移动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6322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56323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4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5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6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8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9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0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1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32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56333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34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6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7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8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9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342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6343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4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5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6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7" name="Text Box 31"/>
          <p:cNvSpPr txBox="1">
            <a:spLocks noChangeArrowheads="1"/>
          </p:cNvSpPr>
          <p:nvPr/>
        </p:nvSpPr>
        <p:spPr bwMode="auto">
          <a:xfrm>
            <a:off x="3581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8" name="Text Box 32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9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0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1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2" name="Text Box 36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3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4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5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6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7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6358" name="Group 42"/>
          <p:cNvGrpSpPr>
            <a:grpSpLocks/>
          </p:cNvGrpSpPr>
          <p:nvPr/>
        </p:nvGrpSpPr>
        <p:grpSpPr bwMode="auto">
          <a:xfrm>
            <a:off x="6705600" y="2759075"/>
            <a:ext cx="838200" cy="641350"/>
            <a:chOff x="2448" y="3456"/>
            <a:chExt cx="528" cy="404"/>
          </a:xfrm>
        </p:grpSpPr>
        <p:sp>
          <p:nvSpPr>
            <p:cNvPr id="56359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6361" name="Group 45"/>
          <p:cNvGrpSpPr>
            <a:grpSpLocks/>
          </p:cNvGrpSpPr>
          <p:nvPr/>
        </p:nvGrpSpPr>
        <p:grpSpPr bwMode="auto">
          <a:xfrm>
            <a:off x="2971800" y="2759075"/>
            <a:ext cx="838200" cy="609600"/>
            <a:chOff x="1680" y="3456"/>
            <a:chExt cx="528" cy="384"/>
          </a:xfrm>
        </p:grpSpPr>
        <p:sp>
          <p:nvSpPr>
            <p:cNvPr id="56362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364" name="Text Box 48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65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6366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51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7346" name="Group 6"/>
          <p:cNvGrpSpPr>
            <a:grpSpLocks/>
          </p:cNvGrpSpPr>
          <p:nvPr/>
        </p:nvGrpSpPr>
        <p:grpSpPr bwMode="auto">
          <a:xfrm>
            <a:off x="1371600" y="2225675"/>
            <a:ext cx="6781800" cy="533400"/>
            <a:chOff x="1200" y="2928"/>
            <a:chExt cx="4272" cy="336"/>
          </a:xfrm>
        </p:grpSpPr>
        <p:sp>
          <p:nvSpPr>
            <p:cNvPr id="57347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48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49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0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1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2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3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4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5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56" name="Group 16"/>
          <p:cNvGrpSpPr>
            <a:grpSpLocks/>
          </p:cNvGrpSpPr>
          <p:nvPr/>
        </p:nvGrpSpPr>
        <p:grpSpPr bwMode="auto">
          <a:xfrm>
            <a:off x="1371600" y="1158875"/>
            <a:ext cx="6781800" cy="533400"/>
            <a:chOff x="1200" y="2928"/>
            <a:chExt cx="4272" cy="336"/>
          </a:xfrm>
        </p:grpSpPr>
        <p:sp>
          <p:nvSpPr>
            <p:cNvPr id="57357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58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9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0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1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2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3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4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5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366" name="Text Box 26"/>
          <p:cNvSpPr txBox="1">
            <a:spLocks noChangeArrowheads="1"/>
          </p:cNvSpPr>
          <p:nvPr/>
        </p:nvSpPr>
        <p:spPr bwMode="auto">
          <a:xfrm>
            <a:off x="13716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7367" name="Text Box 27"/>
          <p:cNvSpPr txBox="1">
            <a:spLocks noChangeArrowheads="1"/>
          </p:cNvSpPr>
          <p:nvPr/>
        </p:nvSpPr>
        <p:spPr bwMode="auto">
          <a:xfrm>
            <a:off x="2209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68" name="Text Box 28"/>
          <p:cNvSpPr txBox="1">
            <a:spLocks noChangeArrowheads="1"/>
          </p:cNvSpPr>
          <p:nvPr/>
        </p:nvSpPr>
        <p:spPr bwMode="auto">
          <a:xfrm>
            <a:off x="2971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69" name="Text Box 29"/>
          <p:cNvSpPr txBox="1">
            <a:spLocks noChangeArrowheads="1"/>
          </p:cNvSpPr>
          <p:nvPr/>
        </p:nvSpPr>
        <p:spPr bwMode="auto">
          <a:xfrm>
            <a:off x="2971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0" name="Text Box 30"/>
          <p:cNvSpPr txBox="1">
            <a:spLocks noChangeArrowheads="1"/>
          </p:cNvSpPr>
          <p:nvPr/>
        </p:nvSpPr>
        <p:spPr bwMode="auto">
          <a:xfrm>
            <a:off x="3733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1" name="Text Box 31"/>
          <p:cNvSpPr txBox="1">
            <a:spLocks noChangeArrowheads="1"/>
          </p:cNvSpPr>
          <p:nvPr/>
        </p:nvSpPr>
        <p:spPr bwMode="auto">
          <a:xfrm>
            <a:off x="3733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2" name="Text Box 32"/>
          <p:cNvSpPr txBox="1">
            <a:spLocks noChangeArrowheads="1"/>
          </p:cNvSpPr>
          <p:nvPr/>
        </p:nvSpPr>
        <p:spPr bwMode="auto">
          <a:xfrm>
            <a:off x="4495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3" name="Text Box 33"/>
          <p:cNvSpPr txBox="1">
            <a:spLocks noChangeArrowheads="1"/>
          </p:cNvSpPr>
          <p:nvPr/>
        </p:nvSpPr>
        <p:spPr bwMode="auto">
          <a:xfrm>
            <a:off x="4495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4" name="Text Box 34"/>
          <p:cNvSpPr txBox="1">
            <a:spLocks noChangeArrowheads="1"/>
          </p:cNvSpPr>
          <p:nvPr/>
        </p:nvSpPr>
        <p:spPr bwMode="auto">
          <a:xfrm>
            <a:off x="5257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5" name="Text Box 35"/>
          <p:cNvSpPr txBox="1">
            <a:spLocks noChangeArrowheads="1"/>
          </p:cNvSpPr>
          <p:nvPr/>
        </p:nvSpPr>
        <p:spPr bwMode="auto">
          <a:xfrm>
            <a:off x="5257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6" name="Text Box 36"/>
          <p:cNvSpPr txBox="1">
            <a:spLocks noChangeArrowheads="1"/>
          </p:cNvSpPr>
          <p:nvPr/>
        </p:nvSpPr>
        <p:spPr bwMode="auto">
          <a:xfrm>
            <a:off x="5943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7" name="Text Box 37"/>
          <p:cNvSpPr txBox="1">
            <a:spLocks noChangeArrowheads="1"/>
          </p:cNvSpPr>
          <p:nvPr/>
        </p:nvSpPr>
        <p:spPr bwMode="auto">
          <a:xfrm>
            <a:off x="5943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8" name="Text Box 38"/>
          <p:cNvSpPr txBox="1">
            <a:spLocks noChangeArrowheads="1"/>
          </p:cNvSpPr>
          <p:nvPr/>
        </p:nvSpPr>
        <p:spPr bwMode="auto">
          <a:xfrm>
            <a:off x="6705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9" name="Text Box 39"/>
          <p:cNvSpPr txBox="1">
            <a:spLocks noChangeArrowheads="1"/>
          </p:cNvSpPr>
          <p:nvPr/>
        </p:nvSpPr>
        <p:spPr bwMode="auto">
          <a:xfrm>
            <a:off x="2209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80" name="Text Box 40"/>
          <p:cNvSpPr txBox="1">
            <a:spLocks noChangeArrowheads="1"/>
          </p:cNvSpPr>
          <p:nvPr/>
        </p:nvSpPr>
        <p:spPr bwMode="auto">
          <a:xfrm>
            <a:off x="7467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81" name="Text Box 41"/>
          <p:cNvSpPr txBox="1">
            <a:spLocks noChangeArrowheads="1"/>
          </p:cNvSpPr>
          <p:nvPr/>
        </p:nvSpPr>
        <p:spPr bwMode="auto">
          <a:xfrm>
            <a:off x="7467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7382" name="Group 42"/>
          <p:cNvGrpSpPr>
            <a:grpSpLocks/>
          </p:cNvGrpSpPr>
          <p:nvPr/>
        </p:nvGrpSpPr>
        <p:grpSpPr bwMode="auto">
          <a:xfrm>
            <a:off x="6858000" y="2759075"/>
            <a:ext cx="838200" cy="641350"/>
            <a:chOff x="2448" y="3456"/>
            <a:chExt cx="528" cy="404"/>
          </a:xfrm>
        </p:grpSpPr>
        <p:sp>
          <p:nvSpPr>
            <p:cNvPr id="57383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4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7385" name="Group 45"/>
          <p:cNvGrpSpPr>
            <a:grpSpLocks/>
          </p:cNvGrpSpPr>
          <p:nvPr/>
        </p:nvGrpSpPr>
        <p:grpSpPr bwMode="auto">
          <a:xfrm>
            <a:off x="3886200" y="2759075"/>
            <a:ext cx="838200" cy="609600"/>
            <a:chOff x="1680" y="3456"/>
            <a:chExt cx="528" cy="384"/>
          </a:xfrm>
        </p:grpSpPr>
        <p:sp>
          <p:nvSpPr>
            <p:cNvPr id="57386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7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388" name="Text Box 48"/>
          <p:cNvSpPr txBox="1">
            <a:spLocks noChangeArrowheads="1"/>
          </p:cNvSpPr>
          <p:nvPr/>
        </p:nvSpPr>
        <p:spPr bwMode="auto">
          <a:xfrm>
            <a:off x="1371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89" name="Text Box 49"/>
          <p:cNvSpPr txBox="1">
            <a:spLocks noChangeArrowheads="1"/>
          </p:cNvSpPr>
          <p:nvPr/>
        </p:nvSpPr>
        <p:spPr bwMode="auto">
          <a:xfrm>
            <a:off x="5334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7390" name="Line 50"/>
          <p:cNvSpPr>
            <a:spLocks noChangeShapeType="1"/>
          </p:cNvSpPr>
          <p:nvPr/>
        </p:nvSpPr>
        <p:spPr bwMode="auto">
          <a:xfrm flipV="1">
            <a:off x="8382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0675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8370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58371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72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3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4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5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6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7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8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9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380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58381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382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3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8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90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8391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2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3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4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5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6" name="Text Box 32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7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8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99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00" name="Text Box 36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01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02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03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04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05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8406" name="Group 42"/>
          <p:cNvGrpSpPr>
            <a:grpSpLocks/>
          </p:cNvGrpSpPr>
          <p:nvPr/>
        </p:nvGrpSpPr>
        <p:grpSpPr bwMode="auto">
          <a:xfrm>
            <a:off x="6705600" y="2759075"/>
            <a:ext cx="838200" cy="641350"/>
            <a:chOff x="2448" y="3456"/>
            <a:chExt cx="528" cy="404"/>
          </a:xfrm>
        </p:grpSpPr>
        <p:sp>
          <p:nvSpPr>
            <p:cNvPr id="58407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409" name="Group 45"/>
          <p:cNvGrpSpPr>
            <a:grpSpLocks/>
          </p:cNvGrpSpPr>
          <p:nvPr/>
        </p:nvGrpSpPr>
        <p:grpSpPr bwMode="auto">
          <a:xfrm>
            <a:off x="3733800" y="2759075"/>
            <a:ext cx="838200" cy="609600"/>
            <a:chOff x="1680" y="3456"/>
            <a:chExt cx="528" cy="384"/>
          </a:xfrm>
        </p:grpSpPr>
        <p:sp>
          <p:nvSpPr>
            <p:cNvPr id="58410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1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8412" name="Text Box 48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413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8414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1699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31528" y="4570393"/>
            <a:ext cx="75713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low:</a:t>
            </a:r>
            <a:r>
              <a:rPr lang="zh-CN" altLang="en-US" dirty="0"/>
              <a:t>从表左侧向右，找到一个大于</a:t>
            </a:r>
            <a:r>
              <a:rPr lang="en-US" altLang="zh-CN" dirty="0" err="1"/>
              <a:t>pivotkey</a:t>
            </a:r>
            <a:r>
              <a:rPr lang="zh-CN" altLang="en-US" dirty="0"/>
              <a:t>的值</a:t>
            </a:r>
            <a:endParaRPr lang="en-US" altLang="zh-CN" dirty="0"/>
          </a:p>
          <a:p>
            <a:r>
              <a:rPr lang="zh-CN" altLang="en-US" dirty="0"/>
              <a:t>并移动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59394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59395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396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7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8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9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0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1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2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3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4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59405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6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414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59415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6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7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8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19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0" name="Text Box 32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1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2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3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4" name="Text Box 36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5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6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7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8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29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9430" name="Group 42"/>
          <p:cNvGrpSpPr>
            <a:grpSpLocks/>
          </p:cNvGrpSpPr>
          <p:nvPr/>
        </p:nvGrpSpPr>
        <p:grpSpPr bwMode="auto">
          <a:xfrm>
            <a:off x="5943600" y="2759075"/>
            <a:ext cx="838200" cy="641350"/>
            <a:chOff x="2448" y="3456"/>
            <a:chExt cx="528" cy="404"/>
          </a:xfrm>
        </p:grpSpPr>
        <p:sp>
          <p:nvSpPr>
            <p:cNvPr id="59431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32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433" name="Group 45"/>
          <p:cNvGrpSpPr>
            <a:grpSpLocks/>
          </p:cNvGrpSpPr>
          <p:nvPr/>
        </p:nvGrpSpPr>
        <p:grpSpPr bwMode="auto">
          <a:xfrm>
            <a:off x="3733800" y="2759075"/>
            <a:ext cx="838200" cy="609600"/>
            <a:chOff x="1680" y="3456"/>
            <a:chExt cx="528" cy="384"/>
          </a:xfrm>
        </p:grpSpPr>
        <p:sp>
          <p:nvSpPr>
            <p:cNvPr id="59434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35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9436" name="Text Box 48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437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59438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2723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0418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0419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20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1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2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3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4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5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6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7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428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0429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0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38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0439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0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1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2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3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4" name="Text Box 32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5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6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7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8" name="Text Box 36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49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50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51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52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53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0454" name="Group 42"/>
          <p:cNvGrpSpPr>
            <a:grpSpLocks/>
          </p:cNvGrpSpPr>
          <p:nvPr/>
        </p:nvGrpSpPr>
        <p:grpSpPr bwMode="auto">
          <a:xfrm>
            <a:off x="5943600" y="2759075"/>
            <a:ext cx="838200" cy="641350"/>
            <a:chOff x="2448" y="3456"/>
            <a:chExt cx="528" cy="404"/>
          </a:xfrm>
        </p:grpSpPr>
        <p:sp>
          <p:nvSpPr>
            <p:cNvPr id="60455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6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457" name="Group 45"/>
          <p:cNvGrpSpPr>
            <a:grpSpLocks/>
          </p:cNvGrpSpPr>
          <p:nvPr/>
        </p:nvGrpSpPr>
        <p:grpSpPr bwMode="auto">
          <a:xfrm>
            <a:off x="3733800" y="2759075"/>
            <a:ext cx="838200" cy="609600"/>
            <a:chOff x="1680" y="3456"/>
            <a:chExt cx="528" cy="384"/>
          </a:xfrm>
        </p:grpSpPr>
        <p:sp>
          <p:nvSpPr>
            <p:cNvPr id="60458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9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460" name="Text Box 48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61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0462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3747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1442" name="Group 6"/>
          <p:cNvGrpSpPr>
            <a:grpSpLocks/>
          </p:cNvGrpSpPr>
          <p:nvPr/>
        </p:nvGrpSpPr>
        <p:grpSpPr bwMode="auto">
          <a:xfrm>
            <a:off x="952500" y="2225675"/>
            <a:ext cx="6781800" cy="533400"/>
            <a:chOff x="1200" y="2928"/>
            <a:chExt cx="4272" cy="336"/>
          </a:xfrm>
        </p:grpSpPr>
        <p:sp>
          <p:nvSpPr>
            <p:cNvPr id="61443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44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5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6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7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8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452" name="Group 16"/>
          <p:cNvGrpSpPr>
            <a:grpSpLocks/>
          </p:cNvGrpSpPr>
          <p:nvPr/>
        </p:nvGrpSpPr>
        <p:grpSpPr bwMode="auto">
          <a:xfrm>
            <a:off x="952500" y="1158875"/>
            <a:ext cx="6781800" cy="533400"/>
            <a:chOff x="1200" y="2928"/>
            <a:chExt cx="4272" cy="336"/>
          </a:xfrm>
        </p:grpSpPr>
        <p:sp>
          <p:nvSpPr>
            <p:cNvPr id="61453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54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7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8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1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62" name="Text Box 26"/>
          <p:cNvSpPr txBox="1">
            <a:spLocks noChangeArrowheads="1"/>
          </p:cNvSpPr>
          <p:nvPr/>
        </p:nvSpPr>
        <p:spPr bwMode="auto">
          <a:xfrm>
            <a:off x="9525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1463" name="Text Box 27"/>
          <p:cNvSpPr txBox="1">
            <a:spLocks noChangeArrowheads="1"/>
          </p:cNvSpPr>
          <p:nvPr/>
        </p:nvSpPr>
        <p:spPr bwMode="auto">
          <a:xfrm>
            <a:off x="17907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4" name="Text Box 28"/>
          <p:cNvSpPr txBox="1">
            <a:spLocks noChangeArrowheads="1"/>
          </p:cNvSpPr>
          <p:nvPr/>
        </p:nvSpPr>
        <p:spPr bwMode="auto">
          <a:xfrm>
            <a:off x="25527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5" name="Text Box 29"/>
          <p:cNvSpPr txBox="1">
            <a:spLocks noChangeArrowheads="1"/>
          </p:cNvSpPr>
          <p:nvPr/>
        </p:nvSpPr>
        <p:spPr bwMode="auto">
          <a:xfrm>
            <a:off x="25527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6" name="Text Box 30"/>
          <p:cNvSpPr txBox="1">
            <a:spLocks noChangeArrowheads="1"/>
          </p:cNvSpPr>
          <p:nvPr/>
        </p:nvSpPr>
        <p:spPr bwMode="auto">
          <a:xfrm>
            <a:off x="33147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7" name="Text Box 31"/>
          <p:cNvSpPr txBox="1">
            <a:spLocks noChangeArrowheads="1"/>
          </p:cNvSpPr>
          <p:nvPr/>
        </p:nvSpPr>
        <p:spPr bwMode="auto">
          <a:xfrm>
            <a:off x="62865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8" name="Text Box 32"/>
          <p:cNvSpPr txBox="1">
            <a:spLocks noChangeArrowheads="1"/>
          </p:cNvSpPr>
          <p:nvPr/>
        </p:nvSpPr>
        <p:spPr bwMode="auto">
          <a:xfrm>
            <a:off x="40767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9" name="Text Box 33"/>
          <p:cNvSpPr txBox="1">
            <a:spLocks noChangeArrowheads="1"/>
          </p:cNvSpPr>
          <p:nvPr/>
        </p:nvSpPr>
        <p:spPr bwMode="auto">
          <a:xfrm>
            <a:off x="40767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0" name="Text Box 34"/>
          <p:cNvSpPr txBox="1">
            <a:spLocks noChangeArrowheads="1"/>
          </p:cNvSpPr>
          <p:nvPr/>
        </p:nvSpPr>
        <p:spPr bwMode="auto">
          <a:xfrm>
            <a:off x="48387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1" name="Text Box 35"/>
          <p:cNvSpPr txBox="1">
            <a:spLocks noChangeArrowheads="1"/>
          </p:cNvSpPr>
          <p:nvPr/>
        </p:nvSpPr>
        <p:spPr bwMode="auto">
          <a:xfrm>
            <a:off x="48387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2" name="Text Box 36"/>
          <p:cNvSpPr txBox="1">
            <a:spLocks noChangeArrowheads="1"/>
          </p:cNvSpPr>
          <p:nvPr/>
        </p:nvSpPr>
        <p:spPr bwMode="auto">
          <a:xfrm>
            <a:off x="33147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3" name="Text Box 37"/>
          <p:cNvSpPr txBox="1">
            <a:spLocks noChangeArrowheads="1"/>
          </p:cNvSpPr>
          <p:nvPr/>
        </p:nvSpPr>
        <p:spPr bwMode="auto">
          <a:xfrm>
            <a:off x="55245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4" name="Text Box 38"/>
          <p:cNvSpPr txBox="1">
            <a:spLocks noChangeArrowheads="1"/>
          </p:cNvSpPr>
          <p:nvPr/>
        </p:nvSpPr>
        <p:spPr bwMode="auto">
          <a:xfrm>
            <a:off x="62865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5" name="Text Box 39"/>
          <p:cNvSpPr txBox="1">
            <a:spLocks noChangeArrowheads="1"/>
          </p:cNvSpPr>
          <p:nvPr/>
        </p:nvSpPr>
        <p:spPr bwMode="auto">
          <a:xfrm>
            <a:off x="17907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6" name="Text Box 40"/>
          <p:cNvSpPr txBox="1">
            <a:spLocks noChangeArrowheads="1"/>
          </p:cNvSpPr>
          <p:nvPr/>
        </p:nvSpPr>
        <p:spPr bwMode="auto">
          <a:xfrm>
            <a:off x="70485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7" name="Text Box 41"/>
          <p:cNvSpPr txBox="1">
            <a:spLocks noChangeArrowheads="1"/>
          </p:cNvSpPr>
          <p:nvPr/>
        </p:nvSpPr>
        <p:spPr bwMode="auto">
          <a:xfrm>
            <a:off x="70485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1478" name="Group 42"/>
          <p:cNvGrpSpPr>
            <a:grpSpLocks/>
          </p:cNvGrpSpPr>
          <p:nvPr/>
        </p:nvGrpSpPr>
        <p:grpSpPr bwMode="auto">
          <a:xfrm>
            <a:off x="5676900" y="2759075"/>
            <a:ext cx="838200" cy="641350"/>
            <a:chOff x="2448" y="3456"/>
            <a:chExt cx="528" cy="404"/>
          </a:xfrm>
        </p:grpSpPr>
        <p:sp>
          <p:nvSpPr>
            <p:cNvPr id="61479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0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481" name="Group 45"/>
          <p:cNvGrpSpPr>
            <a:grpSpLocks/>
          </p:cNvGrpSpPr>
          <p:nvPr/>
        </p:nvGrpSpPr>
        <p:grpSpPr bwMode="auto">
          <a:xfrm>
            <a:off x="4229100" y="2759075"/>
            <a:ext cx="838200" cy="609600"/>
            <a:chOff x="1680" y="3456"/>
            <a:chExt cx="528" cy="384"/>
          </a:xfrm>
        </p:grpSpPr>
        <p:sp>
          <p:nvSpPr>
            <p:cNvPr id="61482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3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484" name="Text Box 48"/>
          <p:cNvSpPr txBox="1">
            <a:spLocks noChangeArrowheads="1"/>
          </p:cNvSpPr>
          <p:nvPr/>
        </p:nvSpPr>
        <p:spPr bwMode="auto">
          <a:xfrm>
            <a:off x="9525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5" name="Text Box 49"/>
          <p:cNvSpPr txBox="1">
            <a:spLocks noChangeArrowheads="1"/>
          </p:cNvSpPr>
          <p:nvPr/>
        </p:nvSpPr>
        <p:spPr bwMode="auto">
          <a:xfrm>
            <a:off x="1143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1486" name="Line 50"/>
          <p:cNvSpPr>
            <a:spLocks noChangeShapeType="1"/>
          </p:cNvSpPr>
          <p:nvPr/>
        </p:nvSpPr>
        <p:spPr bwMode="auto">
          <a:xfrm flipV="1">
            <a:off x="4191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71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2466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2467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68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69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0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1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2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3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4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5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476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2477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78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9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0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1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2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4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5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86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2487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8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9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0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1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2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3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4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5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6" name="Text Box 36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7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8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99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500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501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2502" name="Group 42"/>
          <p:cNvGrpSpPr>
            <a:grpSpLocks/>
          </p:cNvGrpSpPr>
          <p:nvPr/>
        </p:nvGrpSpPr>
        <p:grpSpPr bwMode="auto">
          <a:xfrm>
            <a:off x="5943600" y="2759075"/>
            <a:ext cx="838200" cy="641350"/>
            <a:chOff x="2448" y="3456"/>
            <a:chExt cx="528" cy="404"/>
          </a:xfrm>
        </p:grpSpPr>
        <p:sp>
          <p:nvSpPr>
            <p:cNvPr id="62503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4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2505" name="Group 45"/>
          <p:cNvGrpSpPr>
            <a:grpSpLocks/>
          </p:cNvGrpSpPr>
          <p:nvPr/>
        </p:nvGrpSpPr>
        <p:grpSpPr bwMode="auto">
          <a:xfrm>
            <a:off x="4495800" y="2759075"/>
            <a:ext cx="838200" cy="609600"/>
            <a:chOff x="1680" y="3456"/>
            <a:chExt cx="528" cy="384"/>
          </a:xfrm>
        </p:grpSpPr>
        <p:sp>
          <p:nvSpPr>
            <p:cNvPr id="62506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7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2508" name="Text Box 48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509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2510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5795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3491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492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3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4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5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6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7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8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9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00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3501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502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3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4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5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6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7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8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10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3511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2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3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4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5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6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7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8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19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20" name="Text Box 36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21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22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23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24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25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3526" name="Group 42"/>
          <p:cNvGrpSpPr>
            <a:grpSpLocks/>
          </p:cNvGrpSpPr>
          <p:nvPr/>
        </p:nvGrpSpPr>
        <p:grpSpPr bwMode="auto">
          <a:xfrm>
            <a:off x="5334000" y="2759075"/>
            <a:ext cx="838200" cy="641350"/>
            <a:chOff x="2448" y="3456"/>
            <a:chExt cx="528" cy="404"/>
          </a:xfrm>
        </p:grpSpPr>
        <p:sp>
          <p:nvSpPr>
            <p:cNvPr id="63527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8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529" name="Group 45"/>
          <p:cNvGrpSpPr>
            <a:grpSpLocks/>
          </p:cNvGrpSpPr>
          <p:nvPr/>
        </p:nvGrpSpPr>
        <p:grpSpPr bwMode="auto">
          <a:xfrm>
            <a:off x="4495800" y="2759075"/>
            <a:ext cx="838200" cy="609600"/>
            <a:chOff x="1680" y="3456"/>
            <a:chExt cx="528" cy="384"/>
          </a:xfrm>
        </p:grpSpPr>
        <p:sp>
          <p:nvSpPr>
            <p:cNvPr id="63530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1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532" name="Text Box 48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33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3534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6819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4514" name="Group 6"/>
          <p:cNvGrpSpPr>
            <a:grpSpLocks/>
          </p:cNvGrpSpPr>
          <p:nvPr/>
        </p:nvGrpSpPr>
        <p:grpSpPr bwMode="auto">
          <a:xfrm>
            <a:off x="1143000" y="2225675"/>
            <a:ext cx="6781800" cy="533400"/>
            <a:chOff x="1200" y="2928"/>
            <a:chExt cx="4272" cy="336"/>
          </a:xfrm>
        </p:grpSpPr>
        <p:sp>
          <p:nvSpPr>
            <p:cNvPr id="64515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16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17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18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19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0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1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2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3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524" name="Group 16"/>
          <p:cNvGrpSpPr>
            <a:grpSpLocks/>
          </p:cNvGrpSpPr>
          <p:nvPr/>
        </p:nvGrpSpPr>
        <p:grpSpPr bwMode="auto">
          <a:xfrm>
            <a:off x="1143000" y="1158875"/>
            <a:ext cx="6781800" cy="533400"/>
            <a:chOff x="1200" y="2928"/>
            <a:chExt cx="4272" cy="336"/>
          </a:xfrm>
        </p:grpSpPr>
        <p:sp>
          <p:nvSpPr>
            <p:cNvPr id="64525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526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7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8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9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0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1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2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3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34" name="Text Box 26"/>
          <p:cNvSpPr txBox="1">
            <a:spLocks noChangeArrowheads="1"/>
          </p:cNvSpPr>
          <p:nvPr/>
        </p:nvSpPr>
        <p:spPr bwMode="auto">
          <a:xfrm>
            <a:off x="11430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4535" name="Text Box 27"/>
          <p:cNvSpPr txBox="1">
            <a:spLocks noChangeArrowheads="1"/>
          </p:cNvSpPr>
          <p:nvPr/>
        </p:nvSpPr>
        <p:spPr bwMode="auto">
          <a:xfrm>
            <a:off x="198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6" name="Text Box 28"/>
          <p:cNvSpPr txBox="1">
            <a:spLocks noChangeArrowheads="1"/>
          </p:cNvSpPr>
          <p:nvPr/>
        </p:nvSpPr>
        <p:spPr bwMode="auto">
          <a:xfrm>
            <a:off x="2743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7" name="Text Box 29"/>
          <p:cNvSpPr txBox="1">
            <a:spLocks noChangeArrowheads="1"/>
          </p:cNvSpPr>
          <p:nvPr/>
        </p:nvSpPr>
        <p:spPr bwMode="auto">
          <a:xfrm>
            <a:off x="274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8" name="Text Box 30"/>
          <p:cNvSpPr txBox="1">
            <a:spLocks noChangeArrowheads="1"/>
          </p:cNvSpPr>
          <p:nvPr/>
        </p:nvSpPr>
        <p:spPr bwMode="auto">
          <a:xfrm>
            <a:off x="350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9" name="Text Box 31"/>
          <p:cNvSpPr txBox="1">
            <a:spLocks noChangeArrowheads="1"/>
          </p:cNvSpPr>
          <p:nvPr/>
        </p:nvSpPr>
        <p:spPr bwMode="auto">
          <a:xfrm>
            <a:off x="6477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0" name="Text Box 32"/>
          <p:cNvSpPr txBox="1">
            <a:spLocks noChangeArrowheads="1"/>
          </p:cNvSpPr>
          <p:nvPr/>
        </p:nvSpPr>
        <p:spPr bwMode="auto">
          <a:xfrm>
            <a:off x="5715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1" name="Text Box 33"/>
          <p:cNvSpPr txBox="1">
            <a:spLocks noChangeArrowheads="1"/>
          </p:cNvSpPr>
          <p:nvPr/>
        </p:nvSpPr>
        <p:spPr bwMode="auto">
          <a:xfrm>
            <a:off x="4267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2" name="Text Box 34"/>
          <p:cNvSpPr txBox="1">
            <a:spLocks noChangeArrowheads="1"/>
          </p:cNvSpPr>
          <p:nvPr/>
        </p:nvSpPr>
        <p:spPr bwMode="auto">
          <a:xfrm>
            <a:off x="5029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3" name="Text Box 35"/>
          <p:cNvSpPr txBox="1">
            <a:spLocks noChangeArrowheads="1"/>
          </p:cNvSpPr>
          <p:nvPr/>
        </p:nvSpPr>
        <p:spPr bwMode="auto">
          <a:xfrm>
            <a:off x="5029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4" name="Text Box 36"/>
          <p:cNvSpPr txBox="1">
            <a:spLocks noChangeArrowheads="1"/>
          </p:cNvSpPr>
          <p:nvPr/>
        </p:nvSpPr>
        <p:spPr bwMode="auto">
          <a:xfrm>
            <a:off x="350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5" name="Text Box 37"/>
          <p:cNvSpPr txBox="1">
            <a:spLocks noChangeArrowheads="1"/>
          </p:cNvSpPr>
          <p:nvPr/>
        </p:nvSpPr>
        <p:spPr bwMode="auto">
          <a:xfrm>
            <a:off x="5715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6" name="Text Box 38"/>
          <p:cNvSpPr txBox="1">
            <a:spLocks noChangeArrowheads="1"/>
          </p:cNvSpPr>
          <p:nvPr/>
        </p:nvSpPr>
        <p:spPr bwMode="auto">
          <a:xfrm>
            <a:off x="6477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7" name="Text Box 39"/>
          <p:cNvSpPr txBox="1">
            <a:spLocks noChangeArrowheads="1"/>
          </p:cNvSpPr>
          <p:nvPr/>
        </p:nvSpPr>
        <p:spPr bwMode="auto">
          <a:xfrm>
            <a:off x="1981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8" name="Text Box 40"/>
          <p:cNvSpPr txBox="1">
            <a:spLocks noChangeArrowheads="1"/>
          </p:cNvSpPr>
          <p:nvPr/>
        </p:nvSpPr>
        <p:spPr bwMode="auto">
          <a:xfrm>
            <a:off x="7239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49" name="Text Box 41"/>
          <p:cNvSpPr txBox="1">
            <a:spLocks noChangeArrowheads="1"/>
          </p:cNvSpPr>
          <p:nvPr/>
        </p:nvSpPr>
        <p:spPr bwMode="auto">
          <a:xfrm>
            <a:off x="7239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4550" name="Group 42"/>
          <p:cNvGrpSpPr>
            <a:grpSpLocks/>
          </p:cNvGrpSpPr>
          <p:nvPr/>
        </p:nvGrpSpPr>
        <p:grpSpPr bwMode="auto">
          <a:xfrm>
            <a:off x="4876800" y="2759075"/>
            <a:ext cx="838200" cy="641350"/>
            <a:chOff x="2448" y="3456"/>
            <a:chExt cx="528" cy="404"/>
          </a:xfrm>
        </p:grpSpPr>
        <p:sp>
          <p:nvSpPr>
            <p:cNvPr id="64551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2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4553" name="Group 45"/>
          <p:cNvGrpSpPr>
            <a:grpSpLocks/>
          </p:cNvGrpSpPr>
          <p:nvPr/>
        </p:nvGrpSpPr>
        <p:grpSpPr bwMode="auto">
          <a:xfrm>
            <a:off x="4419600" y="2759075"/>
            <a:ext cx="838200" cy="609600"/>
            <a:chOff x="1680" y="3456"/>
            <a:chExt cx="528" cy="384"/>
          </a:xfrm>
        </p:grpSpPr>
        <p:sp>
          <p:nvSpPr>
            <p:cNvPr id="64554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5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4556" name="Text Box 48"/>
          <p:cNvSpPr txBox="1">
            <a:spLocks noChangeArrowheads="1"/>
          </p:cNvSpPr>
          <p:nvPr/>
        </p:nvSpPr>
        <p:spPr bwMode="auto">
          <a:xfrm>
            <a:off x="1143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57" name="Text Box 49"/>
          <p:cNvSpPr txBox="1">
            <a:spLocks noChangeArrowheads="1"/>
          </p:cNvSpPr>
          <p:nvPr/>
        </p:nvSpPr>
        <p:spPr bwMode="auto">
          <a:xfrm>
            <a:off x="3048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4558" name="Line 50"/>
          <p:cNvSpPr>
            <a:spLocks noChangeShapeType="1"/>
          </p:cNvSpPr>
          <p:nvPr/>
        </p:nvSpPr>
        <p:spPr bwMode="auto">
          <a:xfrm flipV="1">
            <a:off x="6096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7843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5538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5539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540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1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2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3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4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5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6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548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5549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550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2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4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5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6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558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5559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0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1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2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3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4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5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6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7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8" name="Text Box 36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69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70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71" name="Text Box 39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72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73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5574" name="Group 42"/>
          <p:cNvGrpSpPr>
            <a:grpSpLocks/>
          </p:cNvGrpSpPr>
          <p:nvPr/>
        </p:nvGrpSpPr>
        <p:grpSpPr bwMode="auto">
          <a:xfrm>
            <a:off x="4953000" y="2759075"/>
            <a:ext cx="838200" cy="641350"/>
            <a:chOff x="2448" y="3456"/>
            <a:chExt cx="528" cy="404"/>
          </a:xfrm>
        </p:grpSpPr>
        <p:sp>
          <p:nvSpPr>
            <p:cNvPr id="65575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6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577" name="Group 45"/>
          <p:cNvGrpSpPr>
            <a:grpSpLocks/>
          </p:cNvGrpSpPr>
          <p:nvPr/>
        </p:nvGrpSpPr>
        <p:grpSpPr bwMode="auto">
          <a:xfrm>
            <a:off x="4495800" y="2759075"/>
            <a:ext cx="838200" cy="609600"/>
            <a:chOff x="1680" y="3456"/>
            <a:chExt cx="528" cy="384"/>
          </a:xfrm>
        </p:grpSpPr>
        <p:sp>
          <p:nvSpPr>
            <p:cNvPr id="65578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9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5580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81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5582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8867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71513" y="4587876"/>
            <a:ext cx="57310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依次交替进行，直到</a:t>
            </a:r>
            <a:r>
              <a:rPr lang="en-US" altLang="zh-CN" dirty="0"/>
              <a:t>high</a:t>
            </a:r>
            <a:r>
              <a:rPr lang="zh-CN" altLang="en-US" dirty="0"/>
              <a:t>和</a:t>
            </a:r>
            <a:r>
              <a:rPr lang="en-US" altLang="zh-CN" dirty="0"/>
              <a:t>low</a:t>
            </a:r>
            <a:r>
              <a:rPr lang="zh-CN" altLang="en-US" dirty="0"/>
              <a:t>相遇</a:t>
            </a:r>
            <a:endParaRPr lang="en-US" altLang="zh-CN" dirty="0"/>
          </a:p>
          <a:p>
            <a:r>
              <a:rPr lang="zh-CN" altLang="en-US" dirty="0"/>
              <a:t>此时表一分为二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6562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6563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564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5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6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7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8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9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0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1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72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6573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574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5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6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7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8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9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0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1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582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6583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4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5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6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7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8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9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0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1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2" name="Text Box 36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3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4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5" name="Text Box 39"/>
          <p:cNvSpPr txBox="1">
            <a:spLocks noChangeArrowheads="1"/>
          </p:cNvSpPr>
          <p:nvPr/>
        </p:nvSpPr>
        <p:spPr bwMode="auto">
          <a:xfrm>
            <a:off x="1219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6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97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6598" name="Group 42"/>
          <p:cNvGrpSpPr>
            <a:grpSpLocks/>
          </p:cNvGrpSpPr>
          <p:nvPr/>
        </p:nvGrpSpPr>
        <p:grpSpPr bwMode="auto">
          <a:xfrm>
            <a:off x="4038600" y="2759075"/>
            <a:ext cx="838200" cy="641350"/>
            <a:chOff x="2448" y="3456"/>
            <a:chExt cx="528" cy="404"/>
          </a:xfrm>
        </p:grpSpPr>
        <p:sp>
          <p:nvSpPr>
            <p:cNvPr id="66599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0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6601" name="Group 45"/>
          <p:cNvGrpSpPr>
            <a:grpSpLocks/>
          </p:cNvGrpSpPr>
          <p:nvPr/>
        </p:nvGrpSpPr>
        <p:grpSpPr bwMode="auto">
          <a:xfrm>
            <a:off x="1752600" y="2759075"/>
            <a:ext cx="838200" cy="609600"/>
            <a:chOff x="1680" y="3456"/>
            <a:chExt cx="528" cy="384"/>
          </a:xfrm>
        </p:grpSpPr>
        <p:sp>
          <p:nvSpPr>
            <p:cNvPr id="66602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3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6604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605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6606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9891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71513" y="4587876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左子表继续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7586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7587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588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89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0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1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2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3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4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5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596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7597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598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9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0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1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2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4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5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7606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7607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8" name="Text Box 28"/>
          <p:cNvSpPr txBox="1">
            <a:spLocks noChangeArrowheads="1"/>
          </p:cNvSpPr>
          <p:nvPr/>
        </p:nvSpPr>
        <p:spPr bwMode="auto">
          <a:xfrm>
            <a:off x="2819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9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0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1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2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3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4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5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6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7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8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19" name="Text Box 39"/>
          <p:cNvSpPr txBox="1">
            <a:spLocks noChangeArrowheads="1"/>
          </p:cNvSpPr>
          <p:nvPr/>
        </p:nvSpPr>
        <p:spPr bwMode="auto">
          <a:xfrm>
            <a:off x="1219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20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21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7622" name="Group 42"/>
          <p:cNvGrpSpPr>
            <a:grpSpLocks/>
          </p:cNvGrpSpPr>
          <p:nvPr/>
        </p:nvGrpSpPr>
        <p:grpSpPr bwMode="auto">
          <a:xfrm>
            <a:off x="4038600" y="2759075"/>
            <a:ext cx="838200" cy="641350"/>
            <a:chOff x="2448" y="3456"/>
            <a:chExt cx="528" cy="404"/>
          </a:xfrm>
        </p:grpSpPr>
        <p:sp>
          <p:nvSpPr>
            <p:cNvPr id="67623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4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7625" name="Group 45"/>
          <p:cNvGrpSpPr>
            <a:grpSpLocks/>
          </p:cNvGrpSpPr>
          <p:nvPr/>
        </p:nvGrpSpPr>
        <p:grpSpPr bwMode="auto">
          <a:xfrm>
            <a:off x="1752600" y="2759075"/>
            <a:ext cx="838200" cy="609600"/>
            <a:chOff x="1680" y="3456"/>
            <a:chExt cx="528" cy="384"/>
          </a:xfrm>
        </p:grpSpPr>
        <p:sp>
          <p:nvSpPr>
            <p:cNvPr id="67626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7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7628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29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7630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0915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8610" name="Group 6"/>
          <p:cNvGrpSpPr>
            <a:grpSpLocks/>
          </p:cNvGrpSpPr>
          <p:nvPr/>
        </p:nvGrpSpPr>
        <p:grpSpPr bwMode="auto">
          <a:xfrm>
            <a:off x="1143000" y="2225675"/>
            <a:ext cx="6781800" cy="533400"/>
            <a:chOff x="1200" y="2928"/>
            <a:chExt cx="4272" cy="336"/>
          </a:xfrm>
        </p:grpSpPr>
        <p:sp>
          <p:nvSpPr>
            <p:cNvPr id="68611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12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3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4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5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6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7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8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9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0" name="Group 16"/>
          <p:cNvGrpSpPr>
            <a:grpSpLocks/>
          </p:cNvGrpSpPr>
          <p:nvPr/>
        </p:nvGrpSpPr>
        <p:grpSpPr bwMode="auto">
          <a:xfrm>
            <a:off x="1143000" y="1158875"/>
            <a:ext cx="6781800" cy="533400"/>
            <a:chOff x="1200" y="2928"/>
            <a:chExt cx="4272" cy="336"/>
          </a:xfrm>
        </p:grpSpPr>
        <p:sp>
          <p:nvSpPr>
            <p:cNvPr id="68621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22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6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9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630" name="Text Box 26"/>
          <p:cNvSpPr txBox="1">
            <a:spLocks noChangeArrowheads="1"/>
          </p:cNvSpPr>
          <p:nvPr/>
        </p:nvSpPr>
        <p:spPr bwMode="auto">
          <a:xfrm>
            <a:off x="11430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8631" name="Text Box 27"/>
          <p:cNvSpPr txBox="1">
            <a:spLocks noChangeArrowheads="1"/>
          </p:cNvSpPr>
          <p:nvPr/>
        </p:nvSpPr>
        <p:spPr bwMode="auto">
          <a:xfrm>
            <a:off x="198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2" name="Text Box 28"/>
          <p:cNvSpPr txBox="1">
            <a:spLocks noChangeArrowheads="1"/>
          </p:cNvSpPr>
          <p:nvPr/>
        </p:nvSpPr>
        <p:spPr bwMode="auto">
          <a:xfrm>
            <a:off x="2743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3" name="Text Box 29"/>
          <p:cNvSpPr txBox="1">
            <a:spLocks noChangeArrowheads="1"/>
          </p:cNvSpPr>
          <p:nvPr/>
        </p:nvSpPr>
        <p:spPr bwMode="auto">
          <a:xfrm>
            <a:off x="274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4" name="Text Box 30"/>
          <p:cNvSpPr txBox="1">
            <a:spLocks noChangeArrowheads="1"/>
          </p:cNvSpPr>
          <p:nvPr/>
        </p:nvSpPr>
        <p:spPr bwMode="auto">
          <a:xfrm>
            <a:off x="350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5" name="Text Box 31"/>
          <p:cNvSpPr txBox="1">
            <a:spLocks noChangeArrowheads="1"/>
          </p:cNvSpPr>
          <p:nvPr/>
        </p:nvSpPr>
        <p:spPr bwMode="auto">
          <a:xfrm>
            <a:off x="6477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6" name="Text Box 32"/>
          <p:cNvSpPr txBox="1">
            <a:spLocks noChangeArrowheads="1"/>
          </p:cNvSpPr>
          <p:nvPr/>
        </p:nvSpPr>
        <p:spPr bwMode="auto">
          <a:xfrm>
            <a:off x="5715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7" name="Text Box 33"/>
          <p:cNvSpPr txBox="1">
            <a:spLocks noChangeArrowheads="1"/>
          </p:cNvSpPr>
          <p:nvPr/>
        </p:nvSpPr>
        <p:spPr bwMode="auto">
          <a:xfrm>
            <a:off x="4267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8" name="Text Box 34"/>
          <p:cNvSpPr txBox="1">
            <a:spLocks noChangeArrowheads="1"/>
          </p:cNvSpPr>
          <p:nvPr/>
        </p:nvSpPr>
        <p:spPr bwMode="auto">
          <a:xfrm>
            <a:off x="5029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9" name="Text Box 35"/>
          <p:cNvSpPr txBox="1">
            <a:spLocks noChangeArrowheads="1"/>
          </p:cNvSpPr>
          <p:nvPr/>
        </p:nvSpPr>
        <p:spPr bwMode="auto">
          <a:xfrm>
            <a:off x="5029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40" name="Text Box 36"/>
          <p:cNvSpPr txBox="1">
            <a:spLocks noChangeArrowheads="1"/>
          </p:cNvSpPr>
          <p:nvPr/>
        </p:nvSpPr>
        <p:spPr bwMode="auto">
          <a:xfrm>
            <a:off x="198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41" name="Text Box 37"/>
          <p:cNvSpPr txBox="1">
            <a:spLocks noChangeArrowheads="1"/>
          </p:cNvSpPr>
          <p:nvPr/>
        </p:nvSpPr>
        <p:spPr bwMode="auto">
          <a:xfrm>
            <a:off x="5715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42" name="Text Box 38"/>
          <p:cNvSpPr txBox="1">
            <a:spLocks noChangeArrowheads="1"/>
          </p:cNvSpPr>
          <p:nvPr/>
        </p:nvSpPr>
        <p:spPr bwMode="auto">
          <a:xfrm>
            <a:off x="6477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43" name="Text Box 39"/>
          <p:cNvSpPr txBox="1">
            <a:spLocks noChangeArrowheads="1"/>
          </p:cNvSpPr>
          <p:nvPr/>
        </p:nvSpPr>
        <p:spPr bwMode="auto">
          <a:xfrm>
            <a:off x="1143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44" name="Text Box 40"/>
          <p:cNvSpPr txBox="1">
            <a:spLocks noChangeArrowheads="1"/>
          </p:cNvSpPr>
          <p:nvPr/>
        </p:nvSpPr>
        <p:spPr bwMode="auto">
          <a:xfrm>
            <a:off x="7239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45" name="Text Box 41"/>
          <p:cNvSpPr txBox="1">
            <a:spLocks noChangeArrowheads="1"/>
          </p:cNvSpPr>
          <p:nvPr/>
        </p:nvSpPr>
        <p:spPr bwMode="auto">
          <a:xfrm>
            <a:off x="7239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8646" name="Group 42"/>
          <p:cNvGrpSpPr>
            <a:grpSpLocks/>
          </p:cNvGrpSpPr>
          <p:nvPr/>
        </p:nvGrpSpPr>
        <p:grpSpPr bwMode="auto">
          <a:xfrm>
            <a:off x="3962400" y="2759075"/>
            <a:ext cx="838200" cy="641350"/>
            <a:chOff x="2448" y="3456"/>
            <a:chExt cx="528" cy="404"/>
          </a:xfrm>
        </p:grpSpPr>
        <p:sp>
          <p:nvSpPr>
            <p:cNvPr id="68647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48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8649" name="Group 45"/>
          <p:cNvGrpSpPr>
            <a:grpSpLocks/>
          </p:cNvGrpSpPr>
          <p:nvPr/>
        </p:nvGrpSpPr>
        <p:grpSpPr bwMode="auto">
          <a:xfrm>
            <a:off x="2514600" y="2759075"/>
            <a:ext cx="838200" cy="609600"/>
            <a:chOff x="1680" y="3456"/>
            <a:chExt cx="528" cy="384"/>
          </a:xfrm>
        </p:grpSpPr>
        <p:sp>
          <p:nvSpPr>
            <p:cNvPr id="68650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1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652" name="Text Box 48"/>
          <p:cNvSpPr txBox="1">
            <a:spLocks noChangeArrowheads="1"/>
          </p:cNvSpPr>
          <p:nvPr/>
        </p:nvSpPr>
        <p:spPr bwMode="auto">
          <a:xfrm>
            <a:off x="4267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53" name="Text Box 49"/>
          <p:cNvSpPr txBox="1">
            <a:spLocks noChangeArrowheads="1"/>
          </p:cNvSpPr>
          <p:nvPr/>
        </p:nvSpPr>
        <p:spPr bwMode="auto">
          <a:xfrm>
            <a:off x="3048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8654" name="Line 50"/>
          <p:cNvSpPr>
            <a:spLocks noChangeShapeType="1"/>
          </p:cNvSpPr>
          <p:nvPr/>
        </p:nvSpPr>
        <p:spPr bwMode="auto">
          <a:xfrm flipV="1">
            <a:off x="6096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1939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69634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69635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6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37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38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39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0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1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2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3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44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69645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46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7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8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9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0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1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3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54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69655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56" name="Text Box 28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57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58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59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0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1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2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3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4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5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6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7" name="Text Box 39"/>
          <p:cNvSpPr txBox="1">
            <a:spLocks noChangeArrowheads="1"/>
          </p:cNvSpPr>
          <p:nvPr/>
        </p:nvSpPr>
        <p:spPr bwMode="auto">
          <a:xfrm>
            <a:off x="1219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8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69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9670" name="Group 42"/>
          <p:cNvGrpSpPr>
            <a:grpSpLocks/>
          </p:cNvGrpSpPr>
          <p:nvPr/>
        </p:nvGrpSpPr>
        <p:grpSpPr bwMode="auto">
          <a:xfrm>
            <a:off x="3200400" y="2759075"/>
            <a:ext cx="838200" cy="641350"/>
            <a:chOff x="2448" y="3456"/>
            <a:chExt cx="528" cy="404"/>
          </a:xfrm>
        </p:grpSpPr>
        <p:sp>
          <p:nvSpPr>
            <p:cNvPr id="69671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2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9673" name="Group 45"/>
          <p:cNvGrpSpPr>
            <a:grpSpLocks/>
          </p:cNvGrpSpPr>
          <p:nvPr/>
        </p:nvGrpSpPr>
        <p:grpSpPr bwMode="auto">
          <a:xfrm>
            <a:off x="2590800" y="2759075"/>
            <a:ext cx="838200" cy="609600"/>
            <a:chOff x="1680" y="3456"/>
            <a:chExt cx="528" cy="384"/>
          </a:xfrm>
        </p:grpSpPr>
        <p:sp>
          <p:nvSpPr>
            <p:cNvPr id="69674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5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676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77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69678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2963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0658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70659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60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1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2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3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4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5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6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7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668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70669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70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3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6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7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678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0679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0" name="Text Box 28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1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2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3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4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5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6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7" name="Text Box 35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8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9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90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91" name="Text Box 39"/>
          <p:cNvSpPr txBox="1">
            <a:spLocks noChangeArrowheads="1"/>
          </p:cNvSpPr>
          <p:nvPr/>
        </p:nvSpPr>
        <p:spPr bwMode="auto">
          <a:xfrm>
            <a:off x="2819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92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93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0694" name="Group 42"/>
          <p:cNvGrpSpPr>
            <a:grpSpLocks/>
          </p:cNvGrpSpPr>
          <p:nvPr/>
        </p:nvGrpSpPr>
        <p:grpSpPr bwMode="auto">
          <a:xfrm>
            <a:off x="3200400" y="2759075"/>
            <a:ext cx="838200" cy="641350"/>
            <a:chOff x="2448" y="3456"/>
            <a:chExt cx="528" cy="404"/>
          </a:xfrm>
        </p:grpSpPr>
        <p:sp>
          <p:nvSpPr>
            <p:cNvPr id="70695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6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0697" name="Group 45"/>
          <p:cNvGrpSpPr>
            <a:grpSpLocks/>
          </p:cNvGrpSpPr>
          <p:nvPr/>
        </p:nvGrpSpPr>
        <p:grpSpPr bwMode="auto">
          <a:xfrm>
            <a:off x="2590800" y="2759075"/>
            <a:ext cx="838200" cy="609600"/>
            <a:chOff x="1680" y="3456"/>
            <a:chExt cx="528" cy="384"/>
          </a:xfrm>
        </p:grpSpPr>
        <p:sp>
          <p:nvSpPr>
            <p:cNvPr id="70698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9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700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701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0702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3987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1682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71683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684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85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86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87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88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89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0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1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692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71693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694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02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1703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4" name="Text Box 28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5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6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7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8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9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0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1" name="Text Box 35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2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3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4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5" name="Text Box 39"/>
          <p:cNvSpPr txBox="1">
            <a:spLocks noChangeArrowheads="1"/>
          </p:cNvSpPr>
          <p:nvPr/>
        </p:nvSpPr>
        <p:spPr bwMode="auto">
          <a:xfrm>
            <a:off x="2819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6" name="Text Box 40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7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718" name="Group 42"/>
          <p:cNvGrpSpPr>
            <a:grpSpLocks/>
          </p:cNvGrpSpPr>
          <p:nvPr/>
        </p:nvGrpSpPr>
        <p:grpSpPr bwMode="auto">
          <a:xfrm>
            <a:off x="7620000" y="2759075"/>
            <a:ext cx="838200" cy="641350"/>
            <a:chOff x="2448" y="3456"/>
            <a:chExt cx="528" cy="404"/>
          </a:xfrm>
        </p:grpSpPr>
        <p:sp>
          <p:nvSpPr>
            <p:cNvPr id="71719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21" name="Group 45"/>
          <p:cNvGrpSpPr>
            <a:grpSpLocks/>
          </p:cNvGrpSpPr>
          <p:nvPr/>
        </p:nvGrpSpPr>
        <p:grpSpPr bwMode="auto">
          <a:xfrm>
            <a:off x="4876800" y="2759075"/>
            <a:ext cx="838200" cy="609600"/>
            <a:chOff x="1680" y="3456"/>
            <a:chExt cx="528" cy="384"/>
          </a:xfrm>
        </p:grpSpPr>
        <p:sp>
          <p:nvSpPr>
            <p:cNvPr id="71722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24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25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1726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11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977559" y="4619626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右子表继续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2706" name="Group 6"/>
          <p:cNvGrpSpPr>
            <a:grpSpLocks/>
          </p:cNvGrpSpPr>
          <p:nvPr/>
        </p:nvGrpSpPr>
        <p:grpSpPr bwMode="auto">
          <a:xfrm>
            <a:off x="1371600" y="2225675"/>
            <a:ext cx="6781800" cy="533400"/>
            <a:chOff x="1200" y="2928"/>
            <a:chExt cx="4272" cy="336"/>
          </a:xfrm>
        </p:grpSpPr>
        <p:sp>
          <p:nvSpPr>
            <p:cNvPr id="72707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708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09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0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1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2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3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4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5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716" name="Group 16"/>
          <p:cNvGrpSpPr>
            <a:grpSpLocks/>
          </p:cNvGrpSpPr>
          <p:nvPr/>
        </p:nvGrpSpPr>
        <p:grpSpPr bwMode="auto">
          <a:xfrm>
            <a:off x="1371600" y="1158875"/>
            <a:ext cx="6781800" cy="533400"/>
            <a:chOff x="1200" y="2928"/>
            <a:chExt cx="4272" cy="336"/>
          </a:xfrm>
        </p:grpSpPr>
        <p:sp>
          <p:nvSpPr>
            <p:cNvPr id="72717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718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9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0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1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2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3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4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5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26" name="Text Box 26"/>
          <p:cNvSpPr txBox="1">
            <a:spLocks noChangeArrowheads="1"/>
          </p:cNvSpPr>
          <p:nvPr/>
        </p:nvSpPr>
        <p:spPr bwMode="auto">
          <a:xfrm>
            <a:off x="13716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2727" name="Text Box 27"/>
          <p:cNvSpPr txBox="1">
            <a:spLocks noChangeArrowheads="1"/>
          </p:cNvSpPr>
          <p:nvPr/>
        </p:nvSpPr>
        <p:spPr bwMode="auto">
          <a:xfrm>
            <a:off x="2209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28" name="Text Box 28"/>
          <p:cNvSpPr txBox="1">
            <a:spLocks noChangeArrowheads="1"/>
          </p:cNvSpPr>
          <p:nvPr/>
        </p:nvSpPr>
        <p:spPr bwMode="auto">
          <a:xfrm>
            <a:off x="3733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29" name="Text Box 29"/>
          <p:cNvSpPr txBox="1">
            <a:spLocks noChangeArrowheads="1"/>
          </p:cNvSpPr>
          <p:nvPr/>
        </p:nvSpPr>
        <p:spPr bwMode="auto">
          <a:xfrm>
            <a:off x="2971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0" name="Text Box 30"/>
          <p:cNvSpPr txBox="1">
            <a:spLocks noChangeArrowheads="1"/>
          </p:cNvSpPr>
          <p:nvPr/>
        </p:nvSpPr>
        <p:spPr bwMode="auto">
          <a:xfrm>
            <a:off x="3733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1" name="Text Box 31"/>
          <p:cNvSpPr txBox="1">
            <a:spLocks noChangeArrowheads="1"/>
          </p:cNvSpPr>
          <p:nvPr/>
        </p:nvSpPr>
        <p:spPr bwMode="auto">
          <a:xfrm>
            <a:off x="67056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2" name="Text Box 32"/>
          <p:cNvSpPr txBox="1">
            <a:spLocks noChangeArrowheads="1"/>
          </p:cNvSpPr>
          <p:nvPr/>
        </p:nvSpPr>
        <p:spPr bwMode="auto">
          <a:xfrm>
            <a:off x="5943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3" name="Text Box 33"/>
          <p:cNvSpPr txBox="1">
            <a:spLocks noChangeArrowheads="1"/>
          </p:cNvSpPr>
          <p:nvPr/>
        </p:nvSpPr>
        <p:spPr bwMode="auto">
          <a:xfrm>
            <a:off x="4495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4" name="Text Box 34"/>
          <p:cNvSpPr txBox="1">
            <a:spLocks noChangeArrowheads="1"/>
          </p:cNvSpPr>
          <p:nvPr/>
        </p:nvSpPr>
        <p:spPr bwMode="auto">
          <a:xfrm>
            <a:off x="52578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5" name="Text Box 35"/>
          <p:cNvSpPr txBox="1">
            <a:spLocks noChangeArrowheads="1"/>
          </p:cNvSpPr>
          <p:nvPr/>
        </p:nvSpPr>
        <p:spPr bwMode="auto">
          <a:xfrm>
            <a:off x="13716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6" name="Text Box 36"/>
          <p:cNvSpPr txBox="1">
            <a:spLocks noChangeArrowheads="1"/>
          </p:cNvSpPr>
          <p:nvPr/>
        </p:nvSpPr>
        <p:spPr bwMode="auto">
          <a:xfrm>
            <a:off x="2209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7" name="Text Box 37"/>
          <p:cNvSpPr txBox="1">
            <a:spLocks noChangeArrowheads="1"/>
          </p:cNvSpPr>
          <p:nvPr/>
        </p:nvSpPr>
        <p:spPr bwMode="auto">
          <a:xfrm>
            <a:off x="5943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8" name="Text Box 38"/>
          <p:cNvSpPr txBox="1">
            <a:spLocks noChangeArrowheads="1"/>
          </p:cNvSpPr>
          <p:nvPr/>
        </p:nvSpPr>
        <p:spPr bwMode="auto">
          <a:xfrm>
            <a:off x="6705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9" name="Text Box 39"/>
          <p:cNvSpPr txBox="1">
            <a:spLocks noChangeArrowheads="1"/>
          </p:cNvSpPr>
          <p:nvPr/>
        </p:nvSpPr>
        <p:spPr bwMode="auto">
          <a:xfrm>
            <a:off x="29718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40" name="Text Box 40"/>
          <p:cNvSpPr txBox="1">
            <a:spLocks noChangeArrowheads="1"/>
          </p:cNvSpPr>
          <p:nvPr/>
        </p:nvSpPr>
        <p:spPr bwMode="auto">
          <a:xfrm>
            <a:off x="5257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41" name="Text Box 41"/>
          <p:cNvSpPr txBox="1">
            <a:spLocks noChangeArrowheads="1"/>
          </p:cNvSpPr>
          <p:nvPr/>
        </p:nvSpPr>
        <p:spPr bwMode="auto">
          <a:xfrm>
            <a:off x="74676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2742" name="Group 42"/>
          <p:cNvGrpSpPr>
            <a:grpSpLocks/>
          </p:cNvGrpSpPr>
          <p:nvPr/>
        </p:nvGrpSpPr>
        <p:grpSpPr bwMode="auto">
          <a:xfrm>
            <a:off x="7772400" y="2759075"/>
            <a:ext cx="838200" cy="641350"/>
            <a:chOff x="2448" y="3456"/>
            <a:chExt cx="528" cy="404"/>
          </a:xfrm>
        </p:grpSpPr>
        <p:sp>
          <p:nvSpPr>
            <p:cNvPr id="72743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44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745" name="Group 45"/>
          <p:cNvGrpSpPr>
            <a:grpSpLocks/>
          </p:cNvGrpSpPr>
          <p:nvPr/>
        </p:nvGrpSpPr>
        <p:grpSpPr bwMode="auto">
          <a:xfrm>
            <a:off x="5029200" y="2759075"/>
            <a:ext cx="838200" cy="609600"/>
            <a:chOff x="1680" y="3456"/>
            <a:chExt cx="528" cy="384"/>
          </a:xfrm>
        </p:grpSpPr>
        <p:sp>
          <p:nvSpPr>
            <p:cNvPr id="72746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47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48" name="Text Box 48"/>
          <p:cNvSpPr txBox="1">
            <a:spLocks noChangeArrowheads="1"/>
          </p:cNvSpPr>
          <p:nvPr/>
        </p:nvSpPr>
        <p:spPr bwMode="auto">
          <a:xfrm>
            <a:off x="44958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49" name="Text Box 49"/>
          <p:cNvSpPr txBox="1">
            <a:spLocks noChangeArrowheads="1"/>
          </p:cNvSpPr>
          <p:nvPr/>
        </p:nvSpPr>
        <p:spPr bwMode="auto">
          <a:xfrm>
            <a:off x="5334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2750" name="Line 50"/>
          <p:cNvSpPr>
            <a:spLocks noChangeShapeType="1"/>
          </p:cNvSpPr>
          <p:nvPr/>
        </p:nvSpPr>
        <p:spPr bwMode="auto">
          <a:xfrm flipV="1">
            <a:off x="8382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6035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3730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73731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732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3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4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5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6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7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8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740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73741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742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7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8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50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3751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2" name="Text Box 28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3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4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5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6" name="Text Box 32"/>
          <p:cNvSpPr txBox="1">
            <a:spLocks noChangeArrowheads="1"/>
          </p:cNvSpPr>
          <p:nvPr/>
        </p:nvSpPr>
        <p:spPr bwMode="auto">
          <a:xfrm>
            <a:off x="579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7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8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59" name="Text Box 35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60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61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62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63" name="Text Box 39"/>
          <p:cNvSpPr txBox="1">
            <a:spLocks noChangeArrowheads="1"/>
          </p:cNvSpPr>
          <p:nvPr/>
        </p:nvSpPr>
        <p:spPr bwMode="auto">
          <a:xfrm>
            <a:off x="2819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64" name="Text Box 40"/>
          <p:cNvSpPr txBox="1">
            <a:spLocks noChangeArrowheads="1"/>
          </p:cNvSpPr>
          <p:nvPr/>
        </p:nvSpPr>
        <p:spPr bwMode="auto">
          <a:xfrm>
            <a:off x="5105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65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3766" name="Group 42"/>
          <p:cNvGrpSpPr>
            <a:grpSpLocks/>
          </p:cNvGrpSpPr>
          <p:nvPr/>
        </p:nvGrpSpPr>
        <p:grpSpPr bwMode="auto">
          <a:xfrm>
            <a:off x="7620000" y="2759075"/>
            <a:ext cx="838200" cy="641350"/>
            <a:chOff x="2448" y="3456"/>
            <a:chExt cx="528" cy="404"/>
          </a:xfrm>
        </p:grpSpPr>
        <p:sp>
          <p:nvSpPr>
            <p:cNvPr id="73767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8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769" name="Group 45"/>
          <p:cNvGrpSpPr>
            <a:grpSpLocks/>
          </p:cNvGrpSpPr>
          <p:nvPr/>
        </p:nvGrpSpPr>
        <p:grpSpPr bwMode="auto">
          <a:xfrm>
            <a:off x="5562600" y="2759075"/>
            <a:ext cx="838200" cy="609600"/>
            <a:chOff x="1680" y="3456"/>
            <a:chExt cx="528" cy="384"/>
          </a:xfrm>
        </p:grpSpPr>
        <p:sp>
          <p:nvSpPr>
            <p:cNvPr id="73770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1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772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73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3774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7059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4754" name="Group 6"/>
          <p:cNvGrpSpPr>
            <a:grpSpLocks/>
          </p:cNvGrpSpPr>
          <p:nvPr/>
        </p:nvGrpSpPr>
        <p:grpSpPr bwMode="auto">
          <a:xfrm>
            <a:off x="1219200" y="2209800"/>
            <a:ext cx="6781800" cy="533400"/>
            <a:chOff x="1200" y="2928"/>
            <a:chExt cx="4272" cy="336"/>
          </a:xfrm>
        </p:grpSpPr>
        <p:sp>
          <p:nvSpPr>
            <p:cNvPr id="74755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56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57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58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59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0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1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2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3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64" name="Group 16"/>
          <p:cNvGrpSpPr>
            <a:grpSpLocks/>
          </p:cNvGrpSpPr>
          <p:nvPr/>
        </p:nvGrpSpPr>
        <p:grpSpPr bwMode="auto">
          <a:xfrm>
            <a:off x="1219200" y="1143000"/>
            <a:ext cx="6781800" cy="533400"/>
            <a:chOff x="1200" y="2928"/>
            <a:chExt cx="4272" cy="336"/>
          </a:xfrm>
        </p:grpSpPr>
        <p:sp>
          <p:nvSpPr>
            <p:cNvPr id="74765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66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7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8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9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0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1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2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3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774" name="Text Box 26"/>
          <p:cNvSpPr txBox="1">
            <a:spLocks noChangeArrowheads="1"/>
          </p:cNvSpPr>
          <p:nvPr/>
        </p:nvSpPr>
        <p:spPr bwMode="auto">
          <a:xfrm>
            <a:off x="1219200" y="762000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4775" name="Text Box 27"/>
          <p:cNvSpPr txBox="1">
            <a:spLocks noChangeArrowheads="1"/>
          </p:cNvSpPr>
          <p:nvPr/>
        </p:nvSpPr>
        <p:spPr bwMode="auto">
          <a:xfrm>
            <a:off x="20574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76" name="Text Box 28"/>
          <p:cNvSpPr txBox="1">
            <a:spLocks noChangeArrowheads="1"/>
          </p:cNvSpPr>
          <p:nvPr/>
        </p:nvSpPr>
        <p:spPr bwMode="auto">
          <a:xfrm>
            <a:off x="3581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77" name="Text Box 29"/>
          <p:cNvSpPr txBox="1">
            <a:spLocks noChangeArrowheads="1"/>
          </p:cNvSpPr>
          <p:nvPr/>
        </p:nvSpPr>
        <p:spPr bwMode="auto">
          <a:xfrm>
            <a:off x="28194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78" name="Text Box 30"/>
          <p:cNvSpPr txBox="1">
            <a:spLocks noChangeArrowheads="1"/>
          </p:cNvSpPr>
          <p:nvPr/>
        </p:nvSpPr>
        <p:spPr bwMode="auto">
          <a:xfrm>
            <a:off x="35814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79" name="Text Box 31"/>
          <p:cNvSpPr txBox="1">
            <a:spLocks noChangeArrowheads="1"/>
          </p:cNvSpPr>
          <p:nvPr/>
        </p:nvSpPr>
        <p:spPr bwMode="auto">
          <a:xfrm>
            <a:off x="6553200" y="2193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0" name="Text Box 32"/>
          <p:cNvSpPr txBox="1">
            <a:spLocks noChangeArrowheads="1"/>
          </p:cNvSpPr>
          <p:nvPr/>
        </p:nvSpPr>
        <p:spPr bwMode="auto">
          <a:xfrm>
            <a:off x="7315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1" name="Text Box 33"/>
          <p:cNvSpPr txBox="1">
            <a:spLocks noChangeArrowheads="1"/>
          </p:cNvSpPr>
          <p:nvPr/>
        </p:nvSpPr>
        <p:spPr bwMode="auto">
          <a:xfrm>
            <a:off x="43434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2" name="Text Box 34"/>
          <p:cNvSpPr txBox="1">
            <a:spLocks noChangeArrowheads="1"/>
          </p:cNvSpPr>
          <p:nvPr/>
        </p:nvSpPr>
        <p:spPr bwMode="auto">
          <a:xfrm>
            <a:off x="51054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3" name="Text Box 35"/>
          <p:cNvSpPr txBox="1">
            <a:spLocks noChangeArrowheads="1"/>
          </p:cNvSpPr>
          <p:nvPr/>
        </p:nvSpPr>
        <p:spPr bwMode="auto">
          <a:xfrm>
            <a:off x="1219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4" name="Text Box 36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5" name="Text Box 37"/>
          <p:cNvSpPr txBox="1">
            <a:spLocks noChangeArrowheads="1"/>
          </p:cNvSpPr>
          <p:nvPr/>
        </p:nvSpPr>
        <p:spPr bwMode="auto">
          <a:xfrm>
            <a:off x="57912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6" name="Text Box 38"/>
          <p:cNvSpPr txBox="1">
            <a:spLocks noChangeArrowheads="1"/>
          </p:cNvSpPr>
          <p:nvPr/>
        </p:nvSpPr>
        <p:spPr bwMode="auto">
          <a:xfrm>
            <a:off x="65532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7" name="Text Box 39"/>
          <p:cNvSpPr txBox="1">
            <a:spLocks noChangeArrowheads="1"/>
          </p:cNvSpPr>
          <p:nvPr/>
        </p:nvSpPr>
        <p:spPr bwMode="auto">
          <a:xfrm>
            <a:off x="2819400" y="2193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8" name="Text Box 40"/>
          <p:cNvSpPr txBox="1">
            <a:spLocks noChangeArrowheads="1"/>
          </p:cNvSpPr>
          <p:nvPr/>
        </p:nvSpPr>
        <p:spPr bwMode="auto">
          <a:xfrm>
            <a:off x="5105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89" name="Text Box 41"/>
          <p:cNvSpPr txBox="1">
            <a:spLocks noChangeArrowheads="1"/>
          </p:cNvSpPr>
          <p:nvPr/>
        </p:nvSpPr>
        <p:spPr bwMode="auto">
          <a:xfrm>
            <a:off x="7315200" y="114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4790" name="Group 42"/>
          <p:cNvGrpSpPr>
            <a:grpSpLocks/>
          </p:cNvGrpSpPr>
          <p:nvPr/>
        </p:nvGrpSpPr>
        <p:grpSpPr bwMode="auto">
          <a:xfrm>
            <a:off x="7620000" y="2743200"/>
            <a:ext cx="838200" cy="641350"/>
            <a:chOff x="2448" y="3456"/>
            <a:chExt cx="528" cy="404"/>
          </a:xfrm>
        </p:grpSpPr>
        <p:sp>
          <p:nvSpPr>
            <p:cNvPr id="74791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2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4793" name="Group 45"/>
          <p:cNvGrpSpPr>
            <a:grpSpLocks/>
          </p:cNvGrpSpPr>
          <p:nvPr/>
        </p:nvGrpSpPr>
        <p:grpSpPr bwMode="auto">
          <a:xfrm>
            <a:off x="5562600" y="2743200"/>
            <a:ext cx="838200" cy="609600"/>
            <a:chOff x="1680" y="3456"/>
            <a:chExt cx="528" cy="384"/>
          </a:xfrm>
        </p:grpSpPr>
        <p:sp>
          <p:nvSpPr>
            <p:cNvPr id="74794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5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4796" name="Text Box 48"/>
          <p:cNvSpPr txBox="1">
            <a:spLocks noChangeArrowheads="1"/>
          </p:cNvSpPr>
          <p:nvPr/>
        </p:nvSpPr>
        <p:spPr bwMode="auto">
          <a:xfrm>
            <a:off x="4343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97" name="Text Box 49"/>
          <p:cNvSpPr txBox="1">
            <a:spLocks noChangeArrowheads="1"/>
          </p:cNvSpPr>
          <p:nvPr/>
        </p:nvSpPr>
        <p:spPr bwMode="auto">
          <a:xfrm>
            <a:off x="381000" y="32004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4798" name="Line 50"/>
          <p:cNvSpPr>
            <a:spLocks noChangeShapeType="1"/>
          </p:cNvSpPr>
          <p:nvPr/>
        </p:nvSpPr>
        <p:spPr bwMode="auto">
          <a:xfrm flipV="1">
            <a:off x="685800" y="2590800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8083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5778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75779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0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1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2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3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4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5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6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7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5788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75789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5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6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7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798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5799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0" name="Text Box 28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1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2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3" name="Text Box 31"/>
          <p:cNvSpPr txBox="1">
            <a:spLocks noChangeArrowheads="1"/>
          </p:cNvSpPr>
          <p:nvPr/>
        </p:nvSpPr>
        <p:spPr bwMode="auto">
          <a:xfrm>
            <a:off x="655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4" name="Text Box 32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5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6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7" name="Text Box 35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8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09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10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11" name="Text Box 39"/>
          <p:cNvSpPr txBox="1">
            <a:spLocks noChangeArrowheads="1"/>
          </p:cNvSpPr>
          <p:nvPr/>
        </p:nvSpPr>
        <p:spPr bwMode="auto">
          <a:xfrm>
            <a:off x="2819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12" name="Text Box 40"/>
          <p:cNvSpPr txBox="1">
            <a:spLocks noChangeArrowheads="1"/>
          </p:cNvSpPr>
          <p:nvPr/>
        </p:nvSpPr>
        <p:spPr bwMode="auto">
          <a:xfrm>
            <a:off x="5105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13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5814" name="Group 42"/>
          <p:cNvGrpSpPr>
            <a:grpSpLocks/>
          </p:cNvGrpSpPr>
          <p:nvPr/>
        </p:nvGrpSpPr>
        <p:grpSpPr bwMode="auto">
          <a:xfrm>
            <a:off x="6934200" y="2759075"/>
            <a:ext cx="838200" cy="641350"/>
            <a:chOff x="2448" y="3456"/>
            <a:chExt cx="528" cy="404"/>
          </a:xfrm>
        </p:grpSpPr>
        <p:sp>
          <p:nvSpPr>
            <p:cNvPr id="75815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6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5817" name="Group 45"/>
          <p:cNvGrpSpPr>
            <a:grpSpLocks/>
          </p:cNvGrpSpPr>
          <p:nvPr/>
        </p:nvGrpSpPr>
        <p:grpSpPr bwMode="auto">
          <a:xfrm>
            <a:off x="5562600" y="2759075"/>
            <a:ext cx="838200" cy="609600"/>
            <a:chOff x="1680" y="3456"/>
            <a:chExt cx="528" cy="384"/>
          </a:xfrm>
        </p:grpSpPr>
        <p:sp>
          <p:nvSpPr>
            <p:cNvPr id="75818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9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5820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821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5822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9107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6802" name="Group 6"/>
          <p:cNvGrpSpPr>
            <a:grpSpLocks/>
          </p:cNvGrpSpPr>
          <p:nvPr/>
        </p:nvGrpSpPr>
        <p:grpSpPr bwMode="auto">
          <a:xfrm>
            <a:off x="1219200" y="2225675"/>
            <a:ext cx="6781800" cy="533400"/>
            <a:chOff x="1200" y="2928"/>
            <a:chExt cx="4272" cy="336"/>
          </a:xfrm>
        </p:grpSpPr>
        <p:sp>
          <p:nvSpPr>
            <p:cNvPr id="76803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4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5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6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7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8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9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0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1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6812" name="Group 16"/>
          <p:cNvGrpSpPr>
            <a:grpSpLocks/>
          </p:cNvGrpSpPr>
          <p:nvPr/>
        </p:nvGrpSpPr>
        <p:grpSpPr bwMode="auto">
          <a:xfrm>
            <a:off x="1219200" y="1158875"/>
            <a:ext cx="6781800" cy="533400"/>
            <a:chOff x="1200" y="2928"/>
            <a:chExt cx="4272" cy="336"/>
          </a:xfrm>
        </p:grpSpPr>
        <p:sp>
          <p:nvSpPr>
            <p:cNvPr id="76813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4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5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6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7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8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9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0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1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822" name="Text Box 26"/>
          <p:cNvSpPr txBox="1">
            <a:spLocks noChangeArrowheads="1"/>
          </p:cNvSpPr>
          <p:nvPr/>
        </p:nvSpPr>
        <p:spPr bwMode="auto">
          <a:xfrm>
            <a:off x="12192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6823" name="Text Box 27"/>
          <p:cNvSpPr txBox="1">
            <a:spLocks noChangeArrowheads="1"/>
          </p:cNvSpPr>
          <p:nvPr/>
        </p:nvSpPr>
        <p:spPr bwMode="auto">
          <a:xfrm>
            <a:off x="2057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4" name="Text Box 28"/>
          <p:cNvSpPr txBox="1">
            <a:spLocks noChangeArrowheads="1"/>
          </p:cNvSpPr>
          <p:nvPr/>
        </p:nvSpPr>
        <p:spPr bwMode="auto">
          <a:xfrm>
            <a:off x="3581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5" name="Text Box 29"/>
          <p:cNvSpPr txBox="1">
            <a:spLocks noChangeArrowheads="1"/>
          </p:cNvSpPr>
          <p:nvPr/>
        </p:nvSpPr>
        <p:spPr bwMode="auto">
          <a:xfrm>
            <a:off x="2819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6" name="Text Box 30"/>
          <p:cNvSpPr txBox="1">
            <a:spLocks noChangeArrowheads="1"/>
          </p:cNvSpPr>
          <p:nvPr/>
        </p:nvSpPr>
        <p:spPr bwMode="auto">
          <a:xfrm>
            <a:off x="3581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7" name="Text Box 31"/>
          <p:cNvSpPr txBox="1">
            <a:spLocks noChangeArrowheads="1"/>
          </p:cNvSpPr>
          <p:nvPr/>
        </p:nvSpPr>
        <p:spPr bwMode="auto">
          <a:xfrm>
            <a:off x="5791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8" name="Text Box 32"/>
          <p:cNvSpPr txBox="1">
            <a:spLocks noChangeArrowheads="1"/>
          </p:cNvSpPr>
          <p:nvPr/>
        </p:nvSpPr>
        <p:spPr bwMode="auto">
          <a:xfrm>
            <a:off x="731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9" name="Text Box 33"/>
          <p:cNvSpPr txBox="1">
            <a:spLocks noChangeArrowheads="1"/>
          </p:cNvSpPr>
          <p:nvPr/>
        </p:nvSpPr>
        <p:spPr bwMode="auto">
          <a:xfrm>
            <a:off x="4343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0" name="Text Box 34"/>
          <p:cNvSpPr txBox="1">
            <a:spLocks noChangeArrowheads="1"/>
          </p:cNvSpPr>
          <p:nvPr/>
        </p:nvSpPr>
        <p:spPr bwMode="auto">
          <a:xfrm>
            <a:off x="51054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1" name="Text Box 35"/>
          <p:cNvSpPr txBox="1">
            <a:spLocks noChangeArrowheads="1"/>
          </p:cNvSpPr>
          <p:nvPr/>
        </p:nvSpPr>
        <p:spPr bwMode="auto">
          <a:xfrm>
            <a:off x="121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2" name="Text Box 36"/>
          <p:cNvSpPr txBox="1">
            <a:spLocks noChangeArrowheads="1"/>
          </p:cNvSpPr>
          <p:nvPr/>
        </p:nvSpPr>
        <p:spPr bwMode="auto">
          <a:xfrm>
            <a:off x="2057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3" name="Text Box 37"/>
          <p:cNvSpPr txBox="1">
            <a:spLocks noChangeArrowheads="1"/>
          </p:cNvSpPr>
          <p:nvPr/>
        </p:nvSpPr>
        <p:spPr bwMode="auto">
          <a:xfrm>
            <a:off x="579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4" name="Text Box 38"/>
          <p:cNvSpPr txBox="1">
            <a:spLocks noChangeArrowheads="1"/>
          </p:cNvSpPr>
          <p:nvPr/>
        </p:nvSpPr>
        <p:spPr bwMode="auto">
          <a:xfrm>
            <a:off x="655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5" name="Text Box 39"/>
          <p:cNvSpPr txBox="1">
            <a:spLocks noChangeArrowheads="1"/>
          </p:cNvSpPr>
          <p:nvPr/>
        </p:nvSpPr>
        <p:spPr bwMode="auto">
          <a:xfrm>
            <a:off x="28194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6" name="Text Box 40"/>
          <p:cNvSpPr txBox="1">
            <a:spLocks noChangeArrowheads="1"/>
          </p:cNvSpPr>
          <p:nvPr/>
        </p:nvSpPr>
        <p:spPr bwMode="auto">
          <a:xfrm>
            <a:off x="5105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7" name="Text Box 41"/>
          <p:cNvSpPr txBox="1">
            <a:spLocks noChangeArrowheads="1"/>
          </p:cNvSpPr>
          <p:nvPr/>
        </p:nvSpPr>
        <p:spPr bwMode="auto">
          <a:xfrm>
            <a:off x="731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6838" name="Group 42"/>
          <p:cNvGrpSpPr>
            <a:grpSpLocks/>
          </p:cNvGrpSpPr>
          <p:nvPr/>
        </p:nvGrpSpPr>
        <p:grpSpPr bwMode="auto">
          <a:xfrm>
            <a:off x="6934200" y="2759075"/>
            <a:ext cx="838200" cy="641350"/>
            <a:chOff x="2448" y="3456"/>
            <a:chExt cx="528" cy="404"/>
          </a:xfrm>
        </p:grpSpPr>
        <p:sp>
          <p:nvSpPr>
            <p:cNvPr id="76839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0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6841" name="Group 45"/>
          <p:cNvGrpSpPr>
            <a:grpSpLocks/>
          </p:cNvGrpSpPr>
          <p:nvPr/>
        </p:nvGrpSpPr>
        <p:grpSpPr bwMode="auto">
          <a:xfrm>
            <a:off x="5562600" y="2759075"/>
            <a:ext cx="838200" cy="609600"/>
            <a:chOff x="1680" y="3456"/>
            <a:chExt cx="528" cy="384"/>
          </a:xfrm>
        </p:grpSpPr>
        <p:sp>
          <p:nvSpPr>
            <p:cNvPr id="76842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3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844" name="Text Box 48"/>
          <p:cNvSpPr txBox="1">
            <a:spLocks noChangeArrowheads="1"/>
          </p:cNvSpPr>
          <p:nvPr/>
        </p:nvSpPr>
        <p:spPr bwMode="auto">
          <a:xfrm>
            <a:off x="43434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45" name="Text Box 49"/>
          <p:cNvSpPr txBox="1">
            <a:spLocks noChangeArrowheads="1"/>
          </p:cNvSpPr>
          <p:nvPr/>
        </p:nvSpPr>
        <p:spPr bwMode="auto">
          <a:xfrm>
            <a:off x="3810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6846" name="Line 50"/>
          <p:cNvSpPr>
            <a:spLocks noChangeShapeType="1"/>
          </p:cNvSpPr>
          <p:nvPr/>
        </p:nvSpPr>
        <p:spPr bwMode="auto">
          <a:xfrm flipV="1">
            <a:off x="6858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0131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7826" name="Group 6"/>
          <p:cNvGrpSpPr>
            <a:grpSpLocks/>
          </p:cNvGrpSpPr>
          <p:nvPr/>
        </p:nvGrpSpPr>
        <p:grpSpPr bwMode="auto">
          <a:xfrm>
            <a:off x="1143000" y="2225675"/>
            <a:ext cx="6781800" cy="533400"/>
            <a:chOff x="1200" y="2928"/>
            <a:chExt cx="4272" cy="336"/>
          </a:xfrm>
        </p:grpSpPr>
        <p:sp>
          <p:nvSpPr>
            <p:cNvPr id="77827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28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29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0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1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2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3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4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5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36" name="Group 16"/>
          <p:cNvGrpSpPr>
            <a:grpSpLocks/>
          </p:cNvGrpSpPr>
          <p:nvPr/>
        </p:nvGrpSpPr>
        <p:grpSpPr bwMode="auto">
          <a:xfrm>
            <a:off x="1143000" y="1158875"/>
            <a:ext cx="6781800" cy="533400"/>
            <a:chOff x="1200" y="2928"/>
            <a:chExt cx="4272" cy="336"/>
          </a:xfrm>
        </p:grpSpPr>
        <p:sp>
          <p:nvSpPr>
            <p:cNvPr id="77837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8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9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0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1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2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3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4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5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846" name="Text Box 26"/>
          <p:cNvSpPr txBox="1">
            <a:spLocks noChangeArrowheads="1"/>
          </p:cNvSpPr>
          <p:nvPr/>
        </p:nvSpPr>
        <p:spPr bwMode="auto">
          <a:xfrm>
            <a:off x="11430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7847" name="Text Box 27"/>
          <p:cNvSpPr txBox="1">
            <a:spLocks noChangeArrowheads="1"/>
          </p:cNvSpPr>
          <p:nvPr/>
        </p:nvSpPr>
        <p:spPr bwMode="auto">
          <a:xfrm>
            <a:off x="198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8" name="Text Box 28"/>
          <p:cNvSpPr txBox="1">
            <a:spLocks noChangeArrowheads="1"/>
          </p:cNvSpPr>
          <p:nvPr/>
        </p:nvSpPr>
        <p:spPr bwMode="auto">
          <a:xfrm>
            <a:off x="350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9" name="Text Box 29"/>
          <p:cNvSpPr txBox="1">
            <a:spLocks noChangeArrowheads="1"/>
          </p:cNvSpPr>
          <p:nvPr/>
        </p:nvSpPr>
        <p:spPr bwMode="auto">
          <a:xfrm>
            <a:off x="274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0" name="Text Box 30"/>
          <p:cNvSpPr txBox="1">
            <a:spLocks noChangeArrowheads="1"/>
          </p:cNvSpPr>
          <p:nvPr/>
        </p:nvSpPr>
        <p:spPr bwMode="auto">
          <a:xfrm>
            <a:off x="350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1" name="Text Box 31"/>
          <p:cNvSpPr txBox="1">
            <a:spLocks noChangeArrowheads="1"/>
          </p:cNvSpPr>
          <p:nvPr/>
        </p:nvSpPr>
        <p:spPr bwMode="auto">
          <a:xfrm>
            <a:off x="5715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2" name="Text Box 32"/>
          <p:cNvSpPr txBox="1">
            <a:spLocks noChangeArrowheads="1"/>
          </p:cNvSpPr>
          <p:nvPr/>
        </p:nvSpPr>
        <p:spPr bwMode="auto">
          <a:xfrm>
            <a:off x="7239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3" name="Text Box 33"/>
          <p:cNvSpPr txBox="1">
            <a:spLocks noChangeArrowheads="1"/>
          </p:cNvSpPr>
          <p:nvPr/>
        </p:nvSpPr>
        <p:spPr bwMode="auto">
          <a:xfrm>
            <a:off x="4267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4" name="Text Box 34"/>
          <p:cNvSpPr txBox="1">
            <a:spLocks noChangeArrowheads="1"/>
          </p:cNvSpPr>
          <p:nvPr/>
        </p:nvSpPr>
        <p:spPr bwMode="auto">
          <a:xfrm>
            <a:off x="5029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5" name="Text Box 35"/>
          <p:cNvSpPr txBox="1">
            <a:spLocks noChangeArrowheads="1"/>
          </p:cNvSpPr>
          <p:nvPr/>
        </p:nvSpPr>
        <p:spPr bwMode="auto">
          <a:xfrm>
            <a:off x="1143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6" name="Text Box 36"/>
          <p:cNvSpPr txBox="1">
            <a:spLocks noChangeArrowheads="1"/>
          </p:cNvSpPr>
          <p:nvPr/>
        </p:nvSpPr>
        <p:spPr bwMode="auto">
          <a:xfrm>
            <a:off x="198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7" name="Text Box 37"/>
          <p:cNvSpPr txBox="1">
            <a:spLocks noChangeArrowheads="1"/>
          </p:cNvSpPr>
          <p:nvPr/>
        </p:nvSpPr>
        <p:spPr bwMode="auto">
          <a:xfrm>
            <a:off x="5715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8" name="Text Box 38"/>
          <p:cNvSpPr txBox="1">
            <a:spLocks noChangeArrowheads="1"/>
          </p:cNvSpPr>
          <p:nvPr/>
        </p:nvSpPr>
        <p:spPr bwMode="auto">
          <a:xfrm>
            <a:off x="6477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9" name="Text Box 39"/>
          <p:cNvSpPr txBox="1">
            <a:spLocks noChangeArrowheads="1"/>
          </p:cNvSpPr>
          <p:nvPr/>
        </p:nvSpPr>
        <p:spPr bwMode="auto">
          <a:xfrm>
            <a:off x="274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0" name="Text Box 40"/>
          <p:cNvSpPr txBox="1">
            <a:spLocks noChangeArrowheads="1"/>
          </p:cNvSpPr>
          <p:nvPr/>
        </p:nvSpPr>
        <p:spPr bwMode="auto">
          <a:xfrm>
            <a:off x="502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1" name="Text Box 41"/>
          <p:cNvSpPr txBox="1">
            <a:spLocks noChangeArrowheads="1"/>
          </p:cNvSpPr>
          <p:nvPr/>
        </p:nvSpPr>
        <p:spPr bwMode="auto">
          <a:xfrm>
            <a:off x="7239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7862" name="Group 42"/>
          <p:cNvGrpSpPr>
            <a:grpSpLocks/>
          </p:cNvGrpSpPr>
          <p:nvPr/>
        </p:nvGrpSpPr>
        <p:grpSpPr bwMode="auto">
          <a:xfrm>
            <a:off x="6858000" y="2759075"/>
            <a:ext cx="838200" cy="641350"/>
            <a:chOff x="2448" y="3456"/>
            <a:chExt cx="528" cy="404"/>
          </a:xfrm>
        </p:grpSpPr>
        <p:sp>
          <p:nvSpPr>
            <p:cNvPr id="77863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4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7865" name="Group 45"/>
          <p:cNvGrpSpPr>
            <a:grpSpLocks/>
          </p:cNvGrpSpPr>
          <p:nvPr/>
        </p:nvGrpSpPr>
        <p:grpSpPr bwMode="auto">
          <a:xfrm>
            <a:off x="6324600" y="2759075"/>
            <a:ext cx="838200" cy="609600"/>
            <a:chOff x="1680" y="3456"/>
            <a:chExt cx="528" cy="384"/>
          </a:xfrm>
        </p:grpSpPr>
        <p:sp>
          <p:nvSpPr>
            <p:cNvPr id="77866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7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7868" name="Text Box 48"/>
          <p:cNvSpPr txBox="1">
            <a:spLocks noChangeArrowheads="1"/>
          </p:cNvSpPr>
          <p:nvPr/>
        </p:nvSpPr>
        <p:spPr bwMode="auto">
          <a:xfrm>
            <a:off x="4267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9" name="Text Box 49"/>
          <p:cNvSpPr txBox="1">
            <a:spLocks noChangeArrowheads="1"/>
          </p:cNvSpPr>
          <p:nvPr/>
        </p:nvSpPr>
        <p:spPr bwMode="auto">
          <a:xfrm>
            <a:off x="3048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7870" name="Line 50"/>
          <p:cNvSpPr>
            <a:spLocks noChangeShapeType="1"/>
          </p:cNvSpPr>
          <p:nvPr/>
        </p:nvSpPr>
        <p:spPr bwMode="auto">
          <a:xfrm flipV="1">
            <a:off x="6096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8850" name="Group 6"/>
          <p:cNvGrpSpPr>
            <a:grpSpLocks/>
          </p:cNvGrpSpPr>
          <p:nvPr/>
        </p:nvGrpSpPr>
        <p:grpSpPr bwMode="auto">
          <a:xfrm>
            <a:off x="1143000" y="2225675"/>
            <a:ext cx="6781800" cy="533400"/>
            <a:chOff x="1200" y="2928"/>
            <a:chExt cx="4272" cy="336"/>
          </a:xfrm>
        </p:grpSpPr>
        <p:sp>
          <p:nvSpPr>
            <p:cNvPr id="78851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852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3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4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5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6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7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8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9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8860" name="Group 16"/>
          <p:cNvGrpSpPr>
            <a:grpSpLocks/>
          </p:cNvGrpSpPr>
          <p:nvPr/>
        </p:nvGrpSpPr>
        <p:grpSpPr bwMode="auto">
          <a:xfrm>
            <a:off x="1143000" y="1158875"/>
            <a:ext cx="6781800" cy="533400"/>
            <a:chOff x="1200" y="2928"/>
            <a:chExt cx="4272" cy="336"/>
          </a:xfrm>
        </p:grpSpPr>
        <p:sp>
          <p:nvSpPr>
            <p:cNvPr id="78861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862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3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4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5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6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7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8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9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870" name="Text Box 26"/>
          <p:cNvSpPr txBox="1">
            <a:spLocks noChangeArrowheads="1"/>
          </p:cNvSpPr>
          <p:nvPr/>
        </p:nvSpPr>
        <p:spPr bwMode="auto">
          <a:xfrm>
            <a:off x="11430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8871" name="Text Box 27"/>
          <p:cNvSpPr txBox="1">
            <a:spLocks noChangeArrowheads="1"/>
          </p:cNvSpPr>
          <p:nvPr/>
        </p:nvSpPr>
        <p:spPr bwMode="auto">
          <a:xfrm>
            <a:off x="198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2" name="Text Box 28"/>
          <p:cNvSpPr txBox="1">
            <a:spLocks noChangeArrowheads="1"/>
          </p:cNvSpPr>
          <p:nvPr/>
        </p:nvSpPr>
        <p:spPr bwMode="auto">
          <a:xfrm>
            <a:off x="350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3" name="Text Box 29"/>
          <p:cNvSpPr txBox="1">
            <a:spLocks noChangeArrowheads="1"/>
          </p:cNvSpPr>
          <p:nvPr/>
        </p:nvSpPr>
        <p:spPr bwMode="auto">
          <a:xfrm>
            <a:off x="274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4" name="Text Box 30"/>
          <p:cNvSpPr txBox="1">
            <a:spLocks noChangeArrowheads="1"/>
          </p:cNvSpPr>
          <p:nvPr/>
        </p:nvSpPr>
        <p:spPr bwMode="auto">
          <a:xfrm>
            <a:off x="350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5" name="Text Box 31"/>
          <p:cNvSpPr txBox="1">
            <a:spLocks noChangeArrowheads="1"/>
          </p:cNvSpPr>
          <p:nvPr/>
        </p:nvSpPr>
        <p:spPr bwMode="auto">
          <a:xfrm>
            <a:off x="5715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6" name="Text Box 32"/>
          <p:cNvSpPr txBox="1">
            <a:spLocks noChangeArrowheads="1"/>
          </p:cNvSpPr>
          <p:nvPr/>
        </p:nvSpPr>
        <p:spPr bwMode="auto">
          <a:xfrm>
            <a:off x="7239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7" name="Text Box 33"/>
          <p:cNvSpPr txBox="1">
            <a:spLocks noChangeArrowheads="1"/>
          </p:cNvSpPr>
          <p:nvPr/>
        </p:nvSpPr>
        <p:spPr bwMode="auto">
          <a:xfrm>
            <a:off x="4267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8" name="Text Box 34"/>
          <p:cNvSpPr txBox="1">
            <a:spLocks noChangeArrowheads="1"/>
          </p:cNvSpPr>
          <p:nvPr/>
        </p:nvSpPr>
        <p:spPr bwMode="auto">
          <a:xfrm>
            <a:off x="5029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79" name="Text Box 35"/>
          <p:cNvSpPr txBox="1">
            <a:spLocks noChangeArrowheads="1"/>
          </p:cNvSpPr>
          <p:nvPr/>
        </p:nvSpPr>
        <p:spPr bwMode="auto">
          <a:xfrm>
            <a:off x="6477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0" name="Text Box 36"/>
          <p:cNvSpPr txBox="1">
            <a:spLocks noChangeArrowheads="1"/>
          </p:cNvSpPr>
          <p:nvPr/>
        </p:nvSpPr>
        <p:spPr bwMode="auto">
          <a:xfrm>
            <a:off x="198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1" name="Text Box 37"/>
          <p:cNvSpPr txBox="1">
            <a:spLocks noChangeArrowheads="1"/>
          </p:cNvSpPr>
          <p:nvPr/>
        </p:nvSpPr>
        <p:spPr bwMode="auto">
          <a:xfrm>
            <a:off x="5715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2" name="Text Box 38"/>
          <p:cNvSpPr txBox="1">
            <a:spLocks noChangeArrowheads="1"/>
          </p:cNvSpPr>
          <p:nvPr/>
        </p:nvSpPr>
        <p:spPr bwMode="auto">
          <a:xfrm>
            <a:off x="6477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3" name="Text Box 39"/>
          <p:cNvSpPr txBox="1">
            <a:spLocks noChangeArrowheads="1"/>
          </p:cNvSpPr>
          <p:nvPr/>
        </p:nvSpPr>
        <p:spPr bwMode="auto">
          <a:xfrm>
            <a:off x="274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4" name="Text Box 40"/>
          <p:cNvSpPr txBox="1">
            <a:spLocks noChangeArrowheads="1"/>
          </p:cNvSpPr>
          <p:nvPr/>
        </p:nvSpPr>
        <p:spPr bwMode="auto">
          <a:xfrm>
            <a:off x="502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85" name="Text Box 41"/>
          <p:cNvSpPr txBox="1">
            <a:spLocks noChangeArrowheads="1"/>
          </p:cNvSpPr>
          <p:nvPr/>
        </p:nvSpPr>
        <p:spPr bwMode="auto">
          <a:xfrm>
            <a:off x="7239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8886" name="Group 42"/>
          <p:cNvGrpSpPr>
            <a:grpSpLocks/>
          </p:cNvGrpSpPr>
          <p:nvPr/>
        </p:nvGrpSpPr>
        <p:grpSpPr bwMode="auto">
          <a:xfrm>
            <a:off x="6858000" y="2759075"/>
            <a:ext cx="838200" cy="641350"/>
            <a:chOff x="2448" y="3456"/>
            <a:chExt cx="528" cy="404"/>
          </a:xfrm>
        </p:grpSpPr>
        <p:sp>
          <p:nvSpPr>
            <p:cNvPr id="78887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8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8889" name="Group 45"/>
          <p:cNvGrpSpPr>
            <a:grpSpLocks/>
          </p:cNvGrpSpPr>
          <p:nvPr/>
        </p:nvGrpSpPr>
        <p:grpSpPr bwMode="auto">
          <a:xfrm>
            <a:off x="6324600" y="2759075"/>
            <a:ext cx="838200" cy="609600"/>
            <a:chOff x="1680" y="3456"/>
            <a:chExt cx="528" cy="384"/>
          </a:xfrm>
        </p:grpSpPr>
        <p:sp>
          <p:nvSpPr>
            <p:cNvPr id="78890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91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8892" name="Text Box 48"/>
          <p:cNvSpPr txBox="1">
            <a:spLocks noChangeArrowheads="1"/>
          </p:cNvSpPr>
          <p:nvPr/>
        </p:nvSpPr>
        <p:spPr bwMode="auto">
          <a:xfrm>
            <a:off x="4267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93" name="Text Box 49"/>
          <p:cNvSpPr txBox="1">
            <a:spLocks noChangeArrowheads="1"/>
          </p:cNvSpPr>
          <p:nvPr/>
        </p:nvSpPr>
        <p:spPr bwMode="auto">
          <a:xfrm>
            <a:off x="3048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8894" name="Line 50"/>
          <p:cNvSpPr>
            <a:spLocks noChangeShapeType="1"/>
          </p:cNvSpPr>
          <p:nvPr/>
        </p:nvSpPr>
        <p:spPr bwMode="auto">
          <a:xfrm flipV="1">
            <a:off x="6096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79874" name="Group 6"/>
          <p:cNvGrpSpPr>
            <a:grpSpLocks/>
          </p:cNvGrpSpPr>
          <p:nvPr/>
        </p:nvGrpSpPr>
        <p:grpSpPr bwMode="auto">
          <a:xfrm>
            <a:off x="1143000" y="2225675"/>
            <a:ext cx="6781800" cy="533400"/>
            <a:chOff x="1200" y="2928"/>
            <a:chExt cx="4272" cy="336"/>
          </a:xfrm>
        </p:grpSpPr>
        <p:sp>
          <p:nvSpPr>
            <p:cNvPr id="79875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76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77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78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79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0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1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2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3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884" name="Group 16"/>
          <p:cNvGrpSpPr>
            <a:grpSpLocks/>
          </p:cNvGrpSpPr>
          <p:nvPr/>
        </p:nvGrpSpPr>
        <p:grpSpPr bwMode="auto">
          <a:xfrm>
            <a:off x="1143000" y="1158875"/>
            <a:ext cx="6781800" cy="533400"/>
            <a:chOff x="1200" y="2928"/>
            <a:chExt cx="4272" cy="336"/>
          </a:xfrm>
        </p:grpSpPr>
        <p:sp>
          <p:nvSpPr>
            <p:cNvPr id="79885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6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7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8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9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0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1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2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3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894" name="Text Box 26"/>
          <p:cNvSpPr txBox="1">
            <a:spLocks noChangeArrowheads="1"/>
          </p:cNvSpPr>
          <p:nvPr/>
        </p:nvSpPr>
        <p:spPr bwMode="auto">
          <a:xfrm>
            <a:off x="11430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79895" name="Text Box 27"/>
          <p:cNvSpPr txBox="1">
            <a:spLocks noChangeArrowheads="1"/>
          </p:cNvSpPr>
          <p:nvPr/>
        </p:nvSpPr>
        <p:spPr bwMode="auto">
          <a:xfrm>
            <a:off x="198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6" name="Text Box 28"/>
          <p:cNvSpPr txBox="1">
            <a:spLocks noChangeArrowheads="1"/>
          </p:cNvSpPr>
          <p:nvPr/>
        </p:nvSpPr>
        <p:spPr bwMode="auto">
          <a:xfrm>
            <a:off x="350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7" name="Text Box 29"/>
          <p:cNvSpPr txBox="1">
            <a:spLocks noChangeArrowheads="1"/>
          </p:cNvSpPr>
          <p:nvPr/>
        </p:nvSpPr>
        <p:spPr bwMode="auto">
          <a:xfrm>
            <a:off x="274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8" name="Text Box 30"/>
          <p:cNvSpPr txBox="1">
            <a:spLocks noChangeArrowheads="1"/>
          </p:cNvSpPr>
          <p:nvPr/>
        </p:nvSpPr>
        <p:spPr bwMode="auto">
          <a:xfrm>
            <a:off x="350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9" name="Text Box 31"/>
          <p:cNvSpPr txBox="1">
            <a:spLocks noChangeArrowheads="1"/>
          </p:cNvSpPr>
          <p:nvPr/>
        </p:nvSpPr>
        <p:spPr bwMode="auto">
          <a:xfrm>
            <a:off x="5715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0" name="Text Box 32"/>
          <p:cNvSpPr txBox="1">
            <a:spLocks noChangeArrowheads="1"/>
          </p:cNvSpPr>
          <p:nvPr/>
        </p:nvSpPr>
        <p:spPr bwMode="auto">
          <a:xfrm>
            <a:off x="7239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1" name="Text Box 33"/>
          <p:cNvSpPr txBox="1">
            <a:spLocks noChangeArrowheads="1"/>
          </p:cNvSpPr>
          <p:nvPr/>
        </p:nvSpPr>
        <p:spPr bwMode="auto">
          <a:xfrm>
            <a:off x="4267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2" name="Text Box 34"/>
          <p:cNvSpPr txBox="1">
            <a:spLocks noChangeArrowheads="1"/>
          </p:cNvSpPr>
          <p:nvPr/>
        </p:nvSpPr>
        <p:spPr bwMode="auto">
          <a:xfrm>
            <a:off x="5029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3" name="Text Box 35"/>
          <p:cNvSpPr txBox="1">
            <a:spLocks noChangeArrowheads="1"/>
          </p:cNvSpPr>
          <p:nvPr/>
        </p:nvSpPr>
        <p:spPr bwMode="auto">
          <a:xfrm>
            <a:off x="6477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4" name="Text Box 36"/>
          <p:cNvSpPr txBox="1">
            <a:spLocks noChangeArrowheads="1"/>
          </p:cNvSpPr>
          <p:nvPr/>
        </p:nvSpPr>
        <p:spPr bwMode="auto">
          <a:xfrm>
            <a:off x="198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5" name="Text Box 37"/>
          <p:cNvSpPr txBox="1">
            <a:spLocks noChangeArrowheads="1"/>
          </p:cNvSpPr>
          <p:nvPr/>
        </p:nvSpPr>
        <p:spPr bwMode="auto">
          <a:xfrm>
            <a:off x="5715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6" name="Text Box 38"/>
          <p:cNvSpPr txBox="1">
            <a:spLocks noChangeArrowheads="1"/>
          </p:cNvSpPr>
          <p:nvPr/>
        </p:nvSpPr>
        <p:spPr bwMode="auto">
          <a:xfrm>
            <a:off x="6477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7" name="Text Box 39"/>
          <p:cNvSpPr txBox="1">
            <a:spLocks noChangeArrowheads="1"/>
          </p:cNvSpPr>
          <p:nvPr/>
        </p:nvSpPr>
        <p:spPr bwMode="auto">
          <a:xfrm>
            <a:off x="274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8" name="Text Box 40"/>
          <p:cNvSpPr txBox="1">
            <a:spLocks noChangeArrowheads="1"/>
          </p:cNvSpPr>
          <p:nvPr/>
        </p:nvSpPr>
        <p:spPr bwMode="auto">
          <a:xfrm>
            <a:off x="1143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9" name="Text Box 41"/>
          <p:cNvSpPr txBox="1">
            <a:spLocks noChangeArrowheads="1"/>
          </p:cNvSpPr>
          <p:nvPr/>
        </p:nvSpPr>
        <p:spPr bwMode="auto">
          <a:xfrm>
            <a:off x="7239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9910" name="Group 42"/>
          <p:cNvGrpSpPr>
            <a:grpSpLocks/>
          </p:cNvGrpSpPr>
          <p:nvPr/>
        </p:nvGrpSpPr>
        <p:grpSpPr bwMode="auto">
          <a:xfrm>
            <a:off x="6019800" y="2759075"/>
            <a:ext cx="838200" cy="641350"/>
            <a:chOff x="2448" y="3456"/>
            <a:chExt cx="528" cy="404"/>
          </a:xfrm>
        </p:grpSpPr>
        <p:sp>
          <p:nvSpPr>
            <p:cNvPr id="79911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2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9913" name="Group 45"/>
          <p:cNvGrpSpPr>
            <a:grpSpLocks/>
          </p:cNvGrpSpPr>
          <p:nvPr/>
        </p:nvGrpSpPr>
        <p:grpSpPr bwMode="auto">
          <a:xfrm>
            <a:off x="4800600" y="2759075"/>
            <a:ext cx="838200" cy="609600"/>
            <a:chOff x="1680" y="3456"/>
            <a:chExt cx="528" cy="384"/>
          </a:xfrm>
        </p:grpSpPr>
        <p:sp>
          <p:nvSpPr>
            <p:cNvPr id="79914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5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9916" name="Text Box 48"/>
          <p:cNvSpPr txBox="1">
            <a:spLocks noChangeArrowheads="1"/>
          </p:cNvSpPr>
          <p:nvPr/>
        </p:nvSpPr>
        <p:spPr bwMode="auto">
          <a:xfrm>
            <a:off x="4267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17" name="Text Box 49"/>
          <p:cNvSpPr txBox="1">
            <a:spLocks noChangeArrowheads="1"/>
          </p:cNvSpPr>
          <p:nvPr/>
        </p:nvSpPr>
        <p:spPr bwMode="auto">
          <a:xfrm>
            <a:off x="3048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79918" name="Line 50"/>
          <p:cNvSpPr>
            <a:spLocks noChangeShapeType="1"/>
          </p:cNvSpPr>
          <p:nvPr/>
        </p:nvSpPr>
        <p:spPr bwMode="auto">
          <a:xfrm flipV="1">
            <a:off x="6096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3203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80898" name="Group 6"/>
          <p:cNvGrpSpPr>
            <a:grpSpLocks/>
          </p:cNvGrpSpPr>
          <p:nvPr/>
        </p:nvGrpSpPr>
        <p:grpSpPr bwMode="auto">
          <a:xfrm>
            <a:off x="1143000" y="2362200"/>
            <a:ext cx="6781800" cy="533400"/>
            <a:chOff x="1200" y="2928"/>
            <a:chExt cx="4272" cy="336"/>
          </a:xfrm>
        </p:grpSpPr>
        <p:sp>
          <p:nvSpPr>
            <p:cNvPr id="80899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0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1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2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3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4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5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6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7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908" name="Group 16"/>
          <p:cNvGrpSpPr>
            <a:grpSpLocks/>
          </p:cNvGrpSpPr>
          <p:nvPr/>
        </p:nvGrpSpPr>
        <p:grpSpPr bwMode="auto">
          <a:xfrm>
            <a:off x="1143000" y="1295400"/>
            <a:ext cx="6781800" cy="533400"/>
            <a:chOff x="1200" y="2928"/>
            <a:chExt cx="4272" cy="336"/>
          </a:xfrm>
        </p:grpSpPr>
        <p:sp>
          <p:nvSpPr>
            <p:cNvPr id="80909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10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1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3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4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5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6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7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0918" name="Text Box 26"/>
          <p:cNvSpPr txBox="1">
            <a:spLocks noChangeArrowheads="1"/>
          </p:cNvSpPr>
          <p:nvPr/>
        </p:nvSpPr>
        <p:spPr bwMode="auto">
          <a:xfrm>
            <a:off x="1143000" y="914400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80919" name="Text Box 27"/>
          <p:cNvSpPr txBox="1">
            <a:spLocks noChangeArrowheads="1"/>
          </p:cNvSpPr>
          <p:nvPr/>
        </p:nvSpPr>
        <p:spPr bwMode="auto">
          <a:xfrm>
            <a:off x="1981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0" name="Text Box 28"/>
          <p:cNvSpPr txBox="1">
            <a:spLocks noChangeArrowheads="1"/>
          </p:cNvSpPr>
          <p:nvPr/>
        </p:nvSpPr>
        <p:spPr bwMode="auto">
          <a:xfrm>
            <a:off x="35052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1" name="Text Box 29"/>
          <p:cNvSpPr txBox="1">
            <a:spLocks noChangeArrowheads="1"/>
          </p:cNvSpPr>
          <p:nvPr/>
        </p:nvSpPr>
        <p:spPr bwMode="auto">
          <a:xfrm>
            <a:off x="2743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2" name="Text Box 30"/>
          <p:cNvSpPr txBox="1">
            <a:spLocks noChangeArrowheads="1"/>
          </p:cNvSpPr>
          <p:nvPr/>
        </p:nvSpPr>
        <p:spPr bwMode="auto">
          <a:xfrm>
            <a:off x="3505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3" name="Text Box 31"/>
          <p:cNvSpPr txBox="1">
            <a:spLocks noChangeArrowheads="1"/>
          </p:cNvSpPr>
          <p:nvPr/>
        </p:nvSpPr>
        <p:spPr bwMode="auto">
          <a:xfrm>
            <a:off x="57150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4" name="Text Box 32"/>
          <p:cNvSpPr txBox="1">
            <a:spLocks noChangeArrowheads="1"/>
          </p:cNvSpPr>
          <p:nvPr/>
        </p:nvSpPr>
        <p:spPr bwMode="auto">
          <a:xfrm>
            <a:off x="72390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5" name="Text Box 33"/>
          <p:cNvSpPr txBox="1">
            <a:spLocks noChangeArrowheads="1"/>
          </p:cNvSpPr>
          <p:nvPr/>
        </p:nvSpPr>
        <p:spPr bwMode="auto">
          <a:xfrm>
            <a:off x="4267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6" name="Text Box 34"/>
          <p:cNvSpPr txBox="1">
            <a:spLocks noChangeArrowheads="1"/>
          </p:cNvSpPr>
          <p:nvPr/>
        </p:nvSpPr>
        <p:spPr bwMode="auto">
          <a:xfrm>
            <a:off x="50292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7" name="Text Box 35"/>
          <p:cNvSpPr txBox="1">
            <a:spLocks noChangeArrowheads="1"/>
          </p:cNvSpPr>
          <p:nvPr/>
        </p:nvSpPr>
        <p:spPr bwMode="auto">
          <a:xfrm>
            <a:off x="64770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8" name="Text Box 36"/>
          <p:cNvSpPr txBox="1">
            <a:spLocks noChangeArrowheads="1"/>
          </p:cNvSpPr>
          <p:nvPr/>
        </p:nvSpPr>
        <p:spPr bwMode="auto">
          <a:xfrm>
            <a:off x="19812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9" name="Text Box 37"/>
          <p:cNvSpPr txBox="1">
            <a:spLocks noChangeArrowheads="1"/>
          </p:cNvSpPr>
          <p:nvPr/>
        </p:nvSpPr>
        <p:spPr bwMode="auto">
          <a:xfrm>
            <a:off x="57150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30" name="Text Box 38"/>
          <p:cNvSpPr txBox="1">
            <a:spLocks noChangeArrowheads="1"/>
          </p:cNvSpPr>
          <p:nvPr/>
        </p:nvSpPr>
        <p:spPr bwMode="auto">
          <a:xfrm>
            <a:off x="64770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31" name="Text Box 39"/>
          <p:cNvSpPr txBox="1">
            <a:spLocks noChangeArrowheads="1"/>
          </p:cNvSpPr>
          <p:nvPr/>
        </p:nvSpPr>
        <p:spPr bwMode="auto">
          <a:xfrm>
            <a:off x="2743200" y="2346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32" name="Text Box 40"/>
          <p:cNvSpPr txBox="1">
            <a:spLocks noChangeArrowheads="1"/>
          </p:cNvSpPr>
          <p:nvPr/>
        </p:nvSpPr>
        <p:spPr bwMode="auto">
          <a:xfrm>
            <a:off x="11430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33" name="Text Box 41"/>
          <p:cNvSpPr txBox="1">
            <a:spLocks noChangeArrowheads="1"/>
          </p:cNvSpPr>
          <p:nvPr/>
        </p:nvSpPr>
        <p:spPr bwMode="auto">
          <a:xfrm>
            <a:off x="7239000" y="129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0934" name="Group 42"/>
          <p:cNvGrpSpPr>
            <a:grpSpLocks/>
          </p:cNvGrpSpPr>
          <p:nvPr/>
        </p:nvGrpSpPr>
        <p:grpSpPr bwMode="auto">
          <a:xfrm>
            <a:off x="5410200" y="2895600"/>
            <a:ext cx="838200" cy="641350"/>
            <a:chOff x="2448" y="3456"/>
            <a:chExt cx="528" cy="404"/>
          </a:xfrm>
        </p:grpSpPr>
        <p:sp>
          <p:nvSpPr>
            <p:cNvPr id="80935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6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937" name="Group 45"/>
          <p:cNvGrpSpPr>
            <a:grpSpLocks/>
          </p:cNvGrpSpPr>
          <p:nvPr/>
        </p:nvGrpSpPr>
        <p:grpSpPr bwMode="auto">
          <a:xfrm>
            <a:off x="4800600" y="2895600"/>
            <a:ext cx="838200" cy="609600"/>
            <a:chOff x="1680" y="3456"/>
            <a:chExt cx="528" cy="384"/>
          </a:xfrm>
        </p:grpSpPr>
        <p:sp>
          <p:nvSpPr>
            <p:cNvPr id="80938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9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940" name="Text Box 48"/>
          <p:cNvSpPr txBox="1">
            <a:spLocks noChangeArrowheads="1"/>
          </p:cNvSpPr>
          <p:nvPr/>
        </p:nvSpPr>
        <p:spPr bwMode="auto">
          <a:xfrm>
            <a:off x="4267200" y="2362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41" name="Text Box 49"/>
          <p:cNvSpPr txBox="1">
            <a:spLocks noChangeArrowheads="1"/>
          </p:cNvSpPr>
          <p:nvPr/>
        </p:nvSpPr>
        <p:spPr bwMode="auto">
          <a:xfrm>
            <a:off x="304800" y="33528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80942" name="Line 50"/>
          <p:cNvSpPr>
            <a:spLocks noChangeShapeType="1"/>
          </p:cNvSpPr>
          <p:nvPr/>
        </p:nvSpPr>
        <p:spPr bwMode="auto">
          <a:xfrm flipV="1">
            <a:off x="609600" y="2743200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4227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81922" name="Group 6"/>
          <p:cNvGrpSpPr>
            <a:grpSpLocks/>
          </p:cNvGrpSpPr>
          <p:nvPr/>
        </p:nvGrpSpPr>
        <p:grpSpPr bwMode="auto">
          <a:xfrm>
            <a:off x="1143000" y="2225675"/>
            <a:ext cx="6781800" cy="533400"/>
            <a:chOff x="1200" y="2928"/>
            <a:chExt cx="4272" cy="336"/>
          </a:xfrm>
        </p:grpSpPr>
        <p:sp>
          <p:nvSpPr>
            <p:cNvPr id="81923" name="Rectangle 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924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5" name="Line 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6" name="Line 1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7" name="Line 1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8" name="Line 1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9" name="Line 1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0" name="Line 1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1" name="Line 1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932" name="Group 16"/>
          <p:cNvGrpSpPr>
            <a:grpSpLocks/>
          </p:cNvGrpSpPr>
          <p:nvPr/>
        </p:nvGrpSpPr>
        <p:grpSpPr bwMode="auto">
          <a:xfrm>
            <a:off x="1143000" y="1158875"/>
            <a:ext cx="6781800" cy="533400"/>
            <a:chOff x="1200" y="2928"/>
            <a:chExt cx="4272" cy="336"/>
          </a:xfrm>
        </p:grpSpPr>
        <p:sp>
          <p:nvSpPr>
            <p:cNvPr id="81933" name="Rectangle 17"/>
            <p:cNvSpPr>
              <a:spLocks noChangeArrowheads="1"/>
            </p:cNvSpPr>
            <p:nvPr/>
          </p:nvSpPr>
          <p:spPr bwMode="auto">
            <a:xfrm>
              <a:off x="1200" y="2928"/>
              <a:ext cx="427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zh-CN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934" name="Line 18"/>
            <p:cNvSpPr>
              <a:spLocks noChangeShapeType="1"/>
            </p:cNvSpPr>
            <p:nvPr/>
          </p:nvSpPr>
          <p:spPr bwMode="auto">
            <a:xfrm>
              <a:off x="268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5" name="Line 19"/>
            <p:cNvSpPr>
              <a:spLocks noChangeShapeType="1"/>
            </p:cNvSpPr>
            <p:nvPr/>
          </p:nvSpPr>
          <p:spPr bwMode="auto">
            <a:xfrm>
              <a:off x="172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6" name="Line 20"/>
            <p:cNvSpPr>
              <a:spLocks noChangeShapeType="1"/>
            </p:cNvSpPr>
            <p:nvPr/>
          </p:nvSpPr>
          <p:spPr bwMode="auto">
            <a:xfrm>
              <a:off x="220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7" name="Line 21"/>
            <p:cNvSpPr>
              <a:spLocks noChangeShapeType="1"/>
            </p:cNvSpPr>
            <p:nvPr/>
          </p:nvSpPr>
          <p:spPr bwMode="auto">
            <a:xfrm>
              <a:off x="316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8" name="Line 22"/>
            <p:cNvSpPr>
              <a:spLocks noChangeShapeType="1"/>
            </p:cNvSpPr>
            <p:nvPr/>
          </p:nvSpPr>
          <p:spPr bwMode="auto">
            <a:xfrm>
              <a:off x="3648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9" name="Line 23"/>
            <p:cNvSpPr>
              <a:spLocks noChangeShapeType="1"/>
            </p:cNvSpPr>
            <p:nvPr/>
          </p:nvSpPr>
          <p:spPr bwMode="auto">
            <a:xfrm>
              <a:off x="408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0" name="Line 24"/>
            <p:cNvSpPr>
              <a:spLocks noChangeShapeType="1"/>
            </p:cNvSpPr>
            <p:nvPr/>
          </p:nvSpPr>
          <p:spPr bwMode="auto">
            <a:xfrm>
              <a:off x="456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1" name="Line 25"/>
            <p:cNvSpPr>
              <a:spLocks noChangeShapeType="1"/>
            </p:cNvSpPr>
            <p:nvPr/>
          </p:nvSpPr>
          <p:spPr bwMode="auto">
            <a:xfrm>
              <a:off x="5040" y="292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42" name="Text Box 26"/>
          <p:cNvSpPr txBox="1">
            <a:spLocks noChangeArrowheads="1"/>
          </p:cNvSpPr>
          <p:nvPr/>
        </p:nvSpPr>
        <p:spPr bwMode="auto">
          <a:xfrm>
            <a:off x="1143000" y="777875"/>
            <a:ext cx="678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        8</a:t>
            </a:r>
          </a:p>
        </p:txBody>
      </p:sp>
      <p:sp>
        <p:nvSpPr>
          <p:cNvPr id="81943" name="Text Box 27"/>
          <p:cNvSpPr txBox="1">
            <a:spLocks noChangeArrowheads="1"/>
          </p:cNvSpPr>
          <p:nvPr/>
        </p:nvSpPr>
        <p:spPr bwMode="auto">
          <a:xfrm>
            <a:off x="1981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4" name="Text Box 28"/>
          <p:cNvSpPr txBox="1">
            <a:spLocks noChangeArrowheads="1"/>
          </p:cNvSpPr>
          <p:nvPr/>
        </p:nvSpPr>
        <p:spPr bwMode="auto">
          <a:xfrm>
            <a:off x="3505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5" name="Text Box 29"/>
          <p:cNvSpPr txBox="1">
            <a:spLocks noChangeArrowheads="1"/>
          </p:cNvSpPr>
          <p:nvPr/>
        </p:nvSpPr>
        <p:spPr bwMode="auto">
          <a:xfrm>
            <a:off x="2743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6" name="Text Box 30"/>
          <p:cNvSpPr txBox="1">
            <a:spLocks noChangeArrowheads="1"/>
          </p:cNvSpPr>
          <p:nvPr/>
        </p:nvSpPr>
        <p:spPr bwMode="auto">
          <a:xfrm>
            <a:off x="3505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38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7" name="Text Box 31"/>
          <p:cNvSpPr txBox="1">
            <a:spLocks noChangeArrowheads="1"/>
          </p:cNvSpPr>
          <p:nvPr/>
        </p:nvSpPr>
        <p:spPr bwMode="auto">
          <a:xfrm>
            <a:off x="57150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8" name="Text Box 32"/>
          <p:cNvSpPr txBox="1">
            <a:spLocks noChangeArrowheads="1"/>
          </p:cNvSpPr>
          <p:nvPr/>
        </p:nvSpPr>
        <p:spPr bwMode="auto">
          <a:xfrm>
            <a:off x="7239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9" name="Text Box 33"/>
          <p:cNvSpPr txBox="1">
            <a:spLocks noChangeArrowheads="1"/>
          </p:cNvSpPr>
          <p:nvPr/>
        </p:nvSpPr>
        <p:spPr bwMode="auto">
          <a:xfrm>
            <a:off x="4267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0" name="Text Box 34"/>
          <p:cNvSpPr txBox="1">
            <a:spLocks noChangeArrowheads="1"/>
          </p:cNvSpPr>
          <p:nvPr/>
        </p:nvSpPr>
        <p:spPr bwMode="auto">
          <a:xfrm>
            <a:off x="50292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1" name="Text Box 35"/>
          <p:cNvSpPr txBox="1">
            <a:spLocks noChangeArrowheads="1"/>
          </p:cNvSpPr>
          <p:nvPr/>
        </p:nvSpPr>
        <p:spPr bwMode="auto">
          <a:xfrm>
            <a:off x="64770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2" name="Text Box 36"/>
          <p:cNvSpPr txBox="1">
            <a:spLocks noChangeArrowheads="1"/>
          </p:cNvSpPr>
          <p:nvPr/>
        </p:nvSpPr>
        <p:spPr bwMode="auto">
          <a:xfrm>
            <a:off x="1981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3" name="Text Box 37"/>
          <p:cNvSpPr txBox="1">
            <a:spLocks noChangeArrowheads="1"/>
          </p:cNvSpPr>
          <p:nvPr/>
        </p:nvSpPr>
        <p:spPr bwMode="auto">
          <a:xfrm>
            <a:off x="5715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4" name="Text Box 38"/>
          <p:cNvSpPr txBox="1">
            <a:spLocks noChangeArrowheads="1"/>
          </p:cNvSpPr>
          <p:nvPr/>
        </p:nvSpPr>
        <p:spPr bwMode="auto">
          <a:xfrm>
            <a:off x="6477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5" name="Text Box 39"/>
          <p:cNvSpPr txBox="1">
            <a:spLocks noChangeArrowheads="1"/>
          </p:cNvSpPr>
          <p:nvPr/>
        </p:nvSpPr>
        <p:spPr bwMode="auto">
          <a:xfrm>
            <a:off x="2743200" y="2209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6" name="Text Box 40"/>
          <p:cNvSpPr txBox="1">
            <a:spLocks noChangeArrowheads="1"/>
          </p:cNvSpPr>
          <p:nvPr/>
        </p:nvSpPr>
        <p:spPr bwMode="auto">
          <a:xfrm>
            <a:off x="5029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7" name="Text Box 41"/>
          <p:cNvSpPr txBox="1">
            <a:spLocks noChangeArrowheads="1"/>
          </p:cNvSpPr>
          <p:nvPr/>
        </p:nvSpPr>
        <p:spPr bwMode="auto">
          <a:xfrm>
            <a:off x="7239000" y="1158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1958" name="Group 42"/>
          <p:cNvGrpSpPr>
            <a:grpSpLocks/>
          </p:cNvGrpSpPr>
          <p:nvPr/>
        </p:nvGrpSpPr>
        <p:grpSpPr bwMode="auto">
          <a:xfrm>
            <a:off x="5410200" y="2759075"/>
            <a:ext cx="838200" cy="641350"/>
            <a:chOff x="2448" y="3456"/>
            <a:chExt cx="528" cy="404"/>
          </a:xfrm>
        </p:grpSpPr>
        <p:sp>
          <p:nvSpPr>
            <p:cNvPr id="81959" name="Line 43"/>
            <p:cNvSpPr>
              <a:spLocks noChangeShapeType="1"/>
            </p:cNvSpPr>
            <p:nvPr/>
          </p:nvSpPr>
          <p:spPr bwMode="auto">
            <a:xfrm rot="-10782095">
              <a:off x="2496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0" name="Text Box 44"/>
            <p:cNvSpPr txBox="1">
              <a:spLocks noChangeArrowheads="1"/>
            </p:cNvSpPr>
            <p:nvPr/>
          </p:nvSpPr>
          <p:spPr bwMode="auto">
            <a:xfrm>
              <a:off x="2448" y="364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1" name="Group 45"/>
          <p:cNvGrpSpPr>
            <a:grpSpLocks/>
          </p:cNvGrpSpPr>
          <p:nvPr/>
        </p:nvGrpSpPr>
        <p:grpSpPr bwMode="auto">
          <a:xfrm>
            <a:off x="4800600" y="2759075"/>
            <a:ext cx="838200" cy="609600"/>
            <a:chOff x="1680" y="3456"/>
            <a:chExt cx="528" cy="384"/>
          </a:xfrm>
        </p:grpSpPr>
        <p:sp>
          <p:nvSpPr>
            <p:cNvPr id="81962" name="Line 46"/>
            <p:cNvSpPr>
              <a:spLocks noChangeShapeType="1"/>
            </p:cNvSpPr>
            <p:nvPr/>
          </p:nvSpPr>
          <p:spPr bwMode="auto">
            <a:xfrm rot="-10782095">
              <a:off x="1968" y="3456"/>
              <a:ext cx="1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3" name="Text Box 47"/>
            <p:cNvSpPr txBox="1">
              <a:spLocks noChangeArrowheads="1"/>
            </p:cNvSpPr>
            <p:nvPr/>
          </p:nvSpPr>
          <p:spPr bwMode="auto">
            <a:xfrm>
              <a:off x="168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964" name="Text Box 48"/>
          <p:cNvSpPr txBox="1">
            <a:spLocks noChangeArrowheads="1"/>
          </p:cNvSpPr>
          <p:nvPr/>
        </p:nvSpPr>
        <p:spPr bwMode="auto">
          <a:xfrm>
            <a:off x="4267200" y="2225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65" name="Text Box 49"/>
          <p:cNvSpPr txBox="1">
            <a:spLocks noChangeArrowheads="1"/>
          </p:cNvSpPr>
          <p:nvPr/>
        </p:nvSpPr>
        <p:spPr bwMode="auto">
          <a:xfrm>
            <a:off x="304800" y="3216275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界点</a:t>
            </a:r>
          </a:p>
        </p:txBody>
      </p:sp>
      <p:sp>
        <p:nvSpPr>
          <p:cNvPr id="81966" name="Line 50"/>
          <p:cNvSpPr>
            <a:spLocks noChangeShapeType="1"/>
          </p:cNvSpPr>
          <p:nvPr/>
        </p:nvSpPr>
        <p:spPr bwMode="auto">
          <a:xfrm flipV="1">
            <a:off x="609600" y="2606675"/>
            <a:ext cx="6858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51" name="Rectangle 51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78276" name="Text Box 4"/>
          <p:cNvSpPr txBox="1">
            <a:spLocks noChangeArrowheads="1"/>
          </p:cNvSpPr>
          <p:nvPr/>
        </p:nvSpPr>
        <p:spPr bwMode="auto">
          <a:xfrm>
            <a:off x="971550" y="1066800"/>
            <a:ext cx="5703888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fontAlgn="t">
              <a:spcBef>
                <a:spcPct val="10000"/>
              </a:spcBef>
            </a:pPr>
            <a:r>
              <a:rPr lang="en-US" altLang="zh-CN">
                <a:latin typeface="楷体_GB2312"/>
              </a:rPr>
              <a:t>①</a:t>
            </a:r>
            <a:r>
              <a:rPr lang="zh-CN" altLang="en-US">
                <a:latin typeface="楷体_GB2312"/>
              </a:rPr>
              <a:t>每一趟的子表的形成是采用从两头向中间交替式逼近法；</a:t>
            </a:r>
          </a:p>
          <a:p>
            <a:pPr fontAlgn="t">
              <a:spcBef>
                <a:spcPct val="10000"/>
              </a:spcBef>
            </a:pPr>
            <a:endParaRPr lang="zh-CN" altLang="en-US">
              <a:latin typeface="楷体_GB2312"/>
            </a:endParaRPr>
          </a:p>
          <a:p>
            <a:pPr fontAlgn="t">
              <a:spcBef>
                <a:spcPct val="10000"/>
              </a:spcBef>
            </a:pPr>
            <a:r>
              <a:rPr lang="zh-CN" altLang="en-US">
                <a:latin typeface="楷体_GB2312"/>
              </a:rPr>
              <a:t>②由于每趟中对各子表的操作都相似，可采用递归算法。</a:t>
            </a:r>
          </a:p>
        </p:txBody>
      </p:sp>
      <p:sp>
        <p:nvSpPr>
          <p:cNvPr id="1078277" name="Rectangle 5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快速排序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B0AEA5-C38F-171D-133D-57EA459AFA20}"/>
              </a:ext>
            </a:extLst>
          </p:cNvPr>
          <p:cNvSpPr txBox="1"/>
          <p:nvPr/>
        </p:nvSpPr>
        <p:spPr>
          <a:xfrm>
            <a:off x="689748" y="3346519"/>
            <a:ext cx="72728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基本思路：选取序列中一元素（一般为第一个）作为参考，将该元素从序列中“摘取”出来，此时会形成一个空。设置一个两个移动的</a:t>
            </a:r>
            <a:r>
              <a:rPr lang="en-US" altLang="zh-CN" dirty="0">
                <a:highlight>
                  <a:srgbClr val="00FF00"/>
                </a:highlight>
              </a:rPr>
              <a:t>low</a:t>
            </a:r>
            <a:r>
              <a:rPr lang="zh-CN" altLang="en-US" dirty="0">
                <a:highlight>
                  <a:srgbClr val="00FF00"/>
                </a:highlight>
              </a:rPr>
              <a:t>与</a:t>
            </a:r>
            <a:r>
              <a:rPr lang="en-US" altLang="zh-CN" dirty="0">
                <a:highlight>
                  <a:srgbClr val="00FF00"/>
                </a:highlight>
              </a:rPr>
              <a:t>high</a:t>
            </a:r>
            <a:r>
              <a:rPr lang="zh-CN" altLang="en-US" dirty="0">
                <a:highlight>
                  <a:srgbClr val="00FF00"/>
                </a:highlight>
              </a:rPr>
              <a:t>（类似折半查找法）如果其指向的是空则不动，如果指向的不是空则将该元素与被摘去出序列的元素进行比较，将小的元素往前放，大的元素往后，直到</a:t>
            </a:r>
            <a:r>
              <a:rPr lang="en-US" altLang="zh-CN" dirty="0">
                <a:highlight>
                  <a:srgbClr val="00FF00"/>
                </a:highlight>
              </a:rPr>
              <a:t>low=high</a:t>
            </a:r>
            <a:r>
              <a:rPr lang="zh-CN" altLang="en-US" dirty="0">
                <a:highlight>
                  <a:srgbClr val="00FF00"/>
                </a:highlight>
              </a:rPr>
              <a:t>。再对左右子表进行排序。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78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78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276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16859" name="Rectangle 27"/>
          <p:cNvSpPr>
            <a:spLocks noChangeArrowheads="1"/>
          </p:cNvSpPr>
          <p:nvPr/>
        </p:nvSpPr>
        <p:spPr bwMode="auto">
          <a:xfrm>
            <a:off x="381000" y="838200"/>
            <a:ext cx="8583613" cy="40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/>
              <a:t>可以证明，平均计算时间是</a:t>
            </a:r>
            <a:r>
              <a:rPr lang="en-US" altLang="zh-CN">
                <a:solidFill>
                  <a:srgbClr val="FF3300"/>
                </a:solidFill>
                <a:ea typeface="仿宋_GB2312"/>
                <a:cs typeface="仿宋_GB2312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n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log</a:t>
            </a:r>
            <a:r>
              <a:rPr lang="en-US" altLang="zh-CN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2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n</a:t>
            </a:r>
            <a:r>
              <a:rPr lang="en-US" altLang="zh-CN">
                <a:solidFill>
                  <a:srgbClr val="FF3300"/>
                </a:solidFill>
                <a:ea typeface="仿宋_GB2312"/>
                <a:cs typeface="仿宋_GB2312"/>
              </a:rPr>
              <a:t>)</a:t>
            </a:r>
            <a:r>
              <a:rPr lang="zh-CN" altLang="en-US">
                <a:ea typeface="仿宋_GB2312"/>
                <a:cs typeface="仿宋_GB2312"/>
              </a:rPr>
              <a:t>。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/>
              <a:t>实验结果表明：就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平均计算时间</a:t>
            </a:r>
            <a:r>
              <a:rPr lang="zh-CN" altLang="en-US"/>
              <a:t>而言，快速排序是我们所讨论的所有内排序方法中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最好</a:t>
            </a:r>
            <a:r>
              <a:rPr lang="zh-CN" altLang="en-US"/>
              <a:t>的一个</a:t>
            </a:r>
            <a:r>
              <a:rPr lang="zh-CN" altLang="en-US">
                <a:latin typeface="楷体_GB2312"/>
              </a:rPr>
              <a:t>。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快速排序是递归的，需要有一个栈存放每层递归调用时参数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（新的</a:t>
            </a:r>
            <a:r>
              <a:rPr lang="en-US" altLang="zh-CN">
                <a:solidFill>
                  <a:srgbClr val="FF3300"/>
                </a:solidFill>
                <a:latin typeface="楷体_GB2312"/>
              </a:rPr>
              <a:t>low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和</a:t>
            </a:r>
            <a:r>
              <a:rPr lang="en-US" altLang="zh-CN">
                <a:solidFill>
                  <a:srgbClr val="FF3300"/>
                </a:solidFill>
                <a:latin typeface="楷体_GB2312"/>
              </a:rPr>
              <a:t>high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）</a:t>
            </a:r>
            <a:r>
              <a:rPr lang="zh-CN" altLang="en-US">
                <a:latin typeface="楷体_GB2312"/>
              </a:rPr>
              <a:t>。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最大递归调用层次数与递归树的深度一致，因此，要求存储开销为 </a:t>
            </a:r>
            <a:r>
              <a:rPr lang="en-US" altLang="zh-CN">
                <a:solidFill>
                  <a:srgbClr val="FF3300"/>
                </a:solidFill>
              </a:rPr>
              <a:t>O(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</a:rPr>
              <a:t>log</a:t>
            </a:r>
            <a:r>
              <a:rPr lang="en-US" altLang="zh-CN" baseline="-25000" dirty="0">
                <a:solidFill>
                  <a:srgbClr val="FF3300"/>
                </a:solidFill>
                <a:highlight>
                  <a:srgbClr val="00FF00"/>
                </a:highlight>
                <a:ea typeface="仿宋_GB2312"/>
                <a:cs typeface="仿宋_GB2312"/>
              </a:rPr>
              <a:t>2</a:t>
            </a:r>
            <a:r>
              <a:rPr lang="en-US" altLang="zh-CN" i="1" dirty="0">
                <a:solidFill>
                  <a:srgbClr val="FF3300"/>
                </a:solidFill>
                <a:highlight>
                  <a:srgbClr val="00FF00"/>
                </a:highlight>
              </a:rPr>
              <a:t>n</a:t>
            </a:r>
            <a:r>
              <a:rPr lang="en-US" altLang="zh-CN">
                <a:solidFill>
                  <a:srgbClr val="FF3300"/>
                </a:solidFill>
              </a:rPr>
              <a:t>)</a:t>
            </a:r>
            <a:r>
              <a:rPr lang="en-US" altLang="zh-CN"/>
              <a:t> </a:t>
            </a:r>
            <a:r>
              <a:rPr lang="zh-CN" altLang="en-US">
                <a:latin typeface="楷体_GB2312"/>
              </a:rPr>
              <a:t>。</a:t>
            </a:r>
          </a:p>
        </p:txBody>
      </p:sp>
      <p:sp>
        <p:nvSpPr>
          <p:cNvPr id="1016860" name="Rectangle 28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16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16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16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16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859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页脚占位符 3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17886" name="Rectangle 30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1017887" name="Rectangle 31"/>
          <p:cNvSpPr>
            <a:spLocks noChangeArrowheads="1"/>
          </p:cNvSpPr>
          <p:nvPr/>
        </p:nvSpPr>
        <p:spPr bwMode="auto">
          <a:xfrm>
            <a:off x="271463" y="836613"/>
            <a:ext cx="8377237" cy="252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最好：划分后，左侧右侧子序列的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长度相同</a:t>
            </a:r>
          </a:p>
          <a:p>
            <a:pPr algn="just" eaLnBrk="0" hangingPunc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楷体_GB2312"/>
              </a:rPr>
              <a:t>最坏：从小到大排好序，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递归树成为单支树</a:t>
            </a:r>
            <a:r>
              <a:rPr lang="zh-CN" altLang="en-US">
                <a:latin typeface="楷体_GB2312"/>
              </a:rPr>
              <a:t>，每次划分只得到一个比上一次少一个对象的子序列，必须经过 </a:t>
            </a:r>
            <a:r>
              <a:rPr lang="en-US" altLang="zh-CN" i="1">
                <a:latin typeface="楷体_GB2312"/>
              </a:rPr>
              <a:t>n</a:t>
            </a:r>
            <a:r>
              <a:rPr lang="en-US" altLang="zh-CN">
                <a:latin typeface="楷体_GB2312"/>
              </a:rPr>
              <a:t>-1 </a:t>
            </a:r>
            <a:r>
              <a:rPr lang="zh-CN" altLang="en-US">
                <a:latin typeface="楷体_GB2312"/>
              </a:rPr>
              <a:t>趟才能把所有对象定位，而且第 </a:t>
            </a:r>
            <a:r>
              <a:rPr lang="en-US" altLang="zh-CN" i="1">
                <a:latin typeface="楷体_GB2312"/>
              </a:rPr>
              <a:t>i</a:t>
            </a:r>
            <a:r>
              <a:rPr lang="en-US" altLang="zh-CN">
                <a:latin typeface="楷体_GB2312"/>
              </a:rPr>
              <a:t> </a:t>
            </a:r>
            <a:r>
              <a:rPr lang="zh-CN" altLang="en-US">
                <a:latin typeface="楷体_GB2312"/>
              </a:rPr>
              <a:t>趟需要经过 </a:t>
            </a:r>
            <a:r>
              <a:rPr lang="en-US" altLang="zh-CN" i="1">
                <a:latin typeface="楷体_GB2312"/>
              </a:rPr>
              <a:t>n</a:t>
            </a:r>
            <a:r>
              <a:rPr lang="en-US" altLang="zh-CN">
                <a:latin typeface="楷体_GB2312"/>
              </a:rPr>
              <a:t>-</a:t>
            </a:r>
            <a:r>
              <a:rPr lang="en-US" altLang="zh-CN" i="1">
                <a:latin typeface="楷体_GB2312"/>
              </a:rPr>
              <a:t>i</a:t>
            </a:r>
            <a:r>
              <a:rPr lang="en-US" altLang="zh-CN">
                <a:latin typeface="楷体_GB2312"/>
              </a:rPr>
              <a:t> </a:t>
            </a:r>
            <a:r>
              <a:rPr lang="zh-CN" altLang="en-US">
                <a:latin typeface="楷体_GB2312"/>
              </a:rPr>
              <a:t>次关键码比较才能找到第 </a:t>
            </a:r>
            <a:r>
              <a:rPr lang="en-US" altLang="zh-CN" i="1">
                <a:latin typeface="楷体_GB2312"/>
              </a:rPr>
              <a:t>i</a:t>
            </a:r>
            <a:r>
              <a:rPr lang="en-US" altLang="zh-CN">
                <a:latin typeface="楷体_GB2312"/>
              </a:rPr>
              <a:t> </a:t>
            </a:r>
            <a:r>
              <a:rPr lang="zh-CN" altLang="en-US">
                <a:latin typeface="楷体_GB2312"/>
              </a:rPr>
              <a:t>个对象的安放位置</a:t>
            </a:r>
          </a:p>
        </p:txBody>
      </p:sp>
      <p:graphicFrame>
        <p:nvGraphicFramePr>
          <p:cNvPr id="1017888" name="Object 3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480642536"/>
              </p:ext>
            </p:extLst>
          </p:nvPr>
        </p:nvGraphicFramePr>
        <p:xfrm>
          <a:off x="2051050" y="3746500"/>
          <a:ext cx="437673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88367" imgH="444307" progId="Equation.3">
                  <p:embed/>
                </p:oleObj>
              </mc:Choice>
              <mc:Fallback>
                <p:oleObj r:id="rId2" imgW="1688367" imgH="444307" progId="Equation.3">
                  <p:embed/>
                  <p:pic>
                    <p:nvPicPr>
                      <p:cNvPr id="1017888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46500"/>
                        <a:ext cx="4376738" cy="11525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7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7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78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78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7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7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7887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52399" name="Rectangle 79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952400" name="Rectangle 80"/>
          <p:cNvSpPr>
            <a:spLocks noChangeArrowheads="1"/>
          </p:cNvSpPr>
          <p:nvPr/>
        </p:nvSpPr>
        <p:spPr bwMode="auto">
          <a:xfrm>
            <a:off x="250825" y="1125538"/>
            <a:ext cx="8497888" cy="22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FF"/>
                </a:solidFill>
                <a:latin typeface="楷体_GB2312"/>
              </a:rPr>
              <a:t>时间效率：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O(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nlog</a:t>
            </a:r>
            <a:r>
              <a:rPr lang="en-US" altLang="zh-CN" baseline="-30000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) </a:t>
            </a:r>
            <a:r>
              <a:rPr lang="en-US" altLang="zh-CN" dirty="0"/>
              <a:t>—</a:t>
            </a:r>
            <a:r>
              <a:rPr lang="zh-CN" altLang="en-US" dirty="0">
                <a:latin typeface="楷体_GB2312"/>
              </a:rPr>
              <a:t>每趟确定的元素呈指数增加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FF"/>
                </a:solidFill>
                <a:latin typeface="楷体_GB2312"/>
              </a:rPr>
              <a:t>空间效率：</a:t>
            </a:r>
            <a:r>
              <a:rPr lang="en-US" altLang="zh-CN" dirty="0">
                <a:solidFill>
                  <a:schemeClr val="tx2"/>
                </a:solidFill>
                <a:latin typeface="楷体_GB2312"/>
              </a:rPr>
              <a:t>O</a:t>
            </a:r>
            <a:r>
              <a:rPr lang="zh-CN" altLang="en-US" dirty="0">
                <a:solidFill>
                  <a:schemeClr val="tx2"/>
                </a:solidFill>
                <a:latin typeface="楷体_GB2312"/>
              </a:rPr>
              <a:t>（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log</a:t>
            </a:r>
            <a:r>
              <a:rPr lang="en-US" altLang="zh-CN" baseline="-30000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</a:t>
            </a:r>
            <a:r>
              <a:rPr lang="zh-CN" altLang="en-US" dirty="0">
                <a:solidFill>
                  <a:schemeClr val="tx2"/>
                </a:solidFill>
                <a:latin typeface="楷体_GB2312"/>
              </a:rPr>
              <a:t>）</a:t>
            </a:r>
            <a:r>
              <a:rPr lang="en-US" altLang="zh-CN" dirty="0"/>
              <a:t>—</a:t>
            </a:r>
            <a:r>
              <a:rPr lang="zh-CN" altLang="en-US" dirty="0">
                <a:latin typeface="楷体_GB2312"/>
              </a:rPr>
              <a:t>递归要用到栈空间</a:t>
            </a:r>
            <a:endParaRPr lang="zh-CN" altLang="en-US" dirty="0">
              <a:solidFill>
                <a:schemeClr val="tx2"/>
              </a:solidFill>
              <a:latin typeface="楷体_GB2312"/>
            </a:endParaRP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FF"/>
                </a:solidFill>
                <a:latin typeface="楷体_GB2312"/>
              </a:rPr>
              <a:t>稳 定 性： </a:t>
            </a:r>
            <a:r>
              <a:rPr lang="zh-CN" altLang="en-US" dirty="0">
                <a:solidFill>
                  <a:srgbClr val="0000FF"/>
                </a:solidFill>
                <a:highlight>
                  <a:srgbClr val="00FF00"/>
                </a:highlight>
                <a:latin typeface="楷体_GB2312"/>
              </a:rPr>
              <a:t>不稳定</a:t>
            </a:r>
            <a:r>
              <a:rPr lang="zh-CN" altLang="en-US" dirty="0">
                <a:solidFill>
                  <a:schemeClr val="tx2"/>
                </a:solidFill>
                <a:latin typeface="楷体_GB2312"/>
              </a:rPr>
              <a:t>   </a:t>
            </a:r>
            <a:r>
              <a:rPr lang="en-US" altLang="zh-CN" dirty="0"/>
              <a:t>—</a:t>
            </a:r>
            <a:r>
              <a:rPr lang="zh-CN" altLang="en-US" dirty="0">
                <a:latin typeface="楷体_GB2312"/>
              </a:rPr>
              <a:t>可选任一元素为支点。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0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89090" name="Rectangle 33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4000">
                <a:solidFill>
                  <a:srgbClr val="CC00CC"/>
                </a:solidFill>
                <a:latin typeface="楷体_GB2312"/>
              </a:rPr>
              <a:t>8.4 </a:t>
            </a:r>
            <a:r>
              <a:rPr lang="zh-CN" altLang="en-US" sz="4000">
                <a:solidFill>
                  <a:srgbClr val="CC00CC"/>
                </a:solidFill>
                <a:latin typeface="楷体_GB2312"/>
              </a:rPr>
              <a:t>选择排序</a:t>
            </a:r>
          </a:p>
        </p:txBody>
      </p:sp>
      <p:sp>
        <p:nvSpPr>
          <p:cNvPr id="89091" name="Line 34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9092" name="Picture 3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8916" name="Rectangle 36"/>
          <p:cNvSpPr>
            <a:spLocks noChangeArrowheads="1"/>
          </p:cNvSpPr>
          <p:nvPr/>
        </p:nvSpPr>
        <p:spPr bwMode="auto">
          <a:xfrm>
            <a:off x="228600" y="1341438"/>
            <a:ext cx="85344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基本思想：</a:t>
            </a:r>
          </a:p>
        </p:txBody>
      </p:sp>
      <p:sp>
        <p:nvSpPr>
          <p:cNvPr id="89094" name="Rectangle 37"/>
          <p:cNvSpPr>
            <a:spLocks noChangeArrowheads="1"/>
          </p:cNvSpPr>
          <p:nvPr/>
        </p:nvSpPr>
        <p:spPr bwMode="auto">
          <a:xfrm>
            <a:off x="381000" y="2127250"/>
            <a:ext cx="8382000" cy="23329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/>
              <a:t>每一趟在后面 </a:t>
            </a:r>
            <a:r>
              <a:rPr lang="en-US" altLang="zh-CN">
                <a:solidFill>
                  <a:srgbClr val="FF3300"/>
                </a:solidFill>
              </a:rPr>
              <a:t>n-</a:t>
            </a:r>
            <a:r>
              <a:rPr lang="en-US" altLang="zh-CN" dirty="0" err="1">
                <a:solidFill>
                  <a:srgbClr val="FF3300"/>
                </a:solidFill>
              </a:rPr>
              <a:t>i</a:t>
            </a:r>
            <a:r>
              <a:rPr lang="en-US" altLang="zh-CN">
                <a:solidFill>
                  <a:srgbClr val="FF3300"/>
                </a:solidFill>
              </a:rPr>
              <a:t> +1</a:t>
            </a:r>
            <a:r>
              <a:rPr lang="zh-CN" altLang="en-US"/>
              <a:t>个中选出关键码最小的对象</a:t>
            </a:r>
            <a:r>
              <a:rPr lang="en-US" altLang="zh-CN"/>
              <a:t>, </a:t>
            </a:r>
            <a:r>
              <a:rPr lang="zh-CN" altLang="en-US"/>
              <a:t>作为有序序列的第 </a:t>
            </a:r>
            <a:r>
              <a:rPr lang="en-US" altLang="zh-CN" dirty="0" err="1">
                <a:solidFill>
                  <a:srgbClr val="FF3300"/>
                </a:solidFill>
              </a:rPr>
              <a:t>i</a:t>
            </a:r>
            <a:r>
              <a:rPr lang="en-US" altLang="zh-CN">
                <a:solidFill>
                  <a:srgbClr val="FF3300"/>
                </a:solidFill>
              </a:rPr>
              <a:t> </a:t>
            </a:r>
            <a:r>
              <a:rPr lang="zh-CN" altLang="en-US"/>
              <a:t>个记录</a:t>
            </a:r>
            <a:endParaRPr lang="en-US" altLang="zh-CN" dirty="0"/>
          </a:p>
          <a:p>
            <a:pPr eaLnBrk="0" hangingPunct="0">
              <a:spcBef>
                <a:spcPct val="20000"/>
              </a:spcBef>
            </a:pPr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zh-CN" altLang="en-US" dirty="0"/>
              <a:t>：从</a:t>
            </a:r>
            <a:r>
              <a:rPr lang="en-US" altLang="zh-CN" dirty="0"/>
              <a:t>n</a:t>
            </a:r>
            <a:r>
              <a:rPr lang="zh-CN" altLang="en-US" dirty="0"/>
              <a:t>个元素中选取</a:t>
            </a:r>
            <a:r>
              <a:rPr lang="en-US" altLang="zh-CN" dirty="0"/>
              <a:t>min</a:t>
            </a:r>
            <a:r>
              <a:rPr lang="zh-CN" altLang="en-US" dirty="0"/>
              <a:t>放在</a:t>
            </a:r>
            <a:r>
              <a:rPr lang="en-US" altLang="zh-CN" dirty="0"/>
              <a:t>1st</a:t>
            </a:r>
            <a:r>
              <a:rPr lang="zh-CN" altLang="en-US" dirty="0"/>
              <a:t>位置</a:t>
            </a:r>
            <a:endParaRPr lang="en-US" altLang="zh-CN" dirty="0"/>
          </a:p>
          <a:p>
            <a:pPr eaLnBrk="0" hangingPunct="0">
              <a:spcBef>
                <a:spcPct val="20000"/>
              </a:spcBef>
            </a:pPr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：从后面</a:t>
            </a:r>
            <a:r>
              <a:rPr lang="en-US" altLang="zh-CN" dirty="0"/>
              <a:t>n-1</a:t>
            </a:r>
            <a:r>
              <a:rPr lang="zh-CN" altLang="en-US" dirty="0"/>
              <a:t>中选取</a:t>
            </a:r>
            <a:r>
              <a:rPr lang="en-US" altLang="zh-CN" dirty="0"/>
              <a:t>min</a:t>
            </a:r>
            <a:r>
              <a:rPr lang="zh-CN" altLang="en-US" dirty="0"/>
              <a:t>放在</a:t>
            </a:r>
            <a:r>
              <a:rPr lang="en-US" altLang="zh-CN" dirty="0"/>
              <a:t>2nd</a:t>
            </a:r>
            <a:r>
              <a:rPr lang="zh-CN" altLang="en-US" dirty="0"/>
              <a:t>位置</a:t>
            </a:r>
            <a:endParaRPr lang="en-US" altLang="zh-CN" dirty="0"/>
          </a:p>
          <a:p>
            <a:pPr eaLnBrk="0" hangingPunct="0">
              <a:spcBef>
                <a:spcPct val="20000"/>
              </a:spcBef>
            </a:pPr>
            <a:r>
              <a:rPr lang="zh-CN" altLang="en-US" baseline="30000" dirty="0"/>
              <a:t>。。。</a:t>
            </a:r>
            <a:endParaRPr lang="en-US" altLang="zh-CN" baseline="30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0114" name="Rectangle 103"/>
          <p:cNvSpPr>
            <a:spLocks noChangeArrowheads="1"/>
          </p:cNvSpPr>
          <p:nvPr/>
        </p:nvSpPr>
        <p:spPr bwMode="auto">
          <a:xfrm>
            <a:off x="152400" y="467995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zh-CN" altLang="zh-CN" sz="32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pSp>
        <p:nvGrpSpPr>
          <p:cNvPr id="90115" name="Group 137"/>
          <p:cNvGrpSpPr>
            <a:grpSpLocks/>
          </p:cNvGrpSpPr>
          <p:nvPr/>
        </p:nvGrpSpPr>
        <p:grpSpPr bwMode="auto">
          <a:xfrm>
            <a:off x="436563" y="728663"/>
            <a:ext cx="8502650" cy="1241425"/>
            <a:chOff x="275" y="1330"/>
            <a:chExt cx="5356" cy="782"/>
          </a:xfrm>
        </p:grpSpPr>
        <p:sp>
          <p:nvSpPr>
            <p:cNvPr id="1020005" name="AutoShape 101" descr="白色大理石"/>
            <p:cNvSpPr>
              <a:spLocks noChangeArrowheads="1"/>
            </p:cNvSpPr>
            <p:nvPr/>
          </p:nvSpPr>
          <p:spPr bwMode="auto">
            <a:xfrm>
              <a:off x="384" y="1824"/>
              <a:ext cx="4848" cy="288"/>
            </a:xfrm>
            <a:prstGeom prst="parallelogram">
              <a:avLst>
                <a:gd name="adj" fmla="val 24361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  <a:buFontTx/>
                <a:buNone/>
                <a:defRPr/>
              </a:pPr>
              <a:endParaRPr kumimoji="1" lang="zh-CN" altLang="en-US">
                <a:ea typeface="楷体_GB2312" pitchFamily="49" charset="-122"/>
                <a:cs typeface="+mn-cs"/>
              </a:endParaRPr>
            </a:p>
          </p:txBody>
        </p:sp>
        <p:sp>
          <p:nvSpPr>
            <p:cNvPr id="1020015" name="AutoShape 111"/>
            <p:cNvSpPr>
              <a:spLocks noChangeArrowheads="1"/>
            </p:cNvSpPr>
            <p:nvPr/>
          </p:nvSpPr>
          <p:spPr bwMode="auto">
            <a:xfrm>
              <a:off x="1056" y="1584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16" name="AutoShape 112"/>
            <p:cNvSpPr>
              <a:spLocks noChangeArrowheads="1"/>
            </p:cNvSpPr>
            <p:nvPr/>
          </p:nvSpPr>
          <p:spPr bwMode="auto">
            <a:xfrm>
              <a:off x="2928" y="153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17" name="Text Box 113"/>
            <p:cNvSpPr txBox="1">
              <a:spLocks noChangeArrowheads="1"/>
            </p:cNvSpPr>
            <p:nvPr/>
          </p:nvSpPr>
          <p:spPr bwMode="auto">
            <a:xfrm>
              <a:off x="275" y="1555"/>
              <a:ext cx="491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i </a:t>
              </a:r>
              <a:r>
                <a:rPr kumimoji="1" lang="en-US" altLang="zh-CN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=1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1" name="AutoShape 117"/>
            <p:cNvSpPr>
              <a:spLocks noChangeArrowheads="1"/>
            </p:cNvSpPr>
            <p:nvPr/>
          </p:nvSpPr>
          <p:spPr bwMode="auto">
            <a:xfrm>
              <a:off x="1680" y="153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2" name="AutoShape 118"/>
            <p:cNvSpPr>
              <a:spLocks noChangeArrowheads="1"/>
            </p:cNvSpPr>
            <p:nvPr/>
          </p:nvSpPr>
          <p:spPr bwMode="auto">
            <a:xfrm>
              <a:off x="3552" y="1632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4" name="AutoShape 120"/>
            <p:cNvSpPr>
              <a:spLocks noChangeArrowheads="1"/>
            </p:cNvSpPr>
            <p:nvPr/>
          </p:nvSpPr>
          <p:spPr bwMode="auto">
            <a:xfrm>
              <a:off x="2304" y="1344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5" name="AutoShape 121"/>
            <p:cNvSpPr>
              <a:spLocks noChangeArrowheads="1"/>
            </p:cNvSpPr>
            <p:nvPr/>
          </p:nvSpPr>
          <p:spPr bwMode="auto">
            <a:xfrm>
              <a:off x="4176" y="1824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7" name="Text Box 133"/>
            <p:cNvSpPr txBox="1">
              <a:spLocks noChangeArrowheads="1"/>
            </p:cNvSpPr>
            <p:nvPr/>
          </p:nvSpPr>
          <p:spPr bwMode="auto">
            <a:xfrm>
              <a:off x="4560" y="1330"/>
              <a:ext cx="1071" cy="5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a typeface="隶书" panose="02010509060101010101" pitchFamily="49" charset="-122"/>
                  <a:cs typeface="+mn-cs"/>
                  <a:sym typeface="+mn-ea"/>
                </a:rPr>
                <a:t>最小者</a:t>
              </a: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08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交换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21,08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grpSp>
        <p:nvGrpSpPr>
          <p:cNvPr id="3" name="Group 136"/>
          <p:cNvGrpSpPr>
            <a:grpSpLocks/>
          </p:cNvGrpSpPr>
          <p:nvPr/>
        </p:nvGrpSpPr>
        <p:grpSpPr bwMode="auto">
          <a:xfrm>
            <a:off x="336550" y="2339975"/>
            <a:ext cx="8453438" cy="1241425"/>
            <a:chOff x="288" y="2242"/>
            <a:chExt cx="5325" cy="782"/>
          </a:xfrm>
        </p:grpSpPr>
        <p:sp>
          <p:nvSpPr>
            <p:cNvPr id="1020004" name="AutoShape 100" descr="白色大理石"/>
            <p:cNvSpPr>
              <a:spLocks noChangeArrowheads="1"/>
            </p:cNvSpPr>
            <p:nvPr/>
          </p:nvSpPr>
          <p:spPr bwMode="auto">
            <a:xfrm>
              <a:off x="384" y="2736"/>
              <a:ext cx="4848" cy="288"/>
            </a:xfrm>
            <a:prstGeom prst="parallelogram">
              <a:avLst>
                <a:gd name="adj" fmla="val 24361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  <a:buFontTx/>
                <a:buNone/>
                <a:defRPr/>
              </a:pPr>
              <a:endParaRPr kumimoji="1" lang="zh-CN" altLang="en-US">
                <a:ea typeface="楷体_GB2312" pitchFamily="49" charset="-122"/>
                <a:cs typeface="+mn-cs"/>
              </a:endParaRPr>
            </a:p>
          </p:txBody>
        </p:sp>
        <p:sp>
          <p:nvSpPr>
            <p:cNvPr id="1020019" name="AutoShape 115"/>
            <p:cNvSpPr>
              <a:spLocks noChangeArrowheads="1"/>
            </p:cNvSpPr>
            <p:nvPr/>
          </p:nvSpPr>
          <p:spPr bwMode="auto">
            <a:xfrm>
              <a:off x="1680" y="2448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0" name="AutoShape 116"/>
            <p:cNvSpPr>
              <a:spLocks noChangeArrowheads="1"/>
            </p:cNvSpPr>
            <p:nvPr/>
          </p:nvSpPr>
          <p:spPr bwMode="auto">
            <a:xfrm>
              <a:off x="3552" y="2544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3" name="AutoShape 119"/>
            <p:cNvSpPr>
              <a:spLocks noChangeArrowheads="1"/>
            </p:cNvSpPr>
            <p:nvPr/>
          </p:nvSpPr>
          <p:spPr bwMode="auto">
            <a:xfrm>
              <a:off x="1056" y="2736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6" name="AutoShape 122"/>
            <p:cNvSpPr>
              <a:spLocks noChangeArrowheads="1"/>
            </p:cNvSpPr>
            <p:nvPr/>
          </p:nvSpPr>
          <p:spPr bwMode="auto">
            <a:xfrm>
              <a:off x="2928" y="2448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7" name="AutoShape 123"/>
            <p:cNvSpPr>
              <a:spLocks noChangeArrowheads="1"/>
            </p:cNvSpPr>
            <p:nvPr/>
          </p:nvSpPr>
          <p:spPr bwMode="auto">
            <a:xfrm>
              <a:off x="2304" y="2256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8" name="AutoShape 124"/>
            <p:cNvSpPr>
              <a:spLocks noChangeArrowheads="1"/>
            </p:cNvSpPr>
            <p:nvPr/>
          </p:nvSpPr>
          <p:spPr bwMode="auto">
            <a:xfrm>
              <a:off x="4176" y="2496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29" name="Text Box 125"/>
            <p:cNvSpPr txBox="1">
              <a:spLocks noChangeArrowheads="1"/>
            </p:cNvSpPr>
            <p:nvPr/>
          </p:nvSpPr>
          <p:spPr bwMode="auto">
            <a:xfrm>
              <a:off x="288" y="2448"/>
              <a:ext cx="547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i </a:t>
              </a:r>
              <a:r>
                <a:rPr kumimoji="1" lang="en-US" altLang="zh-CN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= 2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8" name="Text Box 134"/>
            <p:cNvSpPr txBox="1">
              <a:spLocks noChangeArrowheads="1"/>
            </p:cNvSpPr>
            <p:nvPr/>
          </p:nvSpPr>
          <p:spPr bwMode="auto">
            <a:xfrm>
              <a:off x="4542" y="2242"/>
              <a:ext cx="1071" cy="5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a typeface="隶书" panose="02010509060101010101" pitchFamily="49" charset="-122"/>
                  <a:cs typeface="+mn-cs"/>
                  <a:sym typeface="+mn-ea"/>
                </a:rPr>
                <a:t>最小者</a:t>
              </a: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16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交换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25,16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grpSp>
        <p:nvGrpSpPr>
          <p:cNvPr id="4" name="Group 138"/>
          <p:cNvGrpSpPr>
            <a:grpSpLocks/>
          </p:cNvGrpSpPr>
          <p:nvPr/>
        </p:nvGrpSpPr>
        <p:grpSpPr bwMode="auto">
          <a:xfrm>
            <a:off x="336550" y="4016375"/>
            <a:ext cx="8482013" cy="1241425"/>
            <a:chOff x="288" y="3154"/>
            <a:chExt cx="5343" cy="782"/>
          </a:xfrm>
        </p:grpSpPr>
        <p:sp>
          <p:nvSpPr>
            <p:cNvPr id="1020003" name="AutoShape 99" descr="白色大理石"/>
            <p:cNvSpPr>
              <a:spLocks noChangeArrowheads="1"/>
            </p:cNvSpPr>
            <p:nvPr/>
          </p:nvSpPr>
          <p:spPr bwMode="auto">
            <a:xfrm>
              <a:off x="384" y="3648"/>
              <a:ext cx="4848" cy="288"/>
            </a:xfrm>
            <a:prstGeom prst="parallelogram">
              <a:avLst>
                <a:gd name="adj" fmla="val 24361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  <a:buFontTx/>
                <a:buNone/>
                <a:defRPr/>
              </a:pPr>
              <a:endParaRPr kumimoji="1" lang="zh-CN" altLang="en-US">
                <a:ea typeface="楷体_GB2312" pitchFamily="49" charset="-122"/>
                <a:cs typeface="+mn-cs"/>
              </a:endParaRPr>
            </a:p>
          </p:txBody>
        </p:sp>
        <p:sp>
          <p:nvSpPr>
            <p:cNvPr id="1020018" name="AutoShape 114"/>
            <p:cNvSpPr>
              <a:spLocks noChangeArrowheads="1"/>
            </p:cNvSpPr>
            <p:nvPr/>
          </p:nvSpPr>
          <p:spPr bwMode="auto">
            <a:xfrm>
              <a:off x="2304" y="3168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0" name="Text Box 126"/>
            <p:cNvSpPr txBox="1">
              <a:spLocks noChangeArrowheads="1"/>
            </p:cNvSpPr>
            <p:nvPr/>
          </p:nvSpPr>
          <p:spPr bwMode="auto">
            <a:xfrm>
              <a:off x="288" y="3360"/>
              <a:ext cx="547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i </a:t>
              </a:r>
              <a:r>
                <a:rPr kumimoji="1" lang="en-US" altLang="zh-CN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= 3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1" name="AutoShape 127"/>
            <p:cNvSpPr>
              <a:spLocks noChangeArrowheads="1"/>
            </p:cNvSpPr>
            <p:nvPr/>
          </p:nvSpPr>
          <p:spPr bwMode="auto">
            <a:xfrm>
              <a:off x="1056" y="3648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2" name="AutoShape 128"/>
            <p:cNvSpPr>
              <a:spLocks noChangeArrowheads="1"/>
            </p:cNvSpPr>
            <p:nvPr/>
          </p:nvSpPr>
          <p:spPr bwMode="auto">
            <a:xfrm>
              <a:off x="1680" y="3456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3" name="AutoShape 129"/>
            <p:cNvSpPr>
              <a:spLocks noChangeArrowheads="1"/>
            </p:cNvSpPr>
            <p:nvPr/>
          </p:nvSpPr>
          <p:spPr bwMode="auto">
            <a:xfrm>
              <a:off x="2928" y="331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4" name="AutoShape 130"/>
            <p:cNvSpPr>
              <a:spLocks noChangeArrowheads="1"/>
            </p:cNvSpPr>
            <p:nvPr/>
          </p:nvSpPr>
          <p:spPr bwMode="auto">
            <a:xfrm>
              <a:off x="3552" y="331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5" name="AutoShape 131"/>
            <p:cNvSpPr>
              <a:spLocks noChangeArrowheads="1"/>
            </p:cNvSpPr>
            <p:nvPr/>
          </p:nvSpPr>
          <p:spPr bwMode="auto">
            <a:xfrm>
              <a:off x="4176" y="3360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20039" name="Text Box 135"/>
            <p:cNvSpPr txBox="1">
              <a:spLocks noChangeArrowheads="1"/>
            </p:cNvSpPr>
            <p:nvPr/>
          </p:nvSpPr>
          <p:spPr bwMode="auto">
            <a:xfrm>
              <a:off x="4560" y="3154"/>
              <a:ext cx="1071" cy="5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a typeface="隶书" panose="02010509060101010101" pitchFamily="49" charset="-122"/>
                  <a:cs typeface="+mn-cs"/>
                  <a:sym typeface="+mn-ea"/>
                </a:rPr>
                <a:t>最小者</a:t>
              </a: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21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交换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49,21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1020043" name="Rectangle 139"/>
          <p:cNvSpPr>
            <a:spLocks noChangeArrowheads="1"/>
          </p:cNvSpPr>
          <p:nvPr/>
        </p:nvSpPr>
        <p:spPr bwMode="auto">
          <a:xfrm>
            <a:off x="0" y="0"/>
            <a:ext cx="307975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简单选择排序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1138" name="Rectangle 104"/>
          <p:cNvSpPr>
            <a:spLocks noChangeArrowheads="1"/>
          </p:cNvSpPr>
          <p:nvPr/>
        </p:nvSpPr>
        <p:spPr bwMode="auto">
          <a:xfrm>
            <a:off x="152400" y="467995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zh-CN" altLang="zh-CN" sz="32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pSp>
        <p:nvGrpSpPr>
          <p:cNvPr id="91139" name="Group 130"/>
          <p:cNvGrpSpPr>
            <a:grpSpLocks/>
          </p:cNvGrpSpPr>
          <p:nvPr/>
        </p:nvGrpSpPr>
        <p:grpSpPr bwMode="auto">
          <a:xfrm>
            <a:off x="457200" y="415925"/>
            <a:ext cx="8664575" cy="1717675"/>
            <a:chOff x="288" y="262"/>
            <a:chExt cx="5458" cy="1082"/>
          </a:xfrm>
        </p:grpSpPr>
        <p:sp>
          <p:nvSpPr>
            <p:cNvPr id="949351" name="AutoShape 103" descr="白色大理石"/>
            <p:cNvSpPr>
              <a:spLocks noChangeArrowheads="1"/>
            </p:cNvSpPr>
            <p:nvPr/>
          </p:nvSpPr>
          <p:spPr bwMode="auto">
            <a:xfrm>
              <a:off x="384" y="768"/>
              <a:ext cx="4848" cy="288"/>
            </a:xfrm>
            <a:prstGeom prst="parallelogram">
              <a:avLst>
                <a:gd name="adj" fmla="val 24361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  <a:buFontTx/>
                <a:buNone/>
                <a:defRPr/>
              </a:pPr>
              <a:endParaRPr kumimoji="1" lang="zh-CN" altLang="en-US">
                <a:ea typeface="楷体_GB2312" pitchFamily="49" charset="-122"/>
                <a:cs typeface="+mn-cs"/>
              </a:endParaRPr>
            </a:p>
          </p:txBody>
        </p:sp>
        <p:sp>
          <p:nvSpPr>
            <p:cNvPr id="949353" name="AutoShape 105"/>
            <p:cNvSpPr>
              <a:spLocks noChangeArrowheads="1"/>
            </p:cNvSpPr>
            <p:nvPr/>
          </p:nvSpPr>
          <p:spPr bwMode="auto">
            <a:xfrm>
              <a:off x="4176" y="288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54" name="AutoShape 106"/>
            <p:cNvSpPr>
              <a:spLocks noChangeArrowheads="1"/>
            </p:cNvSpPr>
            <p:nvPr/>
          </p:nvSpPr>
          <p:spPr bwMode="auto">
            <a:xfrm>
              <a:off x="2928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1143" name="Text Box 107"/>
            <p:cNvSpPr txBox="1">
              <a:spLocks noChangeArrowheads="1"/>
            </p:cNvSpPr>
            <p:nvPr/>
          </p:nvSpPr>
          <p:spPr bwMode="auto">
            <a:xfrm>
              <a:off x="1104" y="1056"/>
              <a:ext cx="3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宋体" panose="02010600030101010101" pitchFamily="2" charset="-122"/>
                </a:rPr>
                <a:t>0           1           2           3           4           5</a:t>
              </a:r>
              <a:endParaRPr lang="en-US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949366" name="Text Box 118"/>
            <p:cNvSpPr txBox="1">
              <a:spLocks noChangeArrowheads="1"/>
            </p:cNvSpPr>
            <p:nvPr/>
          </p:nvSpPr>
          <p:spPr bwMode="auto">
            <a:xfrm>
              <a:off x="288" y="499"/>
              <a:ext cx="491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i </a:t>
              </a:r>
              <a:r>
                <a:rPr kumimoji="1" lang="en-US" altLang="zh-CN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=4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7" name="AutoShape 119"/>
            <p:cNvSpPr>
              <a:spLocks noChangeArrowheads="1"/>
            </p:cNvSpPr>
            <p:nvPr/>
          </p:nvSpPr>
          <p:spPr bwMode="auto">
            <a:xfrm>
              <a:off x="1056" y="768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8" name="AutoShape 120"/>
            <p:cNvSpPr>
              <a:spLocks noChangeArrowheads="1"/>
            </p:cNvSpPr>
            <p:nvPr/>
          </p:nvSpPr>
          <p:spPr bwMode="auto">
            <a:xfrm>
              <a:off x="1680" y="576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9" name="AutoShape 121"/>
            <p:cNvSpPr>
              <a:spLocks noChangeArrowheads="1"/>
            </p:cNvSpPr>
            <p:nvPr/>
          </p:nvSpPr>
          <p:spPr bwMode="auto">
            <a:xfrm>
              <a:off x="3552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0" name="AutoShape 122"/>
            <p:cNvSpPr>
              <a:spLocks noChangeArrowheads="1"/>
            </p:cNvSpPr>
            <p:nvPr/>
          </p:nvSpPr>
          <p:spPr bwMode="auto">
            <a:xfrm>
              <a:off x="2304" y="528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1" name="Text Box 123"/>
            <p:cNvSpPr txBox="1">
              <a:spLocks noChangeArrowheads="1"/>
            </p:cNvSpPr>
            <p:nvPr/>
          </p:nvSpPr>
          <p:spPr bwMode="auto">
            <a:xfrm>
              <a:off x="4560" y="262"/>
              <a:ext cx="1186" cy="5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a typeface="隶书" panose="02010509060101010101" pitchFamily="49" charset="-122"/>
                  <a:cs typeface="+mn-cs"/>
                  <a:sym typeface="+mn-ea"/>
                </a:rPr>
                <a:t>最小者</a:t>
              </a: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25*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无交换</a:t>
              </a:r>
              <a:endParaRPr kumimoji="1" lang="zh-CN" altLang="en-US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grpSp>
        <p:nvGrpSpPr>
          <p:cNvPr id="91150" name="Group 131"/>
          <p:cNvGrpSpPr>
            <a:grpSpLocks/>
          </p:cNvGrpSpPr>
          <p:nvPr/>
        </p:nvGrpSpPr>
        <p:grpSpPr bwMode="auto">
          <a:xfrm>
            <a:off x="436563" y="2111375"/>
            <a:ext cx="8478837" cy="1241425"/>
            <a:chOff x="275" y="1330"/>
            <a:chExt cx="5341" cy="782"/>
          </a:xfrm>
        </p:grpSpPr>
        <p:sp>
          <p:nvSpPr>
            <p:cNvPr id="949350" name="AutoShape 102" descr="白色大理石"/>
            <p:cNvSpPr>
              <a:spLocks noChangeArrowheads="1"/>
            </p:cNvSpPr>
            <p:nvPr/>
          </p:nvSpPr>
          <p:spPr bwMode="auto">
            <a:xfrm>
              <a:off x="384" y="1824"/>
              <a:ext cx="4848" cy="288"/>
            </a:xfrm>
            <a:prstGeom prst="parallelogram">
              <a:avLst>
                <a:gd name="adj" fmla="val 24361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  <a:buFontTx/>
                <a:buNone/>
                <a:defRPr/>
              </a:pPr>
              <a:endParaRPr kumimoji="1" lang="zh-CN" altLang="en-US">
                <a:ea typeface="楷体_GB2312" pitchFamily="49" charset="-122"/>
                <a:cs typeface="+mn-cs"/>
              </a:endParaRPr>
            </a:p>
          </p:txBody>
        </p:sp>
        <p:sp>
          <p:nvSpPr>
            <p:cNvPr id="949356" name="AutoShape 108"/>
            <p:cNvSpPr>
              <a:spLocks noChangeArrowheads="1"/>
            </p:cNvSpPr>
            <p:nvPr/>
          </p:nvSpPr>
          <p:spPr bwMode="auto">
            <a:xfrm>
              <a:off x="2928" y="153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57" name="Text Box 109"/>
            <p:cNvSpPr txBox="1">
              <a:spLocks noChangeArrowheads="1"/>
            </p:cNvSpPr>
            <p:nvPr/>
          </p:nvSpPr>
          <p:spPr bwMode="auto">
            <a:xfrm>
              <a:off x="275" y="1555"/>
              <a:ext cx="491" cy="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en-US" altLang="zh-CN" sz="3200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i </a:t>
              </a:r>
              <a:r>
                <a:rPr kumimoji="1" lang="en-US" altLang="zh-CN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cs typeface="+mn-cs"/>
                  <a:sym typeface="+mn-ea"/>
                </a:rPr>
                <a:t>=5</a:t>
              </a:r>
              <a:endParaRPr kumimoji="1" lang="en-US" altLang="zh-CN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1" name="AutoShape 113"/>
            <p:cNvSpPr>
              <a:spLocks noChangeArrowheads="1"/>
            </p:cNvSpPr>
            <p:nvPr/>
          </p:nvSpPr>
          <p:spPr bwMode="auto">
            <a:xfrm>
              <a:off x="4176" y="1344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2" name="Text Box 124"/>
            <p:cNvSpPr txBox="1">
              <a:spLocks noChangeArrowheads="1"/>
            </p:cNvSpPr>
            <p:nvPr/>
          </p:nvSpPr>
          <p:spPr bwMode="auto">
            <a:xfrm>
              <a:off x="4542" y="1330"/>
              <a:ext cx="1074" cy="5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a typeface="隶书" panose="02010509060101010101" pitchFamily="49" charset="-122"/>
                  <a:cs typeface="+mn-cs"/>
                  <a:sym typeface="+mn-ea"/>
                </a:rPr>
                <a:t>最小者</a:t>
              </a: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  <a:sym typeface="+mn-ea"/>
                </a:rPr>
                <a:t>25</a:t>
              </a:r>
            </a:p>
            <a:p>
              <a:pPr>
                <a:lnSpc>
                  <a:spcPct val="90000"/>
                </a:lnSpc>
                <a:buFontTx/>
                <a:buNone/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  <a:cs typeface="+mn-cs"/>
                  <a:sym typeface="+mn-ea"/>
                </a:rPr>
                <a:t>无交换</a:t>
              </a:r>
              <a:endParaRPr kumimoji="1" lang="zh-CN" altLang="en-US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3" name="AutoShape 125"/>
            <p:cNvSpPr>
              <a:spLocks noChangeArrowheads="1"/>
            </p:cNvSpPr>
            <p:nvPr/>
          </p:nvSpPr>
          <p:spPr bwMode="auto">
            <a:xfrm>
              <a:off x="3552" y="153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rgbClr val="00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4" name="AutoShape 126"/>
            <p:cNvSpPr>
              <a:spLocks noChangeArrowheads="1"/>
            </p:cNvSpPr>
            <p:nvPr/>
          </p:nvSpPr>
          <p:spPr bwMode="auto">
            <a:xfrm>
              <a:off x="2304" y="1584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5" name="AutoShape 127"/>
            <p:cNvSpPr>
              <a:spLocks noChangeArrowheads="1"/>
            </p:cNvSpPr>
            <p:nvPr/>
          </p:nvSpPr>
          <p:spPr bwMode="auto">
            <a:xfrm>
              <a:off x="1680" y="1632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76" name="AutoShape 128"/>
            <p:cNvSpPr>
              <a:spLocks noChangeArrowheads="1"/>
            </p:cNvSpPr>
            <p:nvPr/>
          </p:nvSpPr>
          <p:spPr bwMode="auto">
            <a:xfrm>
              <a:off x="1056" y="1824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grpSp>
        <p:nvGrpSpPr>
          <p:cNvPr id="91160" name="Group 132"/>
          <p:cNvGrpSpPr>
            <a:grpSpLocks/>
          </p:cNvGrpSpPr>
          <p:nvPr/>
        </p:nvGrpSpPr>
        <p:grpSpPr bwMode="auto">
          <a:xfrm>
            <a:off x="457200" y="3581400"/>
            <a:ext cx="7848600" cy="1981200"/>
            <a:chOff x="288" y="2256"/>
            <a:chExt cx="4944" cy="1248"/>
          </a:xfrm>
        </p:grpSpPr>
        <p:sp>
          <p:nvSpPr>
            <p:cNvPr id="949349" name="AutoShape 101" descr="白色大理石"/>
            <p:cNvSpPr>
              <a:spLocks noChangeArrowheads="1"/>
            </p:cNvSpPr>
            <p:nvPr/>
          </p:nvSpPr>
          <p:spPr bwMode="auto">
            <a:xfrm>
              <a:off x="384" y="2736"/>
              <a:ext cx="4848" cy="288"/>
            </a:xfrm>
            <a:prstGeom prst="parallelogram">
              <a:avLst>
                <a:gd name="adj" fmla="val 24361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  <a:buFontTx/>
                <a:buNone/>
                <a:defRPr/>
              </a:pPr>
              <a:endParaRPr kumimoji="1" lang="zh-CN" altLang="en-US">
                <a:ea typeface="楷体_GB2312" pitchFamily="49" charset="-122"/>
                <a:cs typeface="+mn-cs"/>
              </a:endParaRPr>
            </a:p>
          </p:txBody>
        </p:sp>
        <p:sp>
          <p:nvSpPr>
            <p:cNvPr id="949358" name="AutoShape 110"/>
            <p:cNvSpPr>
              <a:spLocks noChangeArrowheads="1"/>
            </p:cNvSpPr>
            <p:nvPr/>
          </p:nvSpPr>
          <p:spPr bwMode="auto">
            <a:xfrm>
              <a:off x="3552" y="2448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</a:t>
              </a:r>
              <a:endPara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59" name="AutoShape 111"/>
            <p:cNvSpPr>
              <a:spLocks noChangeArrowheads="1"/>
            </p:cNvSpPr>
            <p:nvPr/>
          </p:nvSpPr>
          <p:spPr bwMode="auto">
            <a:xfrm>
              <a:off x="1680" y="2544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16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0" name="AutoShape 112"/>
            <p:cNvSpPr>
              <a:spLocks noChangeArrowheads="1"/>
            </p:cNvSpPr>
            <p:nvPr/>
          </p:nvSpPr>
          <p:spPr bwMode="auto">
            <a:xfrm>
              <a:off x="1056" y="2736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08</a:t>
              </a:r>
              <a:endParaRPr kumimoji="1" lang="en-US" altLang="zh-CN" sz="2400" b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2" name="AutoShape 114"/>
            <p:cNvSpPr>
              <a:spLocks noChangeArrowheads="1"/>
            </p:cNvSpPr>
            <p:nvPr/>
          </p:nvSpPr>
          <p:spPr bwMode="auto">
            <a:xfrm>
              <a:off x="2928" y="2448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25*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3" name="AutoShape 115"/>
            <p:cNvSpPr>
              <a:spLocks noChangeArrowheads="1"/>
            </p:cNvSpPr>
            <p:nvPr/>
          </p:nvSpPr>
          <p:spPr bwMode="auto">
            <a:xfrm>
              <a:off x="4176" y="2256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tx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49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49364" name="AutoShape 116"/>
            <p:cNvSpPr>
              <a:spLocks noChangeArrowheads="1"/>
            </p:cNvSpPr>
            <p:nvPr/>
          </p:nvSpPr>
          <p:spPr bwMode="auto">
            <a:xfrm>
              <a:off x="2304" y="2496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>
                <a:buFontTx/>
                <a:buNone/>
                <a:defRPr/>
              </a:pPr>
              <a:r>
                <a:rPr kumimoji="1" lang="en-US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21</a:t>
              </a:r>
              <a:endParaRPr kumimoji="1" lang="en-US" altLang="zh-CN" sz="2400" b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90144" name="Text Box 117"/>
            <p:cNvSpPr txBox="1">
              <a:spLocks noChangeArrowheads="1"/>
            </p:cNvSpPr>
            <p:nvPr/>
          </p:nvSpPr>
          <p:spPr bwMode="auto">
            <a:xfrm>
              <a:off x="288" y="2464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defRPr/>
              </a:pPr>
              <a:r>
                <a:rPr lang="zh-CN" altLang="en-US">
                  <a:solidFill>
                    <a:schemeClr val="hlink"/>
                  </a:solidFill>
                  <a:ea typeface="隶书" panose="02010509060101010101" pitchFamily="49" charset="-122"/>
                </a:rPr>
                <a:t>结果</a:t>
              </a:r>
              <a:endParaRPr lang="zh-CN" altLang="en-US" sz="2400" b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89999"/>
                    </a:outerShdw>
                  </a:cont>
                  <a:effect ref="fillLine"/>
                </a:effectDag>
                <a:ea typeface="宋体" panose="02010600030101010101" pitchFamily="2" charset="-122"/>
              </a:endParaRPr>
            </a:p>
          </p:txBody>
        </p:sp>
        <p:sp>
          <p:nvSpPr>
            <p:cNvPr id="949377" name="Text Box 129"/>
            <p:cNvSpPr txBox="1">
              <a:spLocks noChangeArrowheads="1"/>
            </p:cNvSpPr>
            <p:nvPr/>
          </p:nvSpPr>
          <p:spPr bwMode="auto">
            <a:xfrm>
              <a:off x="1916" y="3177"/>
              <a:ext cx="1924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  <a:defRPr/>
              </a:pPr>
              <a:r>
                <a:rPr kumimoji="1" lang="zh-CN" altLang="en-US">
                  <a:ea typeface="仿宋_GB2312" pitchFamily="49" charset="-122"/>
                  <a:cs typeface="+mn-cs"/>
                  <a:sym typeface="+mn-ea"/>
                </a:rPr>
                <a:t>各趟排序后的结果</a:t>
              </a:r>
              <a:endPara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949381" name="Rectangle 133"/>
          <p:cNvSpPr>
            <a:spLocks noChangeArrowheads="1"/>
          </p:cNvSpPr>
          <p:nvPr/>
        </p:nvSpPr>
        <p:spPr bwMode="auto">
          <a:xfrm>
            <a:off x="0" y="0"/>
            <a:ext cx="307975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简单选择排序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2162" name="Text Box 5"/>
          <p:cNvSpPr txBox="1">
            <a:spLocks noChangeArrowheads="1"/>
          </p:cNvSpPr>
          <p:nvPr/>
        </p:nvSpPr>
        <p:spPr bwMode="auto">
          <a:xfrm>
            <a:off x="317500" y="908050"/>
            <a:ext cx="7854950" cy="4853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void </a:t>
            </a:r>
            <a:r>
              <a:rPr lang="en-US" altLang="zh-CN" dirty="0" err="1">
                <a:ea typeface="宋体" panose="02010600030101010101" pitchFamily="2" charset="-122"/>
              </a:rPr>
              <a:t>SelectSort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ea typeface="宋体" panose="02010600030101010101" pitchFamily="2" charset="-122"/>
              </a:rPr>
              <a:t>SqList</a:t>
            </a:r>
            <a:r>
              <a:rPr lang="en-US" altLang="zh-CN" dirty="0">
                <a:ea typeface="宋体" panose="02010600030101010101" pitchFamily="2" charset="-122"/>
              </a:rPr>
              <a:t> *</a:t>
            </a:r>
            <a:r>
              <a:rPr lang="en-US" altLang="zh-CN" dirty="0" err="1">
                <a:ea typeface="宋体" panose="02010600030101010101" pitchFamily="2" charset="-122"/>
              </a:rPr>
              <a:t>pL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{  </a:t>
            </a: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i,j,k</a:t>
            </a:r>
            <a:r>
              <a:rPr lang="en-US" altLang="zh-CN" dirty="0">
                <a:ea typeface="宋体" panose="02010600030101010101" pitchFamily="2" charset="-122"/>
              </a:rPr>
              <a:t>;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ea typeface="宋体" panose="02010600030101010101" pitchFamily="2" charset="-122"/>
              </a:rPr>
              <a:t>RedType</a:t>
            </a:r>
            <a:r>
              <a:rPr lang="en-US" altLang="zh-CN" dirty="0">
                <a:ea typeface="宋体" panose="02010600030101010101" pitchFamily="2" charset="-122"/>
              </a:rPr>
              <a:t> t;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for (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=1; 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&lt;(*</a:t>
            </a:r>
            <a:r>
              <a:rPr lang="en-US" altLang="zh-CN" dirty="0" err="1">
                <a:ea typeface="宋体" panose="02010600030101010101" pitchFamily="2" charset="-122"/>
              </a:rPr>
              <a:t>pL</a:t>
            </a:r>
            <a:r>
              <a:rPr lang="en-US" altLang="zh-CN" dirty="0">
                <a:ea typeface="宋体" panose="02010600030101010101" pitchFamily="2" charset="-122"/>
              </a:rPr>
              <a:t>).length; ++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{ 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    </a:t>
            </a:r>
            <a:r>
              <a:rPr lang="en-US" altLang="zh-CN" dirty="0">
                <a:highlight>
                  <a:srgbClr val="00FF00"/>
                </a:highlight>
                <a:ea typeface="宋体" panose="02010600030101010101" pitchFamily="2" charset="-122"/>
              </a:rPr>
              <a:t>k=</a:t>
            </a:r>
            <a:r>
              <a:rPr lang="en-US" altLang="zh-CN" dirty="0" err="1">
                <a:highlight>
                  <a:srgbClr val="00FF00"/>
                </a:highlight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;     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    for( </a:t>
            </a:r>
            <a:r>
              <a:rPr lang="en-US" altLang="zh-CN" dirty="0">
                <a:highlight>
                  <a:srgbClr val="00FF00"/>
                </a:highlight>
                <a:ea typeface="宋体" panose="02010600030101010101" pitchFamily="2" charset="-122"/>
              </a:rPr>
              <a:t>j=i+1</a:t>
            </a:r>
            <a:r>
              <a:rPr lang="en-US" altLang="zh-CN" dirty="0">
                <a:ea typeface="宋体" panose="02010600030101010101" pitchFamily="2" charset="-122"/>
              </a:rPr>
              <a:t>;j&lt;=(*</a:t>
            </a:r>
            <a:r>
              <a:rPr lang="en-US" altLang="zh-CN" dirty="0" err="1">
                <a:ea typeface="宋体" panose="02010600030101010101" pitchFamily="2" charset="-122"/>
              </a:rPr>
              <a:t>pL</a:t>
            </a:r>
            <a:r>
              <a:rPr lang="en-US" altLang="zh-CN" dirty="0">
                <a:ea typeface="宋体" panose="02010600030101010101" pitchFamily="2" charset="-122"/>
              </a:rPr>
              <a:t>).length ; </a:t>
            </a:r>
            <a:r>
              <a:rPr lang="en-US" altLang="zh-CN" dirty="0" err="1">
                <a:ea typeface="宋体" panose="02010600030101010101" pitchFamily="2" charset="-122"/>
              </a:rPr>
              <a:t>j++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        if ( (*</a:t>
            </a:r>
            <a:r>
              <a:rPr lang="en-US" altLang="zh-CN" dirty="0" err="1">
                <a:ea typeface="宋体" panose="02010600030101010101" pitchFamily="2" charset="-122"/>
              </a:rPr>
              <a:t>pL</a:t>
            </a:r>
            <a:r>
              <a:rPr lang="en-US" altLang="zh-CN" dirty="0">
                <a:ea typeface="宋体" panose="02010600030101010101" pitchFamily="2" charset="-122"/>
              </a:rPr>
              <a:t>).r[j].key &lt;(*</a:t>
            </a:r>
            <a:r>
              <a:rPr lang="en-US" altLang="zh-CN" dirty="0" err="1">
                <a:ea typeface="宋体" panose="02010600030101010101" pitchFamily="2" charset="-122"/>
              </a:rPr>
              <a:t>pL</a:t>
            </a:r>
            <a:r>
              <a:rPr lang="en-US" altLang="zh-CN" dirty="0">
                <a:ea typeface="宋体" panose="02010600030101010101" pitchFamily="2" charset="-122"/>
              </a:rPr>
              <a:t>).r[k].key) k=j; 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    if(k!=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  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{t=(*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pL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).r[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]; (*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pL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).r[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]=(*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pL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).r[k];   (*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pL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).r[k]=t;};            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    }  </a:t>
            </a:r>
          </a:p>
          <a:p>
            <a:pPr eaLnBrk="0" hangingPunct="0">
              <a:lnSpc>
                <a:spcPct val="85000"/>
              </a:lnSpc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020934" name="Rectangle 6"/>
          <p:cNvSpPr>
            <a:spLocks noChangeArrowheads="1"/>
          </p:cNvSpPr>
          <p:nvPr/>
        </p:nvSpPr>
        <p:spPr bwMode="auto">
          <a:xfrm>
            <a:off x="0" y="0"/>
            <a:ext cx="307975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简单选择排序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716016" y="33338"/>
            <a:ext cx="396044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400" dirty="0">
                <a:latin typeface="楷体_GB2312"/>
              </a:rPr>
              <a:t> 选择排序</a:t>
            </a:r>
            <a:r>
              <a:rPr lang="zh-CN" altLang="en-US" sz="2400" dirty="0">
                <a:solidFill>
                  <a:srgbClr val="FF3300"/>
                </a:solidFill>
                <a:latin typeface="楷体_GB2312"/>
              </a:rPr>
              <a:t>算法★ </a:t>
            </a:r>
            <a:r>
              <a:rPr lang="en-US" altLang="zh-CN" sz="2400" dirty="0">
                <a:solidFill>
                  <a:srgbClr val="FF3300"/>
                </a:solidFill>
                <a:latin typeface="楷体_GB2312"/>
              </a:rPr>
              <a:t>8.6</a:t>
            </a:r>
            <a:endParaRPr lang="zh-CN" altLang="en-US" sz="2400" dirty="0">
              <a:solidFill>
                <a:srgbClr val="FF3300"/>
              </a:solidFill>
              <a:latin typeface="楷体_GB231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3833" y="6200775"/>
            <a:ext cx="2787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参考</a:t>
            </a:r>
            <a:r>
              <a:rPr lang="en-US" altLang="zh-CN" dirty="0" err="1">
                <a:solidFill>
                  <a:srgbClr val="FF0000"/>
                </a:solidFill>
              </a:rPr>
              <a:t>SortTestDev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00169" name="Rectangle 73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900171" name="Text Box 75"/>
          <p:cNvSpPr txBox="1">
            <a:spLocks noChangeArrowheads="1"/>
          </p:cNvSpPr>
          <p:nvPr/>
        </p:nvSpPr>
        <p:spPr bwMode="auto">
          <a:xfrm>
            <a:off x="5580063" y="981075"/>
            <a:ext cx="31988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楷体_GB2312"/>
              </a:rPr>
              <a:t>时间复杂度：</a:t>
            </a:r>
            <a:r>
              <a:rPr lang="en-US" altLang="zh-CN">
                <a:solidFill>
                  <a:srgbClr val="FF0000"/>
                </a:solidFill>
              </a:rPr>
              <a:t>O(</a:t>
            </a:r>
            <a:r>
              <a:rPr lang="en-US" altLang="zh-CN" dirty="0">
                <a:solidFill>
                  <a:srgbClr val="FF0000"/>
                </a:solidFill>
                <a:highlight>
                  <a:srgbClr val="00FF00"/>
                </a:highlight>
              </a:rPr>
              <a:t>n²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r>
              <a:rPr lang="zh-CN" altLang="en-US">
                <a:solidFill>
                  <a:srgbClr val="FF0000"/>
                </a:solidFill>
              </a:rPr>
              <a:t>空间复杂度：</a:t>
            </a:r>
            <a:r>
              <a:rPr lang="en-US" altLang="zh-CN">
                <a:solidFill>
                  <a:srgbClr val="FF0000"/>
                </a:solidFill>
              </a:rPr>
              <a:t>O(</a:t>
            </a:r>
            <a:r>
              <a:rPr lang="en-US" altLang="zh-CN" dirty="0">
                <a:solidFill>
                  <a:srgbClr val="FF0000"/>
                </a:solidFill>
                <a:highlight>
                  <a:srgbClr val="00FF00"/>
                </a:highlight>
              </a:rPr>
              <a:t>1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00FF00"/>
                </a:highlight>
              </a:rPr>
              <a:t>稳定</a:t>
            </a:r>
            <a:endParaRPr lang="zh-CN" altLang="en-US" dirty="0">
              <a:solidFill>
                <a:srgbClr val="FF0000"/>
              </a:solidFill>
              <a:highlight>
                <a:srgbClr val="00FF00"/>
              </a:highlight>
              <a:latin typeface="楷体_GB2312"/>
            </a:endParaRP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263525" y="2828925"/>
            <a:ext cx="5316538" cy="1450975"/>
            <a:chOff x="384" y="1920"/>
            <a:chExt cx="3120" cy="914"/>
          </a:xfrm>
        </p:grpSpPr>
        <p:graphicFrame>
          <p:nvGraphicFramePr>
            <p:cNvPr id="93189" name="Object 78"/>
            <p:cNvGraphicFramePr>
              <a:graphicFrameLocks/>
            </p:cNvGraphicFramePr>
            <p:nvPr/>
          </p:nvGraphicFramePr>
          <p:xfrm>
            <a:off x="1968" y="2208"/>
            <a:ext cx="1536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58310" imgH="431613" progId="Equation.3">
                    <p:embed/>
                  </p:oleObj>
                </mc:Choice>
                <mc:Fallback>
                  <p:oleObj r:id="rId2" imgW="1358310" imgH="431613" progId="Equation.3">
                    <p:embed/>
                    <p:pic>
                      <p:nvPicPr>
                        <p:cNvPr id="93189" name="Object 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208"/>
                          <a:ext cx="1536" cy="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0" name="Rectangle 79"/>
            <p:cNvSpPr>
              <a:spLocks noChangeArrowheads="1"/>
            </p:cNvSpPr>
            <p:nvPr/>
          </p:nvSpPr>
          <p:spPr bwMode="auto">
            <a:xfrm>
              <a:off x="384" y="1920"/>
              <a:ext cx="2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lvl="2" eaLnBrk="1" hangingPunct="1">
                <a:spcBef>
                  <a:spcPct val="20000"/>
                </a:spcBef>
              </a:pPr>
              <a:r>
                <a:rPr lang="zh-CN" altLang="zh-CN">
                  <a:latin typeface="楷体_GB2312"/>
                </a:rPr>
                <a:t>比较次数：</a:t>
              </a:r>
              <a:endParaRPr lang="zh-CN" altLang="en-US">
                <a:latin typeface="楷体_GB2312"/>
              </a:endParaRPr>
            </a:p>
          </p:txBody>
        </p:sp>
      </p:grpSp>
      <p:sp>
        <p:nvSpPr>
          <p:cNvPr id="900176" name="Rectangle 80"/>
          <p:cNvSpPr>
            <a:spLocks noChangeArrowheads="1"/>
          </p:cNvSpPr>
          <p:nvPr/>
        </p:nvSpPr>
        <p:spPr bwMode="auto">
          <a:xfrm>
            <a:off x="796925" y="795338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</a:rPr>
              <a:t>移动次数</a:t>
            </a:r>
          </a:p>
        </p:txBody>
      </p:sp>
      <p:sp>
        <p:nvSpPr>
          <p:cNvPr id="900177" name="Rectangle 81"/>
          <p:cNvSpPr>
            <a:spLocks noChangeArrowheads="1"/>
          </p:cNvSpPr>
          <p:nvPr/>
        </p:nvSpPr>
        <p:spPr bwMode="auto">
          <a:xfrm>
            <a:off x="1254125" y="1460500"/>
            <a:ext cx="2149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>
                <a:latin typeface="楷体_GB2312"/>
              </a:rPr>
              <a:t>最好情况：</a:t>
            </a:r>
            <a:r>
              <a:rPr lang="en-US" altLang="zh-CN">
                <a:solidFill>
                  <a:srgbClr val="FF3300"/>
                </a:solidFill>
                <a:latin typeface="楷体_GB2312"/>
              </a:rPr>
              <a:t>0</a:t>
            </a:r>
          </a:p>
        </p:txBody>
      </p:sp>
      <p:sp>
        <p:nvSpPr>
          <p:cNvPr id="900178" name="Rectangle 82"/>
          <p:cNvSpPr>
            <a:spLocks noChangeArrowheads="1"/>
          </p:cNvSpPr>
          <p:nvPr/>
        </p:nvSpPr>
        <p:spPr bwMode="auto">
          <a:xfrm>
            <a:off x="1254125" y="2070100"/>
            <a:ext cx="3046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>
                <a:latin typeface="楷体_GB2312"/>
              </a:rPr>
              <a:t>最坏情况：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3(</a:t>
            </a:r>
            <a:r>
              <a:rPr lang="en-US" altLang="zh-CN">
                <a:solidFill>
                  <a:srgbClr val="FF3300"/>
                </a:solidFill>
                <a:latin typeface="楷体_GB2312"/>
              </a:rPr>
              <a:t>n-1)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0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0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0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0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0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0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171" grpId="0" build="p"/>
      <p:bldP spid="900176" grpId="0"/>
      <p:bldP spid="900177" grpId="0"/>
      <p:bldP spid="90017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21285" name="Rectangle 5"/>
          <p:cNvSpPr>
            <a:spLocks noChangeArrowheads="1"/>
          </p:cNvSpPr>
          <p:nvPr/>
        </p:nvSpPr>
        <p:spPr bwMode="auto">
          <a:xfrm>
            <a:off x="900113" y="1190625"/>
            <a:ext cx="7924800" cy="1158875"/>
          </a:xfrm>
          <a:prstGeom prst="rect">
            <a:avLst/>
          </a:prstGeom>
          <a:noFill/>
          <a:ln w="57150">
            <a:solidFill>
              <a:srgbClr val="0000FF"/>
            </a:solidFill>
            <a:miter lim="800000"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n</a:t>
            </a:r>
            <a:r>
              <a:rPr kumimoji="1"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个元素的序列</a:t>
            </a:r>
            <a:r>
              <a:rPr kumimoji="1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{k1,k2,</a:t>
            </a:r>
            <a:r>
              <a:rPr kumimoji="1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/>
                <a:ea typeface="楷体_GB2312" pitchFamily="49" charset="-122"/>
                <a:cs typeface="+mn-cs"/>
                <a:sym typeface="+mn-ea"/>
              </a:rPr>
              <a:t>…</a:t>
            </a:r>
            <a:r>
              <a:rPr kumimoji="1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,kn</a:t>
            </a:r>
            <a:r>
              <a:rPr kumimoji="1" lang="en-US" altLang="zh-CN" sz="36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}</a:t>
            </a:r>
            <a:r>
              <a:rPr kumimoji="1"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，</a:t>
            </a:r>
            <a:r>
              <a:rPr kumimoji="1"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当且仅当满足下列关系时，成为堆：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endParaRPr kumimoji="1" lang="zh-CN" altLang="en-US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+mn-cs"/>
              <a:sym typeface="+mn-ea"/>
            </a:endParaRP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+mn-cs"/>
              <a:sym typeface="+mn-ea"/>
            </a:endParaRP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+mn-cs"/>
              <a:sym typeface="+mn-ea"/>
            </a:endParaRP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+mn-cs"/>
              <a:sym typeface="+mn-ea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kumimoji="1" lang="en-US" altLang="zh-CN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+mn-cs"/>
              <a:sym typeface="+mn-ea"/>
            </a:endParaRPr>
          </a:p>
        </p:txBody>
      </p:sp>
      <p:graphicFrame>
        <p:nvGraphicFramePr>
          <p:cNvPr id="103427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5282251"/>
              </p:ext>
            </p:extLst>
          </p:nvPr>
        </p:nvGraphicFramePr>
        <p:xfrm>
          <a:off x="1979613" y="2492375"/>
          <a:ext cx="604996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09700" imgH="508000" progId="Equation.3">
                  <p:embed/>
                </p:oleObj>
              </mc:Choice>
              <mc:Fallback>
                <p:oleObj r:id="rId2" imgW="1409700" imgH="508000" progId="Equation.3">
                  <p:embed/>
                  <p:pic>
                    <p:nvPicPr>
                      <p:cNvPr id="103427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92375"/>
                        <a:ext cx="6049962" cy="15843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1287" name="Rectangle 7"/>
          <p:cNvSpPr>
            <a:spLocks noChangeArrowheads="1"/>
          </p:cNvSpPr>
          <p:nvPr/>
        </p:nvSpPr>
        <p:spPr bwMode="auto">
          <a:xfrm>
            <a:off x="0" y="0"/>
            <a:ext cx="17526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堆排序</a:t>
            </a:r>
          </a:p>
        </p:txBody>
      </p:sp>
      <p:sp>
        <p:nvSpPr>
          <p:cNvPr id="1121288" name="Rectangle 8"/>
          <p:cNvSpPr>
            <a:spLocks noChangeArrowheads="1"/>
          </p:cNvSpPr>
          <p:nvPr/>
        </p:nvSpPr>
        <p:spPr bwMode="auto">
          <a:xfrm>
            <a:off x="695325" y="549275"/>
            <a:ext cx="3444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600">
                <a:solidFill>
                  <a:srgbClr val="FF3300"/>
                </a:solidFill>
                <a:latin typeface="楷体_GB2312"/>
              </a:rPr>
              <a:t>什么是堆？</a:t>
            </a:r>
          </a:p>
        </p:txBody>
      </p:sp>
      <p:sp>
        <p:nvSpPr>
          <p:cNvPr id="1121289" name="Rectangle 9"/>
          <p:cNvSpPr>
            <a:spLocks noChangeArrowheads="1"/>
          </p:cNvSpPr>
          <p:nvPr/>
        </p:nvSpPr>
        <p:spPr bwMode="auto">
          <a:xfrm>
            <a:off x="395288" y="4292600"/>
            <a:ext cx="7847012" cy="1079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如果将序列看成一个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完全二叉树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，非终端结点的值均小于或大于左右子结点的值。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2128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1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1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288" grpId="0"/>
      <p:bldP spid="112128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pic>
        <p:nvPicPr>
          <p:cNvPr id="104450" name="Picture 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1460500"/>
            <a:ext cx="9144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77" name="Text Box 77"/>
          <p:cNvSpPr txBox="1">
            <a:spLocks noChangeArrowheads="1"/>
          </p:cNvSpPr>
          <p:nvPr/>
        </p:nvSpPr>
        <p:spPr bwMode="auto">
          <a:xfrm>
            <a:off x="4716463" y="993775"/>
            <a:ext cx="41275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rPr>
              <a:t>(87,78,53,45,65,09,31,17,23)</a:t>
            </a:r>
            <a:endParaRPr kumimoji="1" lang="en-US" altLang="zh-CN" sz="2400" b="0">
              <a:solidFill>
                <a:srgbClr val="FF3300"/>
              </a:solidFill>
              <a:ea typeface="黑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1024081" name="Rectangle 81"/>
          <p:cNvSpPr>
            <a:spLocks noChangeArrowheads="1"/>
          </p:cNvSpPr>
          <p:nvPr/>
        </p:nvSpPr>
        <p:spPr bwMode="auto">
          <a:xfrm>
            <a:off x="1925638" y="3573463"/>
            <a:ext cx="5580062" cy="954107"/>
          </a:xfrm>
          <a:prstGeom prst="rect">
            <a:avLst/>
          </a:prstGeom>
          <a:solidFill>
            <a:srgbClr val="FFFFE7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rgbClr val="0000CC"/>
                </a:solidFill>
              </a:rPr>
              <a:t>堆</a:t>
            </a:r>
            <a:r>
              <a:rPr lang="zh-CN" altLang="en-US" dirty="0">
                <a:solidFill>
                  <a:srgbClr val="0000CC"/>
                </a:solidFill>
                <a:highlight>
                  <a:srgbClr val="00FF00"/>
                </a:highlight>
              </a:rPr>
              <a:t>顶元素（根）为</a:t>
            </a:r>
            <a:r>
              <a:rPr lang="zh-CN" altLang="zh-CN" dirty="0">
                <a:solidFill>
                  <a:srgbClr val="0000CC"/>
                </a:solidFill>
                <a:highlight>
                  <a:srgbClr val="00FF00"/>
                </a:highlight>
              </a:rPr>
              <a:t>最小值或最大值</a:t>
            </a:r>
            <a:endParaRPr lang="zh-CN" altLang="en-US" dirty="0">
              <a:solidFill>
                <a:srgbClr val="0000CC"/>
              </a:solidFill>
              <a:highlight>
                <a:srgbClr val="00FF00"/>
              </a:highlight>
            </a:endParaRPr>
          </a:p>
        </p:txBody>
      </p:sp>
      <p:sp>
        <p:nvSpPr>
          <p:cNvPr id="104453" name="Line 82"/>
          <p:cNvSpPr>
            <a:spLocks noChangeShapeType="1"/>
          </p:cNvSpPr>
          <p:nvPr/>
        </p:nvSpPr>
        <p:spPr bwMode="auto">
          <a:xfrm>
            <a:off x="4546600" y="1628775"/>
            <a:ext cx="0" cy="46355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83" name="Text Box 83"/>
          <p:cNvSpPr txBox="1">
            <a:spLocks noChangeArrowheads="1"/>
          </p:cNvSpPr>
          <p:nvPr/>
        </p:nvSpPr>
        <p:spPr bwMode="auto">
          <a:xfrm>
            <a:off x="250825" y="993775"/>
            <a:ext cx="41275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rPr>
              <a:t>(09,17,65,23,45,78,87,53,31)</a:t>
            </a:r>
            <a:endParaRPr kumimoji="1" lang="en-US" altLang="zh-CN" sz="2400" b="0">
              <a:solidFill>
                <a:srgbClr val="FF3300"/>
              </a:solidFill>
              <a:ea typeface="黑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1024084" name="Rectangle 84"/>
          <p:cNvSpPr>
            <a:spLocks noChangeArrowheads="1"/>
          </p:cNvSpPr>
          <p:nvPr/>
        </p:nvSpPr>
        <p:spPr bwMode="auto">
          <a:xfrm>
            <a:off x="19050" y="-28575"/>
            <a:ext cx="8604250" cy="9810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利用树的结构特征来描述堆，所以树只是作为堆的描述工具，堆实际是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存放在线形空间中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的。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kumimoji="1" lang="en-US" altLang="zh-CN"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4CC8E3-828B-DCA2-6EE5-CEEE77A61D31}"/>
              </a:ext>
            </a:extLst>
          </p:cNvPr>
          <p:cNvSpPr txBox="1"/>
          <p:nvPr/>
        </p:nvSpPr>
        <p:spPr>
          <a:xfrm>
            <a:off x="683568" y="5397500"/>
            <a:ext cx="6984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已将排好的序列从根，左，右子树依次排满每一层即可构建堆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02408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81" grpId="0" animBg="1"/>
      <p:bldP spid="1024081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23060" name="Rectangle 84"/>
          <p:cNvSpPr>
            <a:spLocks noChangeArrowheads="1"/>
          </p:cNvSpPr>
          <p:nvPr/>
        </p:nvSpPr>
        <p:spPr bwMode="auto">
          <a:xfrm>
            <a:off x="6634163" y="3783013"/>
            <a:ext cx="19796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4000">
                <a:solidFill>
                  <a:srgbClr val="FF3300"/>
                </a:solidFill>
                <a:latin typeface="楷体_GB2312"/>
              </a:rPr>
              <a:t>小根堆</a:t>
            </a:r>
          </a:p>
        </p:txBody>
      </p:sp>
      <p:grpSp>
        <p:nvGrpSpPr>
          <p:cNvPr id="105475" name="Group 85"/>
          <p:cNvGrpSpPr>
            <a:grpSpLocks/>
          </p:cNvGrpSpPr>
          <p:nvPr/>
        </p:nvGrpSpPr>
        <p:grpSpPr bwMode="auto">
          <a:xfrm>
            <a:off x="230188" y="509588"/>
            <a:ext cx="4416425" cy="3355975"/>
            <a:chOff x="272" y="164"/>
            <a:chExt cx="2604" cy="1427"/>
          </a:xfrm>
        </p:grpSpPr>
        <p:grpSp>
          <p:nvGrpSpPr>
            <p:cNvPr id="105476" name="Group 86"/>
            <p:cNvGrpSpPr>
              <a:grpSpLocks/>
            </p:cNvGrpSpPr>
            <p:nvPr/>
          </p:nvGrpSpPr>
          <p:grpSpPr bwMode="auto">
            <a:xfrm>
              <a:off x="306" y="210"/>
              <a:ext cx="2570" cy="1381"/>
              <a:chOff x="306" y="210"/>
              <a:chExt cx="2570" cy="1381"/>
            </a:xfrm>
          </p:grpSpPr>
          <p:sp>
            <p:nvSpPr>
              <p:cNvPr id="105477" name="Oval 87"/>
              <p:cNvSpPr>
                <a:spLocks noChangeArrowheads="1"/>
              </p:cNvSpPr>
              <p:nvPr/>
            </p:nvSpPr>
            <p:spPr bwMode="auto">
              <a:xfrm>
                <a:off x="2434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78" name="Text Box 88"/>
              <p:cNvSpPr txBox="1">
                <a:spLocks noChangeArrowheads="1"/>
              </p:cNvSpPr>
              <p:nvPr/>
            </p:nvSpPr>
            <p:spPr bwMode="auto">
              <a:xfrm>
                <a:off x="2381" y="845"/>
                <a:ext cx="495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400">
                    <a:latin typeface="楷体_GB2312"/>
                  </a:rPr>
                  <a:t> </a:t>
                </a:r>
                <a:r>
                  <a:rPr lang="en-US" altLang="zh-CN" sz="3200">
                    <a:latin typeface="楷体_GB2312"/>
                  </a:rPr>
                  <a:t>8</a:t>
                </a:r>
              </a:p>
            </p:txBody>
          </p:sp>
          <p:sp>
            <p:nvSpPr>
              <p:cNvPr id="105479" name="Line 89"/>
              <p:cNvSpPr>
                <a:spLocks noChangeShapeType="1"/>
              </p:cNvSpPr>
              <p:nvPr/>
            </p:nvSpPr>
            <p:spPr bwMode="auto">
              <a:xfrm flipV="1">
                <a:off x="134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0" name="Line 90"/>
              <p:cNvSpPr>
                <a:spLocks noChangeShapeType="1"/>
              </p:cNvSpPr>
              <p:nvPr/>
            </p:nvSpPr>
            <p:spPr bwMode="auto">
              <a:xfrm>
                <a:off x="187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1" name="Line 91"/>
              <p:cNvSpPr>
                <a:spLocks noChangeShapeType="1"/>
              </p:cNvSpPr>
              <p:nvPr/>
            </p:nvSpPr>
            <p:spPr bwMode="auto">
              <a:xfrm>
                <a:off x="2397" y="786"/>
                <a:ext cx="177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2" name="Line 92"/>
              <p:cNvSpPr>
                <a:spLocks noChangeShapeType="1"/>
              </p:cNvSpPr>
              <p:nvPr/>
            </p:nvSpPr>
            <p:spPr bwMode="auto">
              <a:xfrm flipH="1">
                <a:off x="536" y="1170"/>
                <a:ext cx="133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3" name="Line 93"/>
              <p:cNvSpPr>
                <a:spLocks noChangeShapeType="1"/>
              </p:cNvSpPr>
              <p:nvPr/>
            </p:nvSpPr>
            <p:spPr bwMode="auto">
              <a:xfrm flipH="1" flipV="1">
                <a:off x="802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4" name="Line 94"/>
              <p:cNvSpPr>
                <a:spLocks noChangeShapeType="1"/>
              </p:cNvSpPr>
              <p:nvPr/>
            </p:nvSpPr>
            <p:spPr bwMode="auto">
              <a:xfrm flipH="1">
                <a:off x="1954" y="786"/>
                <a:ext cx="228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5" name="Line 95"/>
              <p:cNvSpPr>
                <a:spLocks noChangeShapeType="1"/>
              </p:cNvSpPr>
              <p:nvPr/>
            </p:nvSpPr>
            <p:spPr bwMode="auto">
              <a:xfrm>
                <a:off x="1289" y="786"/>
                <a:ext cx="178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6" name="Line 96"/>
              <p:cNvSpPr>
                <a:spLocks noChangeShapeType="1"/>
              </p:cNvSpPr>
              <p:nvPr/>
            </p:nvSpPr>
            <p:spPr bwMode="auto">
              <a:xfrm flipH="1">
                <a:off x="846" y="738"/>
                <a:ext cx="176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7" name="Line 97"/>
              <p:cNvSpPr>
                <a:spLocks noChangeShapeType="1"/>
              </p:cNvSpPr>
              <p:nvPr/>
            </p:nvSpPr>
            <p:spPr bwMode="auto">
              <a:xfrm flipH="1">
                <a:off x="1334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8" name="Oval 98"/>
              <p:cNvSpPr>
                <a:spLocks noChangeArrowheads="1"/>
              </p:cNvSpPr>
              <p:nvPr/>
            </p:nvSpPr>
            <p:spPr bwMode="auto">
              <a:xfrm>
                <a:off x="1597" y="210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89" name="Oval 99"/>
              <p:cNvSpPr>
                <a:spLocks noChangeArrowheads="1"/>
              </p:cNvSpPr>
              <p:nvPr/>
            </p:nvSpPr>
            <p:spPr bwMode="auto">
              <a:xfrm>
                <a:off x="2125" y="498"/>
                <a:ext cx="350" cy="326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0" name="Oval 100"/>
              <p:cNvSpPr>
                <a:spLocks noChangeArrowheads="1"/>
              </p:cNvSpPr>
              <p:nvPr/>
            </p:nvSpPr>
            <p:spPr bwMode="auto">
              <a:xfrm>
                <a:off x="306" y="1267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1" name="Oval 101"/>
              <p:cNvSpPr>
                <a:spLocks noChangeArrowheads="1"/>
              </p:cNvSpPr>
              <p:nvPr/>
            </p:nvSpPr>
            <p:spPr bwMode="auto">
              <a:xfrm>
                <a:off x="1767" y="882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2" name="Oval 102"/>
              <p:cNvSpPr>
                <a:spLocks noChangeArrowheads="1"/>
              </p:cNvSpPr>
              <p:nvPr/>
            </p:nvSpPr>
            <p:spPr bwMode="auto">
              <a:xfrm>
                <a:off x="751" y="1267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3" name="Oval 103"/>
              <p:cNvSpPr>
                <a:spLocks noChangeArrowheads="1"/>
              </p:cNvSpPr>
              <p:nvPr/>
            </p:nvSpPr>
            <p:spPr bwMode="auto">
              <a:xfrm>
                <a:off x="972" y="499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4" name="Oval 104"/>
              <p:cNvSpPr>
                <a:spLocks noChangeArrowheads="1"/>
              </p:cNvSpPr>
              <p:nvPr/>
            </p:nvSpPr>
            <p:spPr bwMode="auto">
              <a:xfrm>
                <a:off x="573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5" name="Oval 105"/>
              <p:cNvSpPr>
                <a:spLocks noChangeArrowheads="1"/>
              </p:cNvSpPr>
              <p:nvPr/>
            </p:nvSpPr>
            <p:spPr bwMode="auto">
              <a:xfrm>
                <a:off x="1325" y="883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496" name="Oval 106"/>
              <p:cNvSpPr>
                <a:spLocks noChangeArrowheads="1"/>
              </p:cNvSpPr>
              <p:nvPr/>
            </p:nvSpPr>
            <p:spPr bwMode="auto">
              <a:xfrm>
                <a:off x="1150" y="1266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05497" name="Group 107"/>
            <p:cNvGrpSpPr>
              <a:grpSpLocks/>
            </p:cNvGrpSpPr>
            <p:nvPr/>
          </p:nvGrpSpPr>
          <p:grpSpPr bwMode="auto">
            <a:xfrm>
              <a:off x="272" y="164"/>
              <a:ext cx="2313" cy="1304"/>
              <a:chOff x="367" y="210"/>
              <a:chExt cx="2313" cy="1304"/>
            </a:xfrm>
          </p:grpSpPr>
          <p:sp>
            <p:nvSpPr>
              <p:cNvPr id="105498" name="Text Box 108"/>
              <p:cNvSpPr txBox="1">
                <a:spLocks noChangeArrowheads="1"/>
              </p:cNvSpPr>
              <p:nvPr/>
            </p:nvSpPr>
            <p:spPr bwMode="auto">
              <a:xfrm>
                <a:off x="1657" y="210"/>
                <a:ext cx="49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3200">
                    <a:latin typeface="楷体_GB2312"/>
                  </a:rPr>
                  <a:t>16</a:t>
                </a:r>
              </a:p>
            </p:txBody>
          </p:sp>
          <p:sp>
            <p:nvSpPr>
              <p:cNvPr id="105499" name="Text Box 109"/>
              <p:cNvSpPr txBox="1">
                <a:spLocks noChangeArrowheads="1"/>
              </p:cNvSpPr>
              <p:nvPr/>
            </p:nvSpPr>
            <p:spPr bwMode="auto">
              <a:xfrm>
                <a:off x="2184" y="498"/>
                <a:ext cx="496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9</a:t>
                </a:r>
              </a:p>
            </p:txBody>
          </p:sp>
          <p:sp>
            <p:nvSpPr>
              <p:cNvPr id="105500" name="Text Box 110"/>
              <p:cNvSpPr txBox="1">
                <a:spLocks noChangeArrowheads="1"/>
              </p:cNvSpPr>
              <p:nvPr/>
            </p:nvSpPr>
            <p:spPr bwMode="auto">
              <a:xfrm>
                <a:off x="367" y="1266"/>
                <a:ext cx="49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1</a:t>
                </a:r>
              </a:p>
            </p:txBody>
          </p:sp>
          <p:sp>
            <p:nvSpPr>
              <p:cNvPr id="105501" name="Text Box 111"/>
              <p:cNvSpPr txBox="1">
                <a:spLocks noChangeArrowheads="1"/>
              </p:cNvSpPr>
              <p:nvPr/>
            </p:nvSpPr>
            <p:spPr bwMode="auto">
              <a:xfrm>
                <a:off x="1829" y="885"/>
                <a:ext cx="493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6</a:t>
                </a:r>
              </a:p>
            </p:txBody>
          </p:sp>
          <p:sp>
            <p:nvSpPr>
              <p:cNvPr id="105502" name="Text Box 112"/>
              <p:cNvSpPr txBox="1">
                <a:spLocks noChangeArrowheads="1"/>
              </p:cNvSpPr>
              <p:nvPr/>
            </p:nvSpPr>
            <p:spPr bwMode="auto">
              <a:xfrm>
                <a:off x="810" y="1266"/>
                <a:ext cx="497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2</a:t>
                </a:r>
              </a:p>
            </p:txBody>
          </p:sp>
          <p:sp>
            <p:nvSpPr>
              <p:cNvPr id="105503" name="Text Box 113"/>
              <p:cNvSpPr txBox="1">
                <a:spLocks noChangeArrowheads="1"/>
              </p:cNvSpPr>
              <p:nvPr/>
            </p:nvSpPr>
            <p:spPr bwMode="auto">
              <a:xfrm>
                <a:off x="1032" y="498"/>
                <a:ext cx="496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</a:t>
                </a:r>
                <a:r>
                  <a:rPr lang="en-US" altLang="zh-CN" sz="3200">
                    <a:latin typeface="楷体_GB2312"/>
                  </a:rPr>
                  <a:t>11</a:t>
                </a:r>
              </a:p>
            </p:txBody>
          </p:sp>
          <p:sp>
            <p:nvSpPr>
              <p:cNvPr id="105504" name="Text Box 114"/>
              <p:cNvSpPr txBox="1">
                <a:spLocks noChangeArrowheads="1"/>
              </p:cNvSpPr>
              <p:nvPr/>
            </p:nvSpPr>
            <p:spPr bwMode="auto">
              <a:xfrm>
                <a:off x="633" y="882"/>
                <a:ext cx="493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3200">
                    <a:latin typeface="楷体_GB2312"/>
                  </a:rPr>
                  <a:t>10</a:t>
                </a:r>
              </a:p>
            </p:txBody>
          </p:sp>
          <p:sp>
            <p:nvSpPr>
              <p:cNvPr id="105505" name="Text Box 115"/>
              <p:cNvSpPr txBox="1">
                <a:spLocks noChangeArrowheads="1"/>
              </p:cNvSpPr>
              <p:nvPr/>
            </p:nvSpPr>
            <p:spPr bwMode="auto">
              <a:xfrm>
                <a:off x="1386" y="882"/>
                <a:ext cx="49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5</a:t>
                </a:r>
              </a:p>
            </p:txBody>
          </p:sp>
          <p:sp>
            <p:nvSpPr>
              <p:cNvPr id="105506" name="Text Box 116"/>
              <p:cNvSpPr txBox="1">
                <a:spLocks noChangeArrowheads="1"/>
              </p:cNvSpPr>
              <p:nvPr/>
            </p:nvSpPr>
            <p:spPr bwMode="auto">
              <a:xfrm>
                <a:off x="1209" y="1268"/>
                <a:ext cx="498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4</a:t>
                </a:r>
              </a:p>
            </p:txBody>
          </p:sp>
        </p:grpSp>
      </p:grpSp>
      <p:sp>
        <p:nvSpPr>
          <p:cNvPr id="1023093" name="Rectangle 117"/>
          <p:cNvSpPr>
            <a:spLocks noChangeArrowheads="1"/>
          </p:cNvSpPr>
          <p:nvPr/>
        </p:nvSpPr>
        <p:spPr bwMode="auto">
          <a:xfrm>
            <a:off x="2278063" y="3781425"/>
            <a:ext cx="19780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4000">
                <a:solidFill>
                  <a:srgbClr val="FF3300"/>
                </a:solidFill>
                <a:latin typeface="楷体_GB2312"/>
              </a:rPr>
              <a:t>大根堆</a:t>
            </a:r>
          </a:p>
        </p:txBody>
      </p:sp>
      <p:grpSp>
        <p:nvGrpSpPr>
          <p:cNvPr id="5" name="Group 170"/>
          <p:cNvGrpSpPr>
            <a:grpSpLocks/>
          </p:cNvGrpSpPr>
          <p:nvPr/>
        </p:nvGrpSpPr>
        <p:grpSpPr bwMode="auto">
          <a:xfrm>
            <a:off x="4667250" y="565150"/>
            <a:ext cx="4162425" cy="3222625"/>
            <a:chOff x="2517" y="799"/>
            <a:chExt cx="2622" cy="1425"/>
          </a:xfrm>
        </p:grpSpPr>
        <p:grpSp>
          <p:nvGrpSpPr>
            <p:cNvPr id="105509" name="Group 171"/>
            <p:cNvGrpSpPr>
              <a:grpSpLocks/>
            </p:cNvGrpSpPr>
            <p:nvPr/>
          </p:nvGrpSpPr>
          <p:grpSpPr bwMode="auto">
            <a:xfrm>
              <a:off x="2561" y="843"/>
              <a:ext cx="2478" cy="1381"/>
              <a:chOff x="306" y="210"/>
              <a:chExt cx="2478" cy="1381"/>
            </a:xfrm>
          </p:grpSpPr>
          <p:sp>
            <p:nvSpPr>
              <p:cNvPr id="105510" name="Line 172"/>
              <p:cNvSpPr>
                <a:spLocks noChangeShapeType="1"/>
              </p:cNvSpPr>
              <p:nvPr/>
            </p:nvSpPr>
            <p:spPr bwMode="auto">
              <a:xfrm flipV="1">
                <a:off x="134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1" name="Line 173"/>
              <p:cNvSpPr>
                <a:spLocks noChangeShapeType="1"/>
              </p:cNvSpPr>
              <p:nvPr/>
            </p:nvSpPr>
            <p:spPr bwMode="auto">
              <a:xfrm>
                <a:off x="187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2" name="Line 174"/>
              <p:cNvSpPr>
                <a:spLocks noChangeShapeType="1"/>
              </p:cNvSpPr>
              <p:nvPr/>
            </p:nvSpPr>
            <p:spPr bwMode="auto">
              <a:xfrm>
                <a:off x="2397" y="786"/>
                <a:ext cx="177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3" name="Line 175"/>
              <p:cNvSpPr>
                <a:spLocks noChangeShapeType="1"/>
              </p:cNvSpPr>
              <p:nvPr/>
            </p:nvSpPr>
            <p:spPr bwMode="auto">
              <a:xfrm flipH="1">
                <a:off x="536" y="1170"/>
                <a:ext cx="133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4" name="Line 176"/>
              <p:cNvSpPr>
                <a:spLocks noChangeShapeType="1"/>
              </p:cNvSpPr>
              <p:nvPr/>
            </p:nvSpPr>
            <p:spPr bwMode="auto">
              <a:xfrm flipH="1" flipV="1">
                <a:off x="802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5" name="Line 177"/>
              <p:cNvSpPr>
                <a:spLocks noChangeShapeType="1"/>
              </p:cNvSpPr>
              <p:nvPr/>
            </p:nvSpPr>
            <p:spPr bwMode="auto">
              <a:xfrm flipH="1">
                <a:off x="1954" y="786"/>
                <a:ext cx="228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6" name="Line 178"/>
              <p:cNvSpPr>
                <a:spLocks noChangeShapeType="1"/>
              </p:cNvSpPr>
              <p:nvPr/>
            </p:nvSpPr>
            <p:spPr bwMode="auto">
              <a:xfrm>
                <a:off x="1289" y="786"/>
                <a:ext cx="178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7" name="Line 179"/>
              <p:cNvSpPr>
                <a:spLocks noChangeShapeType="1"/>
              </p:cNvSpPr>
              <p:nvPr/>
            </p:nvSpPr>
            <p:spPr bwMode="auto">
              <a:xfrm flipH="1">
                <a:off x="846" y="738"/>
                <a:ext cx="176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8" name="Line 180"/>
              <p:cNvSpPr>
                <a:spLocks noChangeShapeType="1"/>
              </p:cNvSpPr>
              <p:nvPr/>
            </p:nvSpPr>
            <p:spPr bwMode="auto">
              <a:xfrm flipH="1">
                <a:off x="1334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9" name="Oval 181"/>
              <p:cNvSpPr>
                <a:spLocks noChangeArrowheads="1"/>
              </p:cNvSpPr>
              <p:nvPr/>
            </p:nvSpPr>
            <p:spPr bwMode="auto">
              <a:xfrm>
                <a:off x="1597" y="210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0" name="Oval 182"/>
              <p:cNvSpPr>
                <a:spLocks noChangeArrowheads="1"/>
              </p:cNvSpPr>
              <p:nvPr/>
            </p:nvSpPr>
            <p:spPr bwMode="auto">
              <a:xfrm>
                <a:off x="2125" y="498"/>
                <a:ext cx="350" cy="326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1" name="Oval 183"/>
              <p:cNvSpPr>
                <a:spLocks noChangeArrowheads="1"/>
              </p:cNvSpPr>
              <p:nvPr/>
            </p:nvSpPr>
            <p:spPr bwMode="auto">
              <a:xfrm>
                <a:off x="2434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2" name="Oval 184"/>
              <p:cNvSpPr>
                <a:spLocks noChangeArrowheads="1"/>
              </p:cNvSpPr>
              <p:nvPr/>
            </p:nvSpPr>
            <p:spPr bwMode="auto">
              <a:xfrm>
                <a:off x="306" y="1267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3" name="Oval 185"/>
              <p:cNvSpPr>
                <a:spLocks noChangeArrowheads="1"/>
              </p:cNvSpPr>
              <p:nvPr/>
            </p:nvSpPr>
            <p:spPr bwMode="auto">
              <a:xfrm>
                <a:off x="1767" y="882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4" name="Oval 186"/>
              <p:cNvSpPr>
                <a:spLocks noChangeArrowheads="1"/>
              </p:cNvSpPr>
              <p:nvPr/>
            </p:nvSpPr>
            <p:spPr bwMode="auto">
              <a:xfrm>
                <a:off x="751" y="1267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5" name="Oval 187"/>
              <p:cNvSpPr>
                <a:spLocks noChangeArrowheads="1"/>
              </p:cNvSpPr>
              <p:nvPr/>
            </p:nvSpPr>
            <p:spPr bwMode="auto">
              <a:xfrm>
                <a:off x="972" y="499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6" name="Oval 188"/>
              <p:cNvSpPr>
                <a:spLocks noChangeArrowheads="1"/>
              </p:cNvSpPr>
              <p:nvPr/>
            </p:nvSpPr>
            <p:spPr bwMode="auto">
              <a:xfrm>
                <a:off x="573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7" name="Oval 189"/>
              <p:cNvSpPr>
                <a:spLocks noChangeArrowheads="1"/>
              </p:cNvSpPr>
              <p:nvPr/>
            </p:nvSpPr>
            <p:spPr bwMode="auto">
              <a:xfrm>
                <a:off x="1325" y="883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5528" name="Oval 190"/>
              <p:cNvSpPr>
                <a:spLocks noChangeArrowheads="1"/>
              </p:cNvSpPr>
              <p:nvPr/>
            </p:nvSpPr>
            <p:spPr bwMode="auto">
              <a:xfrm>
                <a:off x="1150" y="1266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05529" name="Group 191"/>
            <p:cNvGrpSpPr>
              <a:grpSpLocks/>
            </p:cNvGrpSpPr>
            <p:nvPr/>
          </p:nvGrpSpPr>
          <p:grpSpPr bwMode="auto">
            <a:xfrm>
              <a:off x="2517" y="799"/>
              <a:ext cx="2622" cy="1314"/>
              <a:chOff x="284" y="2160"/>
              <a:chExt cx="2622" cy="1314"/>
            </a:xfrm>
          </p:grpSpPr>
          <p:sp>
            <p:nvSpPr>
              <p:cNvPr id="105530" name="Text Box 192"/>
              <p:cNvSpPr txBox="1">
                <a:spLocks noChangeArrowheads="1"/>
              </p:cNvSpPr>
              <p:nvPr/>
            </p:nvSpPr>
            <p:spPr bwMode="auto">
              <a:xfrm>
                <a:off x="1574" y="2160"/>
                <a:ext cx="494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2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1</a:t>
                </a:r>
              </a:p>
            </p:txBody>
          </p:sp>
          <p:sp>
            <p:nvSpPr>
              <p:cNvPr id="105531" name="Text Box 193"/>
              <p:cNvSpPr txBox="1">
                <a:spLocks noChangeArrowheads="1"/>
              </p:cNvSpPr>
              <p:nvPr/>
            </p:nvSpPr>
            <p:spPr bwMode="auto">
              <a:xfrm>
                <a:off x="2101" y="2448"/>
                <a:ext cx="496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6</a:t>
                </a:r>
              </a:p>
            </p:txBody>
          </p:sp>
          <p:sp>
            <p:nvSpPr>
              <p:cNvPr id="105532" name="Text Box 194"/>
              <p:cNvSpPr txBox="1">
                <a:spLocks noChangeArrowheads="1"/>
              </p:cNvSpPr>
              <p:nvPr/>
            </p:nvSpPr>
            <p:spPr bwMode="auto">
              <a:xfrm>
                <a:off x="2411" y="2835"/>
                <a:ext cx="495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400">
                    <a:latin typeface="楷体_GB2312"/>
                  </a:rPr>
                  <a:t> </a:t>
                </a:r>
                <a:r>
                  <a:rPr lang="en-US" altLang="zh-CN" sz="3200">
                    <a:latin typeface="楷体_GB2312"/>
                  </a:rPr>
                  <a:t>8</a:t>
                </a:r>
              </a:p>
            </p:txBody>
          </p:sp>
          <p:sp>
            <p:nvSpPr>
              <p:cNvPr id="105533" name="Text Box 195"/>
              <p:cNvSpPr txBox="1">
                <a:spLocks noChangeArrowheads="1"/>
              </p:cNvSpPr>
              <p:nvPr/>
            </p:nvSpPr>
            <p:spPr bwMode="auto">
              <a:xfrm>
                <a:off x="284" y="3216"/>
                <a:ext cx="494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3200">
                    <a:latin typeface="楷体_GB2312"/>
                  </a:rPr>
                  <a:t>12</a:t>
                </a:r>
              </a:p>
            </p:txBody>
          </p:sp>
          <p:sp>
            <p:nvSpPr>
              <p:cNvPr id="105534" name="Text Box 196"/>
              <p:cNvSpPr txBox="1">
                <a:spLocks noChangeArrowheads="1"/>
              </p:cNvSpPr>
              <p:nvPr/>
            </p:nvSpPr>
            <p:spPr bwMode="auto">
              <a:xfrm>
                <a:off x="1746" y="2835"/>
                <a:ext cx="493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 </a:t>
                </a:r>
                <a:r>
                  <a:rPr lang="en-US" altLang="zh-CN" sz="3200">
                    <a:latin typeface="楷体_GB2312"/>
                  </a:rPr>
                  <a:t>9</a:t>
                </a:r>
              </a:p>
            </p:txBody>
          </p:sp>
          <p:sp>
            <p:nvSpPr>
              <p:cNvPr id="105535" name="Text Box 197"/>
              <p:cNvSpPr txBox="1">
                <a:spLocks noChangeArrowheads="1"/>
              </p:cNvSpPr>
              <p:nvPr/>
            </p:nvSpPr>
            <p:spPr bwMode="auto">
              <a:xfrm>
                <a:off x="727" y="3216"/>
                <a:ext cx="497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3200">
                    <a:latin typeface="楷体_GB2312"/>
                  </a:rPr>
                  <a:t>16</a:t>
                </a:r>
              </a:p>
            </p:txBody>
          </p:sp>
          <p:sp>
            <p:nvSpPr>
              <p:cNvPr id="105536" name="Text Box 198"/>
              <p:cNvSpPr txBox="1">
                <a:spLocks noChangeArrowheads="1"/>
              </p:cNvSpPr>
              <p:nvPr/>
            </p:nvSpPr>
            <p:spPr bwMode="auto">
              <a:xfrm>
                <a:off x="949" y="2448"/>
                <a:ext cx="496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2</a:t>
                </a:r>
              </a:p>
            </p:txBody>
          </p:sp>
          <p:sp>
            <p:nvSpPr>
              <p:cNvPr id="105537" name="Text Box 199"/>
              <p:cNvSpPr txBox="1">
                <a:spLocks noChangeArrowheads="1"/>
              </p:cNvSpPr>
              <p:nvPr/>
            </p:nvSpPr>
            <p:spPr bwMode="auto">
              <a:xfrm>
                <a:off x="550" y="2832"/>
                <a:ext cx="493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200">
                    <a:latin typeface="楷体_GB2312"/>
                  </a:rPr>
                  <a:t> </a:t>
                </a:r>
                <a:r>
                  <a:rPr lang="en-US" altLang="zh-CN" sz="3200">
                    <a:latin typeface="楷体_GB2312"/>
                  </a:rPr>
                  <a:t>11</a:t>
                </a:r>
              </a:p>
            </p:txBody>
          </p:sp>
          <p:sp>
            <p:nvSpPr>
              <p:cNvPr id="105538" name="Text Box 200"/>
              <p:cNvSpPr txBox="1">
                <a:spLocks noChangeArrowheads="1"/>
              </p:cNvSpPr>
              <p:nvPr/>
            </p:nvSpPr>
            <p:spPr bwMode="auto">
              <a:xfrm>
                <a:off x="1303" y="2832"/>
                <a:ext cx="494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5</a:t>
                </a:r>
              </a:p>
            </p:txBody>
          </p:sp>
          <p:sp>
            <p:nvSpPr>
              <p:cNvPr id="105539" name="Text Box 201"/>
              <p:cNvSpPr txBox="1">
                <a:spLocks noChangeArrowheads="1"/>
              </p:cNvSpPr>
              <p:nvPr/>
            </p:nvSpPr>
            <p:spPr bwMode="auto">
              <a:xfrm>
                <a:off x="1126" y="3218"/>
                <a:ext cx="498" cy="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1</a:t>
                </a:r>
                <a:r>
                  <a:rPr lang="en-US" altLang="zh-CN" sz="3200">
                    <a:latin typeface="楷体_GB2312"/>
                  </a:rPr>
                  <a:t>4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0230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02309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309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02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02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10230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102306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306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102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102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2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3060" grpId="0"/>
      <p:bldP spid="102309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106498" name="Group 4"/>
          <p:cNvGrpSpPr>
            <a:grpSpLocks/>
          </p:cNvGrpSpPr>
          <p:nvPr/>
        </p:nvGrpSpPr>
        <p:grpSpPr bwMode="auto">
          <a:xfrm>
            <a:off x="23813" y="1160463"/>
            <a:ext cx="4160837" cy="2844800"/>
            <a:chOff x="249" y="210"/>
            <a:chExt cx="2621" cy="1426"/>
          </a:xfrm>
        </p:grpSpPr>
        <p:grpSp>
          <p:nvGrpSpPr>
            <p:cNvPr id="106499" name="Group 5"/>
            <p:cNvGrpSpPr>
              <a:grpSpLocks/>
            </p:cNvGrpSpPr>
            <p:nvPr/>
          </p:nvGrpSpPr>
          <p:grpSpPr bwMode="auto">
            <a:xfrm>
              <a:off x="294" y="255"/>
              <a:ext cx="2478" cy="1381"/>
              <a:chOff x="306" y="210"/>
              <a:chExt cx="2478" cy="1381"/>
            </a:xfrm>
          </p:grpSpPr>
          <p:sp>
            <p:nvSpPr>
              <p:cNvPr id="106500" name="Line 6"/>
              <p:cNvSpPr>
                <a:spLocks noChangeShapeType="1"/>
              </p:cNvSpPr>
              <p:nvPr/>
            </p:nvSpPr>
            <p:spPr bwMode="auto">
              <a:xfrm flipV="1">
                <a:off x="134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1" name="Line 7"/>
              <p:cNvSpPr>
                <a:spLocks noChangeShapeType="1"/>
              </p:cNvSpPr>
              <p:nvPr/>
            </p:nvSpPr>
            <p:spPr bwMode="auto">
              <a:xfrm>
                <a:off x="187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2" name="Line 8"/>
              <p:cNvSpPr>
                <a:spLocks noChangeShapeType="1"/>
              </p:cNvSpPr>
              <p:nvPr/>
            </p:nvSpPr>
            <p:spPr bwMode="auto">
              <a:xfrm>
                <a:off x="2397" y="786"/>
                <a:ext cx="177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3" name="Line 9"/>
              <p:cNvSpPr>
                <a:spLocks noChangeShapeType="1"/>
              </p:cNvSpPr>
              <p:nvPr/>
            </p:nvSpPr>
            <p:spPr bwMode="auto">
              <a:xfrm flipH="1">
                <a:off x="536" y="1170"/>
                <a:ext cx="133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4" name="Line 10"/>
              <p:cNvSpPr>
                <a:spLocks noChangeShapeType="1"/>
              </p:cNvSpPr>
              <p:nvPr/>
            </p:nvSpPr>
            <p:spPr bwMode="auto">
              <a:xfrm flipH="1" flipV="1">
                <a:off x="802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5" name="Line 11"/>
              <p:cNvSpPr>
                <a:spLocks noChangeShapeType="1"/>
              </p:cNvSpPr>
              <p:nvPr/>
            </p:nvSpPr>
            <p:spPr bwMode="auto">
              <a:xfrm flipH="1">
                <a:off x="1954" y="786"/>
                <a:ext cx="228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6" name="Line 12"/>
              <p:cNvSpPr>
                <a:spLocks noChangeShapeType="1"/>
              </p:cNvSpPr>
              <p:nvPr/>
            </p:nvSpPr>
            <p:spPr bwMode="auto">
              <a:xfrm>
                <a:off x="1289" y="786"/>
                <a:ext cx="178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7" name="Line 13"/>
              <p:cNvSpPr>
                <a:spLocks noChangeShapeType="1"/>
              </p:cNvSpPr>
              <p:nvPr/>
            </p:nvSpPr>
            <p:spPr bwMode="auto">
              <a:xfrm flipH="1">
                <a:off x="846" y="738"/>
                <a:ext cx="176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8" name="Line 14"/>
              <p:cNvSpPr>
                <a:spLocks noChangeShapeType="1"/>
              </p:cNvSpPr>
              <p:nvPr/>
            </p:nvSpPr>
            <p:spPr bwMode="auto">
              <a:xfrm flipH="1">
                <a:off x="1334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09" name="Oval 15"/>
              <p:cNvSpPr>
                <a:spLocks noChangeArrowheads="1"/>
              </p:cNvSpPr>
              <p:nvPr/>
            </p:nvSpPr>
            <p:spPr bwMode="auto">
              <a:xfrm>
                <a:off x="1597" y="210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0" name="Oval 16"/>
              <p:cNvSpPr>
                <a:spLocks noChangeArrowheads="1"/>
              </p:cNvSpPr>
              <p:nvPr/>
            </p:nvSpPr>
            <p:spPr bwMode="auto">
              <a:xfrm>
                <a:off x="2125" y="498"/>
                <a:ext cx="350" cy="326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1" name="Oval 17"/>
              <p:cNvSpPr>
                <a:spLocks noChangeArrowheads="1"/>
              </p:cNvSpPr>
              <p:nvPr/>
            </p:nvSpPr>
            <p:spPr bwMode="auto">
              <a:xfrm>
                <a:off x="2434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2" name="Oval 18"/>
              <p:cNvSpPr>
                <a:spLocks noChangeArrowheads="1"/>
              </p:cNvSpPr>
              <p:nvPr/>
            </p:nvSpPr>
            <p:spPr bwMode="auto">
              <a:xfrm>
                <a:off x="306" y="1267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3" name="Oval 19"/>
              <p:cNvSpPr>
                <a:spLocks noChangeArrowheads="1"/>
              </p:cNvSpPr>
              <p:nvPr/>
            </p:nvSpPr>
            <p:spPr bwMode="auto">
              <a:xfrm>
                <a:off x="1767" y="882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4" name="Oval 20"/>
              <p:cNvSpPr>
                <a:spLocks noChangeArrowheads="1"/>
              </p:cNvSpPr>
              <p:nvPr/>
            </p:nvSpPr>
            <p:spPr bwMode="auto">
              <a:xfrm>
                <a:off x="751" y="1267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5" name="Oval 21"/>
              <p:cNvSpPr>
                <a:spLocks noChangeArrowheads="1"/>
              </p:cNvSpPr>
              <p:nvPr/>
            </p:nvSpPr>
            <p:spPr bwMode="auto">
              <a:xfrm>
                <a:off x="972" y="499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6" name="Oval 22"/>
              <p:cNvSpPr>
                <a:spLocks noChangeArrowheads="1"/>
              </p:cNvSpPr>
              <p:nvPr/>
            </p:nvSpPr>
            <p:spPr bwMode="auto">
              <a:xfrm>
                <a:off x="573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7" name="Oval 23"/>
              <p:cNvSpPr>
                <a:spLocks noChangeArrowheads="1"/>
              </p:cNvSpPr>
              <p:nvPr/>
            </p:nvSpPr>
            <p:spPr bwMode="auto">
              <a:xfrm>
                <a:off x="1325" y="883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18" name="Oval 24"/>
              <p:cNvSpPr>
                <a:spLocks noChangeArrowheads="1"/>
              </p:cNvSpPr>
              <p:nvPr/>
            </p:nvSpPr>
            <p:spPr bwMode="auto">
              <a:xfrm>
                <a:off x="1150" y="1266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06519" name="Group 25"/>
            <p:cNvGrpSpPr>
              <a:grpSpLocks/>
            </p:cNvGrpSpPr>
            <p:nvPr/>
          </p:nvGrpSpPr>
          <p:grpSpPr bwMode="auto">
            <a:xfrm>
              <a:off x="249" y="210"/>
              <a:ext cx="2621" cy="1381"/>
              <a:chOff x="2018" y="2659"/>
              <a:chExt cx="2621" cy="1381"/>
            </a:xfrm>
          </p:grpSpPr>
          <p:grpSp>
            <p:nvGrpSpPr>
              <p:cNvPr id="106520" name="Group 26"/>
              <p:cNvGrpSpPr>
                <a:grpSpLocks/>
              </p:cNvGrpSpPr>
              <p:nvPr/>
            </p:nvGrpSpPr>
            <p:grpSpPr bwMode="auto">
              <a:xfrm>
                <a:off x="3307" y="2659"/>
                <a:ext cx="494" cy="324"/>
                <a:chOff x="2304" y="480"/>
                <a:chExt cx="671" cy="432"/>
              </a:xfrm>
            </p:grpSpPr>
            <p:sp>
              <p:nvSpPr>
                <p:cNvPr id="106521" name="Oval 27"/>
                <p:cNvSpPr>
                  <a:spLocks noChangeArrowheads="1"/>
                </p:cNvSpPr>
                <p:nvPr/>
              </p:nvSpPr>
              <p:spPr bwMode="auto">
                <a:xfrm>
                  <a:off x="2354" y="480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2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304" y="480"/>
                  <a:ext cx="671" cy="3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3200">
                      <a:latin typeface="楷体_GB2312"/>
                    </a:rPr>
                    <a:t>16</a:t>
                  </a:r>
                </a:p>
              </p:txBody>
            </p:sp>
          </p:grpSp>
          <p:grpSp>
            <p:nvGrpSpPr>
              <p:cNvPr id="106523" name="Group 29"/>
              <p:cNvGrpSpPr>
                <a:grpSpLocks/>
              </p:cNvGrpSpPr>
              <p:nvPr/>
            </p:nvGrpSpPr>
            <p:grpSpPr bwMode="auto">
              <a:xfrm>
                <a:off x="3834" y="2947"/>
                <a:ext cx="496" cy="325"/>
                <a:chOff x="2975" y="960"/>
                <a:chExt cx="673" cy="432"/>
              </a:xfrm>
            </p:grpSpPr>
            <p:sp>
              <p:nvSpPr>
                <p:cNvPr id="106524" name="Oval 30"/>
                <p:cNvSpPr>
                  <a:spLocks noChangeArrowheads="1"/>
                </p:cNvSpPr>
                <p:nvPr/>
              </p:nvSpPr>
              <p:spPr bwMode="auto">
                <a:xfrm>
                  <a:off x="3026" y="960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2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975" y="960"/>
                  <a:ext cx="673" cy="3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000">
                      <a:latin typeface="楷体_GB2312"/>
                    </a:rPr>
                    <a:t>  </a:t>
                  </a:r>
                  <a:r>
                    <a:rPr lang="en-US" altLang="zh-CN" sz="3200">
                      <a:latin typeface="楷体_GB2312"/>
                    </a:rPr>
                    <a:t>9</a:t>
                  </a:r>
                </a:p>
              </p:txBody>
            </p:sp>
          </p:grpSp>
          <p:grpSp>
            <p:nvGrpSpPr>
              <p:cNvPr id="106526" name="Group 32"/>
              <p:cNvGrpSpPr>
                <a:grpSpLocks/>
              </p:cNvGrpSpPr>
              <p:nvPr/>
            </p:nvGrpSpPr>
            <p:grpSpPr bwMode="auto">
              <a:xfrm>
                <a:off x="4144" y="3331"/>
                <a:ext cx="495" cy="324"/>
                <a:chOff x="3456" y="1584"/>
                <a:chExt cx="673" cy="432"/>
              </a:xfrm>
            </p:grpSpPr>
            <p:sp>
              <p:nvSpPr>
                <p:cNvPr id="106527" name="Oval 33"/>
                <p:cNvSpPr>
                  <a:spLocks noChangeArrowheads="1"/>
                </p:cNvSpPr>
                <p:nvPr/>
              </p:nvSpPr>
              <p:spPr bwMode="auto">
                <a:xfrm>
                  <a:off x="3506" y="1584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2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456" y="1588"/>
                  <a:ext cx="673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2400">
                      <a:latin typeface="楷体_GB2312"/>
                    </a:rPr>
                    <a:t> </a:t>
                  </a:r>
                  <a:r>
                    <a:rPr lang="en-US" altLang="zh-CN" sz="3200">
                      <a:latin typeface="楷体_GB2312"/>
                    </a:rPr>
                    <a:t>8</a:t>
                  </a:r>
                </a:p>
              </p:txBody>
            </p:sp>
          </p:grpSp>
          <p:grpSp>
            <p:nvGrpSpPr>
              <p:cNvPr id="106529" name="Group 35"/>
              <p:cNvGrpSpPr>
                <a:grpSpLocks/>
              </p:cNvGrpSpPr>
              <p:nvPr/>
            </p:nvGrpSpPr>
            <p:grpSpPr bwMode="auto">
              <a:xfrm>
                <a:off x="2018" y="3715"/>
                <a:ext cx="494" cy="325"/>
                <a:chOff x="2833" y="2206"/>
                <a:chExt cx="671" cy="434"/>
              </a:xfrm>
            </p:grpSpPr>
            <p:sp>
              <p:nvSpPr>
                <p:cNvPr id="106530" name="Oval 36"/>
                <p:cNvSpPr>
                  <a:spLocks noChangeArrowheads="1"/>
                </p:cNvSpPr>
                <p:nvPr/>
              </p:nvSpPr>
              <p:spPr bwMode="auto">
                <a:xfrm>
                  <a:off x="2882" y="2208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3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833" y="2206"/>
                  <a:ext cx="671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3200">
                      <a:latin typeface="楷体_GB2312"/>
                    </a:rPr>
                    <a:t>10</a:t>
                  </a:r>
                </a:p>
              </p:txBody>
            </p:sp>
          </p:grpSp>
          <p:grpSp>
            <p:nvGrpSpPr>
              <p:cNvPr id="106532" name="Group 38"/>
              <p:cNvGrpSpPr>
                <a:grpSpLocks/>
              </p:cNvGrpSpPr>
              <p:nvPr/>
            </p:nvGrpSpPr>
            <p:grpSpPr bwMode="auto">
              <a:xfrm>
                <a:off x="3480" y="3331"/>
                <a:ext cx="493" cy="324"/>
                <a:chOff x="3554" y="2736"/>
                <a:chExt cx="670" cy="432"/>
              </a:xfrm>
            </p:grpSpPr>
            <p:sp>
              <p:nvSpPr>
                <p:cNvPr id="106533" name="Oval 39"/>
                <p:cNvSpPr>
                  <a:spLocks noChangeArrowheads="1"/>
                </p:cNvSpPr>
                <p:nvPr/>
              </p:nvSpPr>
              <p:spPr bwMode="auto">
                <a:xfrm>
                  <a:off x="3602" y="2736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3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554" y="2740"/>
                  <a:ext cx="670" cy="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000">
                      <a:latin typeface="楷体_GB2312"/>
                    </a:rPr>
                    <a:t>  </a:t>
                  </a:r>
                  <a:r>
                    <a:rPr lang="en-US" altLang="zh-CN" sz="3200">
                      <a:latin typeface="楷体_GB2312"/>
                    </a:rPr>
                    <a:t>6</a:t>
                  </a:r>
                </a:p>
              </p:txBody>
            </p:sp>
          </p:grpSp>
          <p:grpSp>
            <p:nvGrpSpPr>
              <p:cNvPr id="106535" name="Group 41"/>
              <p:cNvGrpSpPr>
                <a:grpSpLocks/>
              </p:cNvGrpSpPr>
              <p:nvPr/>
            </p:nvGrpSpPr>
            <p:grpSpPr bwMode="auto">
              <a:xfrm>
                <a:off x="2461" y="3715"/>
                <a:ext cx="496" cy="325"/>
                <a:chOff x="2879" y="3214"/>
                <a:chExt cx="675" cy="434"/>
              </a:xfrm>
            </p:grpSpPr>
            <p:sp>
              <p:nvSpPr>
                <p:cNvPr id="106536" name="Oval 42"/>
                <p:cNvSpPr>
                  <a:spLocks noChangeArrowheads="1"/>
                </p:cNvSpPr>
                <p:nvPr/>
              </p:nvSpPr>
              <p:spPr bwMode="auto">
                <a:xfrm>
                  <a:off x="2930" y="3216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3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879" y="3214"/>
                  <a:ext cx="675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000">
                      <a:latin typeface="楷体_GB2312"/>
                    </a:rPr>
                    <a:t>  </a:t>
                  </a:r>
                  <a:r>
                    <a:rPr lang="en-US" altLang="zh-CN" sz="3200">
                      <a:latin typeface="楷体_GB2312"/>
                    </a:rPr>
                    <a:t>2</a:t>
                  </a:r>
                </a:p>
              </p:txBody>
            </p:sp>
          </p:grpSp>
          <p:grpSp>
            <p:nvGrpSpPr>
              <p:cNvPr id="106538" name="Group 44"/>
              <p:cNvGrpSpPr>
                <a:grpSpLocks/>
              </p:cNvGrpSpPr>
              <p:nvPr/>
            </p:nvGrpSpPr>
            <p:grpSpPr bwMode="auto">
              <a:xfrm>
                <a:off x="2682" y="2947"/>
                <a:ext cx="496" cy="325"/>
                <a:chOff x="1536" y="958"/>
                <a:chExt cx="673" cy="434"/>
              </a:xfrm>
            </p:grpSpPr>
            <p:sp>
              <p:nvSpPr>
                <p:cNvPr id="106539" name="Oval 45"/>
                <p:cNvSpPr>
                  <a:spLocks noChangeArrowheads="1"/>
                </p:cNvSpPr>
                <p:nvPr/>
              </p:nvSpPr>
              <p:spPr bwMode="auto">
                <a:xfrm>
                  <a:off x="1586" y="960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4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536" y="958"/>
                  <a:ext cx="673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000">
                      <a:latin typeface="楷体_GB2312"/>
                    </a:rPr>
                    <a:t> </a:t>
                  </a:r>
                  <a:r>
                    <a:rPr lang="en-US" altLang="zh-CN" sz="3200">
                      <a:latin typeface="楷体_GB2312"/>
                    </a:rPr>
                    <a:t>11</a:t>
                  </a:r>
                </a:p>
              </p:txBody>
            </p:sp>
          </p:grpSp>
          <p:grpSp>
            <p:nvGrpSpPr>
              <p:cNvPr id="106541" name="Group 47"/>
              <p:cNvGrpSpPr>
                <a:grpSpLocks/>
              </p:cNvGrpSpPr>
              <p:nvPr/>
            </p:nvGrpSpPr>
            <p:grpSpPr bwMode="auto">
              <a:xfrm>
                <a:off x="2284" y="3331"/>
                <a:ext cx="493" cy="324"/>
                <a:chOff x="1152" y="1584"/>
                <a:chExt cx="670" cy="432"/>
              </a:xfrm>
            </p:grpSpPr>
            <p:sp>
              <p:nvSpPr>
                <p:cNvPr id="106542" name="Oval 48"/>
                <p:cNvSpPr>
                  <a:spLocks noChangeArrowheads="1"/>
                </p:cNvSpPr>
                <p:nvPr/>
              </p:nvSpPr>
              <p:spPr bwMode="auto">
                <a:xfrm>
                  <a:off x="1202" y="1584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4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152" y="1584"/>
                  <a:ext cx="670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200">
                      <a:latin typeface="楷体_GB2312"/>
                    </a:rPr>
                    <a:t>  </a:t>
                  </a:r>
                  <a:r>
                    <a:rPr lang="en-US" altLang="zh-CN" sz="3200">
                      <a:latin typeface="楷体_GB2312"/>
                    </a:rPr>
                    <a:t>1</a:t>
                  </a:r>
                </a:p>
              </p:txBody>
            </p:sp>
          </p:grpSp>
          <p:grpSp>
            <p:nvGrpSpPr>
              <p:cNvPr id="106544" name="Group 50"/>
              <p:cNvGrpSpPr>
                <a:grpSpLocks/>
              </p:cNvGrpSpPr>
              <p:nvPr/>
            </p:nvGrpSpPr>
            <p:grpSpPr bwMode="auto">
              <a:xfrm>
                <a:off x="3037" y="3331"/>
                <a:ext cx="494" cy="325"/>
                <a:chOff x="1969" y="1583"/>
                <a:chExt cx="671" cy="433"/>
              </a:xfrm>
            </p:grpSpPr>
            <p:sp>
              <p:nvSpPr>
                <p:cNvPr id="106545" name="Oval 51"/>
                <p:cNvSpPr>
                  <a:spLocks noChangeArrowheads="1"/>
                </p:cNvSpPr>
                <p:nvPr/>
              </p:nvSpPr>
              <p:spPr bwMode="auto">
                <a:xfrm>
                  <a:off x="2018" y="1584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4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969" y="1583"/>
                  <a:ext cx="671" cy="3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000">
                      <a:latin typeface="楷体_GB2312"/>
                    </a:rPr>
                    <a:t>  </a:t>
                  </a:r>
                  <a:r>
                    <a:rPr lang="en-US" altLang="zh-CN" sz="3200">
                      <a:latin typeface="楷体_GB2312"/>
                    </a:rPr>
                    <a:t>5</a:t>
                  </a:r>
                </a:p>
              </p:txBody>
            </p:sp>
          </p:grpSp>
          <p:grpSp>
            <p:nvGrpSpPr>
              <p:cNvPr id="106547" name="Group 53"/>
              <p:cNvGrpSpPr>
                <a:grpSpLocks/>
              </p:cNvGrpSpPr>
              <p:nvPr/>
            </p:nvGrpSpPr>
            <p:grpSpPr bwMode="auto">
              <a:xfrm>
                <a:off x="2860" y="3715"/>
                <a:ext cx="497" cy="325"/>
                <a:chOff x="1582" y="2256"/>
                <a:chExt cx="676" cy="432"/>
              </a:xfrm>
            </p:grpSpPr>
            <p:sp>
              <p:nvSpPr>
                <p:cNvPr id="106548" name="Oval 54"/>
                <p:cNvSpPr>
                  <a:spLocks noChangeArrowheads="1"/>
                </p:cNvSpPr>
                <p:nvPr/>
              </p:nvSpPr>
              <p:spPr bwMode="auto">
                <a:xfrm>
                  <a:off x="1634" y="2256"/>
                  <a:ext cx="476" cy="432"/>
                </a:xfrm>
                <a:prstGeom prst="ellipse">
                  <a:avLst/>
                </a:prstGeom>
                <a:noFill/>
                <a:ln w="12700" cap="rnd">
                  <a:solidFill>
                    <a:srgbClr val="FFFF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hangingPunct="0"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06549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582" y="2259"/>
                  <a:ext cx="676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lang="en-US" altLang="zh-CN" sz="1000">
                      <a:latin typeface="楷体_GB2312"/>
                    </a:rPr>
                    <a:t>  </a:t>
                  </a:r>
                  <a:r>
                    <a:rPr lang="en-US" altLang="zh-CN" sz="3200">
                      <a:latin typeface="楷体_GB2312"/>
                    </a:rPr>
                    <a:t>4</a:t>
                  </a:r>
                </a:p>
              </p:txBody>
            </p:sp>
          </p:grpSp>
        </p:grpSp>
      </p:grpSp>
      <p:grpSp>
        <p:nvGrpSpPr>
          <p:cNvPr id="106550" name="Group 56"/>
          <p:cNvGrpSpPr>
            <a:grpSpLocks/>
          </p:cNvGrpSpPr>
          <p:nvPr/>
        </p:nvGrpSpPr>
        <p:grpSpPr bwMode="auto">
          <a:xfrm>
            <a:off x="4427538" y="836613"/>
            <a:ext cx="4162425" cy="2587625"/>
            <a:chOff x="2880" y="391"/>
            <a:chExt cx="2622" cy="1426"/>
          </a:xfrm>
        </p:grpSpPr>
        <p:grpSp>
          <p:nvGrpSpPr>
            <p:cNvPr id="106551" name="Group 57"/>
            <p:cNvGrpSpPr>
              <a:grpSpLocks/>
            </p:cNvGrpSpPr>
            <p:nvPr/>
          </p:nvGrpSpPr>
          <p:grpSpPr bwMode="auto">
            <a:xfrm>
              <a:off x="2926" y="436"/>
              <a:ext cx="2478" cy="1381"/>
              <a:chOff x="306" y="210"/>
              <a:chExt cx="2478" cy="1381"/>
            </a:xfrm>
          </p:grpSpPr>
          <p:sp>
            <p:nvSpPr>
              <p:cNvPr id="106552" name="Line 58"/>
              <p:cNvSpPr>
                <a:spLocks noChangeShapeType="1"/>
              </p:cNvSpPr>
              <p:nvPr/>
            </p:nvSpPr>
            <p:spPr bwMode="auto">
              <a:xfrm flipV="1">
                <a:off x="134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3" name="Line 59"/>
              <p:cNvSpPr>
                <a:spLocks noChangeShapeType="1"/>
              </p:cNvSpPr>
              <p:nvPr/>
            </p:nvSpPr>
            <p:spPr bwMode="auto">
              <a:xfrm>
                <a:off x="1878" y="462"/>
                <a:ext cx="283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4" name="Line 60"/>
              <p:cNvSpPr>
                <a:spLocks noChangeShapeType="1"/>
              </p:cNvSpPr>
              <p:nvPr/>
            </p:nvSpPr>
            <p:spPr bwMode="auto">
              <a:xfrm>
                <a:off x="2397" y="786"/>
                <a:ext cx="177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5" name="Line 61"/>
              <p:cNvSpPr>
                <a:spLocks noChangeShapeType="1"/>
              </p:cNvSpPr>
              <p:nvPr/>
            </p:nvSpPr>
            <p:spPr bwMode="auto">
              <a:xfrm flipH="1">
                <a:off x="536" y="1170"/>
                <a:ext cx="133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6" name="Line 62"/>
              <p:cNvSpPr>
                <a:spLocks noChangeShapeType="1"/>
              </p:cNvSpPr>
              <p:nvPr/>
            </p:nvSpPr>
            <p:spPr bwMode="auto">
              <a:xfrm flipH="1" flipV="1">
                <a:off x="802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7" name="Line 63"/>
              <p:cNvSpPr>
                <a:spLocks noChangeShapeType="1"/>
              </p:cNvSpPr>
              <p:nvPr/>
            </p:nvSpPr>
            <p:spPr bwMode="auto">
              <a:xfrm flipH="1">
                <a:off x="1954" y="786"/>
                <a:ext cx="228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8" name="Line 64"/>
              <p:cNvSpPr>
                <a:spLocks noChangeShapeType="1"/>
              </p:cNvSpPr>
              <p:nvPr/>
            </p:nvSpPr>
            <p:spPr bwMode="auto">
              <a:xfrm>
                <a:off x="1289" y="786"/>
                <a:ext cx="178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59" name="Line 65"/>
              <p:cNvSpPr>
                <a:spLocks noChangeShapeType="1"/>
              </p:cNvSpPr>
              <p:nvPr/>
            </p:nvSpPr>
            <p:spPr bwMode="auto">
              <a:xfrm flipH="1">
                <a:off x="846" y="738"/>
                <a:ext cx="176" cy="1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60" name="Line 66"/>
              <p:cNvSpPr>
                <a:spLocks noChangeShapeType="1"/>
              </p:cNvSpPr>
              <p:nvPr/>
            </p:nvSpPr>
            <p:spPr bwMode="auto">
              <a:xfrm flipH="1">
                <a:off x="1334" y="1170"/>
                <a:ext cx="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61" name="Oval 67"/>
              <p:cNvSpPr>
                <a:spLocks noChangeArrowheads="1"/>
              </p:cNvSpPr>
              <p:nvPr/>
            </p:nvSpPr>
            <p:spPr bwMode="auto">
              <a:xfrm>
                <a:off x="1597" y="210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2" name="Oval 68"/>
              <p:cNvSpPr>
                <a:spLocks noChangeArrowheads="1"/>
              </p:cNvSpPr>
              <p:nvPr/>
            </p:nvSpPr>
            <p:spPr bwMode="auto">
              <a:xfrm>
                <a:off x="2125" y="498"/>
                <a:ext cx="350" cy="326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3" name="Oval 69"/>
              <p:cNvSpPr>
                <a:spLocks noChangeArrowheads="1"/>
              </p:cNvSpPr>
              <p:nvPr/>
            </p:nvSpPr>
            <p:spPr bwMode="auto">
              <a:xfrm>
                <a:off x="2434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4" name="Oval 70"/>
              <p:cNvSpPr>
                <a:spLocks noChangeArrowheads="1"/>
              </p:cNvSpPr>
              <p:nvPr/>
            </p:nvSpPr>
            <p:spPr bwMode="auto">
              <a:xfrm>
                <a:off x="306" y="1267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5" name="Oval 71"/>
              <p:cNvSpPr>
                <a:spLocks noChangeArrowheads="1"/>
              </p:cNvSpPr>
              <p:nvPr/>
            </p:nvSpPr>
            <p:spPr bwMode="auto">
              <a:xfrm>
                <a:off x="1767" y="882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6" name="Oval 72"/>
              <p:cNvSpPr>
                <a:spLocks noChangeArrowheads="1"/>
              </p:cNvSpPr>
              <p:nvPr/>
            </p:nvSpPr>
            <p:spPr bwMode="auto">
              <a:xfrm>
                <a:off x="751" y="1267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7" name="Oval 73"/>
              <p:cNvSpPr>
                <a:spLocks noChangeArrowheads="1"/>
              </p:cNvSpPr>
              <p:nvPr/>
            </p:nvSpPr>
            <p:spPr bwMode="auto">
              <a:xfrm>
                <a:off x="972" y="499"/>
                <a:ext cx="351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8" name="Oval 74"/>
              <p:cNvSpPr>
                <a:spLocks noChangeArrowheads="1"/>
              </p:cNvSpPr>
              <p:nvPr/>
            </p:nvSpPr>
            <p:spPr bwMode="auto">
              <a:xfrm>
                <a:off x="573" y="882"/>
                <a:ext cx="350" cy="324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69" name="Oval 75"/>
              <p:cNvSpPr>
                <a:spLocks noChangeArrowheads="1"/>
              </p:cNvSpPr>
              <p:nvPr/>
            </p:nvSpPr>
            <p:spPr bwMode="auto">
              <a:xfrm>
                <a:off x="1325" y="883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06570" name="Oval 76"/>
              <p:cNvSpPr>
                <a:spLocks noChangeArrowheads="1"/>
              </p:cNvSpPr>
              <p:nvPr/>
            </p:nvSpPr>
            <p:spPr bwMode="auto">
              <a:xfrm>
                <a:off x="1150" y="1266"/>
                <a:ext cx="351" cy="325"/>
              </a:xfrm>
              <a:prstGeom prst="ellipse">
                <a:avLst/>
              </a:prstGeom>
              <a:solidFill>
                <a:srgbClr val="FFFFCC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06571" name="Group 77"/>
            <p:cNvGrpSpPr>
              <a:grpSpLocks/>
            </p:cNvGrpSpPr>
            <p:nvPr/>
          </p:nvGrpSpPr>
          <p:grpSpPr bwMode="auto">
            <a:xfrm>
              <a:off x="2880" y="391"/>
              <a:ext cx="2622" cy="1378"/>
              <a:chOff x="1202" y="2205"/>
              <a:chExt cx="2622" cy="1378"/>
            </a:xfrm>
          </p:grpSpPr>
          <p:sp>
            <p:nvSpPr>
              <p:cNvPr id="106572" name="Text Box 78"/>
              <p:cNvSpPr txBox="1">
                <a:spLocks noChangeArrowheads="1"/>
              </p:cNvSpPr>
              <p:nvPr/>
            </p:nvSpPr>
            <p:spPr bwMode="auto">
              <a:xfrm>
                <a:off x="2492" y="2205"/>
                <a:ext cx="494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2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1</a:t>
                </a:r>
              </a:p>
            </p:txBody>
          </p:sp>
          <p:sp>
            <p:nvSpPr>
              <p:cNvPr id="106573" name="Text Box 79"/>
              <p:cNvSpPr txBox="1">
                <a:spLocks noChangeArrowheads="1"/>
              </p:cNvSpPr>
              <p:nvPr/>
            </p:nvSpPr>
            <p:spPr bwMode="auto">
              <a:xfrm>
                <a:off x="3019" y="2493"/>
                <a:ext cx="496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9</a:t>
                </a:r>
              </a:p>
            </p:txBody>
          </p:sp>
          <p:sp>
            <p:nvSpPr>
              <p:cNvPr id="106574" name="Text Box 80"/>
              <p:cNvSpPr txBox="1">
                <a:spLocks noChangeArrowheads="1"/>
              </p:cNvSpPr>
              <p:nvPr/>
            </p:nvSpPr>
            <p:spPr bwMode="auto">
              <a:xfrm>
                <a:off x="3329" y="2880"/>
                <a:ext cx="495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2400">
                    <a:latin typeface="楷体_GB2312"/>
                  </a:rPr>
                  <a:t> </a:t>
                </a:r>
                <a:r>
                  <a:rPr lang="en-US" altLang="zh-CN" sz="3200">
                    <a:latin typeface="楷体_GB2312"/>
                  </a:rPr>
                  <a:t>8</a:t>
                </a:r>
              </a:p>
            </p:txBody>
          </p:sp>
          <p:sp>
            <p:nvSpPr>
              <p:cNvPr id="106575" name="Text Box 81"/>
              <p:cNvSpPr txBox="1">
                <a:spLocks noChangeArrowheads="1"/>
              </p:cNvSpPr>
              <p:nvPr/>
            </p:nvSpPr>
            <p:spPr bwMode="auto">
              <a:xfrm>
                <a:off x="1202" y="3261"/>
                <a:ext cx="494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3200">
                    <a:latin typeface="楷体_GB2312"/>
                  </a:rPr>
                  <a:t>10</a:t>
                </a:r>
              </a:p>
            </p:txBody>
          </p:sp>
          <p:sp>
            <p:nvSpPr>
              <p:cNvPr id="106576" name="Text Box 82"/>
              <p:cNvSpPr txBox="1">
                <a:spLocks noChangeArrowheads="1"/>
              </p:cNvSpPr>
              <p:nvPr/>
            </p:nvSpPr>
            <p:spPr bwMode="auto">
              <a:xfrm>
                <a:off x="2664" y="2880"/>
                <a:ext cx="493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 </a:t>
                </a:r>
                <a:r>
                  <a:rPr lang="en-US" altLang="zh-CN" sz="3200">
                    <a:latin typeface="楷体_GB2312"/>
                  </a:rPr>
                  <a:t>6</a:t>
                </a:r>
              </a:p>
            </p:txBody>
          </p:sp>
          <p:sp>
            <p:nvSpPr>
              <p:cNvPr id="106577" name="Text Box 83"/>
              <p:cNvSpPr txBox="1">
                <a:spLocks noChangeArrowheads="1"/>
              </p:cNvSpPr>
              <p:nvPr/>
            </p:nvSpPr>
            <p:spPr bwMode="auto">
              <a:xfrm>
                <a:off x="1645" y="3261"/>
                <a:ext cx="497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3200">
                    <a:latin typeface="楷体_GB2312"/>
                  </a:rPr>
                  <a:t>16</a:t>
                </a:r>
              </a:p>
            </p:txBody>
          </p:sp>
          <p:sp>
            <p:nvSpPr>
              <p:cNvPr id="106578" name="Text Box 84"/>
              <p:cNvSpPr txBox="1">
                <a:spLocks noChangeArrowheads="1"/>
              </p:cNvSpPr>
              <p:nvPr/>
            </p:nvSpPr>
            <p:spPr bwMode="auto">
              <a:xfrm>
                <a:off x="1867" y="2493"/>
                <a:ext cx="496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2</a:t>
                </a:r>
              </a:p>
            </p:txBody>
          </p:sp>
          <p:sp>
            <p:nvSpPr>
              <p:cNvPr id="106579" name="Text Box 85"/>
              <p:cNvSpPr txBox="1">
                <a:spLocks noChangeArrowheads="1"/>
              </p:cNvSpPr>
              <p:nvPr/>
            </p:nvSpPr>
            <p:spPr bwMode="auto">
              <a:xfrm>
                <a:off x="1468" y="2877"/>
                <a:ext cx="493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200">
                    <a:latin typeface="楷体_GB2312"/>
                  </a:rPr>
                  <a:t> </a:t>
                </a:r>
                <a:r>
                  <a:rPr lang="en-US" altLang="zh-CN" sz="3200">
                    <a:latin typeface="楷体_GB2312"/>
                  </a:rPr>
                  <a:t>11</a:t>
                </a:r>
              </a:p>
            </p:txBody>
          </p:sp>
          <p:sp>
            <p:nvSpPr>
              <p:cNvPr id="106580" name="Text Box 86"/>
              <p:cNvSpPr txBox="1">
                <a:spLocks noChangeArrowheads="1"/>
              </p:cNvSpPr>
              <p:nvPr/>
            </p:nvSpPr>
            <p:spPr bwMode="auto">
              <a:xfrm>
                <a:off x="2221" y="2877"/>
                <a:ext cx="494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5</a:t>
                </a:r>
              </a:p>
            </p:txBody>
          </p:sp>
          <p:sp>
            <p:nvSpPr>
              <p:cNvPr id="106581" name="Text Box 87"/>
              <p:cNvSpPr txBox="1">
                <a:spLocks noChangeArrowheads="1"/>
              </p:cNvSpPr>
              <p:nvPr/>
            </p:nvSpPr>
            <p:spPr bwMode="auto">
              <a:xfrm>
                <a:off x="2044" y="3263"/>
                <a:ext cx="498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zh-CN" sz="1000">
                    <a:latin typeface="楷体_GB2312"/>
                  </a:rPr>
                  <a:t>  </a:t>
                </a:r>
                <a:r>
                  <a:rPr lang="en-US" altLang="zh-CN" sz="3200">
                    <a:latin typeface="楷体_GB2312"/>
                  </a:rPr>
                  <a:t>4</a:t>
                </a:r>
              </a:p>
            </p:txBody>
          </p:sp>
        </p:grpSp>
      </p:grpSp>
      <p:sp>
        <p:nvSpPr>
          <p:cNvPr id="1167448" name="Rectangle 88"/>
          <p:cNvSpPr>
            <a:spLocks noChangeArrowheads="1"/>
          </p:cNvSpPr>
          <p:nvPr/>
        </p:nvSpPr>
        <p:spPr bwMode="auto">
          <a:xfrm>
            <a:off x="3414713" y="703263"/>
            <a:ext cx="17430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8000">
                <a:solidFill>
                  <a:srgbClr val="FF0000"/>
                </a:solidFill>
              </a:rPr>
              <a:t>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4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7522" name="Text Box 113"/>
          <p:cNvSpPr txBox="1">
            <a:spLocks noChangeArrowheads="1"/>
          </p:cNvSpPr>
          <p:nvPr/>
        </p:nvSpPr>
        <p:spPr bwMode="auto">
          <a:xfrm>
            <a:off x="34925" y="0"/>
            <a:ext cx="9058275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楷体_GB2312"/>
              </a:rPr>
              <a:t>判定</a:t>
            </a:r>
            <a:r>
              <a:rPr lang="en-US" altLang="zh-CN">
                <a:latin typeface="楷体_GB2312"/>
              </a:rPr>
              <a:t>(80,75,40,62,73,35,28,50,38,25,47,15)</a:t>
            </a:r>
            <a:r>
              <a:rPr lang="zh-CN" altLang="en-US">
                <a:latin typeface="楷体_GB2312"/>
              </a:rPr>
              <a:t>是否为堆</a:t>
            </a:r>
          </a:p>
        </p:txBody>
      </p:sp>
      <p:grpSp>
        <p:nvGrpSpPr>
          <p:cNvPr id="2" name="Group 114"/>
          <p:cNvGrpSpPr>
            <a:grpSpLocks/>
          </p:cNvGrpSpPr>
          <p:nvPr/>
        </p:nvGrpSpPr>
        <p:grpSpPr bwMode="auto">
          <a:xfrm>
            <a:off x="982663" y="1206500"/>
            <a:ext cx="5386387" cy="2933700"/>
            <a:chOff x="816" y="2963"/>
            <a:chExt cx="2784" cy="1069"/>
          </a:xfrm>
        </p:grpSpPr>
        <p:sp>
          <p:nvSpPr>
            <p:cNvPr id="107524" name="Oval 115"/>
            <p:cNvSpPr>
              <a:spLocks noChangeArrowheads="1"/>
            </p:cNvSpPr>
            <p:nvPr/>
          </p:nvSpPr>
          <p:spPr bwMode="auto">
            <a:xfrm>
              <a:off x="2208" y="2976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80</a:t>
              </a:r>
            </a:p>
          </p:txBody>
        </p:sp>
        <p:sp>
          <p:nvSpPr>
            <p:cNvPr id="107525" name="Oval 116"/>
            <p:cNvSpPr>
              <a:spLocks noChangeArrowheads="1"/>
            </p:cNvSpPr>
            <p:nvPr/>
          </p:nvSpPr>
          <p:spPr bwMode="auto">
            <a:xfrm>
              <a:off x="1680" y="3216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75</a:t>
              </a:r>
            </a:p>
          </p:txBody>
        </p:sp>
        <p:sp>
          <p:nvSpPr>
            <p:cNvPr id="107526" name="Oval 117"/>
            <p:cNvSpPr>
              <a:spLocks noChangeArrowheads="1"/>
            </p:cNvSpPr>
            <p:nvPr/>
          </p:nvSpPr>
          <p:spPr bwMode="auto">
            <a:xfrm>
              <a:off x="3024" y="3168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40</a:t>
              </a:r>
            </a:p>
          </p:txBody>
        </p:sp>
        <p:sp>
          <p:nvSpPr>
            <p:cNvPr id="107527" name="Oval 118"/>
            <p:cNvSpPr>
              <a:spLocks noChangeArrowheads="1"/>
            </p:cNvSpPr>
            <p:nvPr/>
          </p:nvSpPr>
          <p:spPr bwMode="auto">
            <a:xfrm>
              <a:off x="1392" y="3504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62</a:t>
              </a:r>
            </a:p>
          </p:txBody>
        </p:sp>
        <p:sp>
          <p:nvSpPr>
            <p:cNvPr id="107528" name="Oval 119"/>
            <p:cNvSpPr>
              <a:spLocks noChangeArrowheads="1"/>
            </p:cNvSpPr>
            <p:nvPr/>
          </p:nvSpPr>
          <p:spPr bwMode="auto">
            <a:xfrm>
              <a:off x="2016" y="3552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73</a:t>
              </a:r>
            </a:p>
          </p:txBody>
        </p:sp>
        <p:sp>
          <p:nvSpPr>
            <p:cNvPr id="107529" name="Oval 120"/>
            <p:cNvSpPr>
              <a:spLocks noChangeArrowheads="1"/>
            </p:cNvSpPr>
            <p:nvPr/>
          </p:nvSpPr>
          <p:spPr bwMode="auto">
            <a:xfrm>
              <a:off x="3360" y="3552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28</a:t>
              </a:r>
            </a:p>
          </p:txBody>
        </p:sp>
        <p:sp>
          <p:nvSpPr>
            <p:cNvPr id="107530" name="Oval 121"/>
            <p:cNvSpPr>
              <a:spLocks noChangeArrowheads="1"/>
            </p:cNvSpPr>
            <p:nvPr/>
          </p:nvSpPr>
          <p:spPr bwMode="auto">
            <a:xfrm>
              <a:off x="2736" y="3552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35</a:t>
              </a:r>
            </a:p>
          </p:txBody>
        </p:sp>
        <p:sp>
          <p:nvSpPr>
            <p:cNvPr id="107531" name="Oval 122"/>
            <p:cNvSpPr>
              <a:spLocks noChangeArrowheads="1"/>
            </p:cNvSpPr>
            <p:nvPr/>
          </p:nvSpPr>
          <p:spPr bwMode="auto">
            <a:xfrm>
              <a:off x="1008" y="3840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50</a:t>
              </a:r>
            </a:p>
          </p:txBody>
        </p:sp>
        <p:sp>
          <p:nvSpPr>
            <p:cNvPr id="107532" name="Oval 123"/>
            <p:cNvSpPr>
              <a:spLocks noChangeArrowheads="1"/>
            </p:cNvSpPr>
            <p:nvPr/>
          </p:nvSpPr>
          <p:spPr bwMode="auto">
            <a:xfrm>
              <a:off x="1536" y="3840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38</a:t>
              </a:r>
            </a:p>
          </p:txBody>
        </p:sp>
        <p:sp>
          <p:nvSpPr>
            <p:cNvPr id="107533" name="Oval 124"/>
            <p:cNvSpPr>
              <a:spLocks noChangeArrowheads="1"/>
            </p:cNvSpPr>
            <p:nvPr/>
          </p:nvSpPr>
          <p:spPr bwMode="auto">
            <a:xfrm>
              <a:off x="1920" y="3840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25</a:t>
              </a:r>
            </a:p>
          </p:txBody>
        </p:sp>
        <p:sp>
          <p:nvSpPr>
            <p:cNvPr id="107534" name="Oval 125"/>
            <p:cNvSpPr>
              <a:spLocks noChangeArrowheads="1"/>
            </p:cNvSpPr>
            <p:nvPr/>
          </p:nvSpPr>
          <p:spPr bwMode="auto">
            <a:xfrm>
              <a:off x="2304" y="3840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47</a:t>
              </a:r>
            </a:p>
          </p:txBody>
        </p:sp>
        <p:sp>
          <p:nvSpPr>
            <p:cNvPr id="107535" name="Oval 126"/>
            <p:cNvSpPr>
              <a:spLocks noChangeArrowheads="1"/>
            </p:cNvSpPr>
            <p:nvPr/>
          </p:nvSpPr>
          <p:spPr bwMode="auto">
            <a:xfrm>
              <a:off x="2592" y="3840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楷体_GB2312"/>
                </a:rPr>
                <a:t>15</a:t>
              </a:r>
            </a:p>
          </p:txBody>
        </p:sp>
        <p:sp>
          <p:nvSpPr>
            <p:cNvPr id="107536" name="Line 127"/>
            <p:cNvSpPr>
              <a:spLocks noChangeShapeType="1"/>
            </p:cNvSpPr>
            <p:nvPr/>
          </p:nvSpPr>
          <p:spPr bwMode="auto">
            <a:xfrm flipH="1">
              <a:off x="1920" y="3120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7" name="Line 128"/>
            <p:cNvSpPr>
              <a:spLocks noChangeShapeType="1"/>
            </p:cNvSpPr>
            <p:nvPr/>
          </p:nvSpPr>
          <p:spPr bwMode="auto">
            <a:xfrm>
              <a:off x="2448" y="3120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8" name="Line 129"/>
            <p:cNvSpPr>
              <a:spLocks noChangeShapeType="1"/>
            </p:cNvSpPr>
            <p:nvPr/>
          </p:nvSpPr>
          <p:spPr bwMode="auto">
            <a:xfrm flipH="1">
              <a:off x="1584" y="340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9" name="Line 130"/>
            <p:cNvSpPr>
              <a:spLocks noChangeShapeType="1"/>
            </p:cNvSpPr>
            <p:nvPr/>
          </p:nvSpPr>
          <p:spPr bwMode="auto">
            <a:xfrm>
              <a:off x="1920" y="336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0" name="Line 131"/>
            <p:cNvSpPr>
              <a:spLocks noChangeShapeType="1"/>
            </p:cNvSpPr>
            <p:nvPr/>
          </p:nvSpPr>
          <p:spPr bwMode="auto">
            <a:xfrm flipH="1">
              <a:off x="2928" y="331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1" name="Line 132"/>
            <p:cNvSpPr>
              <a:spLocks noChangeShapeType="1"/>
            </p:cNvSpPr>
            <p:nvPr/>
          </p:nvSpPr>
          <p:spPr bwMode="auto">
            <a:xfrm>
              <a:off x="3264" y="331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2" name="Line 133"/>
            <p:cNvSpPr>
              <a:spLocks noChangeShapeType="1"/>
            </p:cNvSpPr>
            <p:nvPr/>
          </p:nvSpPr>
          <p:spPr bwMode="auto">
            <a:xfrm flipH="1">
              <a:off x="1200" y="36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3" name="Line 134"/>
            <p:cNvSpPr>
              <a:spLocks noChangeShapeType="1"/>
            </p:cNvSpPr>
            <p:nvPr/>
          </p:nvSpPr>
          <p:spPr bwMode="auto">
            <a:xfrm>
              <a:off x="1536" y="369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4" name="Line 135"/>
            <p:cNvSpPr>
              <a:spLocks noChangeShapeType="1"/>
            </p:cNvSpPr>
            <p:nvPr/>
          </p:nvSpPr>
          <p:spPr bwMode="auto">
            <a:xfrm flipH="1">
              <a:off x="2016" y="3744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5" name="Line 136"/>
            <p:cNvSpPr>
              <a:spLocks noChangeShapeType="1"/>
            </p:cNvSpPr>
            <p:nvPr/>
          </p:nvSpPr>
          <p:spPr bwMode="auto">
            <a:xfrm>
              <a:off x="2256" y="369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6" name="Line 137"/>
            <p:cNvSpPr>
              <a:spLocks noChangeShapeType="1"/>
            </p:cNvSpPr>
            <p:nvPr/>
          </p:nvSpPr>
          <p:spPr bwMode="auto">
            <a:xfrm flipH="1">
              <a:off x="2784" y="3744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7" name="Text Box 138"/>
            <p:cNvSpPr txBox="1">
              <a:spLocks noChangeArrowheads="1"/>
            </p:cNvSpPr>
            <p:nvPr/>
          </p:nvSpPr>
          <p:spPr bwMode="auto">
            <a:xfrm>
              <a:off x="2880" y="2963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48" name="Text Box 139"/>
            <p:cNvSpPr txBox="1">
              <a:spLocks noChangeArrowheads="1"/>
            </p:cNvSpPr>
            <p:nvPr/>
          </p:nvSpPr>
          <p:spPr bwMode="auto">
            <a:xfrm>
              <a:off x="1728" y="3011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49" name="Text Box 140"/>
            <p:cNvSpPr txBox="1">
              <a:spLocks noChangeArrowheads="1"/>
            </p:cNvSpPr>
            <p:nvPr/>
          </p:nvSpPr>
          <p:spPr bwMode="auto">
            <a:xfrm>
              <a:off x="1248" y="3395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0" name="Text Box 141"/>
            <p:cNvSpPr txBox="1">
              <a:spLocks noChangeArrowheads="1"/>
            </p:cNvSpPr>
            <p:nvPr/>
          </p:nvSpPr>
          <p:spPr bwMode="auto">
            <a:xfrm>
              <a:off x="2160" y="3347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1" name="Text Box 142"/>
            <p:cNvSpPr txBox="1">
              <a:spLocks noChangeArrowheads="1"/>
            </p:cNvSpPr>
            <p:nvPr/>
          </p:nvSpPr>
          <p:spPr bwMode="auto">
            <a:xfrm>
              <a:off x="2784" y="3347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2" name="Text Box 143"/>
            <p:cNvSpPr txBox="1">
              <a:spLocks noChangeArrowheads="1"/>
            </p:cNvSpPr>
            <p:nvPr/>
          </p:nvSpPr>
          <p:spPr bwMode="auto">
            <a:xfrm>
              <a:off x="3504" y="3347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3" name="Text Box 144"/>
            <p:cNvSpPr txBox="1">
              <a:spLocks noChangeArrowheads="1"/>
            </p:cNvSpPr>
            <p:nvPr/>
          </p:nvSpPr>
          <p:spPr bwMode="auto">
            <a:xfrm>
              <a:off x="816" y="3731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4" name="Text Box 145"/>
            <p:cNvSpPr txBox="1">
              <a:spLocks noChangeArrowheads="1"/>
            </p:cNvSpPr>
            <p:nvPr/>
          </p:nvSpPr>
          <p:spPr bwMode="auto">
            <a:xfrm>
              <a:off x="1392" y="3683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5" name="Text Box 146"/>
            <p:cNvSpPr txBox="1">
              <a:spLocks noChangeArrowheads="1"/>
            </p:cNvSpPr>
            <p:nvPr/>
          </p:nvSpPr>
          <p:spPr bwMode="auto">
            <a:xfrm>
              <a:off x="1776" y="3635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6" name="Text Box 147"/>
            <p:cNvSpPr txBox="1">
              <a:spLocks noChangeArrowheads="1"/>
            </p:cNvSpPr>
            <p:nvPr/>
          </p:nvSpPr>
          <p:spPr bwMode="auto">
            <a:xfrm>
              <a:off x="2304" y="3635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  <p:sp>
          <p:nvSpPr>
            <p:cNvPr id="107557" name="Text Box 148"/>
            <p:cNvSpPr txBox="1">
              <a:spLocks noChangeArrowheads="1"/>
            </p:cNvSpPr>
            <p:nvPr/>
          </p:nvSpPr>
          <p:spPr bwMode="auto">
            <a:xfrm>
              <a:off x="2832" y="3635"/>
              <a:ext cx="9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400">
                <a:latin typeface="楷体_GB2312"/>
              </a:endParaRPr>
            </a:p>
          </p:txBody>
        </p:sp>
      </p:grpSp>
      <p:sp>
        <p:nvSpPr>
          <p:cNvPr id="954517" name="Rectangle 149"/>
          <p:cNvSpPr>
            <a:spLocks noChangeArrowheads="1"/>
          </p:cNvSpPr>
          <p:nvPr/>
        </p:nvSpPr>
        <p:spPr bwMode="auto">
          <a:xfrm>
            <a:off x="668338" y="958850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完全二叉树</a:t>
            </a:r>
          </a:p>
        </p:txBody>
      </p:sp>
      <p:grpSp>
        <p:nvGrpSpPr>
          <p:cNvPr id="3" name="Group 152"/>
          <p:cNvGrpSpPr>
            <a:grpSpLocks/>
          </p:cNvGrpSpPr>
          <p:nvPr/>
        </p:nvGrpSpPr>
        <p:grpSpPr bwMode="auto">
          <a:xfrm>
            <a:off x="6521450" y="2654300"/>
            <a:ext cx="2522538" cy="519113"/>
            <a:chOff x="4108" y="1672"/>
            <a:chExt cx="1589" cy="327"/>
          </a:xfrm>
        </p:grpSpPr>
        <p:sp>
          <p:nvSpPr>
            <p:cNvPr id="107560" name="AutoShape 150"/>
            <p:cNvSpPr>
              <a:spLocks noChangeArrowheads="1"/>
            </p:cNvSpPr>
            <p:nvPr/>
          </p:nvSpPr>
          <p:spPr bwMode="auto">
            <a:xfrm>
              <a:off x="4108" y="1672"/>
              <a:ext cx="798" cy="272"/>
            </a:xfrm>
            <a:prstGeom prst="rightArrow">
              <a:avLst>
                <a:gd name="adj1" fmla="val 56620"/>
                <a:gd name="adj2" fmla="val 109896"/>
              </a:avLst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7561" name="Rectangle 151"/>
            <p:cNvSpPr>
              <a:spLocks noChangeArrowheads="1"/>
            </p:cNvSpPr>
            <p:nvPr/>
          </p:nvSpPr>
          <p:spPr bwMode="auto">
            <a:xfrm>
              <a:off x="4906" y="1672"/>
              <a:ext cx="791" cy="32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>
                  <a:solidFill>
                    <a:srgbClr val="FF3300"/>
                  </a:solidFill>
                </a:rPr>
                <a:t>大根堆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0C368FC-6B47-8F8E-D822-B6C2A0A2BF24}"/>
              </a:ext>
            </a:extLst>
          </p:cNvPr>
          <p:cNvSpPr txBox="1"/>
          <p:nvPr/>
        </p:nvSpPr>
        <p:spPr>
          <a:xfrm>
            <a:off x="1698532" y="4480961"/>
            <a:ext cx="4648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将序列从根，左，右子树依次排满每一层即还原已经构建好的堆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51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955448" name="Rectangle 56"/>
          <p:cNvSpPr>
            <a:spLocks noChangeArrowheads="1"/>
          </p:cNvSpPr>
          <p:nvPr/>
        </p:nvSpPr>
        <p:spPr bwMode="auto">
          <a:xfrm>
            <a:off x="801688" y="1177925"/>
            <a:ext cx="7829550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>
                <a:latin typeface="楷体_GB2312"/>
              </a:rPr>
              <a:t>将无序序列</a:t>
            </a:r>
            <a:r>
              <a:rPr lang="zh-CN" altLang="en-US">
                <a:solidFill>
                  <a:schemeClr val="hlink"/>
                </a:solidFill>
                <a:latin typeface="楷体_GB2312"/>
              </a:rPr>
              <a:t>建成</a:t>
            </a:r>
            <a:r>
              <a:rPr lang="zh-CN" altLang="en-US">
                <a:latin typeface="楷体_GB2312"/>
              </a:rPr>
              <a:t>一个堆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>
                <a:latin typeface="楷体_GB2312"/>
              </a:rPr>
              <a:t>输出</a:t>
            </a:r>
            <a:r>
              <a:rPr lang="zh-CN" altLang="en-US">
                <a:solidFill>
                  <a:schemeClr val="hlink"/>
                </a:solidFill>
                <a:latin typeface="楷体_GB2312"/>
              </a:rPr>
              <a:t>堆顶</a:t>
            </a:r>
            <a:r>
              <a:rPr lang="zh-CN" altLang="en-US">
                <a:latin typeface="楷体_GB2312"/>
              </a:rPr>
              <a:t>的最小（大）值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>
                <a:latin typeface="楷体_GB2312"/>
              </a:rPr>
              <a:t>使剩余的</a:t>
            </a:r>
            <a:r>
              <a:rPr lang="en-US" altLang="zh-CN">
                <a:latin typeface="楷体_GB2312"/>
              </a:rPr>
              <a:t>n-1</a:t>
            </a:r>
            <a:r>
              <a:rPr lang="zh-CN" altLang="zh-CN">
                <a:latin typeface="楷体_GB2312"/>
              </a:rPr>
              <a:t>个元素又</a:t>
            </a:r>
            <a:r>
              <a:rPr lang="zh-CN" altLang="en-US">
                <a:solidFill>
                  <a:schemeClr val="hlink"/>
                </a:solidFill>
                <a:latin typeface="楷体_GB2312"/>
              </a:rPr>
              <a:t>调整</a:t>
            </a:r>
            <a:r>
              <a:rPr lang="zh-CN" altLang="zh-CN">
                <a:latin typeface="楷体_GB2312"/>
              </a:rPr>
              <a:t>成一个堆，则可得到</a:t>
            </a:r>
            <a:r>
              <a:rPr lang="en-US" altLang="zh-CN">
                <a:latin typeface="楷体_GB2312"/>
              </a:rPr>
              <a:t>n</a:t>
            </a:r>
            <a:r>
              <a:rPr lang="zh-CN" altLang="zh-CN">
                <a:latin typeface="楷体_GB2312"/>
              </a:rPr>
              <a:t>个元素的次小值</a:t>
            </a:r>
            <a:endParaRPr lang="zh-CN" altLang="en-US">
              <a:latin typeface="楷体_GB231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zh-CN">
                <a:solidFill>
                  <a:schemeClr val="hlink"/>
                </a:solidFill>
                <a:latin typeface="楷体_GB2312"/>
              </a:rPr>
              <a:t>重复</a:t>
            </a:r>
            <a:r>
              <a:rPr lang="zh-CN" altLang="zh-CN">
                <a:latin typeface="楷体_GB2312"/>
              </a:rPr>
              <a:t>执行，得到一个有序序列</a:t>
            </a:r>
            <a:endParaRPr lang="zh-CN" altLang="en-US">
              <a:latin typeface="楷体_GB2312"/>
            </a:endParaRPr>
          </a:p>
        </p:txBody>
      </p:sp>
      <p:sp>
        <p:nvSpPr>
          <p:cNvPr id="955449" name="Rectangle 57"/>
          <p:cNvSpPr>
            <a:spLocks noChangeArrowheads="1"/>
          </p:cNvSpPr>
          <p:nvPr/>
        </p:nvSpPr>
        <p:spPr bwMode="auto">
          <a:xfrm>
            <a:off x="0" y="0"/>
            <a:ext cx="2771775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堆排序</a:t>
            </a:r>
          </a:p>
        </p:txBody>
      </p:sp>
      <p:sp>
        <p:nvSpPr>
          <p:cNvPr id="955450" name="Rectangle 58"/>
          <p:cNvSpPr>
            <a:spLocks noChangeArrowheads="1"/>
          </p:cNvSpPr>
          <p:nvPr/>
        </p:nvSpPr>
        <p:spPr bwMode="auto">
          <a:xfrm>
            <a:off x="0" y="598488"/>
            <a:ext cx="85344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基本思想：</a:t>
            </a:r>
          </a:p>
        </p:txBody>
      </p:sp>
      <p:sp>
        <p:nvSpPr>
          <p:cNvPr id="955452" name="AutoShape 60"/>
          <p:cNvSpPr>
            <a:spLocks noChangeArrowheads="1"/>
          </p:cNvSpPr>
          <p:nvPr/>
        </p:nvSpPr>
        <p:spPr bwMode="auto">
          <a:xfrm>
            <a:off x="4427538" y="109538"/>
            <a:ext cx="3095625" cy="846137"/>
          </a:xfrm>
          <a:prstGeom prst="cloudCallout">
            <a:avLst>
              <a:gd name="adj1" fmla="val -82667"/>
              <a:gd name="adj2" fmla="val 141745"/>
            </a:avLst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如何建？？</a:t>
            </a:r>
          </a:p>
        </p:txBody>
      </p:sp>
      <p:sp>
        <p:nvSpPr>
          <p:cNvPr id="955453" name="AutoShape 6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008563" y="2816225"/>
            <a:ext cx="3525837" cy="846138"/>
          </a:xfrm>
          <a:prstGeom prst="cloudCallout">
            <a:avLst>
              <a:gd name="adj1" fmla="val -53333"/>
              <a:gd name="adj2" fmla="val -99343"/>
            </a:avLst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如何调整？？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55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554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554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554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95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70" decel="100000"/>
                                        <p:tgtEl>
                                          <p:spTgt spid="9554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770" decel="100000"/>
                                        <p:tgtEl>
                                          <p:spTgt spid="95545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5545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5" dur="770" fill="hold"/>
                                        <p:tgtEl>
                                          <p:spTgt spid="955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55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7" dur="770" fill="hold"/>
                                        <p:tgtEl>
                                          <p:spTgt spid="955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55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9554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9554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448" grpId="0" build="p"/>
      <p:bldP spid="955452" grpId="0" animBg="1"/>
      <p:bldP spid="955452" grpId="1" animBg="1"/>
      <p:bldP spid="955453" grpId="0" animBg="1"/>
      <p:bldP spid="955453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9570" name="Rectangle 4"/>
          <p:cNvSpPr>
            <a:spLocks noChangeArrowheads="1"/>
          </p:cNvSpPr>
          <p:nvPr/>
        </p:nvSpPr>
        <p:spPr bwMode="auto">
          <a:xfrm>
            <a:off x="3482975" y="1562100"/>
            <a:ext cx="763588" cy="4556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9571" name="Rectangle 5"/>
          <p:cNvSpPr>
            <a:spLocks noChangeArrowheads="1"/>
          </p:cNvSpPr>
          <p:nvPr/>
        </p:nvSpPr>
        <p:spPr bwMode="auto">
          <a:xfrm>
            <a:off x="2679700" y="2489200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09572" name="Group 6"/>
          <p:cNvGrpSpPr>
            <a:grpSpLocks/>
          </p:cNvGrpSpPr>
          <p:nvPr/>
        </p:nvGrpSpPr>
        <p:grpSpPr bwMode="auto">
          <a:xfrm>
            <a:off x="5184775" y="549275"/>
            <a:ext cx="739775" cy="863600"/>
            <a:chOff x="3610" y="1785"/>
            <a:chExt cx="466" cy="544"/>
          </a:xfrm>
        </p:grpSpPr>
        <p:sp>
          <p:nvSpPr>
            <p:cNvPr id="109573" name="Rectangle 7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9574" name="Rectangle 8"/>
            <p:cNvSpPr>
              <a:spLocks noChangeArrowheads="1"/>
            </p:cNvSpPr>
            <p:nvPr/>
          </p:nvSpPr>
          <p:spPr bwMode="auto">
            <a:xfrm>
              <a:off x="3678" y="1785"/>
              <a:ext cx="30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30</a:t>
              </a:r>
            </a:p>
            <a:p>
              <a:pPr eaLnBrk="1" hangingPunct="1"/>
              <a:endParaRPr lang="en-US" altLang="zh-CN" sz="1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109575" name="Line 9"/>
          <p:cNvSpPr>
            <a:spLocks noChangeShapeType="1"/>
          </p:cNvSpPr>
          <p:nvPr/>
        </p:nvSpPr>
        <p:spPr bwMode="auto">
          <a:xfrm flipV="1">
            <a:off x="3219450" y="1895475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76" name="Line 10"/>
          <p:cNvSpPr>
            <a:spLocks noChangeShapeType="1"/>
          </p:cNvSpPr>
          <p:nvPr/>
        </p:nvSpPr>
        <p:spPr bwMode="auto">
          <a:xfrm flipV="1">
            <a:off x="3967163" y="893763"/>
            <a:ext cx="1260475" cy="674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77" name="Rectangle 11"/>
          <p:cNvSpPr>
            <a:spLocks noChangeArrowheads="1"/>
          </p:cNvSpPr>
          <p:nvPr/>
        </p:nvSpPr>
        <p:spPr bwMode="auto">
          <a:xfrm>
            <a:off x="3575050" y="1552575"/>
            <a:ext cx="5159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  <a:p>
            <a:pPr eaLnBrk="1" hangingPunct="1"/>
            <a:endParaRPr lang="en-US" altLang="zh-CN" sz="14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2</a:t>
            </a:r>
          </a:p>
        </p:txBody>
      </p:sp>
      <p:sp>
        <p:nvSpPr>
          <p:cNvPr id="109578" name="Rectangle 12"/>
          <p:cNvSpPr>
            <a:spLocks noChangeArrowheads="1"/>
          </p:cNvSpPr>
          <p:nvPr/>
        </p:nvSpPr>
        <p:spPr bwMode="auto">
          <a:xfrm>
            <a:off x="2828925" y="2476500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09579" name="Group 13"/>
          <p:cNvGrpSpPr>
            <a:grpSpLocks/>
          </p:cNvGrpSpPr>
          <p:nvPr/>
        </p:nvGrpSpPr>
        <p:grpSpPr bwMode="auto">
          <a:xfrm>
            <a:off x="4081463" y="1879600"/>
            <a:ext cx="730250" cy="1466850"/>
            <a:chOff x="2915" y="2623"/>
            <a:chExt cx="460" cy="924"/>
          </a:xfrm>
        </p:grpSpPr>
        <p:sp>
          <p:nvSpPr>
            <p:cNvPr id="109580" name="Rectangle 14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9581" name="Line 15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82" name="Rectangle 16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70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sp>
        <p:nvSpPr>
          <p:cNvPr id="109583" name="Rectangle 17"/>
          <p:cNvSpPr>
            <a:spLocks noChangeArrowheads="1"/>
          </p:cNvSpPr>
          <p:nvPr/>
        </p:nvSpPr>
        <p:spPr bwMode="auto">
          <a:xfrm>
            <a:off x="6761163" y="1571625"/>
            <a:ext cx="703262" cy="4460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9584" name="Rectangle 18"/>
          <p:cNvSpPr>
            <a:spLocks noChangeArrowheads="1"/>
          </p:cNvSpPr>
          <p:nvPr/>
        </p:nvSpPr>
        <p:spPr bwMode="auto">
          <a:xfrm>
            <a:off x="6035675" y="2470150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09585" name="Rectangle 19"/>
          <p:cNvSpPr>
            <a:spLocks noChangeArrowheads="1"/>
          </p:cNvSpPr>
          <p:nvPr/>
        </p:nvSpPr>
        <p:spPr bwMode="auto">
          <a:xfrm>
            <a:off x="6897688" y="1524000"/>
            <a:ext cx="434975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  <a:p>
            <a:pPr eaLnBrk="1" hangingPunct="1"/>
            <a:endParaRPr lang="en-US" altLang="zh-CN" sz="19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09586" name="Line 20"/>
          <p:cNvSpPr>
            <a:spLocks noChangeShapeType="1"/>
          </p:cNvSpPr>
          <p:nvPr/>
        </p:nvSpPr>
        <p:spPr bwMode="auto">
          <a:xfrm flipV="1">
            <a:off x="6402388" y="1822450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7" name="Rectangle 21"/>
          <p:cNvSpPr>
            <a:spLocks noChangeArrowheads="1"/>
          </p:cNvSpPr>
          <p:nvPr/>
        </p:nvSpPr>
        <p:spPr bwMode="auto">
          <a:xfrm>
            <a:off x="6059488" y="2486025"/>
            <a:ext cx="5572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12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6</a:t>
            </a:r>
          </a:p>
        </p:txBody>
      </p:sp>
      <p:grpSp>
        <p:nvGrpSpPr>
          <p:cNvPr id="109588" name="Group 22"/>
          <p:cNvGrpSpPr>
            <a:grpSpLocks/>
          </p:cNvGrpSpPr>
          <p:nvPr/>
        </p:nvGrpSpPr>
        <p:grpSpPr bwMode="auto">
          <a:xfrm>
            <a:off x="7370763" y="1887538"/>
            <a:ext cx="730250" cy="1466850"/>
            <a:chOff x="4987" y="2628"/>
            <a:chExt cx="460" cy="924"/>
          </a:xfrm>
        </p:grpSpPr>
        <p:sp>
          <p:nvSpPr>
            <p:cNvPr id="109589" name="Rectangle 23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9590" name="Line 24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1" name="Rectangle 25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09592" name="Line 26"/>
          <p:cNvSpPr>
            <a:spLocks noChangeShapeType="1"/>
          </p:cNvSpPr>
          <p:nvPr/>
        </p:nvSpPr>
        <p:spPr bwMode="auto">
          <a:xfrm flipH="1" flipV="1">
            <a:off x="5899150" y="879475"/>
            <a:ext cx="1192213" cy="700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9593" name="Group 27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09594" name="Rectangle 28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09595" name="Line 29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6" name="Line 30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7" name="Line 31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8" name="Line 32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9" name="Line 33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600" name="Line 34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9601" name="Rectangle 35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09602" name="Rectangle 36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35653" name="Rectangle 37"/>
          <p:cNvSpPr>
            <a:spLocks noChangeArrowheads="1"/>
          </p:cNvSpPr>
          <p:nvPr/>
        </p:nvSpPr>
        <p:spPr bwMode="auto">
          <a:xfrm>
            <a:off x="0" y="0"/>
            <a:ext cx="47323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如何将无序序列建成堆</a:t>
            </a:r>
          </a:p>
        </p:txBody>
      </p:sp>
      <p:sp>
        <p:nvSpPr>
          <p:cNvPr id="1135655" name="Rectangle 39"/>
          <p:cNvSpPr>
            <a:spLocks noChangeArrowheads="1"/>
          </p:cNvSpPr>
          <p:nvPr/>
        </p:nvSpPr>
        <p:spPr bwMode="auto">
          <a:xfrm>
            <a:off x="2535238" y="3698875"/>
            <a:ext cx="59007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>
                <a:solidFill>
                  <a:srgbClr val="FF3300"/>
                </a:solidFill>
              </a:rPr>
              <a:t>思考：有</a:t>
            </a:r>
            <a:r>
              <a:rPr lang="en-US" altLang="zh-CN">
                <a:solidFill>
                  <a:srgbClr val="FF3300"/>
                </a:solidFill>
              </a:rPr>
              <a:t>n </a:t>
            </a:r>
            <a:r>
              <a:rPr lang="zh-CN" altLang="en-US">
                <a:solidFill>
                  <a:srgbClr val="FF3300"/>
                </a:solidFill>
              </a:rPr>
              <a:t>个结点的完全二叉树，最后一个分支结点的标号是多少？</a:t>
            </a:r>
          </a:p>
        </p:txBody>
      </p:sp>
      <p:sp>
        <p:nvSpPr>
          <p:cNvPr id="1135656" name="Text Box 40"/>
          <p:cNvSpPr txBox="1">
            <a:spLocks noChangeArrowheads="1"/>
          </p:cNvSpPr>
          <p:nvPr/>
        </p:nvSpPr>
        <p:spPr bwMode="auto">
          <a:xfrm>
            <a:off x="7500938" y="4227513"/>
            <a:ext cx="935037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4D4D4D"/>
                </a:solidFill>
                <a:sym typeface="Symbol" panose="05050102010706020507" pitchFamily="18" charset="2"/>
              </a:rPr>
              <a:t>n/2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8B45C7-E27A-193F-6B37-6B9FD692D55C}"/>
              </a:ext>
            </a:extLst>
          </p:cNvPr>
          <p:cNvSpPr txBox="1"/>
          <p:nvPr/>
        </p:nvSpPr>
        <p:spPr>
          <a:xfrm>
            <a:off x="1431925" y="5040857"/>
            <a:ext cx="60840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先将列从根，左，右子树依次排满每一层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3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5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5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655" grpId="0"/>
      <p:bldP spid="113565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0594" name="Rectangle 14"/>
          <p:cNvSpPr>
            <a:spLocks noChangeArrowheads="1"/>
          </p:cNvSpPr>
          <p:nvPr/>
        </p:nvSpPr>
        <p:spPr bwMode="auto">
          <a:xfrm>
            <a:off x="3482975" y="3565525"/>
            <a:ext cx="763588" cy="4556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0595" name="Rectangle 15"/>
          <p:cNvSpPr>
            <a:spLocks noChangeArrowheads="1"/>
          </p:cNvSpPr>
          <p:nvPr/>
        </p:nvSpPr>
        <p:spPr bwMode="auto">
          <a:xfrm>
            <a:off x="2679700" y="4492625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0596" name="Group 16"/>
          <p:cNvGrpSpPr>
            <a:grpSpLocks/>
          </p:cNvGrpSpPr>
          <p:nvPr/>
        </p:nvGrpSpPr>
        <p:grpSpPr bwMode="auto">
          <a:xfrm>
            <a:off x="5184775" y="2552700"/>
            <a:ext cx="739775" cy="863600"/>
            <a:chOff x="3610" y="1785"/>
            <a:chExt cx="466" cy="544"/>
          </a:xfrm>
        </p:grpSpPr>
        <p:sp>
          <p:nvSpPr>
            <p:cNvPr id="110597" name="Rectangle 17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0598" name="Rectangle 18"/>
            <p:cNvSpPr>
              <a:spLocks noChangeArrowheads="1"/>
            </p:cNvSpPr>
            <p:nvPr/>
          </p:nvSpPr>
          <p:spPr bwMode="auto">
            <a:xfrm>
              <a:off x="3678" y="1785"/>
              <a:ext cx="30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70</a:t>
              </a:r>
            </a:p>
            <a:p>
              <a:pPr eaLnBrk="1" hangingPunct="1"/>
              <a:endParaRPr lang="en-US" altLang="zh-CN" sz="1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110599" name="Line 19"/>
          <p:cNvSpPr>
            <a:spLocks noChangeShapeType="1"/>
          </p:cNvSpPr>
          <p:nvPr/>
        </p:nvSpPr>
        <p:spPr bwMode="auto">
          <a:xfrm flipV="1">
            <a:off x="3219450" y="3898900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00" name="Line 20"/>
          <p:cNvSpPr>
            <a:spLocks noChangeShapeType="1"/>
          </p:cNvSpPr>
          <p:nvPr/>
        </p:nvSpPr>
        <p:spPr bwMode="auto">
          <a:xfrm flipV="1">
            <a:off x="3967163" y="2897188"/>
            <a:ext cx="1260475" cy="674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01" name="Rectangle 21"/>
          <p:cNvSpPr>
            <a:spLocks noChangeArrowheads="1"/>
          </p:cNvSpPr>
          <p:nvPr/>
        </p:nvSpPr>
        <p:spPr bwMode="auto">
          <a:xfrm>
            <a:off x="3575050" y="3556000"/>
            <a:ext cx="5159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  <a:p>
            <a:pPr eaLnBrk="1" hangingPunct="1"/>
            <a:endParaRPr lang="en-US" altLang="zh-CN" sz="14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2</a:t>
            </a:r>
          </a:p>
        </p:txBody>
      </p:sp>
      <p:sp>
        <p:nvSpPr>
          <p:cNvPr id="110602" name="Rectangle 22"/>
          <p:cNvSpPr>
            <a:spLocks noChangeArrowheads="1"/>
          </p:cNvSpPr>
          <p:nvPr/>
        </p:nvSpPr>
        <p:spPr bwMode="auto">
          <a:xfrm>
            <a:off x="2828925" y="4479925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0603" name="Group 23"/>
          <p:cNvGrpSpPr>
            <a:grpSpLocks/>
          </p:cNvGrpSpPr>
          <p:nvPr/>
        </p:nvGrpSpPr>
        <p:grpSpPr bwMode="auto">
          <a:xfrm>
            <a:off x="4081463" y="3883025"/>
            <a:ext cx="730250" cy="1466850"/>
            <a:chOff x="2915" y="2623"/>
            <a:chExt cx="460" cy="924"/>
          </a:xfrm>
        </p:grpSpPr>
        <p:sp>
          <p:nvSpPr>
            <p:cNvPr id="110604" name="Rectangle 24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0605" name="Line 25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06" name="Rectangle 26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sp>
        <p:nvSpPr>
          <p:cNvPr id="110607" name="Rectangle 27"/>
          <p:cNvSpPr>
            <a:spLocks noChangeArrowheads="1"/>
          </p:cNvSpPr>
          <p:nvPr/>
        </p:nvSpPr>
        <p:spPr bwMode="auto">
          <a:xfrm>
            <a:off x="6761163" y="3575050"/>
            <a:ext cx="703262" cy="4460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0608" name="Rectangle 28"/>
          <p:cNvSpPr>
            <a:spLocks noChangeArrowheads="1"/>
          </p:cNvSpPr>
          <p:nvPr/>
        </p:nvSpPr>
        <p:spPr bwMode="auto">
          <a:xfrm>
            <a:off x="6035675" y="4473575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0609" name="Rectangle 29"/>
          <p:cNvSpPr>
            <a:spLocks noChangeArrowheads="1"/>
          </p:cNvSpPr>
          <p:nvPr/>
        </p:nvSpPr>
        <p:spPr bwMode="auto">
          <a:xfrm>
            <a:off x="6897688" y="3527425"/>
            <a:ext cx="4349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0610" name="Line 30"/>
          <p:cNvSpPr>
            <a:spLocks noChangeShapeType="1"/>
          </p:cNvSpPr>
          <p:nvPr/>
        </p:nvSpPr>
        <p:spPr bwMode="auto">
          <a:xfrm flipV="1">
            <a:off x="6402388" y="3825875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11" name="Rectangle 31"/>
          <p:cNvSpPr>
            <a:spLocks noChangeArrowheads="1"/>
          </p:cNvSpPr>
          <p:nvPr/>
        </p:nvSpPr>
        <p:spPr bwMode="auto">
          <a:xfrm>
            <a:off x="6059488" y="4489450"/>
            <a:ext cx="5572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8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6</a:t>
            </a:r>
          </a:p>
        </p:txBody>
      </p:sp>
      <p:grpSp>
        <p:nvGrpSpPr>
          <p:cNvPr id="110612" name="Group 33"/>
          <p:cNvGrpSpPr>
            <a:grpSpLocks/>
          </p:cNvGrpSpPr>
          <p:nvPr/>
        </p:nvGrpSpPr>
        <p:grpSpPr bwMode="auto">
          <a:xfrm>
            <a:off x="7370763" y="3890963"/>
            <a:ext cx="730250" cy="1466850"/>
            <a:chOff x="4987" y="2628"/>
            <a:chExt cx="460" cy="924"/>
          </a:xfrm>
        </p:grpSpPr>
        <p:sp>
          <p:nvSpPr>
            <p:cNvPr id="110613" name="Rectangle 34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0614" name="Line 35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5" name="Rectangle 36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0616" name="Line 37"/>
          <p:cNvSpPr>
            <a:spLocks noChangeShapeType="1"/>
          </p:cNvSpPr>
          <p:nvPr/>
        </p:nvSpPr>
        <p:spPr bwMode="auto">
          <a:xfrm flipH="1" flipV="1">
            <a:off x="5899150" y="2882900"/>
            <a:ext cx="1192213" cy="700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0617" name="Group 39"/>
          <p:cNvGrpSpPr>
            <a:grpSpLocks/>
          </p:cNvGrpSpPr>
          <p:nvPr/>
        </p:nvGrpSpPr>
        <p:grpSpPr bwMode="auto">
          <a:xfrm>
            <a:off x="1187450" y="711200"/>
            <a:ext cx="825500" cy="4183063"/>
            <a:chOff x="748" y="1394"/>
            <a:chExt cx="520" cy="2635"/>
          </a:xfrm>
        </p:grpSpPr>
        <p:sp>
          <p:nvSpPr>
            <p:cNvPr id="110618" name="Rectangle 40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0619" name="Line 41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20" name="Line 42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21" name="Line 43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22" name="Line 44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23" name="Line 45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24" name="Line 46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625" name="Rectangle 47"/>
          <p:cNvSpPr>
            <a:spLocks noChangeArrowheads="1"/>
          </p:cNvSpPr>
          <p:nvPr/>
        </p:nvSpPr>
        <p:spPr bwMode="auto">
          <a:xfrm>
            <a:off x="447675" y="115888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0626" name="Rectangle 48"/>
          <p:cNvSpPr>
            <a:spLocks noChangeArrowheads="1"/>
          </p:cNvSpPr>
          <p:nvPr/>
        </p:nvSpPr>
        <p:spPr bwMode="auto">
          <a:xfrm>
            <a:off x="1431925" y="814388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104775" y="0"/>
            <a:ext cx="8820150" cy="2447925"/>
            <a:chOff x="113" y="1525"/>
            <a:chExt cx="5556" cy="1542"/>
          </a:xfrm>
        </p:grpSpPr>
        <p:sp>
          <p:nvSpPr>
            <p:cNvPr id="110628" name="Rectangle 51"/>
            <p:cNvSpPr>
              <a:spLocks noChangeArrowheads="1"/>
            </p:cNvSpPr>
            <p:nvPr/>
          </p:nvSpPr>
          <p:spPr bwMode="auto">
            <a:xfrm>
              <a:off x="113" y="1525"/>
              <a:ext cx="5556" cy="351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zh-CN"/>
                <a:t>从第</a:t>
              </a:r>
              <a:r>
                <a:rPr lang="zh-CN" altLang="en-US">
                  <a:solidFill>
                    <a:srgbClr val="4D4D4D"/>
                  </a:solidFill>
                  <a:sym typeface="Symbol" panose="05050102010706020507" pitchFamily="18" charset="2"/>
                </a:rPr>
                <a:t></a:t>
              </a:r>
              <a:r>
                <a:rPr lang="en-US" altLang="zh-CN">
                  <a:solidFill>
                    <a:srgbClr val="4D4D4D"/>
                  </a:solidFill>
                  <a:sym typeface="Symbol" panose="05050102010706020507" pitchFamily="18" charset="2"/>
                </a:rPr>
                <a:t>n/2</a:t>
              </a:r>
              <a:r>
                <a:rPr lang="zh-CN" altLang="zh-CN"/>
                <a:t>个元素起，至第一个元素止，进行反复筛选</a:t>
              </a:r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10629" name="AutoShape 52"/>
            <p:cNvSpPr>
              <a:spLocks noChangeArrowheads="1"/>
            </p:cNvSpPr>
            <p:nvPr/>
          </p:nvSpPr>
          <p:spPr bwMode="auto">
            <a:xfrm>
              <a:off x="2789" y="2024"/>
              <a:ext cx="182" cy="499"/>
            </a:xfrm>
            <a:prstGeom prst="downArrow">
              <a:avLst>
                <a:gd name="adj1" fmla="val 50000"/>
                <a:gd name="adj2" fmla="val 6851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0630" name="Oval 53"/>
            <p:cNvSpPr>
              <a:spLocks noChangeArrowheads="1"/>
            </p:cNvSpPr>
            <p:nvPr/>
          </p:nvSpPr>
          <p:spPr bwMode="auto">
            <a:xfrm>
              <a:off x="2336" y="2523"/>
              <a:ext cx="1134" cy="544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3600"/>
                <a:t>堆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83EAC97-0945-C66B-B727-BE6D795FBBDE}"/>
              </a:ext>
            </a:extLst>
          </p:cNvPr>
          <p:cNvSpPr txBox="1"/>
          <p:nvPr/>
        </p:nvSpPr>
        <p:spPr>
          <a:xfrm>
            <a:off x="899592" y="5424488"/>
            <a:ext cx="6984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如果要构建最大堆，则从叶结点开始到根结点为止，将数值大的往上移到，直到根结点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1618" name="Oval 2"/>
          <p:cNvSpPr>
            <a:spLocks noChangeArrowheads="1"/>
          </p:cNvSpPr>
          <p:nvPr/>
        </p:nvSpPr>
        <p:spPr bwMode="auto">
          <a:xfrm>
            <a:off x="5619750" y="1871663"/>
            <a:ext cx="2679700" cy="3070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1619" name="Rectangle 7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1620" name="Rectangle 8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1621" name="Group 9"/>
          <p:cNvGrpSpPr>
            <a:grpSpLocks/>
          </p:cNvGrpSpPr>
          <p:nvPr/>
        </p:nvGrpSpPr>
        <p:grpSpPr bwMode="auto">
          <a:xfrm>
            <a:off x="5184775" y="1471613"/>
            <a:ext cx="739775" cy="863600"/>
            <a:chOff x="3610" y="1785"/>
            <a:chExt cx="466" cy="544"/>
          </a:xfrm>
        </p:grpSpPr>
        <p:sp>
          <p:nvSpPr>
            <p:cNvPr id="111622" name="Rectangle 10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1623" name="Rectangle 11"/>
            <p:cNvSpPr>
              <a:spLocks noChangeArrowheads="1"/>
            </p:cNvSpPr>
            <p:nvPr/>
          </p:nvSpPr>
          <p:spPr bwMode="auto">
            <a:xfrm>
              <a:off x="3678" y="1785"/>
              <a:ext cx="30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30</a:t>
              </a:r>
            </a:p>
            <a:p>
              <a:pPr eaLnBrk="1" hangingPunct="1"/>
              <a:endParaRPr lang="en-US" altLang="zh-CN" sz="1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111624" name="Line 12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5" name="Line 13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6" name="Rectangle 14"/>
          <p:cNvSpPr>
            <a:spLocks noChangeArrowheads="1"/>
          </p:cNvSpPr>
          <p:nvPr/>
        </p:nvSpPr>
        <p:spPr bwMode="auto">
          <a:xfrm>
            <a:off x="3575050" y="2474913"/>
            <a:ext cx="5159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  <a:p>
            <a:pPr eaLnBrk="1" hangingPunct="1"/>
            <a:endParaRPr lang="en-US" altLang="zh-CN" sz="14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2</a:t>
            </a:r>
          </a:p>
        </p:txBody>
      </p:sp>
      <p:sp>
        <p:nvSpPr>
          <p:cNvPr id="111627" name="Rectangle 15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1628" name="Group 16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1629" name="Rectangle 17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1630" name="Line 18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31" name="Rectangle 19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70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sp>
        <p:nvSpPr>
          <p:cNvPr id="111632" name="Rectangle 20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1633" name="Rectangle 21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1634" name="Line 23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1635" name="Group 26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1636" name="Rectangle 27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1637" name="Line 28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38" name="Rectangle 29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1639" name="Line 30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1640" name="Group 32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1641" name="Rectangle 33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1642" name="Line 34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43" name="Line 35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44" name="Line 36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45" name="Line 37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46" name="Line 38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47" name="Line 39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648" name="Rectangle 40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1649" name="Rectangle 41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1650" name="AutoShape 48"/>
          <p:cNvSpPr>
            <a:spLocks noChangeArrowheads="1"/>
          </p:cNvSpPr>
          <p:nvPr/>
        </p:nvSpPr>
        <p:spPr bwMode="auto">
          <a:xfrm rot="-2913811">
            <a:off x="7345363" y="2009775"/>
            <a:ext cx="965200" cy="152400"/>
          </a:xfrm>
          <a:prstGeom prst="leftArrow">
            <a:avLst>
              <a:gd name="adj1" fmla="val 50000"/>
              <a:gd name="adj2" fmla="val 158275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26451" name="Rectangle 51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1</a:t>
            </a:r>
          </a:p>
        </p:txBody>
      </p:sp>
      <p:sp>
        <p:nvSpPr>
          <p:cNvPr id="1126452" name="Rectangle 52"/>
          <p:cNvSpPr>
            <a:spLocks noChangeArrowheads="1"/>
          </p:cNvSpPr>
          <p:nvPr/>
        </p:nvSpPr>
        <p:spPr bwMode="auto">
          <a:xfrm>
            <a:off x="6784975" y="2420938"/>
            <a:ext cx="1100138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126453" name="Rectangle 53"/>
          <p:cNvSpPr>
            <a:spLocks noChangeArrowheads="1"/>
          </p:cNvSpPr>
          <p:nvPr/>
        </p:nvSpPr>
        <p:spPr bwMode="auto">
          <a:xfrm>
            <a:off x="6059488" y="3357563"/>
            <a:ext cx="69215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1654" name="Rectangle 54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1655" name="Rectangle 55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0272CD-1057-C696-0C32-620814975783}"/>
              </a:ext>
            </a:extLst>
          </p:cNvPr>
          <p:cNvSpPr txBox="1"/>
          <p:nvPr/>
        </p:nvSpPr>
        <p:spPr>
          <a:xfrm>
            <a:off x="2019300" y="4316413"/>
            <a:ext cx="65851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建立最大堆：寻找原先序列最末尾的元素对应的结点对应的兄弟与其双亲，将其与其兄弟的较大者与双亲比较，如果双亲小则交换。</a:t>
            </a:r>
            <a:endParaRPr lang="en-US" altLang="zh-CN" dirty="0">
              <a:highlight>
                <a:srgbClr val="00FF00"/>
              </a:highlight>
            </a:endParaRPr>
          </a:p>
          <a:p>
            <a:r>
              <a:rPr lang="zh-CN" altLang="en-US" dirty="0">
                <a:highlight>
                  <a:srgbClr val="00FF00"/>
                </a:highlight>
              </a:rPr>
              <a:t>从最好构建的双亲</a:t>
            </a:r>
            <a:r>
              <a:rPr lang="en-US" altLang="zh-CN" dirty="0">
                <a:highlight>
                  <a:srgbClr val="00FF00"/>
                </a:highlight>
              </a:rPr>
              <a:t>+</a:t>
            </a:r>
            <a:r>
              <a:rPr lang="zh-CN" altLang="en-US" dirty="0">
                <a:highlight>
                  <a:srgbClr val="00FF00"/>
                </a:highlight>
              </a:rPr>
              <a:t>孩子一直到根结点进行比较。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264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264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2" grpId="0"/>
      <p:bldP spid="112645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2642" name="Oval 4"/>
          <p:cNvSpPr>
            <a:spLocks noChangeArrowheads="1"/>
          </p:cNvSpPr>
          <p:nvPr/>
        </p:nvSpPr>
        <p:spPr bwMode="auto">
          <a:xfrm>
            <a:off x="5619750" y="1871663"/>
            <a:ext cx="2679700" cy="3070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2643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2644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2645" name="Group 7"/>
          <p:cNvGrpSpPr>
            <a:grpSpLocks/>
          </p:cNvGrpSpPr>
          <p:nvPr/>
        </p:nvGrpSpPr>
        <p:grpSpPr bwMode="auto">
          <a:xfrm>
            <a:off x="5184775" y="1471613"/>
            <a:ext cx="739775" cy="863600"/>
            <a:chOff x="3610" y="1785"/>
            <a:chExt cx="466" cy="544"/>
          </a:xfrm>
        </p:grpSpPr>
        <p:sp>
          <p:nvSpPr>
            <p:cNvPr id="112646" name="Rectangle 8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2647" name="Rectangle 9"/>
            <p:cNvSpPr>
              <a:spLocks noChangeArrowheads="1"/>
            </p:cNvSpPr>
            <p:nvPr/>
          </p:nvSpPr>
          <p:spPr bwMode="auto">
            <a:xfrm>
              <a:off x="3678" y="1785"/>
              <a:ext cx="30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30</a:t>
              </a:r>
            </a:p>
            <a:p>
              <a:pPr eaLnBrk="1" hangingPunct="1"/>
              <a:endParaRPr lang="en-US" altLang="zh-CN" sz="1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112648" name="Line 10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9" name="Line 11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0" name="Rectangle 12"/>
          <p:cNvSpPr>
            <a:spLocks noChangeArrowheads="1"/>
          </p:cNvSpPr>
          <p:nvPr/>
        </p:nvSpPr>
        <p:spPr bwMode="auto">
          <a:xfrm>
            <a:off x="3575050" y="2474913"/>
            <a:ext cx="5159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  <a:p>
            <a:pPr eaLnBrk="1" hangingPunct="1"/>
            <a:endParaRPr lang="en-US" altLang="zh-CN" sz="14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2</a:t>
            </a:r>
          </a:p>
        </p:txBody>
      </p:sp>
      <p:sp>
        <p:nvSpPr>
          <p:cNvPr id="112651" name="Rectangle 13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2652" name="Group 14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2653" name="Rectangle 15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2654" name="Line 16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5" name="Rectangle 17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70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sp>
        <p:nvSpPr>
          <p:cNvPr id="112656" name="Rectangle 18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2657" name="Rectangle 19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36660" name="Rectangle 20"/>
          <p:cNvSpPr>
            <a:spLocks noChangeArrowheads="1"/>
          </p:cNvSpPr>
          <p:nvPr/>
        </p:nvSpPr>
        <p:spPr bwMode="auto">
          <a:xfrm>
            <a:off x="6659563" y="2420938"/>
            <a:ext cx="110013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12</a:t>
            </a:r>
          </a:p>
        </p:txBody>
      </p:sp>
      <p:sp>
        <p:nvSpPr>
          <p:cNvPr id="112659" name="Line 21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662" name="Rectangle 22"/>
          <p:cNvSpPr>
            <a:spLocks noChangeArrowheads="1"/>
          </p:cNvSpPr>
          <p:nvPr/>
        </p:nvSpPr>
        <p:spPr bwMode="auto">
          <a:xfrm>
            <a:off x="6059488" y="3357563"/>
            <a:ext cx="69215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12661" name="Group 24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2662" name="Rectangle 25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2663" name="Line 26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4" name="Rectangle 27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2665" name="Line 28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2666" name="Group 30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2667" name="Rectangle 31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2668" name="Line 32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9" name="Line 33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0" name="Line 34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1" name="Line 35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2" name="Line 36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3" name="Line 37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674" name="Rectangle 38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2675" name="Rectangle 39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2676" name="AutoShape 40"/>
          <p:cNvSpPr>
            <a:spLocks noChangeArrowheads="1"/>
          </p:cNvSpPr>
          <p:nvPr/>
        </p:nvSpPr>
        <p:spPr bwMode="auto">
          <a:xfrm rot="-2913811">
            <a:off x="7345363" y="2009775"/>
            <a:ext cx="965200" cy="152400"/>
          </a:xfrm>
          <a:prstGeom prst="leftArrow">
            <a:avLst>
              <a:gd name="adj1" fmla="val 50000"/>
              <a:gd name="adj2" fmla="val 158275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36681" name="Rectangle 41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1</a:t>
            </a:r>
          </a:p>
        </p:txBody>
      </p:sp>
      <p:sp>
        <p:nvSpPr>
          <p:cNvPr id="112678" name="Rectangle 42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2679" name="Rectangle 43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366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0" dur="2000" fill="hold"/>
                                        <p:tgtEl>
                                          <p:spTgt spid="113666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0" grpId="0"/>
      <p:bldP spid="113666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3666" name="Oval 4"/>
          <p:cNvSpPr>
            <a:spLocks noChangeArrowheads="1"/>
          </p:cNvSpPr>
          <p:nvPr/>
        </p:nvSpPr>
        <p:spPr bwMode="auto">
          <a:xfrm>
            <a:off x="2505075" y="1816100"/>
            <a:ext cx="2679700" cy="3070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3667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3668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3669" name="Group 7"/>
          <p:cNvGrpSpPr>
            <a:grpSpLocks/>
          </p:cNvGrpSpPr>
          <p:nvPr/>
        </p:nvGrpSpPr>
        <p:grpSpPr bwMode="auto">
          <a:xfrm>
            <a:off x="5184775" y="1471613"/>
            <a:ext cx="739775" cy="863600"/>
            <a:chOff x="3610" y="1785"/>
            <a:chExt cx="466" cy="544"/>
          </a:xfrm>
        </p:grpSpPr>
        <p:sp>
          <p:nvSpPr>
            <p:cNvPr id="113670" name="Rectangle 8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3671" name="Rectangle 9"/>
            <p:cNvSpPr>
              <a:spLocks noChangeArrowheads="1"/>
            </p:cNvSpPr>
            <p:nvPr/>
          </p:nvSpPr>
          <p:spPr bwMode="auto">
            <a:xfrm>
              <a:off x="3678" y="1785"/>
              <a:ext cx="30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30</a:t>
              </a:r>
            </a:p>
            <a:p>
              <a:pPr eaLnBrk="1" hangingPunct="1"/>
              <a:endParaRPr lang="en-US" altLang="zh-CN" sz="1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113672" name="Line 10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73" name="Line 11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676" name="Rectangle 12"/>
          <p:cNvSpPr>
            <a:spLocks noChangeArrowheads="1"/>
          </p:cNvSpPr>
          <p:nvPr/>
        </p:nvSpPr>
        <p:spPr bwMode="auto">
          <a:xfrm>
            <a:off x="3492500" y="2420938"/>
            <a:ext cx="939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13675" name="Rectangle 13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3676" name="Group 14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3677" name="Rectangle 15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3678" name="Line 16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9" name="Rectangle 17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3680" name="Rectangle 18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3681" name="Rectangle 19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3682" name="Rectangle 20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3683" name="Line 21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84" name="Rectangle 22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grpSp>
        <p:nvGrpSpPr>
          <p:cNvPr id="113685" name="Group 24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3686" name="Rectangle 25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3687" name="Line 26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8" name="Rectangle 27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3689" name="Line 28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3690" name="Group 30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3691" name="Rectangle 31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3692" name="Line 32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3" name="Line 33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4" name="Line 34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5" name="Line 35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6" name="Line 36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7" name="Line 37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3698" name="Rectangle 38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3699" name="Rectangle 39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37705" name="Rectangle 41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2</a:t>
            </a:r>
          </a:p>
        </p:txBody>
      </p:sp>
      <p:sp>
        <p:nvSpPr>
          <p:cNvPr id="113701" name="Rectangle 42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3702" name="Rectangle 43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13703" name="Line 46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04" name="Line 49"/>
          <p:cNvSpPr>
            <a:spLocks noChangeShapeType="1"/>
          </p:cNvSpPr>
          <p:nvPr/>
        </p:nvSpPr>
        <p:spPr bwMode="auto">
          <a:xfrm>
            <a:off x="2935288" y="1641475"/>
            <a:ext cx="547687" cy="693738"/>
          </a:xfrm>
          <a:prstGeom prst="line">
            <a:avLst/>
          </a:prstGeom>
          <a:noFill/>
          <a:ln w="76200">
            <a:solidFill>
              <a:srgbClr val="33CC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05" name="Rectangle 50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37715" name="Rectangle 51"/>
          <p:cNvSpPr>
            <a:spLocks noChangeArrowheads="1"/>
          </p:cNvSpPr>
          <p:nvPr/>
        </p:nvSpPr>
        <p:spPr bwMode="auto">
          <a:xfrm>
            <a:off x="4067175" y="3357563"/>
            <a:ext cx="1081088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70</a:t>
            </a:r>
          </a:p>
        </p:txBody>
      </p:sp>
      <p:sp>
        <p:nvSpPr>
          <p:cNvPr id="113707" name="Rectangle 52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3767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377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676" grpId="0"/>
      <p:bldP spid="113771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4690" name="Oval 43"/>
          <p:cNvSpPr>
            <a:spLocks noChangeArrowheads="1"/>
          </p:cNvSpPr>
          <p:nvPr/>
        </p:nvSpPr>
        <p:spPr bwMode="auto">
          <a:xfrm>
            <a:off x="2505075" y="1816100"/>
            <a:ext cx="2679700" cy="3070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4691" name="Rectangle 44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4692" name="Rectangle 45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4693" name="Group 46"/>
          <p:cNvGrpSpPr>
            <a:grpSpLocks/>
          </p:cNvGrpSpPr>
          <p:nvPr/>
        </p:nvGrpSpPr>
        <p:grpSpPr bwMode="auto">
          <a:xfrm>
            <a:off x="5184775" y="1471613"/>
            <a:ext cx="739775" cy="863600"/>
            <a:chOff x="3610" y="1785"/>
            <a:chExt cx="466" cy="544"/>
          </a:xfrm>
        </p:grpSpPr>
        <p:sp>
          <p:nvSpPr>
            <p:cNvPr id="114694" name="Rectangle 47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4695" name="Rectangle 48"/>
            <p:cNvSpPr>
              <a:spLocks noChangeArrowheads="1"/>
            </p:cNvSpPr>
            <p:nvPr/>
          </p:nvSpPr>
          <p:spPr bwMode="auto">
            <a:xfrm>
              <a:off x="3678" y="1785"/>
              <a:ext cx="30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30</a:t>
              </a:r>
            </a:p>
            <a:p>
              <a:pPr eaLnBrk="1" hangingPunct="1"/>
              <a:endParaRPr lang="en-US" altLang="zh-CN" sz="1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1</a:t>
              </a:r>
            </a:p>
          </p:txBody>
        </p:sp>
      </p:grpSp>
      <p:sp>
        <p:nvSpPr>
          <p:cNvPr id="114696" name="Line 49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7" name="Line 50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8" name="Rectangle 51"/>
          <p:cNvSpPr>
            <a:spLocks noChangeArrowheads="1"/>
          </p:cNvSpPr>
          <p:nvPr/>
        </p:nvSpPr>
        <p:spPr bwMode="auto">
          <a:xfrm>
            <a:off x="3492500" y="2420938"/>
            <a:ext cx="939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70</a:t>
            </a:r>
          </a:p>
        </p:txBody>
      </p:sp>
      <p:sp>
        <p:nvSpPr>
          <p:cNvPr id="114699" name="Rectangle 52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4700" name="Group 53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4701" name="Rectangle 54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4702" name="Line 55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3" name="Rectangle 56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4704" name="Rectangle 57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4705" name="Rectangle 58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4706" name="Rectangle 59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4707" name="Line 60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08" name="Rectangle 61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grpSp>
        <p:nvGrpSpPr>
          <p:cNvPr id="114709" name="Group 62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4710" name="Rectangle 63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4711" name="Line 64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2" name="Rectangle 65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4713" name="Line 66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4714" name="Group 67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4715" name="Rectangle 68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4716" name="Line 69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7" name="Line 70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8" name="Line 71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9" name="Line 72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0" name="Line 73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1" name="Line 74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4722" name="Rectangle 75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4723" name="Rectangle 76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38765" name="Rectangle 77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2</a:t>
            </a:r>
          </a:p>
        </p:txBody>
      </p:sp>
      <p:sp>
        <p:nvSpPr>
          <p:cNvPr id="114725" name="Rectangle 78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4726" name="Rectangle 79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14727" name="Line 80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8" name="Line 81"/>
          <p:cNvSpPr>
            <a:spLocks noChangeShapeType="1"/>
          </p:cNvSpPr>
          <p:nvPr/>
        </p:nvSpPr>
        <p:spPr bwMode="auto">
          <a:xfrm>
            <a:off x="2935288" y="1641475"/>
            <a:ext cx="547687" cy="693738"/>
          </a:xfrm>
          <a:prstGeom prst="line">
            <a:avLst/>
          </a:prstGeom>
          <a:noFill/>
          <a:ln w="76200">
            <a:solidFill>
              <a:srgbClr val="33CC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29" name="Rectangle 82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4730" name="Rectangle 83"/>
          <p:cNvSpPr>
            <a:spLocks noChangeArrowheads="1"/>
          </p:cNvSpPr>
          <p:nvPr/>
        </p:nvSpPr>
        <p:spPr bwMode="auto">
          <a:xfrm>
            <a:off x="4067175" y="3357563"/>
            <a:ext cx="1081088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14731" name="Rectangle 84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714" name="Oval 46"/>
          <p:cNvSpPr>
            <a:spLocks noChangeArrowheads="1"/>
          </p:cNvSpPr>
          <p:nvPr/>
        </p:nvSpPr>
        <p:spPr bwMode="auto">
          <a:xfrm>
            <a:off x="2268538" y="1125538"/>
            <a:ext cx="6246812" cy="3867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5715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5716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5717" name="Group 7"/>
          <p:cNvGrpSpPr>
            <a:grpSpLocks/>
          </p:cNvGrpSpPr>
          <p:nvPr/>
        </p:nvGrpSpPr>
        <p:grpSpPr bwMode="auto">
          <a:xfrm>
            <a:off x="5184775" y="1471613"/>
            <a:ext cx="739775" cy="452437"/>
            <a:chOff x="3610" y="1785"/>
            <a:chExt cx="466" cy="285"/>
          </a:xfrm>
        </p:grpSpPr>
        <p:sp>
          <p:nvSpPr>
            <p:cNvPr id="115718" name="Rectangle 8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5719" name="Rectangle 9"/>
            <p:cNvSpPr>
              <a:spLocks noChangeArrowheads="1"/>
            </p:cNvSpPr>
            <p:nvPr/>
          </p:nvSpPr>
          <p:spPr bwMode="auto">
            <a:xfrm>
              <a:off x="3678" y="1785"/>
              <a:ext cx="13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5720" name="Line 10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1" name="Line 11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2" name="Rectangle 12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115723" name="Rectangle 13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5724" name="Group 14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5725" name="Rectangle 15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5726" name="Line 16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27" name="Rectangle 17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5728" name="Rectangle 18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5729" name="Rectangle 19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5730" name="Rectangle 20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5731" name="Line 21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2" name="Rectangle 22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grpSp>
        <p:nvGrpSpPr>
          <p:cNvPr id="115733" name="Group 23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5734" name="Rectangle 24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5735" name="Line 25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6" name="Rectangle 26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5737" name="Line 27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5738" name="Group 28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5739" name="Rectangle 29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5740" name="Line 30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1" name="Line 31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2" name="Line 32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3" name="Line 33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4" name="Line 34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5" name="Line 35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5746" name="Rectangle 36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5747" name="Rectangle 37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39750" name="Rectangle 38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3</a:t>
            </a:r>
          </a:p>
        </p:txBody>
      </p:sp>
      <p:sp>
        <p:nvSpPr>
          <p:cNvPr id="115749" name="Rectangle 39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5750" name="Rectangle 40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15751" name="Line 41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52" name="Line 42"/>
          <p:cNvSpPr>
            <a:spLocks noChangeShapeType="1"/>
          </p:cNvSpPr>
          <p:nvPr/>
        </p:nvSpPr>
        <p:spPr bwMode="auto">
          <a:xfrm>
            <a:off x="4811713" y="677863"/>
            <a:ext cx="547687" cy="693737"/>
          </a:xfrm>
          <a:prstGeom prst="line">
            <a:avLst/>
          </a:prstGeom>
          <a:noFill/>
          <a:ln w="76200">
            <a:solidFill>
              <a:srgbClr val="33CC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53" name="Rectangle 43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5754" name="Rectangle 44"/>
          <p:cNvSpPr>
            <a:spLocks noChangeArrowheads="1"/>
          </p:cNvSpPr>
          <p:nvPr/>
        </p:nvSpPr>
        <p:spPr bwMode="auto">
          <a:xfrm>
            <a:off x="4138613" y="3284538"/>
            <a:ext cx="10810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115755" name="Rectangle 45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39759" name="Rectangle 47"/>
          <p:cNvSpPr>
            <a:spLocks noChangeArrowheads="1"/>
          </p:cNvSpPr>
          <p:nvPr/>
        </p:nvSpPr>
        <p:spPr bwMode="auto">
          <a:xfrm>
            <a:off x="5145088" y="1412875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30</a:t>
            </a:r>
          </a:p>
        </p:txBody>
      </p:sp>
      <p:sp>
        <p:nvSpPr>
          <p:cNvPr id="115757" name="Rectangle 48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3975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975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6738" name="Oval 4"/>
          <p:cNvSpPr>
            <a:spLocks noChangeArrowheads="1"/>
          </p:cNvSpPr>
          <p:nvPr/>
        </p:nvSpPr>
        <p:spPr bwMode="auto">
          <a:xfrm>
            <a:off x="2268538" y="1125538"/>
            <a:ext cx="6246812" cy="3867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6739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6740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6741" name="Group 7"/>
          <p:cNvGrpSpPr>
            <a:grpSpLocks/>
          </p:cNvGrpSpPr>
          <p:nvPr/>
        </p:nvGrpSpPr>
        <p:grpSpPr bwMode="auto">
          <a:xfrm>
            <a:off x="5184775" y="1471613"/>
            <a:ext cx="739775" cy="452437"/>
            <a:chOff x="3610" y="1785"/>
            <a:chExt cx="466" cy="285"/>
          </a:xfrm>
        </p:grpSpPr>
        <p:sp>
          <p:nvSpPr>
            <p:cNvPr id="116742" name="Rectangle 8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6743" name="Rectangle 9"/>
            <p:cNvSpPr>
              <a:spLocks noChangeArrowheads="1"/>
            </p:cNvSpPr>
            <p:nvPr/>
          </p:nvSpPr>
          <p:spPr bwMode="auto">
            <a:xfrm>
              <a:off x="3678" y="1785"/>
              <a:ext cx="13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6744" name="Line 10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748" name="Rectangle 12"/>
          <p:cNvSpPr>
            <a:spLocks noChangeArrowheads="1"/>
          </p:cNvSpPr>
          <p:nvPr/>
        </p:nvSpPr>
        <p:spPr bwMode="auto">
          <a:xfrm>
            <a:off x="3419475" y="2436813"/>
            <a:ext cx="939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30</a:t>
            </a:r>
          </a:p>
        </p:txBody>
      </p:sp>
      <p:sp>
        <p:nvSpPr>
          <p:cNvPr id="116746" name="Rectangle 13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6747" name="Group 14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6748" name="Rectangle 15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6749" name="Line 16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0" name="Rectangle 17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6751" name="Rectangle 18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6752" name="Rectangle 19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6753" name="Rectangle 20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6754" name="Line 21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55" name="Rectangle 22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grpSp>
        <p:nvGrpSpPr>
          <p:cNvPr id="116756" name="Group 23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6757" name="Rectangle 24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6758" name="Line 25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59" name="Rectangle 26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6760" name="Line 27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6761" name="Group 28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6762" name="Rectangle 29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6763" name="Line 30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4" name="Line 31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5" name="Line 32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6" name="Line 33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7" name="Line 34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68" name="Line 35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769" name="Rectangle 36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6770" name="Rectangle 37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40774" name="Rectangle 38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3</a:t>
            </a:r>
          </a:p>
        </p:txBody>
      </p:sp>
      <p:sp>
        <p:nvSpPr>
          <p:cNvPr id="116772" name="Rectangle 39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6773" name="Rectangle 40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16774" name="Line 41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75" name="Line 42"/>
          <p:cNvSpPr>
            <a:spLocks noChangeShapeType="1"/>
          </p:cNvSpPr>
          <p:nvPr/>
        </p:nvSpPr>
        <p:spPr bwMode="auto">
          <a:xfrm>
            <a:off x="4811713" y="677863"/>
            <a:ext cx="547687" cy="693737"/>
          </a:xfrm>
          <a:prstGeom prst="line">
            <a:avLst/>
          </a:prstGeom>
          <a:noFill/>
          <a:ln w="76200">
            <a:solidFill>
              <a:srgbClr val="33CC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76" name="Rectangle 43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6777" name="Rectangle 44"/>
          <p:cNvSpPr>
            <a:spLocks noChangeArrowheads="1"/>
          </p:cNvSpPr>
          <p:nvPr/>
        </p:nvSpPr>
        <p:spPr bwMode="auto">
          <a:xfrm>
            <a:off x="4138613" y="3284538"/>
            <a:ext cx="10810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116778" name="Rectangle 45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40782" name="Rectangle 46"/>
          <p:cNvSpPr>
            <a:spLocks noChangeArrowheads="1"/>
          </p:cNvSpPr>
          <p:nvPr/>
        </p:nvSpPr>
        <p:spPr bwMode="auto">
          <a:xfrm>
            <a:off x="5145088" y="1412875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70</a:t>
            </a:r>
          </a:p>
        </p:txBody>
      </p:sp>
      <p:sp>
        <p:nvSpPr>
          <p:cNvPr id="116780" name="Rectangle 47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6781" name="Line 48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92B5D2-4DBB-9453-BD08-4575DBA29BC4}"/>
              </a:ext>
            </a:extLst>
          </p:cNvPr>
          <p:cNvSpPr txBox="1"/>
          <p:nvPr/>
        </p:nvSpPr>
        <p:spPr>
          <a:xfrm>
            <a:off x="2268538" y="4835525"/>
            <a:ext cx="5443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交换一层时可能会影响下层，此时要重新排序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407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4074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0748" grpId="0"/>
      <p:bldP spid="114078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7762" name="Oval 4"/>
          <p:cNvSpPr>
            <a:spLocks noChangeArrowheads="1"/>
          </p:cNvSpPr>
          <p:nvPr/>
        </p:nvSpPr>
        <p:spPr bwMode="auto">
          <a:xfrm>
            <a:off x="2268538" y="1125538"/>
            <a:ext cx="6246812" cy="3867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7763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7764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7765" name="Group 7"/>
          <p:cNvGrpSpPr>
            <a:grpSpLocks/>
          </p:cNvGrpSpPr>
          <p:nvPr/>
        </p:nvGrpSpPr>
        <p:grpSpPr bwMode="auto">
          <a:xfrm>
            <a:off x="5184775" y="1471613"/>
            <a:ext cx="739775" cy="452437"/>
            <a:chOff x="3610" y="1785"/>
            <a:chExt cx="466" cy="285"/>
          </a:xfrm>
        </p:grpSpPr>
        <p:sp>
          <p:nvSpPr>
            <p:cNvPr id="117766" name="Rectangle 8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7767" name="Rectangle 9"/>
            <p:cNvSpPr>
              <a:spLocks noChangeArrowheads="1"/>
            </p:cNvSpPr>
            <p:nvPr/>
          </p:nvSpPr>
          <p:spPr bwMode="auto">
            <a:xfrm>
              <a:off x="3678" y="1785"/>
              <a:ext cx="13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7768" name="Line 10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69" name="Line 11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772" name="Rectangle 12"/>
          <p:cNvSpPr>
            <a:spLocks noChangeArrowheads="1"/>
          </p:cNvSpPr>
          <p:nvPr/>
        </p:nvSpPr>
        <p:spPr bwMode="auto">
          <a:xfrm>
            <a:off x="3419475" y="2436813"/>
            <a:ext cx="939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17771" name="Rectangle 13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sp>
        <p:nvSpPr>
          <p:cNvPr id="117772" name="Rectangle 15"/>
          <p:cNvSpPr>
            <a:spLocks noChangeArrowheads="1"/>
          </p:cNvSpPr>
          <p:nvPr/>
        </p:nvSpPr>
        <p:spPr bwMode="auto">
          <a:xfrm>
            <a:off x="4122738" y="3375025"/>
            <a:ext cx="688975" cy="4746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7773" name="Line 16"/>
          <p:cNvSpPr>
            <a:spLocks noChangeShapeType="1"/>
          </p:cNvSpPr>
          <p:nvPr/>
        </p:nvSpPr>
        <p:spPr bwMode="auto">
          <a:xfrm flipH="1" flipV="1">
            <a:off x="4081463" y="2801938"/>
            <a:ext cx="433387" cy="55403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4" name="Rectangle 17"/>
          <p:cNvSpPr>
            <a:spLocks noChangeArrowheads="1"/>
          </p:cNvSpPr>
          <p:nvPr/>
        </p:nvSpPr>
        <p:spPr bwMode="auto">
          <a:xfrm>
            <a:off x="4270375" y="3405188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en-US" altLang="zh-CN" sz="19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775" name="Rectangle 18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7776" name="Rectangle 19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7777" name="Rectangle 20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7778" name="Line 21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9" name="Rectangle 22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grpSp>
        <p:nvGrpSpPr>
          <p:cNvPr id="117780" name="Group 23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7781" name="Rectangle 24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7782" name="Line 25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3" name="Rectangle 26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7784" name="Line 27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7785" name="Group 28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7786" name="Rectangle 29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7787" name="Line 30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8" name="Line 31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9" name="Line 32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0" name="Line 33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1" name="Line 34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2" name="Line 35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793" name="Rectangle 36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7794" name="Rectangle 37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41798" name="Rectangle 38"/>
          <p:cNvSpPr>
            <a:spLocks noChangeArrowheads="1"/>
          </p:cNvSpPr>
          <p:nvPr/>
        </p:nvSpPr>
        <p:spPr bwMode="auto">
          <a:xfrm>
            <a:off x="0" y="0"/>
            <a:ext cx="4081463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无序序列建成堆－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3</a:t>
            </a:r>
          </a:p>
        </p:txBody>
      </p:sp>
      <p:sp>
        <p:nvSpPr>
          <p:cNvPr id="117796" name="Rectangle 39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7797" name="Rectangle 40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17798" name="Line 41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9" name="Line 42"/>
          <p:cNvSpPr>
            <a:spLocks noChangeShapeType="1"/>
          </p:cNvSpPr>
          <p:nvPr/>
        </p:nvSpPr>
        <p:spPr bwMode="auto">
          <a:xfrm>
            <a:off x="4811713" y="677863"/>
            <a:ext cx="547687" cy="693737"/>
          </a:xfrm>
          <a:prstGeom prst="line">
            <a:avLst/>
          </a:prstGeom>
          <a:noFill/>
          <a:ln w="76200">
            <a:solidFill>
              <a:srgbClr val="33CC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800" name="Rectangle 43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7801" name="Rectangle 45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7802" name="Rectangle 46"/>
          <p:cNvSpPr>
            <a:spLocks noChangeArrowheads="1"/>
          </p:cNvSpPr>
          <p:nvPr/>
        </p:nvSpPr>
        <p:spPr bwMode="auto">
          <a:xfrm>
            <a:off x="5145088" y="1341438"/>
            <a:ext cx="939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117803" name="Rectangle 47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41808" name="Rectangle 48"/>
          <p:cNvSpPr>
            <a:spLocks noChangeArrowheads="1"/>
          </p:cNvSpPr>
          <p:nvPr/>
        </p:nvSpPr>
        <p:spPr bwMode="auto">
          <a:xfrm>
            <a:off x="4064000" y="3300413"/>
            <a:ext cx="939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30</a:t>
            </a:r>
          </a:p>
        </p:txBody>
      </p:sp>
      <p:sp>
        <p:nvSpPr>
          <p:cNvPr id="1141810" name="AutoShape 50"/>
          <p:cNvSpPr>
            <a:spLocks noChangeArrowheads="1"/>
          </p:cNvSpPr>
          <p:nvPr/>
        </p:nvSpPr>
        <p:spPr bwMode="auto">
          <a:xfrm>
            <a:off x="6035675" y="260350"/>
            <a:ext cx="2506663" cy="865188"/>
          </a:xfrm>
          <a:prstGeom prst="cloudCallout">
            <a:avLst>
              <a:gd name="adj1" fmla="val -30556"/>
              <a:gd name="adj2" fmla="val 84495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/>
              <a:t>建堆完毕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4177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4180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141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141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1772" grpId="0"/>
      <p:bldP spid="1141808" grpId="0"/>
      <p:bldP spid="114181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42790" name="Rectangle 6"/>
          <p:cNvSpPr>
            <a:spLocks noChangeArrowheads="1"/>
          </p:cNvSpPr>
          <p:nvPr/>
        </p:nvSpPr>
        <p:spPr bwMode="auto">
          <a:xfrm>
            <a:off x="304800" y="2224088"/>
            <a:ext cx="8424863" cy="15827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/>
              <a:t>输出堆顶元素后，以堆中</a:t>
            </a:r>
            <a:r>
              <a:rPr lang="zh-CN" altLang="en-US">
                <a:solidFill>
                  <a:srgbClr val="FF3300"/>
                </a:solidFill>
              </a:rPr>
              <a:t>最后一个元素</a:t>
            </a:r>
            <a:r>
              <a:rPr lang="zh-CN" altLang="en-US"/>
              <a:t>替代之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/>
              <a:t>将根结点与左、右子树根结点比较，并</a:t>
            </a:r>
            <a:r>
              <a:rPr lang="zh-CN" altLang="en-US">
                <a:solidFill>
                  <a:srgbClr val="FF3300"/>
                </a:solidFill>
              </a:rPr>
              <a:t>与小者交换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rgbClr val="FF3300"/>
                </a:solidFill>
              </a:rPr>
              <a:t>重复</a:t>
            </a:r>
            <a:r>
              <a:rPr lang="zh-CN" altLang="en-US"/>
              <a:t>直至叶子结点，得到新的堆</a:t>
            </a:r>
          </a:p>
        </p:txBody>
      </p:sp>
      <p:sp>
        <p:nvSpPr>
          <p:cNvPr id="118787" name="Rectangle 7"/>
          <p:cNvSpPr>
            <a:spLocks noChangeArrowheads="1"/>
          </p:cNvSpPr>
          <p:nvPr/>
        </p:nvSpPr>
        <p:spPr bwMode="auto">
          <a:xfrm>
            <a:off x="323850" y="727075"/>
            <a:ext cx="8424863" cy="5572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/>
              <a:t>如何在输出堆顶元素后</a:t>
            </a:r>
            <a:r>
              <a:rPr lang="zh-CN" altLang="en-US">
                <a:solidFill>
                  <a:srgbClr val="FF3300"/>
                </a:solidFill>
              </a:rPr>
              <a:t>调整</a:t>
            </a:r>
            <a:r>
              <a:rPr lang="zh-CN" altLang="en-US"/>
              <a:t>，使之成为新堆？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140200" y="1284288"/>
            <a:ext cx="989013" cy="939800"/>
            <a:chOff x="2608" y="1160"/>
            <a:chExt cx="623" cy="592"/>
          </a:xfrm>
        </p:grpSpPr>
        <p:sp>
          <p:nvSpPr>
            <p:cNvPr id="118789" name="AutoShape 9"/>
            <p:cNvSpPr>
              <a:spLocks noChangeArrowheads="1"/>
            </p:cNvSpPr>
            <p:nvPr/>
          </p:nvSpPr>
          <p:spPr bwMode="auto">
            <a:xfrm>
              <a:off x="2608" y="1160"/>
              <a:ext cx="181" cy="592"/>
            </a:xfrm>
            <a:prstGeom prst="downArrow">
              <a:avLst>
                <a:gd name="adj1" fmla="val 50000"/>
                <a:gd name="adj2" fmla="val 81738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8790" name="Text Box 10"/>
            <p:cNvSpPr txBox="1">
              <a:spLocks noChangeArrowheads="1"/>
            </p:cNvSpPr>
            <p:nvPr/>
          </p:nvSpPr>
          <p:spPr bwMode="auto">
            <a:xfrm>
              <a:off x="2846" y="1208"/>
              <a:ext cx="385" cy="54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3300"/>
                  </a:solidFill>
                </a:rPr>
                <a:t>筛选</a:t>
              </a:r>
            </a:p>
          </p:txBody>
        </p:sp>
      </p:grpSp>
      <p:sp>
        <p:nvSpPr>
          <p:cNvPr id="1142796" name="Rectangle 12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</a:t>
            </a:r>
            <a:endParaRPr kumimoji="1" lang="zh-CN" altLang="en-US" sz="320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4279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42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42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42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2790" grpId="0" build="p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9810" name="Rectangle 6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9811" name="Rectangle 7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119812" name="Group 8"/>
          <p:cNvGrpSpPr>
            <a:grpSpLocks/>
          </p:cNvGrpSpPr>
          <p:nvPr/>
        </p:nvGrpSpPr>
        <p:grpSpPr bwMode="auto">
          <a:xfrm>
            <a:off x="5184775" y="1471613"/>
            <a:ext cx="739775" cy="452437"/>
            <a:chOff x="3610" y="1785"/>
            <a:chExt cx="466" cy="285"/>
          </a:xfrm>
        </p:grpSpPr>
        <p:sp>
          <p:nvSpPr>
            <p:cNvPr id="119813" name="Rectangle 9"/>
            <p:cNvSpPr>
              <a:spLocks noChangeArrowheads="1"/>
            </p:cNvSpPr>
            <p:nvPr/>
          </p:nvSpPr>
          <p:spPr bwMode="auto">
            <a:xfrm>
              <a:off x="3610" y="1787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9814" name="Rectangle 10"/>
            <p:cNvSpPr>
              <a:spLocks noChangeArrowheads="1"/>
            </p:cNvSpPr>
            <p:nvPr/>
          </p:nvSpPr>
          <p:spPr bwMode="auto">
            <a:xfrm>
              <a:off x="3678" y="1785"/>
              <a:ext cx="13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9815" name="Line 11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6" name="Line 12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7" name="Rectangle 13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119818" name="Rectangle 14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19819" name="Group 15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19820" name="Rectangle 16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9821" name="Line 17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2" name="Rectangle 18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9823" name="Rectangle 19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9824" name="Rectangle 20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19825" name="Rectangle 21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9826" name="Line 22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27" name="Rectangle 23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grpSp>
        <p:nvGrpSpPr>
          <p:cNvPr id="119828" name="Group 24"/>
          <p:cNvGrpSpPr>
            <a:grpSpLocks/>
          </p:cNvGrpSpPr>
          <p:nvPr/>
        </p:nvGrpSpPr>
        <p:grpSpPr bwMode="auto">
          <a:xfrm>
            <a:off x="7370763" y="2809875"/>
            <a:ext cx="730250" cy="1466850"/>
            <a:chOff x="4987" y="2628"/>
            <a:chExt cx="460" cy="924"/>
          </a:xfrm>
        </p:grpSpPr>
        <p:sp>
          <p:nvSpPr>
            <p:cNvPr id="119829" name="Rectangle 25"/>
            <p:cNvSpPr>
              <a:spLocks noChangeArrowheads="1"/>
            </p:cNvSpPr>
            <p:nvPr/>
          </p:nvSpPr>
          <p:spPr bwMode="auto">
            <a:xfrm>
              <a:off x="5013" y="2989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9830" name="Line 26"/>
            <p:cNvSpPr>
              <a:spLocks noChangeShapeType="1"/>
            </p:cNvSpPr>
            <p:nvPr/>
          </p:nvSpPr>
          <p:spPr bwMode="auto">
            <a:xfrm flipH="1" flipV="1">
              <a:off x="4987" y="2628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1" name="Rectangle 27"/>
            <p:cNvSpPr>
              <a:spLocks noChangeArrowheads="1"/>
            </p:cNvSpPr>
            <p:nvPr/>
          </p:nvSpPr>
          <p:spPr bwMode="auto">
            <a:xfrm>
              <a:off x="5106" y="3008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9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19832" name="Line 28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9833" name="Group 29"/>
          <p:cNvGrpSpPr>
            <a:grpSpLocks/>
          </p:cNvGrpSpPr>
          <p:nvPr/>
        </p:nvGrpSpPr>
        <p:grpSpPr bwMode="auto">
          <a:xfrm>
            <a:off x="1187450" y="677863"/>
            <a:ext cx="825500" cy="4183062"/>
            <a:chOff x="748" y="1394"/>
            <a:chExt cx="520" cy="2635"/>
          </a:xfrm>
        </p:grpSpPr>
        <p:sp>
          <p:nvSpPr>
            <p:cNvPr id="119834" name="Rectangle 30"/>
            <p:cNvSpPr>
              <a:spLocks noChangeArrowheads="1"/>
            </p:cNvSpPr>
            <p:nvPr/>
          </p:nvSpPr>
          <p:spPr bwMode="auto">
            <a:xfrm>
              <a:off x="752" y="1394"/>
              <a:ext cx="512" cy="26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19835" name="Line 31"/>
            <p:cNvSpPr>
              <a:spLocks noChangeShapeType="1"/>
            </p:cNvSpPr>
            <p:nvPr/>
          </p:nvSpPr>
          <p:spPr bwMode="auto">
            <a:xfrm>
              <a:off x="748" y="173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6" name="Line 32"/>
            <p:cNvSpPr>
              <a:spLocks noChangeShapeType="1"/>
            </p:cNvSpPr>
            <p:nvPr/>
          </p:nvSpPr>
          <p:spPr bwMode="auto">
            <a:xfrm>
              <a:off x="748" y="212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7" name="Line 33"/>
            <p:cNvSpPr>
              <a:spLocks noChangeShapeType="1"/>
            </p:cNvSpPr>
            <p:nvPr/>
          </p:nvSpPr>
          <p:spPr bwMode="auto">
            <a:xfrm>
              <a:off x="748" y="251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8" name="Line 34"/>
            <p:cNvSpPr>
              <a:spLocks noChangeShapeType="1"/>
            </p:cNvSpPr>
            <p:nvPr/>
          </p:nvSpPr>
          <p:spPr bwMode="auto">
            <a:xfrm>
              <a:off x="748" y="290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9" name="Line 35"/>
            <p:cNvSpPr>
              <a:spLocks noChangeShapeType="1"/>
            </p:cNvSpPr>
            <p:nvPr/>
          </p:nvSpPr>
          <p:spPr bwMode="auto">
            <a:xfrm>
              <a:off x="748" y="3297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0" name="Line 36"/>
            <p:cNvSpPr>
              <a:spLocks noChangeShapeType="1"/>
            </p:cNvSpPr>
            <p:nvPr/>
          </p:nvSpPr>
          <p:spPr bwMode="auto">
            <a:xfrm>
              <a:off x="748" y="3686"/>
              <a:ext cx="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9841" name="Rectangle 37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19842" name="Rectangle 38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9843" name="Rectangle 40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9844" name="Rectangle 41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19845" name="Line 42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46" name="Rectangle 44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9847" name="Rectangle 45"/>
          <p:cNvSpPr>
            <a:spLocks noChangeArrowheads="1"/>
          </p:cNvSpPr>
          <p:nvPr/>
        </p:nvSpPr>
        <p:spPr bwMode="auto">
          <a:xfrm>
            <a:off x="4138613" y="3284538"/>
            <a:ext cx="10810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19848" name="Rectangle 46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43855" name="Rectangle 47"/>
          <p:cNvSpPr>
            <a:spLocks noChangeArrowheads="1"/>
          </p:cNvSpPr>
          <p:nvPr/>
        </p:nvSpPr>
        <p:spPr bwMode="auto">
          <a:xfrm>
            <a:off x="5145088" y="1412875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70</a:t>
            </a:r>
          </a:p>
        </p:txBody>
      </p:sp>
      <p:sp>
        <p:nvSpPr>
          <p:cNvPr id="119850" name="Rectangle 48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2116138" y="1000125"/>
            <a:ext cx="579437" cy="3619500"/>
            <a:chOff x="1333" y="630"/>
            <a:chExt cx="365" cy="2280"/>
          </a:xfrm>
        </p:grpSpPr>
        <p:sp>
          <p:nvSpPr>
            <p:cNvPr id="119852" name="Line 50"/>
            <p:cNvSpPr>
              <a:spLocks noChangeShapeType="1"/>
            </p:cNvSpPr>
            <p:nvPr/>
          </p:nvSpPr>
          <p:spPr bwMode="auto">
            <a:xfrm>
              <a:off x="1655" y="650"/>
              <a:ext cx="0" cy="225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3" name="Line 51"/>
            <p:cNvSpPr>
              <a:spLocks noChangeShapeType="1"/>
            </p:cNvSpPr>
            <p:nvPr/>
          </p:nvSpPr>
          <p:spPr bwMode="auto">
            <a:xfrm>
              <a:off x="1333" y="63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54" name="Line 52"/>
            <p:cNvSpPr>
              <a:spLocks noChangeShapeType="1"/>
            </p:cNvSpPr>
            <p:nvPr/>
          </p:nvSpPr>
          <p:spPr bwMode="auto">
            <a:xfrm>
              <a:off x="1338" y="291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43861" name="Rectangle 53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E4B036-21D4-2004-458B-A297AA0C06B9}"/>
              </a:ext>
            </a:extLst>
          </p:cNvPr>
          <p:cNvSpPr txBox="1"/>
          <p:nvPr/>
        </p:nvSpPr>
        <p:spPr>
          <a:xfrm>
            <a:off x="2913311" y="4395409"/>
            <a:ext cx="72353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要把最大堆变为最小堆：</a:t>
            </a:r>
            <a:endParaRPr lang="en-US" altLang="zh-CN" dirty="0"/>
          </a:p>
          <a:p>
            <a:r>
              <a:rPr lang="en-US" altLang="zh-CN" dirty="0">
                <a:highlight>
                  <a:srgbClr val="00FF00"/>
                </a:highlight>
              </a:rPr>
              <a:t>1</a:t>
            </a:r>
            <a:r>
              <a:rPr lang="zh-CN" altLang="en-US" dirty="0">
                <a:highlight>
                  <a:srgbClr val="00FF00"/>
                </a:highlight>
              </a:rPr>
              <a:t>将根结点与</a:t>
            </a:r>
            <a:r>
              <a:rPr lang="en-US" altLang="zh-CN" dirty="0">
                <a:highlight>
                  <a:srgbClr val="00FF00"/>
                </a:highlight>
              </a:rPr>
              <a:t>min</a:t>
            </a:r>
            <a:r>
              <a:rPr lang="zh-CN" altLang="en-US" dirty="0">
                <a:highlight>
                  <a:srgbClr val="00FF00"/>
                </a:highlight>
              </a:rPr>
              <a:t>的叶结点交换。</a:t>
            </a:r>
            <a:endParaRPr lang="en-US" altLang="zh-CN" dirty="0">
              <a:highlight>
                <a:srgbClr val="00FF00"/>
              </a:highlight>
            </a:endParaRPr>
          </a:p>
          <a:p>
            <a:r>
              <a:rPr lang="en-US" altLang="zh-CN" dirty="0">
                <a:highlight>
                  <a:srgbClr val="00FF00"/>
                </a:highlight>
              </a:rPr>
              <a:t>2</a:t>
            </a:r>
            <a:r>
              <a:rPr lang="zh-CN" altLang="en-US" dirty="0">
                <a:highlight>
                  <a:srgbClr val="00FF00"/>
                </a:highlight>
              </a:rPr>
              <a:t>重新进行最大堆构建</a:t>
            </a:r>
            <a:endParaRPr lang="en-US" altLang="zh-CN" dirty="0">
              <a:highlight>
                <a:srgbClr val="00FF00"/>
              </a:highlight>
            </a:endParaRPr>
          </a:p>
          <a:p>
            <a:r>
              <a:rPr lang="en-US" altLang="zh-CN" dirty="0">
                <a:highlight>
                  <a:srgbClr val="00FF00"/>
                </a:highlight>
              </a:rPr>
              <a:t>3</a:t>
            </a:r>
            <a:r>
              <a:rPr lang="zh-CN" altLang="en-US" dirty="0">
                <a:highlight>
                  <a:srgbClr val="00FF00"/>
                </a:highlight>
              </a:rPr>
              <a:t>重复上述步骤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4385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85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44836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1</a:t>
            </a:r>
          </a:p>
        </p:txBody>
      </p:sp>
      <p:sp>
        <p:nvSpPr>
          <p:cNvPr id="120835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836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837" name="Rectangle 9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0838" name="Line 10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9" name="Line 11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0" name="Rectangle 12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120841" name="Rectangle 13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0842" name="Group 14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0843" name="Rectangle 15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0844" name="Line 16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45" name="Rectangle 17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0846" name="Rectangle 18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847" name="Rectangle 19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848" name="Rectangle 20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0849" name="Line 21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0" name="Rectangle 22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20851" name="Rectangle 24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852" name="Line 25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3" name="Rectangle 26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0854" name="Line 27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5" name="Rectangle 29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0856" name="Line 30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7" name="Line 31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8" name="Line 32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9" name="Line 33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0" name="Line 34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1" name="Line 35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2" name="Rectangle 36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0863" name="Rectangle 38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0864" name="Rectangle 39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0865" name="Line 40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6" name="Rectangle 41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0867" name="Rectangle 42"/>
          <p:cNvSpPr>
            <a:spLocks noChangeArrowheads="1"/>
          </p:cNvSpPr>
          <p:nvPr/>
        </p:nvSpPr>
        <p:spPr bwMode="auto">
          <a:xfrm>
            <a:off x="4138613" y="3284538"/>
            <a:ext cx="10810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0868" name="Rectangle 43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0869" name="Group 66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0870" name="Rectangle 8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0871" name="Rectangle 44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sp>
        <p:nvSpPr>
          <p:cNvPr id="120872" name="Rectangle 45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0873" name="Rectangle 37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0874" name="Rectangle 53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0875" name="Rectangle 54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0876" name="Rectangle 55"/>
          <p:cNvSpPr>
            <a:spLocks noChangeArrowheads="1"/>
          </p:cNvSpPr>
          <p:nvPr/>
        </p:nvSpPr>
        <p:spPr bwMode="auto">
          <a:xfrm>
            <a:off x="1209675" y="781050"/>
            <a:ext cx="688975" cy="3540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10</a:t>
            </a:r>
          </a:p>
        </p:txBody>
      </p: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1187450" y="2636838"/>
            <a:ext cx="7380288" cy="3044825"/>
            <a:chOff x="748" y="1661"/>
            <a:chExt cx="4649" cy="1918"/>
          </a:xfrm>
        </p:grpSpPr>
        <p:sp>
          <p:nvSpPr>
            <p:cNvPr id="120878" name="Rectangle 59"/>
            <p:cNvSpPr>
              <a:spLocks noChangeArrowheads="1"/>
            </p:cNvSpPr>
            <p:nvPr/>
          </p:nvSpPr>
          <p:spPr bwMode="auto">
            <a:xfrm>
              <a:off x="748" y="2330"/>
              <a:ext cx="771" cy="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9600">
                  <a:solidFill>
                    <a:srgbClr val="FF0000"/>
                  </a:solidFill>
                  <a:ea typeface="仿宋_GB2312"/>
                  <a:cs typeface="仿宋_GB2312"/>
                </a:rPr>
                <a:t>×</a:t>
              </a:r>
              <a:r>
                <a:rPr lang="en-US" altLang="zh-CN" b="0">
                  <a:ea typeface="仿宋_GB2312"/>
                  <a:cs typeface="仿宋_GB2312"/>
                </a:rPr>
                <a:t> </a:t>
              </a:r>
            </a:p>
          </p:txBody>
        </p:sp>
        <p:sp>
          <p:nvSpPr>
            <p:cNvPr id="120879" name="Rectangle 60"/>
            <p:cNvSpPr>
              <a:spLocks noChangeArrowheads="1"/>
            </p:cNvSpPr>
            <p:nvPr/>
          </p:nvSpPr>
          <p:spPr bwMode="auto">
            <a:xfrm>
              <a:off x="4626" y="1661"/>
              <a:ext cx="771" cy="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9600">
                  <a:solidFill>
                    <a:srgbClr val="FF0000"/>
                  </a:solidFill>
                  <a:ea typeface="仿宋_GB2312"/>
                  <a:cs typeface="仿宋_GB2312"/>
                </a:rPr>
                <a:t>×</a:t>
              </a:r>
              <a:r>
                <a:rPr lang="en-US" altLang="zh-CN" b="0">
                  <a:ea typeface="仿宋_GB2312"/>
                  <a:cs typeface="仿宋_GB2312"/>
                </a:rPr>
                <a:t> </a:t>
              </a:r>
            </a:p>
          </p:txBody>
        </p:sp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1423988" y="782638"/>
            <a:ext cx="4475162" cy="2141537"/>
            <a:chOff x="902" y="501"/>
            <a:chExt cx="2819" cy="1349"/>
          </a:xfrm>
        </p:grpSpPr>
        <p:grpSp>
          <p:nvGrpSpPr>
            <p:cNvPr id="120881" name="Group 73"/>
            <p:cNvGrpSpPr>
              <a:grpSpLocks/>
            </p:cNvGrpSpPr>
            <p:nvPr/>
          </p:nvGrpSpPr>
          <p:grpSpPr bwMode="auto">
            <a:xfrm>
              <a:off x="2194" y="1562"/>
              <a:ext cx="466" cy="288"/>
              <a:chOff x="3266" y="924"/>
              <a:chExt cx="466" cy="288"/>
            </a:xfrm>
          </p:grpSpPr>
          <p:sp>
            <p:nvSpPr>
              <p:cNvPr id="120882" name="Rectangle 74"/>
              <p:cNvSpPr>
                <a:spLocks noChangeArrowheads="1"/>
              </p:cNvSpPr>
              <p:nvPr/>
            </p:nvSpPr>
            <p:spPr bwMode="auto">
              <a:xfrm>
                <a:off x="3266" y="929"/>
                <a:ext cx="466" cy="283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20883" name="Rectangle 75"/>
              <p:cNvSpPr>
                <a:spLocks noChangeArrowheads="1"/>
              </p:cNvSpPr>
              <p:nvPr/>
            </p:nvSpPr>
            <p:spPr bwMode="auto">
              <a:xfrm>
                <a:off x="3331" y="924"/>
                <a:ext cx="325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3025" tIns="36512" rIns="73025" bIns="36512">
                <a:spAutoFit/>
              </a:bodyPr>
              <a:lstStyle>
                <a:lvl1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/>
                <a:endParaRPr lang="zh-CN" altLang="zh-CN" sz="20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0884" name="Group 85"/>
            <p:cNvGrpSpPr>
              <a:grpSpLocks/>
            </p:cNvGrpSpPr>
            <p:nvPr/>
          </p:nvGrpSpPr>
          <p:grpSpPr bwMode="auto">
            <a:xfrm>
              <a:off x="902" y="501"/>
              <a:ext cx="2819" cy="1221"/>
              <a:chOff x="902" y="501"/>
              <a:chExt cx="2819" cy="1221"/>
            </a:xfrm>
          </p:grpSpPr>
          <p:grpSp>
            <p:nvGrpSpPr>
              <p:cNvPr id="120885" name="Group 82"/>
              <p:cNvGrpSpPr>
                <a:grpSpLocks/>
              </p:cNvGrpSpPr>
              <p:nvPr/>
            </p:nvGrpSpPr>
            <p:grpSpPr bwMode="auto">
              <a:xfrm>
                <a:off x="2691" y="916"/>
                <a:ext cx="1030" cy="806"/>
                <a:chOff x="2691" y="916"/>
                <a:chExt cx="1030" cy="806"/>
              </a:xfrm>
            </p:grpSpPr>
            <p:grpSp>
              <p:nvGrpSpPr>
                <p:cNvPr id="120886" name="Group 67"/>
                <p:cNvGrpSpPr>
                  <a:grpSpLocks/>
                </p:cNvGrpSpPr>
                <p:nvPr/>
              </p:nvGrpSpPr>
              <p:grpSpPr bwMode="auto">
                <a:xfrm>
                  <a:off x="3255" y="916"/>
                  <a:ext cx="466" cy="288"/>
                  <a:chOff x="3266" y="924"/>
                  <a:chExt cx="466" cy="288"/>
                </a:xfrm>
              </p:grpSpPr>
              <p:sp>
                <p:nvSpPr>
                  <p:cNvPr id="120887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3266" y="929"/>
                    <a:ext cx="466" cy="283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0" hangingPunct="0">
                      <a:spcBef>
                        <a:spcPct val="2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120888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3331" y="924"/>
                    <a:ext cx="325" cy="2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73025" tIns="36512" rIns="73025" bIns="36512">
                    <a:spAutoFit/>
                  </a:bodyPr>
                  <a:lstStyle>
                    <a:lvl1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1pPr>
                    <a:lvl2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2pPr>
                    <a:lvl3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3pPr>
                    <a:lvl4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4pPr>
                    <a:lvl5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5pPr>
                    <a:lvl6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6pPr>
                    <a:lvl7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7pPr>
                    <a:lvl8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8pPr>
                    <a:lvl9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60</a:t>
                    </a:r>
                  </a:p>
                </p:txBody>
              </p:sp>
            </p:grpSp>
            <p:grpSp>
              <p:nvGrpSpPr>
                <p:cNvPr id="120889" name="Group 70"/>
                <p:cNvGrpSpPr>
                  <a:grpSpLocks/>
                </p:cNvGrpSpPr>
                <p:nvPr/>
              </p:nvGrpSpPr>
              <p:grpSpPr bwMode="auto">
                <a:xfrm>
                  <a:off x="2691" y="1434"/>
                  <a:ext cx="466" cy="288"/>
                  <a:chOff x="3266" y="924"/>
                  <a:chExt cx="466" cy="288"/>
                </a:xfrm>
              </p:grpSpPr>
              <p:sp>
                <p:nvSpPr>
                  <p:cNvPr id="120890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3266" y="929"/>
                    <a:ext cx="466" cy="283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eaLnBrk="0" hangingPunct="0">
                      <a:spcBef>
                        <a:spcPct val="20000"/>
                      </a:spcBef>
                    </a:pPr>
                    <a:endParaRPr lang="zh-CN" altLang="en-US"/>
                  </a:p>
                </p:txBody>
              </p:sp>
              <p:sp>
                <p:nvSpPr>
                  <p:cNvPr id="120891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331" y="924"/>
                    <a:ext cx="325" cy="2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73025" tIns="36512" rIns="73025" bIns="36512">
                    <a:spAutoFit/>
                  </a:bodyPr>
                  <a:lstStyle>
                    <a:lvl1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1pPr>
                    <a:lvl2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2pPr>
                    <a:lvl3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3pPr>
                    <a:lvl4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4pPr>
                    <a:lvl5pPr defTabSz="585788" eaLnBrk="0" hangingPunct="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5pPr>
                    <a:lvl6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6pPr>
                    <a:lvl7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7pPr>
                    <a:lvl8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8pPr>
                    <a:lvl9pPr defTabSz="585788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latin typeface="Arial" panose="020B0604020202020204" pitchFamily="34" charset="0"/>
                        <a:ea typeface="宋体" panose="02010600030101010101" pitchFamily="2" charset="-122"/>
                      </a:rPr>
                      <a:t>10</a:t>
                    </a:r>
                  </a:p>
                </p:txBody>
              </p:sp>
            </p:grpSp>
          </p:grpSp>
          <p:sp>
            <p:nvSpPr>
              <p:cNvPr id="120892" name="Text Box 83"/>
              <p:cNvSpPr txBox="1">
                <a:spLocks noChangeArrowheads="1"/>
              </p:cNvSpPr>
              <p:nvPr/>
            </p:nvSpPr>
            <p:spPr bwMode="auto">
              <a:xfrm>
                <a:off x="902" y="501"/>
                <a:ext cx="260" cy="19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42900" indent="-3429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000"/>
                  <a:t>60</a:t>
                </a:r>
              </a:p>
            </p:txBody>
          </p:sp>
          <p:sp>
            <p:nvSpPr>
              <p:cNvPr id="120893" name="Text Box 84"/>
              <p:cNvSpPr txBox="1">
                <a:spLocks noChangeArrowheads="1"/>
              </p:cNvSpPr>
              <p:nvPr/>
            </p:nvSpPr>
            <p:spPr bwMode="auto">
              <a:xfrm>
                <a:off x="902" y="916"/>
                <a:ext cx="260" cy="19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42900" indent="-342900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zh-CN" sz="2000"/>
              </a:p>
            </p:txBody>
          </p:sp>
        </p:grpSp>
      </p:grpSp>
      <p:grpSp>
        <p:nvGrpSpPr>
          <p:cNvPr id="11" name="Group 89"/>
          <p:cNvGrpSpPr>
            <a:grpSpLocks/>
          </p:cNvGrpSpPr>
          <p:nvPr/>
        </p:nvGrpSpPr>
        <p:grpSpPr bwMode="auto">
          <a:xfrm>
            <a:off x="1495425" y="1454150"/>
            <a:ext cx="2681288" cy="2378075"/>
            <a:chOff x="942" y="916"/>
            <a:chExt cx="1689" cy="1498"/>
          </a:xfrm>
        </p:grpSpPr>
        <p:grpSp>
          <p:nvGrpSpPr>
            <p:cNvPr id="120895" name="Group 76"/>
            <p:cNvGrpSpPr>
              <a:grpSpLocks/>
            </p:cNvGrpSpPr>
            <p:nvPr/>
          </p:nvGrpSpPr>
          <p:grpSpPr bwMode="auto">
            <a:xfrm>
              <a:off x="1647" y="2126"/>
              <a:ext cx="466" cy="288"/>
              <a:chOff x="3266" y="924"/>
              <a:chExt cx="466" cy="288"/>
            </a:xfrm>
          </p:grpSpPr>
          <p:sp>
            <p:nvSpPr>
              <p:cNvPr id="120896" name="Rectangle 77"/>
              <p:cNvSpPr>
                <a:spLocks noChangeArrowheads="1"/>
              </p:cNvSpPr>
              <p:nvPr/>
            </p:nvSpPr>
            <p:spPr bwMode="auto">
              <a:xfrm>
                <a:off x="3266" y="929"/>
                <a:ext cx="466" cy="283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20897" name="Rectangle 78"/>
              <p:cNvSpPr>
                <a:spLocks noChangeArrowheads="1"/>
              </p:cNvSpPr>
              <p:nvPr/>
            </p:nvSpPr>
            <p:spPr bwMode="auto">
              <a:xfrm>
                <a:off x="3331" y="924"/>
                <a:ext cx="325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3025" tIns="36512" rIns="73025" bIns="36512">
                <a:spAutoFit/>
              </a:bodyPr>
              <a:lstStyle>
                <a:lvl1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sp>
          <p:nvSpPr>
            <p:cNvPr id="120898" name="Text Box 87"/>
            <p:cNvSpPr txBox="1">
              <a:spLocks noChangeArrowheads="1"/>
            </p:cNvSpPr>
            <p:nvPr/>
          </p:nvSpPr>
          <p:spPr bwMode="auto">
            <a:xfrm>
              <a:off x="942" y="1650"/>
              <a:ext cx="260" cy="19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10</a:t>
              </a:r>
            </a:p>
          </p:txBody>
        </p:sp>
        <p:sp>
          <p:nvSpPr>
            <p:cNvPr id="120899" name="Text Box 88"/>
            <p:cNvSpPr txBox="1">
              <a:spLocks noChangeArrowheads="1"/>
            </p:cNvSpPr>
            <p:nvPr/>
          </p:nvSpPr>
          <p:spPr bwMode="auto">
            <a:xfrm>
              <a:off x="942" y="916"/>
              <a:ext cx="260" cy="19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40</a:t>
              </a:r>
            </a:p>
          </p:txBody>
        </p:sp>
        <p:grpSp>
          <p:nvGrpSpPr>
            <p:cNvPr id="120900" name="Group 79"/>
            <p:cNvGrpSpPr>
              <a:grpSpLocks/>
            </p:cNvGrpSpPr>
            <p:nvPr/>
          </p:nvGrpSpPr>
          <p:grpSpPr bwMode="auto">
            <a:xfrm>
              <a:off x="2165" y="1550"/>
              <a:ext cx="466" cy="288"/>
              <a:chOff x="3266" y="924"/>
              <a:chExt cx="466" cy="288"/>
            </a:xfrm>
          </p:grpSpPr>
          <p:sp>
            <p:nvSpPr>
              <p:cNvPr id="120901" name="Rectangle 80"/>
              <p:cNvSpPr>
                <a:spLocks noChangeArrowheads="1"/>
              </p:cNvSpPr>
              <p:nvPr/>
            </p:nvSpPr>
            <p:spPr bwMode="auto">
              <a:xfrm>
                <a:off x="3266" y="929"/>
                <a:ext cx="466" cy="283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20902" name="Rectangle 81"/>
              <p:cNvSpPr>
                <a:spLocks noChangeArrowheads="1"/>
              </p:cNvSpPr>
              <p:nvPr/>
            </p:nvSpPr>
            <p:spPr bwMode="auto">
              <a:xfrm>
                <a:off x="3331" y="924"/>
                <a:ext cx="325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3025" tIns="36512" rIns="73025" bIns="36512">
                <a:spAutoFit/>
              </a:bodyPr>
              <a:lstStyle>
                <a:lvl1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defTabSz="585788" eaLnBrk="0" hangingPunct="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defTabSz="585788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Arial" panose="020B0604020202020204" pitchFamily="34" charset="0"/>
                    <a:ea typeface="宋体" panose="02010600030101010101" pitchFamily="2" charset="-122"/>
                  </a:rPr>
                  <a:t>40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46884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2</a:t>
            </a:r>
          </a:p>
        </p:txBody>
      </p:sp>
      <p:sp>
        <p:nvSpPr>
          <p:cNvPr id="121859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1860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1861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1862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3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4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121865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1866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1867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1868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69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1870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1871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1872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1873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4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21875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1876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7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1878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9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1880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1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2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3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4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5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6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1887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1888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1889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90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1891" name="Rectangle 37"/>
          <p:cNvSpPr>
            <a:spLocks noChangeArrowheads="1"/>
          </p:cNvSpPr>
          <p:nvPr/>
        </p:nvSpPr>
        <p:spPr bwMode="auto">
          <a:xfrm>
            <a:off x="4138613" y="3284538"/>
            <a:ext cx="10810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1892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1893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1894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1895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60</a:t>
              </a:r>
            </a:p>
          </p:txBody>
        </p:sp>
      </p:grpSp>
      <p:sp>
        <p:nvSpPr>
          <p:cNvPr id="121896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1897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1898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1899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grpSp>
        <p:nvGrpSpPr>
          <p:cNvPr id="121900" name="Group 47"/>
          <p:cNvGrpSpPr>
            <a:grpSpLocks/>
          </p:cNvGrpSpPr>
          <p:nvPr/>
        </p:nvGrpSpPr>
        <p:grpSpPr bwMode="auto">
          <a:xfrm>
            <a:off x="1187450" y="2636838"/>
            <a:ext cx="7380288" cy="3044825"/>
            <a:chOff x="748" y="1661"/>
            <a:chExt cx="4649" cy="1918"/>
          </a:xfrm>
        </p:grpSpPr>
        <p:sp>
          <p:nvSpPr>
            <p:cNvPr id="121901" name="Rectangle 48"/>
            <p:cNvSpPr>
              <a:spLocks noChangeArrowheads="1"/>
            </p:cNvSpPr>
            <p:nvPr/>
          </p:nvSpPr>
          <p:spPr bwMode="auto">
            <a:xfrm>
              <a:off x="748" y="2330"/>
              <a:ext cx="771" cy="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9600">
                  <a:solidFill>
                    <a:srgbClr val="FF0000"/>
                  </a:solidFill>
                  <a:ea typeface="仿宋_GB2312"/>
                  <a:cs typeface="仿宋_GB2312"/>
                </a:rPr>
                <a:t>×</a:t>
              </a:r>
              <a:r>
                <a:rPr lang="en-US" altLang="zh-CN" b="0">
                  <a:ea typeface="仿宋_GB2312"/>
                  <a:cs typeface="仿宋_GB2312"/>
                </a:rPr>
                <a:t> </a:t>
              </a:r>
            </a:p>
          </p:txBody>
        </p:sp>
        <p:sp>
          <p:nvSpPr>
            <p:cNvPr id="121902" name="Rectangle 49"/>
            <p:cNvSpPr>
              <a:spLocks noChangeArrowheads="1"/>
            </p:cNvSpPr>
            <p:nvPr/>
          </p:nvSpPr>
          <p:spPr bwMode="auto">
            <a:xfrm>
              <a:off x="4626" y="1661"/>
              <a:ext cx="771" cy="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9600">
                  <a:solidFill>
                    <a:srgbClr val="FF0000"/>
                  </a:solidFill>
                  <a:ea typeface="仿宋_GB2312"/>
                  <a:cs typeface="仿宋_GB2312"/>
                </a:rPr>
                <a:t>×</a:t>
              </a:r>
              <a:r>
                <a:rPr lang="en-US" altLang="zh-CN" b="0">
                  <a:ea typeface="仿宋_GB2312"/>
                  <a:cs typeface="仿宋_GB2312"/>
                </a:rPr>
                <a:t> </a:t>
              </a:r>
            </a:p>
          </p:txBody>
        </p:sp>
      </p:grpSp>
      <p:grpSp>
        <p:nvGrpSpPr>
          <p:cNvPr id="5" name="Group 77"/>
          <p:cNvGrpSpPr>
            <a:grpSpLocks/>
          </p:cNvGrpSpPr>
          <p:nvPr/>
        </p:nvGrpSpPr>
        <p:grpSpPr bwMode="auto">
          <a:xfrm>
            <a:off x="2108200" y="1000125"/>
            <a:ext cx="579438" cy="2994025"/>
            <a:chOff x="1328" y="630"/>
            <a:chExt cx="365" cy="1886"/>
          </a:xfrm>
        </p:grpSpPr>
        <p:sp>
          <p:nvSpPr>
            <p:cNvPr id="121904" name="Line 74"/>
            <p:cNvSpPr>
              <a:spLocks noChangeShapeType="1"/>
            </p:cNvSpPr>
            <p:nvPr/>
          </p:nvSpPr>
          <p:spPr bwMode="auto">
            <a:xfrm>
              <a:off x="1655" y="650"/>
              <a:ext cx="0" cy="186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5" name="Line 75"/>
            <p:cNvSpPr>
              <a:spLocks noChangeShapeType="1"/>
            </p:cNvSpPr>
            <p:nvPr/>
          </p:nvSpPr>
          <p:spPr bwMode="auto">
            <a:xfrm>
              <a:off x="1333" y="63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6" name="Line 76"/>
            <p:cNvSpPr>
              <a:spLocks noChangeShapeType="1"/>
            </p:cNvSpPr>
            <p:nvPr/>
          </p:nvSpPr>
          <p:spPr bwMode="auto">
            <a:xfrm>
              <a:off x="1328" y="2516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48932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2</a:t>
            </a:r>
          </a:p>
        </p:txBody>
      </p:sp>
      <p:sp>
        <p:nvSpPr>
          <p:cNvPr id="122883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2884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2885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6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7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8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122889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2890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2891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2892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3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894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2895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2896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2897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98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2899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2900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1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2902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3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2904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5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6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7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8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9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0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2911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2912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2913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4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2915" name="Rectangle 37"/>
          <p:cNvSpPr>
            <a:spLocks noChangeArrowheads="1"/>
          </p:cNvSpPr>
          <p:nvPr/>
        </p:nvSpPr>
        <p:spPr bwMode="auto">
          <a:xfrm>
            <a:off x="4138613" y="3284538"/>
            <a:ext cx="1081087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2916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2917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2918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2919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122920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2921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2922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2923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2924" name="Rectangle 52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2925" name="Rectangle 53"/>
          <p:cNvSpPr>
            <a:spLocks noChangeArrowheads="1"/>
          </p:cNvSpPr>
          <p:nvPr/>
        </p:nvSpPr>
        <p:spPr bwMode="auto">
          <a:xfrm>
            <a:off x="1209675" y="3817938"/>
            <a:ext cx="803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49956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2</a:t>
            </a:r>
          </a:p>
        </p:txBody>
      </p:sp>
      <p:sp>
        <p:nvSpPr>
          <p:cNvPr id="123907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3908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3909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910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1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2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3913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3914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3915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3916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7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918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3919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3920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3921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2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3923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3924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5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3926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7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3928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9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30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31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32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33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34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3935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3936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3937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38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3939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3940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3941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3942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3943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40</a:t>
              </a:r>
            </a:p>
          </p:txBody>
        </p:sp>
      </p:grpSp>
      <p:sp>
        <p:nvSpPr>
          <p:cNvPr id="123944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3945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3946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3947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3948" name="Rectangle 49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3949" name="Rectangle 50"/>
          <p:cNvSpPr>
            <a:spLocks noChangeArrowheads="1"/>
          </p:cNvSpPr>
          <p:nvPr/>
        </p:nvSpPr>
        <p:spPr bwMode="auto">
          <a:xfrm>
            <a:off x="1209675" y="3817938"/>
            <a:ext cx="803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3028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3</a:t>
            </a:r>
          </a:p>
        </p:txBody>
      </p:sp>
      <p:sp>
        <p:nvSpPr>
          <p:cNvPr id="124931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4932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4933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934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5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6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4937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4938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4939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4940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1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4942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4943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4944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4945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46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4947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4948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49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4950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1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4952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3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4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5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6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7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8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4959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4960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4961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2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4963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4964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4965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4966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4967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40</a:t>
              </a:r>
            </a:p>
          </p:txBody>
        </p:sp>
      </p:grpSp>
      <p:sp>
        <p:nvSpPr>
          <p:cNvPr id="124968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4969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4970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4971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4972" name="Rectangle 49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4973" name="Rectangle 50"/>
          <p:cNvSpPr>
            <a:spLocks noChangeArrowheads="1"/>
          </p:cNvSpPr>
          <p:nvPr/>
        </p:nvSpPr>
        <p:spPr bwMode="auto">
          <a:xfrm>
            <a:off x="1209675" y="3817938"/>
            <a:ext cx="803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grpSp>
        <p:nvGrpSpPr>
          <p:cNvPr id="124974" name="Group 51"/>
          <p:cNvGrpSpPr>
            <a:grpSpLocks/>
          </p:cNvGrpSpPr>
          <p:nvPr/>
        </p:nvGrpSpPr>
        <p:grpSpPr bwMode="auto">
          <a:xfrm>
            <a:off x="2108200" y="1000125"/>
            <a:ext cx="579438" cy="2247900"/>
            <a:chOff x="1328" y="630"/>
            <a:chExt cx="365" cy="1416"/>
          </a:xfrm>
        </p:grpSpPr>
        <p:sp>
          <p:nvSpPr>
            <p:cNvPr id="124975" name="Line 52"/>
            <p:cNvSpPr>
              <a:spLocks noChangeShapeType="1"/>
            </p:cNvSpPr>
            <p:nvPr/>
          </p:nvSpPr>
          <p:spPr bwMode="auto">
            <a:xfrm>
              <a:off x="1655" y="650"/>
              <a:ext cx="0" cy="139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6" name="Line 53"/>
            <p:cNvSpPr>
              <a:spLocks noChangeShapeType="1"/>
            </p:cNvSpPr>
            <p:nvPr/>
          </p:nvSpPr>
          <p:spPr bwMode="auto">
            <a:xfrm>
              <a:off x="1333" y="63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7" name="Line 54"/>
            <p:cNvSpPr>
              <a:spLocks noChangeShapeType="1"/>
            </p:cNvSpPr>
            <p:nvPr/>
          </p:nvSpPr>
          <p:spPr bwMode="auto">
            <a:xfrm>
              <a:off x="1328" y="2046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0980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3</a:t>
            </a:r>
          </a:p>
        </p:txBody>
      </p:sp>
      <p:sp>
        <p:nvSpPr>
          <p:cNvPr id="125955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5956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5957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958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59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60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5961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5962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5963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5964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5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5966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5967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5968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5969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0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5971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5972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3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5974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5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5976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7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8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79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80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81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82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5983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5984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5985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86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5987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5988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5989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5990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5991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125992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5993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5994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5995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5996" name="Rectangle 49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5997" name="Rectangle 50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5998" name="Rectangle 55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25999" name="Rectangle 56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4052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3</a:t>
            </a:r>
          </a:p>
        </p:txBody>
      </p:sp>
      <p:sp>
        <p:nvSpPr>
          <p:cNvPr id="126979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6980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6981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82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3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4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6985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6986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6987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6988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9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6990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6991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6992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6993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4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6995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6996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7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6998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9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7000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1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2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3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4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5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6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7007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7008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7009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0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7011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7012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7013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7014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7015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</p:grpSp>
      <p:sp>
        <p:nvSpPr>
          <p:cNvPr id="127016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7017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7018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7019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7020" name="Rectangle 49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7021" name="Rectangle 50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7022" name="Rectangle 51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27023" name="Rectangle 52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5076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4</a:t>
            </a:r>
          </a:p>
        </p:txBody>
      </p:sp>
      <p:sp>
        <p:nvSpPr>
          <p:cNvPr id="128003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8004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8005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8006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07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08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8009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8010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8011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8012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3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014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8015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8016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8017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18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8019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8020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1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8022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3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8024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5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6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7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8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9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30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8031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8032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8033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34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8035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8036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8037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8038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8039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</p:grpSp>
      <p:sp>
        <p:nvSpPr>
          <p:cNvPr id="128040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8041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8042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8043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8044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8045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8046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28047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grpSp>
        <p:nvGrpSpPr>
          <p:cNvPr id="128048" name="Group 54"/>
          <p:cNvGrpSpPr>
            <a:grpSpLocks/>
          </p:cNvGrpSpPr>
          <p:nvPr/>
        </p:nvGrpSpPr>
        <p:grpSpPr bwMode="auto">
          <a:xfrm>
            <a:off x="2116138" y="1000125"/>
            <a:ext cx="584200" cy="1817688"/>
            <a:chOff x="1333" y="630"/>
            <a:chExt cx="368" cy="1145"/>
          </a:xfrm>
        </p:grpSpPr>
        <p:sp>
          <p:nvSpPr>
            <p:cNvPr id="128049" name="Line 51"/>
            <p:cNvSpPr>
              <a:spLocks noChangeShapeType="1"/>
            </p:cNvSpPr>
            <p:nvPr/>
          </p:nvSpPr>
          <p:spPr bwMode="auto">
            <a:xfrm>
              <a:off x="1655" y="650"/>
              <a:ext cx="0" cy="111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50" name="Line 52"/>
            <p:cNvSpPr>
              <a:spLocks noChangeShapeType="1"/>
            </p:cNvSpPr>
            <p:nvPr/>
          </p:nvSpPr>
          <p:spPr bwMode="auto">
            <a:xfrm>
              <a:off x="1333" y="63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51" name="Line 53"/>
            <p:cNvSpPr>
              <a:spLocks noChangeShapeType="1"/>
            </p:cNvSpPr>
            <p:nvPr/>
          </p:nvSpPr>
          <p:spPr bwMode="auto">
            <a:xfrm>
              <a:off x="1341" y="1775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6100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4</a:t>
            </a:r>
          </a:p>
        </p:txBody>
      </p:sp>
      <p:sp>
        <p:nvSpPr>
          <p:cNvPr id="129027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9028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9029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9030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31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32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9033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29034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29035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9036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37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9038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9039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9040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29041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42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29043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9044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45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9046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47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29048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49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0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1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2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3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4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29055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9056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29057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8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9059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9060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29061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29062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29063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129064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9065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9066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9067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29068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9069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29070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29071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29072" name="Rectangle 54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29073" name="Rectangle 55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7124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5</a:t>
            </a:r>
          </a:p>
        </p:txBody>
      </p:sp>
      <p:sp>
        <p:nvSpPr>
          <p:cNvPr id="130051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52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53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054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5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6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0057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30058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30059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0060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61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0062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63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64" name="Rectangle 18"/>
          <p:cNvSpPr>
            <a:spLocks noChangeArrowheads="1"/>
          </p:cNvSpPr>
          <p:nvPr/>
        </p:nvSpPr>
        <p:spPr bwMode="auto">
          <a:xfrm>
            <a:off x="7000875" y="2505075"/>
            <a:ext cx="2349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0065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6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30067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68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9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0070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1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0072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3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4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5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6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7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8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30079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0080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30081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82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0083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0084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0085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30086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0087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sp>
        <p:nvSpPr>
          <p:cNvPr id="130088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0089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0090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0091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0092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0093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0094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0095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0096" name="Rectangle 50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0097" name="Rectangle 51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2103438" y="836613"/>
            <a:ext cx="584200" cy="1276350"/>
            <a:chOff x="1333" y="630"/>
            <a:chExt cx="368" cy="1145"/>
          </a:xfrm>
        </p:grpSpPr>
        <p:sp>
          <p:nvSpPr>
            <p:cNvPr id="130099" name="Line 53"/>
            <p:cNvSpPr>
              <a:spLocks noChangeShapeType="1"/>
            </p:cNvSpPr>
            <p:nvPr/>
          </p:nvSpPr>
          <p:spPr bwMode="auto">
            <a:xfrm>
              <a:off x="1655" y="650"/>
              <a:ext cx="0" cy="111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0" name="Line 54"/>
            <p:cNvSpPr>
              <a:spLocks noChangeShapeType="1"/>
            </p:cNvSpPr>
            <p:nvPr/>
          </p:nvSpPr>
          <p:spPr bwMode="auto">
            <a:xfrm>
              <a:off x="1333" y="63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01" name="Line 55"/>
            <p:cNvSpPr>
              <a:spLocks noChangeShapeType="1"/>
            </p:cNvSpPr>
            <p:nvPr/>
          </p:nvSpPr>
          <p:spPr bwMode="auto">
            <a:xfrm>
              <a:off x="1341" y="1775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59172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5</a:t>
            </a:r>
          </a:p>
        </p:txBody>
      </p:sp>
      <p:sp>
        <p:nvSpPr>
          <p:cNvPr id="131075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1076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1077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78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79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0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1081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31082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31083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1084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5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1086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1087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1088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31089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0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31091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1092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3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1094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5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1096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7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8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9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00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01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02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31103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1104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31105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06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1107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1108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1109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31110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1111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131112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1113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1114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1115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1116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1117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1118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1119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1120" name="Rectangle 50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1121" name="Rectangle 51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1122" name="Rectangle 56"/>
          <p:cNvSpPr>
            <a:spLocks noChangeArrowheads="1"/>
          </p:cNvSpPr>
          <p:nvPr/>
        </p:nvSpPr>
        <p:spPr bwMode="auto">
          <a:xfrm>
            <a:off x="6694488" y="24844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sp>
        <p:nvSpPr>
          <p:cNvPr id="131123" name="Rectangle 57"/>
          <p:cNvSpPr>
            <a:spLocks noChangeArrowheads="1"/>
          </p:cNvSpPr>
          <p:nvPr/>
        </p:nvSpPr>
        <p:spPr bwMode="auto">
          <a:xfrm>
            <a:off x="1216025" y="1916113"/>
            <a:ext cx="757238" cy="5048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64292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5</a:t>
            </a:r>
          </a:p>
        </p:txBody>
      </p:sp>
      <p:sp>
        <p:nvSpPr>
          <p:cNvPr id="132099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2100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2101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2102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03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04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2105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32106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32107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2108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09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2110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2111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2112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32113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14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32115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2116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17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2118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19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2120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21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22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23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24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25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26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32127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2128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32129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130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2131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2132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2133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32134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2135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132136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2137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2138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2139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2140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2141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2142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2143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2144" name="Rectangle 50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2145" name="Rectangle 51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2146" name="Rectangle 52"/>
          <p:cNvSpPr>
            <a:spLocks noChangeArrowheads="1"/>
          </p:cNvSpPr>
          <p:nvPr/>
        </p:nvSpPr>
        <p:spPr bwMode="auto">
          <a:xfrm>
            <a:off x="6694488" y="24844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sp>
        <p:nvSpPr>
          <p:cNvPr id="132147" name="Rectangle 53"/>
          <p:cNvSpPr>
            <a:spLocks noChangeArrowheads="1"/>
          </p:cNvSpPr>
          <p:nvPr/>
        </p:nvSpPr>
        <p:spPr bwMode="auto">
          <a:xfrm>
            <a:off x="1216025" y="1916113"/>
            <a:ext cx="757238" cy="5048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65316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5</a:t>
            </a:r>
          </a:p>
        </p:txBody>
      </p:sp>
      <p:sp>
        <p:nvSpPr>
          <p:cNvPr id="133123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3124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3125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26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7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8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3129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33130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33131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3132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33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134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3135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3136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33137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8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33139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3140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1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3142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3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3144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5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6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7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8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9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0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33151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3152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33153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4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3155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3156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3157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33158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3159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sp>
        <p:nvSpPr>
          <p:cNvPr id="133160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3161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3162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3163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3164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3165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3166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3167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3168" name="Rectangle 50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3169" name="Rectangle 51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3170" name="Rectangle 52"/>
          <p:cNvSpPr>
            <a:spLocks noChangeArrowheads="1"/>
          </p:cNvSpPr>
          <p:nvPr/>
        </p:nvSpPr>
        <p:spPr bwMode="auto">
          <a:xfrm>
            <a:off x="6694488" y="24844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sp>
        <p:nvSpPr>
          <p:cNvPr id="133171" name="Rectangle 53"/>
          <p:cNvSpPr>
            <a:spLocks noChangeArrowheads="1"/>
          </p:cNvSpPr>
          <p:nvPr/>
        </p:nvSpPr>
        <p:spPr bwMode="auto">
          <a:xfrm>
            <a:off x="1216025" y="1916113"/>
            <a:ext cx="757238" cy="5048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62244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6</a:t>
            </a:r>
          </a:p>
        </p:txBody>
      </p:sp>
      <p:sp>
        <p:nvSpPr>
          <p:cNvPr id="134147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4148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4149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150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51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52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4153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34154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34155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4156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7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158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4159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4160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34161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2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34163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4164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5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4166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7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4168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9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0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1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2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3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4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34175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4176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34177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8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4179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4180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4181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34182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4183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sp>
        <p:nvSpPr>
          <p:cNvPr id="134184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4185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4186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4187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4188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4189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4190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4191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4192" name="Rectangle 50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4193" name="Rectangle 51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4194" name="Rectangle 52"/>
          <p:cNvSpPr>
            <a:spLocks noChangeArrowheads="1"/>
          </p:cNvSpPr>
          <p:nvPr/>
        </p:nvSpPr>
        <p:spPr bwMode="auto">
          <a:xfrm>
            <a:off x="6694488" y="24844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sp>
        <p:nvSpPr>
          <p:cNvPr id="134195" name="Rectangle 53"/>
          <p:cNvSpPr>
            <a:spLocks noChangeArrowheads="1"/>
          </p:cNvSpPr>
          <p:nvPr/>
        </p:nvSpPr>
        <p:spPr bwMode="auto">
          <a:xfrm>
            <a:off x="1216025" y="1916113"/>
            <a:ext cx="757238" cy="5048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2103438" y="836613"/>
            <a:ext cx="584200" cy="638175"/>
            <a:chOff x="1333" y="630"/>
            <a:chExt cx="368" cy="1145"/>
          </a:xfrm>
        </p:grpSpPr>
        <p:sp>
          <p:nvSpPr>
            <p:cNvPr id="134197" name="Line 55"/>
            <p:cNvSpPr>
              <a:spLocks noChangeShapeType="1"/>
            </p:cNvSpPr>
            <p:nvPr/>
          </p:nvSpPr>
          <p:spPr bwMode="auto">
            <a:xfrm>
              <a:off x="1655" y="650"/>
              <a:ext cx="0" cy="111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8" name="Line 56"/>
            <p:cNvSpPr>
              <a:spLocks noChangeShapeType="1"/>
            </p:cNvSpPr>
            <p:nvPr/>
          </p:nvSpPr>
          <p:spPr bwMode="auto">
            <a:xfrm>
              <a:off x="1333" y="630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9" name="Line 57"/>
            <p:cNvSpPr>
              <a:spLocks noChangeShapeType="1"/>
            </p:cNvSpPr>
            <p:nvPr/>
          </p:nvSpPr>
          <p:spPr bwMode="auto">
            <a:xfrm>
              <a:off x="1341" y="1775"/>
              <a:ext cx="36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63268" name="Rectangle 4"/>
          <p:cNvSpPr>
            <a:spLocks noChangeArrowheads="1"/>
          </p:cNvSpPr>
          <p:nvPr/>
        </p:nvSpPr>
        <p:spPr bwMode="auto">
          <a:xfrm>
            <a:off x="0" y="0"/>
            <a:ext cx="3436938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堆的重新调整－</a:t>
            </a:r>
            <a:r>
              <a:rPr kumimoji="1"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6</a:t>
            </a:r>
          </a:p>
        </p:txBody>
      </p:sp>
      <p:sp>
        <p:nvSpPr>
          <p:cNvPr id="135171" name="Rectangle 5"/>
          <p:cNvSpPr>
            <a:spLocks noChangeArrowheads="1"/>
          </p:cNvSpPr>
          <p:nvPr/>
        </p:nvSpPr>
        <p:spPr bwMode="auto">
          <a:xfrm>
            <a:off x="3482975" y="2484438"/>
            <a:ext cx="763588" cy="4556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5172" name="Rectangle 6"/>
          <p:cNvSpPr>
            <a:spLocks noChangeArrowheads="1"/>
          </p:cNvSpPr>
          <p:nvPr/>
        </p:nvSpPr>
        <p:spPr bwMode="auto">
          <a:xfrm>
            <a:off x="2679700" y="3411538"/>
            <a:ext cx="674688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5173" name="Rectangle 7"/>
          <p:cNvSpPr>
            <a:spLocks noChangeArrowheads="1"/>
          </p:cNvSpPr>
          <p:nvPr/>
        </p:nvSpPr>
        <p:spPr bwMode="auto">
          <a:xfrm>
            <a:off x="5292725" y="1471613"/>
            <a:ext cx="2127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174" name="Line 8"/>
          <p:cNvSpPr>
            <a:spLocks noChangeShapeType="1"/>
          </p:cNvSpPr>
          <p:nvPr/>
        </p:nvSpPr>
        <p:spPr bwMode="auto">
          <a:xfrm flipV="1">
            <a:off x="3219450" y="2817813"/>
            <a:ext cx="454025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5" name="Line 9"/>
          <p:cNvSpPr>
            <a:spLocks noChangeShapeType="1"/>
          </p:cNvSpPr>
          <p:nvPr/>
        </p:nvSpPr>
        <p:spPr bwMode="auto">
          <a:xfrm flipV="1">
            <a:off x="3967163" y="1816100"/>
            <a:ext cx="1260475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6" name="Rectangle 10"/>
          <p:cNvSpPr>
            <a:spLocks noChangeArrowheads="1"/>
          </p:cNvSpPr>
          <p:nvPr/>
        </p:nvSpPr>
        <p:spPr bwMode="auto">
          <a:xfrm>
            <a:off x="3560763" y="2349500"/>
            <a:ext cx="939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5177" name="Rectangle 11"/>
          <p:cNvSpPr>
            <a:spLocks noChangeArrowheads="1"/>
          </p:cNvSpPr>
          <p:nvPr/>
        </p:nvSpPr>
        <p:spPr bwMode="auto">
          <a:xfrm>
            <a:off x="2828925" y="3398838"/>
            <a:ext cx="4603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  <p:grpSp>
        <p:nvGrpSpPr>
          <p:cNvPr id="135178" name="Group 12"/>
          <p:cNvGrpSpPr>
            <a:grpSpLocks/>
          </p:cNvGrpSpPr>
          <p:nvPr/>
        </p:nvGrpSpPr>
        <p:grpSpPr bwMode="auto">
          <a:xfrm>
            <a:off x="4081463" y="2801938"/>
            <a:ext cx="730250" cy="1466850"/>
            <a:chOff x="2915" y="2623"/>
            <a:chExt cx="460" cy="924"/>
          </a:xfrm>
        </p:grpSpPr>
        <p:sp>
          <p:nvSpPr>
            <p:cNvPr id="135179" name="Rectangle 13"/>
            <p:cNvSpPr>
              <a:spLocks noChangeArrowheads="1"/>
            </p:cNvSpPr>
            <p:nvPr/>
          </p:nvSpPr>
          <p:spPr bwMode="auto">
            <a:xfrm>
              <a:off x="2941" y="2984"/>
              <a:ext cx="434" cy="29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5180" name="Line 14"/>
            <p:cNvSpPr>
              <a:spLocks noChangeShapeType="1"/>
            </p:cNvSpPr>
            <p:nvPr/>
          </p:nvSpPr>
          <p:spPr bwMode="auto">
            <a:xfrm flipH="1" flipV="1">
              <a:off x="2915" y="2623"/>
              <a:ext cx="273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81" name="Rectangle 15"/>
            <p:cNvSpPr>
              <a:spLocks noChangeArrowheads="1"/>
            </p:cNvSpPr>
            <p:nvPr/>
          </p:nvSpPr>
          <p:spPr bwMode="auto">
            <a:xfrm>
              <a:off x="3034" y="3003"/>
              <a:ext cx="29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endParaRPr lang="en-US" altLang="zh-CN" sz="19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19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5182" name="Rectangle 16"/>
          <p:cNvSpPr>
            <a:spLocks noChangeArrowheads="1"/>
          </p:cNvSpPr>
          <p:nvPr/>
        </p:nvSpPr>
        <p:spPr bwMode="auto">
          <a:xfrm>
            <a:off x="6761163" y="2493963"/>
            <a:ext cx="703262" cy="4460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5183" name="Rectangle 17"/>
          <p:cNvSpPr>
            <a:spLocks noChangeArrowheads="1"/>
          </p:cNvSpPr>
          <p:nvPr/>
        </p:nvSpPr>
        <p:spPr bwMode="auto">
          <a:xfrm>
            <a:off x="6035675" y="3392488"/>
            <a:ext cx="715963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5184" name="Rectangle 18"/>
          <p:cNvSpPr>
            <a:spLocks noChangeArrowheads="1"/>
          </p:cNvSpPr>
          <p:nvPr/>
        </p:nvSpPr>
        <p:spPr bwMode="auto">
          <a:xfrm>
            <a:off x="6856413" y="2505075"/>
            <a:ext cx="1100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8</a:t>
            </a:r>
          </a:p>
        </p:txBody>
      </p:sp>
      <p:sp>
        <p:nvSpPr>
          <p:cNvPr id="135185" name="Line 19"/>
          <p:cNvSpPr>
            <a:spLocks noChangeShapeType="1"/>
          </p:cNvSpPr>
          <p:nvPr/>
        </p:nvSpPr>
        <p:spPr bwMode="auto">
          <a:xfrm flipV="1">
            <a:off x="6402388" y="2744788"/>
            <a:ext cx="474662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6" name="Rectangle 20"/>
          <p:cNvSpPr>
            <a:spLocks noChangeArrowheads="1"/>
          </p:cNvSpPr>
          <p:nvPr/>
        </p:nvSpPr>
        <p:spPr bwMode="auto">
          <a:xfrm>
            <a:off x="6184900" y="3427413"/>
            <a:ext cx="6921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60</a:t>
            </a:r>
          </a:p>
        </p:txBody>
      </p:sp>
      <p:sp>
        <p:nvSpPr>
          <p:cNvPr id="135187" name="Rectangle 21"/>
          <p:cNvSpPr>
            <a:spLocks noChangeArrowheads="1"/>
          </p:cNvSpPr>
          <p:nvPr/>
        </p:nvSpPr>
        <p:spPr bwMode="auto">
          <a:xfrm>
            <a:off x="7412038" y="3382963"/>
            <a:ext cx="688975" cy="4746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5188" name="Line 22"/>
          <p:cNvSpPr>
            <a:spLocks noChangeShapeType="1"/>
          </p:cNvSpPr>
          <p:nvPr/>
        </p:nvSpPr>
        <p:spPr bwMode="auto">
          <a:xfrm flipH="1" flipV="1">
            <a:off x="7370763" y="2809875"/>
            <a:ext cx="433387" cy="554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9" name="Rectangle 23"/>
          <p:cNvSpPr>
            <a:spLocks noChangeArrowheads="1"/>
          </p:cNvSpPr>
          <p:nvPr/>
        </p:nvSpPr>
        <p:spPr bwMode="auto">
          <a:xfrm>
            <a:off x="7559675" y="3413125"/>
            <a:ext cx="4619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  <a:p>
            <a:pPr eaLnBrk="1" hangingPunct="1"/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5190" name="Line 24"/>
          <p:cNvSpPr>
            <a:spLocks noChangeShapeType="1"/>
          </p:cNvSpPr>
          <p:nvPr/>
        </p:nvSpPr>
        <p:spPr bwMode="auto">
          <a:xfrm flipH="1" flipV="1">
            <a:off x="5899150" y="1801813"/>
            <a:ext cx="1192213" cy="700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1" name="Rectangle 25"/>
          <p:cNvSpPr>
            <a:spLocks noChangeArrowheads="1"/>
          </p:cNvSpPr>
          <p:nvPr/>
        </p:nvSpPr>
        <p:spPr bwMode="auto">
          <a:xfrm>
            <a:off x="1193800" y="677863"/>
            <a:ext cx="812800" cy="418306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5192" name="Line 26"/>
          <p:cNvSpPr>
            <a:spLocks noChangeShapeType="1"/>
          </p:cNvSpPr>
          <p:nvPr/>
        </p:nvSpPr>
        <p:spPr bwMode="auto">
          <a:xfrm>
            <a:off x="1187450" y="12223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3" name="Line 27"/>
          <p:cNvSpPr>
            <a:spLocks noChangeShapeType="1"/>
          </p:cNvSpPr>
          <p:nvPr/>
        </p:nvSpPr>
        <p:spPr bwMode="auto">
          <a:xfrm>
            <a:off x="1187450" y="18399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4" name="Line 28"/>
          <p:cNvSpPr>
            <a:spLocks noChangeShapeType="1"/>
          </p:cNvSpPr>
          <p:nvPr/>
        </p:nvSpPr>
        <p:spPr bwMode="auto">
          <a:xfrm>
            <a:off x="1187450" y="246062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5" name="Line 29"/>
          <p:cNvSpPr>
            <a:spLocks noChangeShapeType="1"/>
          </p:cNvSpPr>
          <p:nvPr/>
        </p:nvSpPr>
        <p:spPr bwMode="auto">
          <a:xfrm>
            <a:off x="1187450" y="307816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6" name="Line 30"/>
          <p:cNvSpPr>
            <a:spLocks noChangeShapeType="1"/>
          </p:cNvSpPr>
          <p:nvPr/>
        </p:nvSpPr>
        <p:spPr bwMode="auto">
          <a:xfrm>
            <a:off x="1187450" y="3698875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7" name="Line 31"/>
          <p:cNvSpPr>
            <a:spLocks noChangeShapeType="1"/>
          </p:cNvSpPr>
          <p:nvPr/>
        </p:nvSpPr>
        <p:spPr bwMode="auto">
          <a:xfrm>
            <a:off x="1187450" y="4316413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8" name="Rectangle 32"/>
          <p:cNvSpPr>
            <a:spLocks noChangeArrowheads="1"/>
          </p:cNvSpPr>
          <p:nvPr/>
        </p:nvSpPr>
        <p:spPr bwMode="auto">
          <a:xfrm>
            <a:off x="447675" y="82550"/>
            <a:ext cx="633413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[ 1 ]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[ 2 ]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[ 3 ]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[ 4 ]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[ 5 ]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[ 6 ]</a:t>
            </a:r>
          </a:p>
          <a:p>
            <a:endParaRPr lang="en-US" altLang="zh-CN" sz="20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[ 7 ]</a:t>
            </a:r>
          </a:p>
        </p:txBody>
      </p:sp>
      <p:sp>
        <p:nvSpPr>
          <p:cNvPr id="135199" name="Rectangle 33"/>
          <p:cNvSpPr>
            <a:spLocks noChangeArrowheads="1"/>
          </p:cNvSpPr>
          <p:nvPr/>
        </p:nvSpPr>
        <p:spPr bwMode="auto">
          <a:xfrm>
            <a:off x="6884988" y="2940050"/>
            <a:ext cx="5667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5200" name="Rectangle 34"/>
          <p:cNvSpPr>
            <a:spLocks noChangeArrowheads="1"/>
          </p:cNvSpPr>
          <p:nvPr/>
        </p:nvSpPr>
        <p:spPr bwMode="auto">
          <a:xfrm>
            <a:off x="6084888" y="3859213"/>
            <a:ext cx="55721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6</a:t>
            </a:r>
          </a:p>
        </p:txBody>
      </p:sp>
      <p:sp>
        <p:nvSpPr>
          <p:cNvPr id="135201" name="Line 35"/>
          <p:cNvSpPr>
            <a:spLocks noChangeShapeType="1"/>
          </p:cNvSpPr>
          <p:nvPr/>
        </p:nvSpPr>
        <p:spPr bwMode="auto">
          <a:xfrm>
            <a:off x="2679700" y="1801813"/>
            <a:ext cx="803275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202" name="Rectangle 36"/>
          <p:cNvSpPr>
            <a:spLocks noChangeArrowheads="1"/>
          </p:cNvSpPr>
          <p:nvPr/>
        </p:nvSpPr>
        <p:spPr bwMode="auto">
          <a:xfrm>
            <a:off x="3635375" y="2922588"/>
            <a:ext cx="5159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5203" name="Rectangle 37"/>
          <p:cNvSpPr>
            <a:spLocks noChangeArrowheads="1"/>
          </p:cNvSpPr>
          <p:nvPr/>
        </p:nvSpPr>
        <p:spPr bwMode="auto">
          <a:xfrm>
            <a:off x="4195763" y="3427413"/>
            <a:ext cx="3762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5204" name="Rectangle 38"/>
          <p:cNvSpPr>
            <a:spLocks noChangeArrowheads="1"/>
          </p:cNvSpPr>
          <p:nvPr/>
        </p:nvSpPr>
        <p:spPr bwMode="auto">
          <a:xfrm>
            <a:off x="4271963" y="3859213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135205" name="Group 39"/>
          <p:cNvGrpSpPr>
            <a:grpSpLocks/>
          </p:cNvGrpSpPr>
          <p:nvPr/>
        </p:nvGrpSpPr>
        <p:grpSpPr bwMode="auto">
          <a:xfrm>
            <a:off x="5184775" y="1466850"/>
            <a:ext cx="739775" cy="457200"/>
            <a:chOff x="3266" y="924"/>
            <a:chExt cx="466" cy="288"/>
          </a:xfrm>
        </p:grpSpPr>
        <p:sp>
          <p:nvSpPr>
            <p:cNvPr id="135206" name="Rectangle 40"/>
            <p:cNvSpPr>
              <a:spLocks noChangeArrowheads="1"/>
            </p:cNvSpPr>
            <p:nvPr/>
          </p:nvSpPr>
          <p:spPr bwMode="auto">
            <a:xfrm>
              <a:off x="3266" y="929"/>
              <a:ext cx="466" cy="28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35207" name="Rectangle 41"/>
            <p:cNvSpPr>
              <a:spLocks noChangeArrowheads="1"/>
            </p:cNvSpPr>
            <p:nvPr/>
          </p:nvSpPr>
          <p:spPr bwMode="auto">
            <a:xfrm>
              <a:off x="3331" y="924"/>
              <a:ext cx="32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3025" tIns="36512" rIns="73025" bIns="36512">
              <a:spAutoFit/>
            </a:bodyPr>
            <a:lstStyle>
              <a:lvl1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defTabSz="585788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defTabSz="585788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sp>
        <p:nvSpPr>
          <p:cNvPr id="135208" name="Rectangle 42"/>
          <p:cNvSpPr>
            <a:spLocks noChangeArrowheads="1"/>
          </p:cNvSpPr>
          <p:nvPr/>
        </p:nvSpPr>
        <p:spPr bwMode="auto">
          <a:xfrm>
            <a:off x="5287963" y="1914525"/>
            <a:ext cx="515937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025" tIns="36512" rIns="73025" bIns="36512">
            <a:spAutoFit/>
          </a:bodyPr>
          <a:lstStyle>
            <a:lvl1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defTabSz="585788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defTabSz="58578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lang="en-US" altLang="zh-CN" sz="19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5209" name="Rectangle 43"/>
          <p:cNvSpPr>
            <a:spLocks noChangeArrowheads="1"/>
          </p:cNvSpPr>
          <p:nvPr/>
        </p:nvSpPr>
        <p:spPr bwMode="auto">
          <a:xfrm>
            <a:off x="1431925" y="781050"/>
            <a:ext cx="466725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</a:p>
          <a:p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5210" name="Rectangle 44"/>
          <p:cNvSpPr>
            <a:spLocks noChangeArrowheads="1"/>
          </p:cNvSpPr>
          <p:nvPr/>
        </p:nvSpPr>
        <p:spPr bwMode="auto">
          <a:xfrm>
            <a:off x="7370763" y="33861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5211" name="Rectangle 45"/>
          <p:cNvSpPr>
            <a:spLocks noChangeArrowheads="1"/>
          </p:cNvSpPr>
          <p:nvPr/>
        </p:nvSpPr>
        <p:spPr bwMode="auto">
          <a:xfrm>
            <a:off x="1209675" y="4359275"/>
            <a:ext cx="803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70</a:t>
            </a:r>
          </a:p>
        </p:txBody>
      </p:sp>
      <p:sp>
        <p:nvSpPr>
          <p:cNvPr id="135212" name="Rectangle 46"/>
          <p:cNvSpPr>
            <a:spLocks noChangeArrowheads="1"/>
          </p:cNvSpPr>
          <p:nvPr/>
        </p:nvSpPr>
        <p:spPr bwMode="auto">
          <a:xfrm>
            <a:off x="6035675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5213" name="Rectangle 47"/>
          <p:cNvSpPr>
            <a:spLocks noChangeArrowheads="1"/>
          </p:cNvSpPr>
          <p:nvPr/>
        </p:nvSpPr>
        <p:spPr bwMode="auto">
          <a:xfrm>
            <a:off x="1209675" y="3752850"/>
            <a:ext cx="803275" cy="5397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60</a:t>
            </a:r>
          </a:p>
        </p:txBody>
      </p:sp>
      <p:sp>
        <p:nvSpPr>
          <p:cNvPr id="135214" name="Rectangle 48"/>
          <p:cNvSpPr>
            <a:spLocks noChangeArrowheads="1"/>
          </p:cNvSpPr>
          <p:nvPr/>
        </p:nvSpPr>
        <p:spPr bwMode="auto">
          <a:xfrm>
            <a:off x="4114800" y="3386138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5215" name="Rectangle 49"/>
          <p:cNvSpPr>
            <a:spLocks noChangeArrowheads="1"/>
          </p:cNvSpPr>
          <p:nvPr/>
        </p:nvSpPr>
        <p:spPr bwMode="auto">
          <a:xfrm>
            <a:off x="1209675" y="3078163"/>
            <a:ext cx="796925" cy="620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40</a:t>
            </a:r>
          </a:p>
        </p:txBody>
      </p:sp>
      <p:sp>
        <p:nvSpPr>
          <p:cNvPr id="135216" name="Rectangle 50"/>
          <p:cNvSpPr>
            <a:spLocks noChangeArrowheads="1"/>
          </p:cNvSpPr>
          <p:nvPr/>
        </p:nvSpPr>
        <p:spPr bwMode="auto">
          <a:xfrm>
            <a:off x="2667000" y="33829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5217" name="Rectangle 51"/>
          <p:cNvSpPr>
            <a:spLocks noChangeArrowheads="1"/>
          </p:cNvSpPr>
          <p:nvPr/>
        </p:nvSpPr>
        <p:spPr bwMode="auto">
          <a:xfrm>
            <a:off x="1209675" y="2506663"/>
            <a:ext cx="769938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30</a:t>
            </a:r>
          </a:p>
        </p:txBody>
      </p:sp>
      <p:sp>
        <p:nvSpPr>
          <p:cNvPr id="135218" name="Rectangle 52"/>
          <p:cNvSpPr>
            <a:spLocks noChangeArrowheads="1"/>
          </p:cNvSpPr>
          <p:nvPr/>
        </p:nvSpPr>
        <p:spPr bwMode="auto">
          <a:xfrm>
            <a:off x="6694488" y="2484438"/>
            <a:ext cx="769937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sp>
        <p:nvSpPr>
          <p:cNvPr id="135219" name="Rectangle 53"/>
          <p:cNvSpPr>
            <a:spLocks noChangeArrowheads="1"/>
          </p:cNvSpPr>
          <p:nvPr/>
        </p:nvSpPr>
        <p:spPr bwMode="auto">
          <a:xfrm>
            <a:off x="1216025" y="1916113"/>
            <a:ext cx="757238" cy="5048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12</a:t>
            </a:r>
          </a:p>
        </p:txBody>
      </p:sp>
      <p:sp>
        <p:nvSpPr>
          <p:cNvPr id="135220" name="Rectangle 58"/>
          <p:cNvSpPr>
            <a:spLocks noChangeArrowheads="1"/>
          </p:cNvSpPr>
          <p:nvPr/>
        </p:nvSpPr>
        <p:spPr bwMode="auto">
          <a:xfrm>
            <a:off x="3476625" y="2447925"/>
            <a:ext cx="769938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10</a:t>
            </a:r>
          </a:p>
        </p:txBody>
      </p:sp>
      <p:sp>
        <p:nvSpPr>
          <p:cNvPr id="135221" name="Rectangle 59"/>
          <p:cNvSpPr>
            <a:spLocks noChangeArrowheads="1"/>
          </p:cNvSpPr>
          <p:nvPr/>
        </p:nvSpPr>
        <p:spPr bwMode="auto">
          <a:xfrm>
            <a:off x="1243013" y="1222375"/>
            <a:ext cx="7366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2000"/>
              <a:t>10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748873" name="Rectangle 329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748874" name="Rectangle 330"/>
          <p:cNvSpPr>
            <a:spLocks noChangeArrowheads="1"/>
          </p:cNvSpPr>
          <p:nvPr/>
        </p:nvSpPr>
        <p:spPr bwMode="auto">
          <a:xfrm>
            <a:off x="250825" y="1125538"/>
            <a:ext cx="8497888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FF"/>
                </a:solidFill>
                <a:latin typeface="楷体_GB2312"/>
              </a:rPr>
              <a:t>时间效率：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O(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nlog</a:t>
            </a:r>
            <a:r>
              <a:rPr lang="en-US" altLang="zh-CN" baseline="-30000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) 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FF"/>
                </a:solidFill>
                <a:latin typeface="楷体_GB2312"/>
              </a:rPr>
              <a:t>空间效率：</a:t>
            </a:r>
            <a:r>
              <a:rPr lang="en-US" altLang="zh-CN">
                <a:solidFill>
                  <a:schemeClr val="tx2"/>
                </a:solidFill>
                <a:latin typeface="楷体_GB2312"/>
              </a:rPr>
              <a:t>O</a:t>
            </a:r>
            <a:r>
              <a:rPr lang="zh-CN" altLang="en-US">
                <a:solidFill>
                  <a:schemeClr val="tx2"/>
                </a:solidFill>
                <a:latin typeface="楷体_GB2312"/>
              </a:rPr>
              <a:t>（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</a:rPr>
              <a:t>1</a:t>
            </a:r>
            <a:r>
              <a:rPr lang="zh-CN" altLang="en-US">
                <a:solidFill>
                  <a:schemeClr val="tx2"/>
                </a:solidFill>
                <a:latin typeface="楷体_GB2312"/>
              </a:rPr>
              <a:t>）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FF"/>
                </a:solidFill>
                <a:latin typeface="楷体_GB2312"/>
              </a:rPr>
              <a:t>稳 定 性：</a:t>
            </a:r>
            <a:r>
              <a:rPr lang="zh-CN" altLang="en-US">
                <a:solidFill>
                  <a:schemeClr val="tx2"/>
                </a:solidFill>
                <a:latin typeface="楷体_GB2312"/>
              </a:rPr>
              <a:t>不稳定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4D4D4D"/>
                </a:solidFill>
              </a:rPr>
              <a:t>适用于</a:t>
            </a:r>
            <a:r>
              <a:rPr lang="en-US" altLang="zh-CN">
                <a:solidFill>
                  <a:srgbClr val="FF3300"/>
                </a:solidFill>
              </a:rPr>
              <a:t>n </a:t>
            </a:r>
            <a:r>
              <a:rPr lang="zh-CN" altLang="en-US">
                <a:solidFill>
                  <a:srgbClr val="FF3300"/>
                </a:solidFill>
              </a:rPr>
              <a:t>较大</a:t>
            </a:r>
            <a:r>
              <a:rPr lang="zh-CN" altLang="en-US">
                <a:solidFill>
                  <a:srgbClr val="4D4D4D"/>
                </a:solidFill>
              </a:rPr>
              <a:t>的情况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874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37218" name="Rectangle 355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4000">
                <a:solidFill>
                  <a:srgbClr val="CC00CC"/>
                </a:solidFill>
                <a:latin typeface="楷体_GB2312"/>
              </a:rPr>
              <a:t>8.5 </a:t>
            </a:r>
            <a:r>
              <a:rPr lang="zh-CN" altLang="en-US" sz="4000">
                <a:solidFill>
                  <a:srgbClr val="CC00CC"/>
                </a:solidFill>
                <a:latin typeface="楷体_GB2312"/>
              </a:rPr>
              <a:t>归并排序</a:t>
            </a:r>
          </a:p>
        </p:txBody>
      </p:sp>
      <p:sp>
        <p:nvSpPr>
          <p:cNvPr id="137219" name="Line 356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7220" name="Picture 35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9847" name="Rectangle 359"/>
          <p:cNvSpPr>
            <a:spLocks noChangeArrowheads="1"/>
          </p:cNvSpPr>
          <p:nvPr/>
        </p:nvSpPr>
        <p:spPr bwMode="auto">
          <a:xfrm>
            <a:off x="71438" y="1484313"/>
            <a:ext cx="8964612" cy="576262"/>
          </a:xfrm>
          <a:prstGeom prst="rect">
            <a:avLst/>
          </a:prstGeom>
          <a:noFill/>
          <a:ln w="5715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归并：将两个或两个以上的有序表组合成一个新有序表</a:t>
            </a:r>
          </a:p>
        </p:txBody>
      </p:sp>
      <p:sp>
        <p:nvSpPr>
          <p:cNvPr id="959848" name="Rectangle 360"/>
          <p:cNvSpPr>
            <a:spLocks noChangeArrowheads="1"/>
          </p:cNvSpPr>
          <p:nvPr/>
        </p:nvSpPr>
        <p:spPr bwMode="auto">
          <a:xfrm>
            <a:off x="395288" y="2430463"/>
            <a:ext cx="2266950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/>
              <a:t>2-</a:t>
            </a:r>
            <a:r>
              <a:rPr lang="zh-CN" altLang="en-US"/>
              <a:t>路归并排序</a:t>
            </a:r>
          </a:p>
        </p:txBody>
      </p:sp>
      <p:sp>
        <p:nvSpPr>
          <p:cNvPr id="959849" name="Rectangle 361"/>
          <p:cNvSpPr>
            <a:spLocks noChangeArrowheads="1"/>
          </p:cNvSpPr>
          <p:nvPr/>
        </p:nvSpPr>
        <p:spPr bwMode="auto">
          <a:xfrm>
            <a:off x="395288" y="2949575"/>
            <a:ext cx="8497887" cy="293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排序过程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/>
              <a:t>初始序列看成</a:t>
            </a:r>
            <a:r>
              <a:rPr lang="en-US" altLang="zh-CN" dirty="0">
                <a:solidFill>
                  <a:srgbClr val="FF3300"/>
                </a:solidFill>
                <a:highlight>
                  <a:srgbClr val="00FF00"/>
                </a:highlight>
              </a:rPr>
              <a:t>n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个</a:t>
            </a:r>
            <a:r>
              <a:rPr lang="zh-CN" altLang="en-US"/>
              <a:t>有序子序列，每个子序列长度为</a:t>
            </a:r>
            <a:r>
              <a:rPr lang="en-US" altLang="zh-CN">
                <a:solidFill>
                  <a:srgbClr val="FF3300"/>
                </a:solidFill>
              </a:rPr>
              <a:t>1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rgbClr val="FF3300"/>
                </a:solidFill>
              </a:rPr>
              <a:t>两两合并</a:t>
            </a:r>
            <a:r>
              <a:rPr lang="zh-CN" altLang="en-US"/>
              <a:t>，得到</a:t>
            </a:r>
            <a:r>
              <a:rPr lang="zh-CN" altLang="en-US">
                <a:solidFill>
                  <a:srgbClr val="4D4D4D"/>
                </a:solidFill>
                <a:sym typeface="Symbol" panose="05050102010706020507" pitchFamily="18" charset="2"/>
              </a:rPr>
              <a:t></a:t>
            </a:r>
            <a:r>
              <a:rPr lang="en-US" altLang="zh-CN">
                <a:solidFill>
                  <a:srgbClr val="4D4D4D"/>
                </a:solidFill>
                <a:sym typeface="Symbol" panose="05050102010706020507" pitchFamily="18" charset="2"/>
              </a:rPr>
              <a:t>n/2</a:t>
            </a:r>
            <a:r>
              <a:rPr lang="zh-CN" altLang="en-US"/>
              <a:t>个长度为</a:t>
            </a:r>
            <a:r>
              <a:rPr lang="en-US" altLang="zh-CN"/>
              <a:t>2</a:t>
            </a:r>
            <a:r>
              <a:rPr lang="zh-CN" altLang="en-US"/>
              <a:t>或</a:t>
            </a:r>
            <a:r>
              <a:rPr lang="en-US" altLang="zh-CN"/>
              <a:t>1</a:t>
            </a:r>
            <a:r>
              <a:rPr lang="zh-CN" altLang="en-US"/>
              <a:t>的有序子序列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/>
              <a:t>再两两合并，重复直至得到</a:t>
            </a:r>
            <a:r>
              <a:rPr lang="zh-CN" altLang="en-US">
                <a:solidFill>
                  <a:srgbClr val="FF3300"/>
                </a:solidFill>
              </a:rPr>
              <a:t>一个</a:t>
            </a:r>
            <a:r>
              <a:rPr lang="zh-CN" altLang="en-US"/>
              <a:t>长度为</a:t>
            </a:r>
            <a:r>
              <a:rPr lang="en-US" altLang="zh-CN"/>
              <a:t>n</a:t>
            </a:r>
            <a:r>
              <a:rPr lang="zh-CN" altLang="en-US"/>
              <a:t>的有序序列为止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5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5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5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847" grpId="0" animBg="1"/>
      <p:bldP spid="959848" grpId="0" animBg="1"/>
      <p:bldP spid="959849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14288" y="0"/>
            <a:ext cx="6189662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850900" indent="571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3">
              <a:spcBef>
                <a:spcPct val="50000"/>
              </a:spcBef>
            </a:pPr>
            <a:r>
              <a:rPr lang="zh-CN" altLang="en-US">
                <a:latin typeface="Arial" panose="020B0604020202020204" pitchFamily="34" charset="0"/>
              </a:rPr>
              <a:t>将两个</a:t>
            </a:r>
            <a:r>
              <a:rPr lang="zh-CN" altLang="zh-CN">
                <a:latin typeface="Arial" panose="020B0604020202020204" pitchFamily="34" charset="0"/>
              </a:rPr>
              <a:t>顺序表合并成一个有序表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1485900" y="885825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1466850" y="1195388"/>
            <a:ext cx="3887788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45" name="Line 5"/>
          <p:cNvSpPr>
            <a:spLocks noChangeShapeType="1"/>
          </p:cNvSpPr>
          <p:nvPr/>
        </p:nvSpPr>
        <p:spPr bwMode="auto">
          <a:xfrm flipH="1">
            <a:off x="4603750" y="12176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6" name="Line 6"/>
          <p:cNvSpPr>
            <a:spLocks noChangeShapeType="1"/>
          </p:cNvSpPr>
          <p:nvPr/>
        </p:nvSpPr>
        <p:spPr bwMode="auto">
          <a:xfrm flipH="1">
            <a:off x="3840163" y="121602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7" name="Line 7"/>
          <p:cNvSpPr>
            <a:spLocks noChangeShapeType="1"/>
          </p:cNvSpPr>
          <p:nvPr/>
        </p:nvSpPr>
        <p:spPr bwMode="auto">
          <a:xfrm flipH="1">
            <a:off x="3073400" y="12112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 flipH="1">
            <a:off x="2328863" y="12176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3082925" y="12017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2332038" y="1190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3854450" y="1190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52" name="Text Box 12"/>
          <p:cNvSpPr txBox="1">
            <a:spLocks noChangeArrowheads="1"/>
          </p:cNvSpPr>
          <p:nvPr/>
        </p:nvSpPr>
        <p:spPr bwMode="auto">
          <a:xfrm>
            <a:off x="4605338" y="1190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53" name="Rectangle 13"/>
          <p:cNvSpPr>
            <a:spLocks noChangeArrowheads="1"/>
          </p:cNvSpPr>
          <p:nvPr/>
        </p:nvSpPr>
        <p:spPr bwMode="auto">
          <a:xfrm>
            <a:off x="1473200" y="2390775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8254" name="Line 14"/>
          <p:cNvSpPr>
            <a:spLocks noChangeShapeType="1"/>
          </p:cNvSpPr>
          <p:nvPr/>
        </p:nvSpPr>
        <p:spPr bwMode="auto">
          <a:xfrm flipH="1">
            <a:off x="3846513" y="24114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5" name="Line 15"/>
          <p:cNvSpPr>
            <a:spLocks noChangeShapeType="1"/>
          </p:cNvSpPr>
          <p:nvPr/>
        </p:nvSpPr>
        <p:spPr bwMode="auto">
          <a:xfrm flipH="1">
            <a:off x="3079750" y="24066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6" name="Line 16"/>
          <p:cNvSpPr>
            <a:spLocks noChangeShapeType="1"/>
          </p:cNvSpPr>
          <p:nvPr/>
        </p:nvSpPr>
        <p:spPr bwMode="auto">
          <a:xfrm flipH="1">
            <a:off x="2335213" y="24130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7" name="Text Box 17"/>
          <p:cNvSpPr txBox="1">
            <a:spLocks noChangeArrowheads="1"/>
          </p:cNvSpPr>
          <p:nvPr/>
        </p:nvSpPr>
        <p:spPr bwMode="auto">
          <a:xfrm>
            <a:off x="3089275" y="2397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58" name="Text Box 18"/>
          <p:cNvSpPr txBox="1">
            <a:spLocks noChangeArrowheads="1"/>
          </p:cNvSpPr>
          <p:nvPr/>
        </p:nvSpPr>
        <p:spPr bwMode="auto">
          <a:xfrm>
            <a:off x="2338388" y="23860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59" name="Text Box 19"/>
          <p:cNvSpPr txBox="1">
            <a:spLocks noChangeArrowheads="1"/>
          </p:cNvSpPr>
          <p:nvPr/>
        </p:nvSpPr>
        <p:spPr bwMode="auto">
          <a:xfrm>
            <a:off x="3860800" y="23860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60" name="Text Box 20"/>
          <p:cNvSpPr txBox="1">
            <a:spLocks noChangeArrowheads="1"/>
          </p:cNvSpPr>
          <p:nvPr/>
        </p:nvSpPr>
        <p:spPr bwMode="auto">
          <a:xfrm>
            <a:off x="827088" y="11763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61" name="Text Box 21"/>
          <p:cNvSpPr txBox="1">
            <a:spLocks noChangeArrowheads="1"/>
          </p:cNvSpPr>
          <p:nvPr/>
        </p:nvSpPr>
        <p:spPr bwMode="auto">
          <a:xfrm>
            <a:off x="833438" y="23907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62" name="Rectangle 22"/>
          <p:cNvSpPr>
            <a:spLocks noChangeArrowheads="1"/>
          </p:cNvSpPr>
          <p:nvPr/>
        </p:nvSpPr>
        <p:spPr bwMode="auto">
          <a:xfrm>
            <a:off x="1509713" y="4148138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63" name="Line 23"/>
          <p:cNvSpPr>
            <a:spLocks noChangeShapeType="1"/>
          </p:cNvSpPr>
          <p:nvPr/>
        </p:nvSpPr>
        <p:spPr bwMode="auto">
          <a:xfrm>
            <a:off x="38719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4" name="Line 24"/>
          <p:cNvSpPr>
            <a:spLocks noChangeShapeType="1"/>
          </p:cNvSpPr>
          <p:nvPr/>
        </p:nvSpPr>
        <p:spPr bwMode="auto">
          <a:xfrm>
            <a:off x="23479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5" name="Line 25"/>
          <p:cNvSpPr>
            <a:spLocks noChangeShapeType="1"/>
          </p:cNvSpPr>
          <p:nvPr/>
        </p:nvSpPr>
        <p:spPr bwMode="auto">
          <a:xfrm>
            <a:off x="31099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6" name="Line 26"/>
          <p:cNvSpPr>
            <a:spLocks noChangeShapeType="1"/>
          </p:cNvSpPr>
          <p:nvPr/>
        </p:nvSpPr>
        <p:spPr bwMode="auto">
          <a:xfrm>
            <a:off x="46339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7" name="Line 27"/>
          <p:cNvSpPr>
            <a:spLocks noChangeShapeType="1"/>
          </p:cNvSpPr>
          <p:nvPr/>
        </p:nvSpPr>
        <p:spPr bwMode="auto">
          <a:xfrm>
            <a:off x="53959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8" name="Line 28"/>
          <p:cNvSpPr>
            <a:spLocks noChangeShapeType="1"/>
          </p:cNvSpPr>
          <p:nvPr/>
        </p:nvSpPr>
        <p:spPr bwMode="auto">
          <a:xfrm>
            <a:off x="60817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9" name="Line 29"/>
          <p:cNvSpPr>
            <a:spLocks noChangeShapeType="1"/>
          </p:cNvSpPr>
          <p:nvPr/>
        </p:nvSpPr>
        <p:spPr bwMode="auto">
          <a:xfrm>
            <a:off x="6843713" y="414813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70" name="Text Box 30"/>
          <p:cNvSpPr txBox="1">
            <a:spLocks noChangeArrowheads="1"/>
          </p:cNvSpPr>
          <p:nvPr/>
        </p:nvSpPr>
        <p:spPr bwMode="auto">
          <a:xfrm>
            <a:off x="1463675" y="3821113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38271" name="Text Box 31"/>
          <p:cNvSpPr txBox="1">
            <a:spLocks noChangeArrowheads="1"/>
          </p:cNvSpPr>
          <p:nvPr/>
        </p:nvSpPr>
        <p:spPr bwMode="auto">
          <a:xfrm>
            <a:off x="850900" y="42021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72" name="AutoShape 32"/>
          <p:cNvSpPr>
            <a:spLocks noChangeArrowheads="1"/>
          </p:cNvSpPr>
          <p:nvPr/>
        </p:nvSpPr>
        <p:spPr bwMode="auto">
          <a:xfrm>
            <a:off x="2620963" y="674688"/>
            <a:ext cx="112712" cy="538162"/>
          </a:xfrm>
          <a:prstGeom prst="downArrow">
            <a:avLst>
              <a:gd name="adj1" fmla="val 50000"/>
              <a:gd name="adj2" fmla="val 119322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8273" name="AutoShape 33"/>
          <p:cNvSpPr>
            <a:spLocks noChangeArrowheads="1"/>
          </p:cNvSpPr>
          <p:nvPr/>
        </p:nvSpPr>
        <p:spPr bwMode="auto">
          <a:xfrm>
            <a:off x="2616200" y="1846263"/>
            <a:ext cx="112713" cy="538162"/>
          </a:xfrm>
          <a:prstGeom prst="downArrow">
            <a:avLst>
              <a:gd name="adj1" fmla="val 50000"/>
              <a:gd name="adj2" fmla="val 119321"/>
            </a:avLst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8274" name="AutoShape 34"/>
          <p:cNvSpPr>
            <a:spLocks noChangeArrowheads="1"/>
          </p:cNvSpPr>
          <p:nvPr/>
        </p:nvSpPr>
        <p:spPr bwMode="auto">
          <a:xfrm>
            <a:off x="2644775" y="3625850"/>
            <a:ext cx="112713" cy="538163"/>
          </a:xfrm>
          <a:prstGeom prst="downArrow">
            <a:avLst>
              <a:gd name="adj1" fmla="val 50000"/>
              <a:gd name="adj2" fmla="val 119322"/>
            </a:avLst>
          </a:prstGeom>
          <a:solidFill>
            <a:srgbClr val="FAFD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8275" name="Text Box 35"/>
          <p:cNvSpPr txBox="1">
            <a:spLocks noChangeArrowheads="1"/>
          </p:cNvSpPr>
          <p:nvPr/>
        </p:nvSpPr>
        <p:spPr bwMode="auto">
          <a:xfrm>
            <a:off x="2678113" y="574675"/>
            <a:ext cx="481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76" name="Text Box 36"/>
          <p:cNvSpPr txBox="1">
            <a:spLocks noChangeArrowheads="1"/>
          </p:cNvSpPr>
          <p:nvPr/>
        </p:nvSpPr>
        <p:spPr bwMode="auto">
          <a:xfrm>
            <a:off x="2662238" y="1735138"/>
            <a:ext cx="481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277" name="Text Box 37"/>
          <p:cNvSpPr txBox="1">
            <a:spLocks noChangeArrowheads="1"/>
          </p:cNvSpPr>
          <p:nvPr/>
        </p:nvSpPr>
        <p:spPr bwMode="auto">
          <a:xfrm>
            <a:off x="2689225" y="352266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endParaRPr lang="en-US" altLang="zh-CN" sz="1400">
              <a:solidFill>
                <a:srgbClr val="FAFD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7188A8-AF05-8D35-6AF6-2918C0247F38}"/>
              </a:ext>
            </a:extLst>
          </p:cNvPr>
          <p:cNvSpPr txBox="1"/>
          <p:nvPr/>
        </p:nvSpPr>
        <p:spPr>
          <a:xfrm>
            <a:off x="1979712" y="5085184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参考线性表的合并</a:t>
            </a:r>
          </a:p>
        </p:txBody>
      </p:sp>
    </p:spTree>
  </p:cSld>
  <p:clrMapOvr>
    <a:masterClrMapping/>
  </p:clrMapOvr>
  <p:transition>
    <p:wipe dir="d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1489075" y="981075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1470025" y="1290638"/>
            <a:ext cx="3887788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68" name="Line 4"/>
          <p:cNvSpPr>
            <a:spLocks noChangeShapeType="1"/>
          </p:cNvSpPr>
          <p:nvPr/>
        </p:nvSpPr>
        <p:spPr bwMode="auto">
          <a:xfrm flipH="1">
            <a:off x="4606925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69" name="Line 5"/>
          <p:cNvSpPr>
            <a:spLocks noChangeShapeType="1"/>
          </p:cNvSpPr>
          <p:nvPr/>
        </p:nvSpPr>
        <p:spPr bwMode="auto">
          <a:xfrm flipH="1">
            <a:off x="3843338" y="13112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0" name="Line 6"/>
          <p:cNvSpPr>
            <a:spLocks noChangeShapeType="1"/>
          </p:cNvSpPr>
          <p:nvPr/>
        </p:nvSpPr>
        <p:spPr bwMode="auto">
          <a:xfrm flipH="1">
            <a:off x="3076575" y="13065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1" name="Line 7"/>
          <p:cNvSpPr>
            <a:spLocks noChangeShapeType="1"/>
          </p:cNvSpPr>
          <p:nvPr/>
        </p:nvSpPr>
        <p:spPr bwMode="auto">
          <a:xfrm flipH="1">
            <a:off x="2332038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3086100" y="12969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2335213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74" name="Text Box 10"/>
          <p:cNvSpPr txBox="1">
            <a:spLocks noChangeArrowheads="1"/>
          </p:cNvSpPr>
          <p:nvPr/>
        </p:nvSpPr>
        <p:spPr bwMode="auto">
          <a:xfrm>
            <a:off x="3857625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75" name="Text Box 11"/>
          <p:cNvSpPr txBox="1">
            <a:spLocks noChangeArrowheads="1"/>
          </p:cNvSpPr>
          <p:nvPr/>
        </p:nvSpPr>
        <p:spPr bwMode="auto">
          <a:xfrm>
            <a:off x="4608513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76" name="Rectangle 12"/>
          <p:cNvSpPr>
            <a:spLocks noChangeArrowheads="1"/>
          </p:cNvSpPr>
          <p:nvPr/>
        </p:nvSpPr>
        <p:spPr bwMode="auto">
          <a:xfrm>
            <a:off x="1476375" y="2486025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 flipH="1">
            <a:off x="3849688" y="25066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 flipH="1">
            <a:off x="3082925" y="25019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 flipH="1">
            <a:off x="2338388" y="250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80" name="Text Box 16"/>
          <p:cNvSpPr txBox="1">
            <a:spLocks noChangeArrowheads="1"/>
          </p:cNvSpPr>
          <p:nvPr/>
        </p:nvSpPr>
        <p:spPr bwMode="auto">
          <a:xfrm>
            <a:off x="3092450" y="24923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81" name="Text Box 17"/>
          <p:cNvSpPr txBox="1">
            <a:spLocks noChangeArrowheads="1"/>
          </p:cNvSpPr>
          <p:nvPr/>
        </p:nvSpPr>
        <p:spPr bwMode="auto">
          <a:xfrm>
            <a:off x="2341563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82" name="Text Box 18"/>
          <p:cNvSpPr txBox="1">
            <a:spLocks noChangeArrowheads="1"/>
          </p:cNvSpPr>
          <p:nvPr/>
        </p:nvSpPr>
        <p:spPr bwMode="auto">
          <a:xfrm>
            <a:off x="3863975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83" name="Text Box 19"/>
          <p:cNvSpPr txBox="1">
            <a:spLocks noChangeArrowheads="1"/>
          </p:cNvSpPr>
          <p:nvPr/>
        </p:nvSpPr>
        <p:spPr bwMode="auto">
          <a:xfrm>
            <a:off x="830263" y="12715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84" name="Text Box 20"/>
          <p:cNvSpPr txBox="1">
            <a:spLocks noChangeArrowheads="1"/>
          </p:cNvSpPr>
          <p:nvPr/>
        </p:nvSpPr>
        <p:spPr bwMode="auto">
          <a:xfrm>
            <a:off x="836613" y="24860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85" name="Rectangle 21"/>
          <p:cNvSpPr>
            <a:spLocks noChangeArrowheads="1"/>
          </p:cNvSpPr>
          <p:nvPr/>
        </p:nvSpPr>
        <p:spPr bwMode="auto">
          <a:xfrm>
            <a:off x="1512888" y="4243388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86" name="Line 22"/>
          <p:cNvSpPr>
            <a:spLocks noChangeShapeType="1"/>
          </p:cNvSpPr>
          <p:nvPr/>
        </p:nvSpPr>
        <p:spPr bwMode="auto">
          <a:xfrm>
            <a:off x="3875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87" name="Line 23"/>
          <p:cNvSpPr>
            <a:spLocks noChangeShapeType="1"/>
          </p:cNvSpPr>
          <p:nvPr/>
        </p:nvSpPr>
        <p:spPr bwMode="auto">
          <a:xfrm>
            <a:off x="2351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>
            <a:off x="3113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89" name="Line 25"/>
          <p:cNvSpPr>
            <a:spLocks noChangeShapeType="1"/>
          </p:cNvSpPr>
          <p:nvPr/>
        </p:nvSpPr>
        <p:spPr bwMode="auto">
          <a:xfrm>
            <a:off x="4637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90" name="Line 26"/>
          <p:cNvSpPr>
            <a:spLocks noChangeShapeType="1"/>
          </p:cNvSpPr>
          <p:nvPr/>
        </p:nvSpPr>
        <p:spPr bwMode="auto">
          <a:xfrm>
            <a:off x="5399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91" name="Line 27"/>
          <p:cNvSpPr>
            <a:spLocks noChangeShapeType="1"/>
          </p:cNvSpPr>
          <p:nvPr/>
        </p:nvSpPr>
        <p:spPr bwMode="auto">
          <a:xfrm>
            <a:off x="60848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92" name="Line 28"/>
          <p:cNvSpPr>
            <a:spLocks noChangeShapeType="1"/>
          </p:cNvSpPr>
          <p:nvPr/>
        </p:nvSpPr>
        <p:spPr bwMode="auto">
          <a:xfrm>
            <a:off x="68468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93" name="Text Box 29"/>
          <p:cNvSpPr txBox="1">
            <a:spLocks noChangeArrowheads="1"/>
          </p:cNvSpPr>
          <p:nvPr/>
        </p:nvSpPr>
        <p:spPr bwMode="auto">
          <a:xfrm>
            <a:off x="1466850" y="3916363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39294" name="Text Box 30"/>
          <p:cNvSpPr txBox="1">
            <a:spLocks noChangeArrowheads="1"/>
          </p:cNvSpPr>
          <p:nvPr/>
        </p:nvSpPr>
        <p:spPr bwMode="auto">
          <a:xfrm>
            <a:off x="854075" y="42973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95" name="AutoShape 31"/>
          <p:cNvSpPr>
            <a:spLocks noChangeArrowheads="1"/>
          </p:cNvSpPr>
          <p:nvPr/>
        </p:nvSpPr>
        <p:spPr bwMode="auto">
          <a:xfrm>
            <a:off x="2624138" y="769938"/>
            <a:ext cx="112712" cy="538162"/>
          </a:xfrm>
          <a:prstGeom prst="downArrow">
            <a:avLst>
              <a:gd name="adj1" fmla="val 50000"/>
              <a:gd name="adj2" fmla="val 119322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9296" name="AutoShape 32"/>
          <p:cNvSpPr>
            <a:spLocks noChangeArrowheads="1"/>
          </p:cNvSpPr>
          <p:nvPr/>
        </p:nvSpPr>
        <p:spPr bwMode="auto">
          <a:xfrm>
            <a:off x="2619375" y="1941513"/>
            <a:ext cx="112713" cy="538162"/>
          </a:xfrm>
          <a:prstGeom prst="downArrow">
            <a:avLst>
              <a:gd name="adj1" fmla="val 50000"/>
              <a:gd name="adj2" fmla="val 119321"/>
            </a:avLst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9297" name="AutoShape 33"/>
          <p:cNvSpPr>
            <a:spLocks noChangeArrowheads="1"/>
          </p:cNvSpPr>
          <p:nvPr/>
        </p:nvSpPr>
        <p:spPr bwMode="auto">
          <a:xfrm>
            <a:off x="2647950" y="3721100"/>
            <a:ext cx="112713" cy="538163"/>
          </a:xfrm>
          <a:prstGeom prst="downArrow">
            <a:avLst>
              <a:gd name="adj1" fmla="val 50000"/>
              <a:gd name="adj2" fmla="val 119322"/>
            </a:avLst>
          </a:prstGeom>
          <a:solidFill>
            <a:srgbClr val="FAFD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39298" name="Text Box 34"/>
          <p:cNvSpPr txBox="1">
            <a:spLocks noChangeArrowheads="1"/>
          </p:cNvSpPr>
          <p:nvPr/>
        </p:nvSpPr>
        <p:spPr bwMode="auto">
          <a:xfrm>
            <a:off x="2681288" y="669925"/>
            <a:ext cx="481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99" name="Text Box 35"/>
          <p:cNvSpPr txBox="1">
            <a:spLocks noChangeArrowheads="1"/>
          </p:cNvSpPr>
          <p:nvPr/>
        </p:nvSpPr>
        <p:spPr bwMode="auto">
          <a:xfrm>
            <a:off x="2665413" y="1830388"/>
            <a:ext cx="481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300" name="Text Box 36"/>
          <p:cNvSpPr txBox="1">
            <a:spLocks noChangeArrowheads="1"/>
          </p:cNvSpPr>
          <p:nvPr/>
        </p:nvSpPr>
        <p:spPr bwMode="auto">
          <a:xfrm>
            <a:off x="2692400" y="361791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endParaRPr lang="en-US" altLang="zh-CN" sz="1400">
              <a:solidFill>
                <a:srgbClr val="FAFD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301" name="Text Box 37"/>
          <p:cNvSpPr txBox="1">
            <a:spLocks noChangeArrowheads="1"/>
          </p:cNvSpPr>
          <p:nvPr/>
        </p:nvSpPr>
        <p:spPr bwMode="auto">
          <a:xfrm>
            <a:off x="2360613" y="4259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1489075" y="981075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1470025" y="1290638"/>
            <a:ext cx="3887788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92" name="Line 4"/>
          <p:cNvSpPr>
            <a:spLocks noChangeShapeType="1"/>
          </p:cNvSpPr>
          <p:nvPr/>
        </p:nvSpPr>
        <p:spPr bwMode="auto">
          <a:xfrm flipH="1">
            <a:off x="4606925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3" name="Line 5"/>
          <p:cNvSpPr>
            <a:spLocks noChangeShapeType="1"/>
          </p:cNvSpPr>
          <p:nvPr/>
        </p:nvSpPr>
        <p:spPr bwMode="auto">
          <a:xfrm flipH="1">
            <a:off x="3843338" y="13112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4" name="Line 6"/>
          <p:cNvSpPr>
            <a:spLocks noChangeShapeType="1"/>
          </p:cNvSpPr>
          <p:nvPr/>
        </p:nvSpPr>
        <p:spPr bwMode="auto">
          <a:xfrm flipH="1">
            <a:off x="3076575" y="13065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5" name="Line 7"/>
          <p:cNvSpPr>
            <a:spLocks noChangeShapeType="1"/>
          </p:cNvSpPr>
          <p:nvPr/>
        </p:nvSpPr>
        <p:spPr bwMode="auto">
          <a:xfrm flipH="1">
            <a:off x="2332038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6" name="Text Box 8"/>
          <p:cNvSpPr txBox="1">
            <a:spLocks noChangeArrowheads="1"/>
          </p:cNvSpPr>
          <p:nvPr/>
        </p:nvSpPr>
        <p:spPr bwMode="auto">
          <a:xfrm>
            <a:off x="3086100" y="12969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97" name="Text Box 9"/>
          <p:cNvSpPr txBox="1">
            <a:spLocks noChangeArrowheads="1"/>
          </p:cNvSpPr>
          <p:nvPr/>
        </p:nvSpPr>
        <p:spPr bwMode="auto">
          <a:xfrm>
            <a:off x="2335213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98" name="Text Box 10"/>
          <p:cNvSpPr txBox="1">
            <a:spLocks noChangeArrowheads="1"/>
          </p:cNvSpPr>
          <p:nvPr/>
        </p:nvSpPr>
        <p:spPr bwMode="auto">
          <a:xfrm>
            <a:off x="3857625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4608513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00" name="Rectangle 12"/>
          <p:cNvSpPr>
            <a:spLocks noChangeArrowheads="1"/>
          </p:cNvSpPr>
          <p:nvPr/>
        </p:nvSpPr>
        <p:spPr bwMode="auto">
          <a:xfrm>
            <a:off x="1476375" y="2486025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0301" name="Line 13"/>
          <p:cNvSpPr>
            <a:spLocks noChangeShapeType="1"/>
          </p:cNvSpPr>
          <p:nvPr/>
        </p:nvSpPr>
        <p:spPr bwMode="auto">
          <a:xfrm flipH="1">
            <a:off x="3849688" y="25066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2" name="Line 14"/>
          <p:cNvSpPr>
            <a:spLocks noChangeShapeType="1"/>
          </p:cNvSpPr>
          <p:nvPr/>
        </p:nvSpPr>
        <p:spPr bwMode="auto">
          <a:xfrm flipH="1">
            <a:off x="3082925" y="25019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3" name="Line 15"/>
          <p:cNvSpPr>
            <a:spLocks noChangeShapeType="1"/>
          </p:cNvSpPr>
          <p:nvPr/>
        </p:nvSpPr>
        <p:spPr bwMode="auto">
          <a:xfrm flipH="1">
            <a:off x="2338388" y="250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4" name="Text Box 16"/>
          <p:cNvSpPr txBox="1">
            <a:spLocks noChangeArrowheads="1"/>
          </p:cNvSpPr>
          <p:nvPr/>
        </p:nvSpPr>
        <p:spPr bwMode="auto">
          <a:xfrm>
            <a:off x="3092450" y="24923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05" name="Text Box 17"/>
          <p:cNvSpPr txBox="1">
            <a:spLocks noChangeArrowheads="1"/>
          </p:cNvSpPr>
          <p:nvPr/>
        </p:nvSpPr>
        <p:spPr bwMode="auto">
          <a:xfrm>
            <a:off x="2341563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06" name="Text Box 18"/>
          <p:cNvSpPr txBox="1">
            <a:spLocks noChangeArrowheads="1"/>
          </p:cNvSpPr>
          <p:nvPr/>
        </p:nvSpPr>
        <p:spPr bwMode="auto">
          <a:xfrm>
            <a:off x="3863975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07" name="Text Box 19"/>
          <p:cNvSpPr txBox="1">
            <a:spLocks noChangeArrowheads="1"/>
          </p:cNvSpPr>
          <p:nvPr/>
        </p:nvSpPr>
        <p:spPr bwMode="auto">
          <a:xfrm>
            <a:off x="830263" y="12715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08" name="Text Box 20"/>
          <p:cNvSpPr txBox="1">
            <a:spLocks noChangeArrowheads="1"/>
          </p:cNvSpPr>
          <p:nvPr/>
        </p:nvSpPr>
        <p:spPr bwMode="auto">
          <a:xfrm>
            <a:off x="836613" y="24860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09" name="Rectangle 21"/>
          <p:cNvSpPr>
            <a:spLocks noChangeArrowheads="1"/>
          </p:cNvSpPr>
          <p:nvPr/>
        </p:nvSpPr>
        <p:spPr bwMode="auto">
          <a:xfrm>
            <a:off x="1512888" y="4243388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310" name="Line 22"/>
          <p:cNvSpPr>
            <a:spLocks noChangeShapeType="1"/>
          </p:cNvSpPr>
          <p:nvPr/>
        </p:nvSpPr>
        <p:spPr bwMode="auto">
          <a:xfrm>
            <a:off x="3875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1" name="Line 23"/>
          <p:cNvSpPr>
            <a:spLocks noChangeShapeType="1"/>
          </p:cNvSpPr>
          <p:nvPr/>
        </p:nvSpPr>
        <p:spPr bwMode="auto">
          <a:xfrm>
            <a:off x="2351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2" name="Line 24"/>
          <p:cNvSpPr>
            <a:spLocks noChangeShapeType="1"/>
          </p:cNvSpPr>
          <p:nvPr/>
        </p:nvSpPr>
        <p:spPr bwMode="auto">
          <a:xfrm>
            <a:off x="3113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3" name="Line 25"/>
          <p:cNvSpPr>
            <a:spLocks noChangeShapeType="1"/>
          </p:cNvSpPr>
          <p:nvPr/>
        </p:nvSpPr>
        <p:spPr bwMode="auto">
          <a:xfrm>
            <a:off x="4637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4" name="Line 26"/>
          <p:cNvSpPr>
            <a:spLocks noChangeShapeType="1"/>
          </p:cNvSpPr>
          <p:nvPr/>
        </p:nvSpPr>
        <p:spPr bwMode="auto">
          <a:xfrm>
            <a:off x="53990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5" name="Line 27"/>
          <p:cNvSpPr>
            <a:spLocks noChangeShapeType="1"/>
          </p:cNvSpPr>
          <p:nvPr/>
        </p:nvSpPr>
        <p:spPr bwMode="auto">
          <a:xfrm>
            <a:off x="60848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6" name="Line 28"/>
          <p:cNvSpPr>
            <a:spLocks noChangeShapeType="1"/>
          </p:cNvSpPr>
          <p:nvPr/>
        </p:nvSpPr>
        <p:spPr bwMode="auto">
          <a:xfrm>
            <a:off x="6846888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7" name="Text Box 29"/>
          <p:cNvSpPr txBox="1">
            <a:spLocks noChangeArrowheads="1"/>
          </p:cNvSpPr>
          <p:nvPr/>
        </p:nvSpPr>
        <p:spPr bwMode="auto">
          <a:xfrm>
            <a:off x="1466850" y="3916363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0318" name="Text Box 30"/>
          <p:cNvSpPr txBox="1">
            <a:spLocks noChangeArrowheads="1"/>
          </p:cNvSpPr>
          <p:nvPr/>
        </p:nvSpPr>
        <p:spPr bwMode="auto">
          <a:xfrm>
            <a:off x="854075" y="42973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0319" name="Group 31"/>
          <p:cNvGrpSpPr>
            <a:grpSpLocks/>
          </p:cNvGrpSpPr>
          <p:nvPr/>
        </p:nvGrpSpPr>
        <p:grpSpPr bwMode="auto">
          <a:xfrm>
            <a:off x="2624138" y="669925"/>
            <a:ext cx="538162" cy="638175"/>
            <a:chOff x="1638" y="1299"/>
            <a:chExt cx="339" cy="402"/>
          </a:xfrm>
        </p:grpSpPr>
        <p:sp>
          <p:nvSpPr>
            <p:cNvPr id="140320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0321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0322" name="Group 34"/>
          <p:cNvGrpSpPr>
            <a:grpSpLocks/>
          </p:cNvGrpSpPr>
          <p:nvPr/>
        </p:nvGrpSpPr>
        <p:grpSpPr bwMode="auto">
          <a:xfrm>
            <a:off x="3213100" y="1863725"/>
            <a:ext cx="527050" cy="649288"/>
            <a:chOff x="1635" y="2030"/>
            <a:chExt cx="332" cy="409"/>
          </a:xfrm>
        </p:grpSpPr>
        <p:sp>
          <p:nvSpPr>
            <p:cNvPr id="140323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0324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0325" name="Group 37"/>
          <p:cNvGrpSpPr>
            <a:grpSpLocks/>
          </p:cNvGrpSpPr>
          <p:nvPr/>
        </p:nvGrpSpPr>
        <p:grpSpPr bwMode="auto">
          <a:xfrm>
            <a:off x="3309938" y="3640138"/>
            <a:ext cx="525462" cy="641350"/>
            <a:chOff x="1653" y="3156"/>
            <a:chExt cx="331" cy="404"/>
          </a:xfrm>
        </p:grpSpPr>
        <p:sp>
          <p:nvSpPr>
            <p:cNvPr id="140326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0327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0328" name="Text Box 40"/>
          <p:cNvSpPr txBox="1">
            <a:spLocks noChangeArrowheads="1"/>
          </p:cNvSpPr>
          <p:nvPr/>
        </p:nvSpPr>
        <p:spPr bwMode="auto">
          <a:xfrm>
            <a:off x="2360613" y="4259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1485900" y="908050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1466850" y="1217613"/>
            <a:ext cx="3887788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16" name="Line 4"/>
          <p:cNvSpPr>
            <a:spLocks noChangeShapeType="1"/>
          </p:cNvSpPr>
          <p:nvPr/>
        </p:nvSpPr>
        <p:spPr bwMode="auto">
          <a:xfrm flipH="1">
            <a:off x="4603750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7" name="Line 5"/>
          <p:cNvSpPr>
            <a:spLocks noChangeShapeType="1"/>
          </p:cNvSpPr>
          <p:nvPr/>
        </p:nvSpPr>
        <p:spPr bwMode="auto">
          <a:xfrm flipH="1">
            <a:off x="3840163" y="123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8" name="Line 6"/>
          <p:cNvSpPr>
            <a:spLocks noChangeShapeType="1"/>
          </p:cNvSpPr>
          <p:nvPr/>
        </p:nvSpPr>
        <p:spPr bwMode="auto">
          <a:xfrm flipH="1">
            <a:off x="3073400" y="12334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9" name="Line 7"/>
          <p:cNvSpPr>
            <a:spLocks noChangeShapeType="1"/>
          </p:cNvSpPr>
          <p:nvPr/>
        </p:nvSpPr>
        <p:spPr bwMode="auto">
          <a:xfrm flipH="1">
            <a:off x="2328863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0" name="Text Box 8"/>
          <p:cNvSpPr txBox="1">
            <a:spLocks noChangeArrowheads="1"/>
          </p:cNvSpPr>
          <p:nvPr/>
        </p:nvSpPr>
        <p:spPr bwMode="auto">
          <a:xfrm>
            <a:off x="3082925" y="12239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21" name="Text Box 9"/>
          <p:cNvSpPr txBox="1">
            <a:spLocks noChangeArrowheads="1"/>
          </p:cNvSpPr>
          <p:nvPr/>
        </p:nvSpPr>
        <p:spPr bwMode="auto">
          <a:xfrm>
            <a:off x="2332038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22" name="Text Box 10"/>
          <p:cNvSpPr txBox="1">
            <a:spLocks noChangeArrowheads="1"/>
          </p:cNvSpPr>
          <p:nvPr/>
        </p:nvSpPr>
        <p:spPr bwMode="auto">
          <a:xfrm>
            <a:off x="3854450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4605338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24" name="Rectangle 12"/>
          <p:cNvSpPr>
            <a:spLocks noChangeArrowheads="1"/>
          </p:cNvSpPr>
          <p:nvPr/>
        </p:nvSpPr>
        <p:spPr bwMode="auto">
          <a:xfrm>
            <a:off x="1473200" y="2413000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1325" name="Line 13"/>
          <p:cNvSpPr>
            <a:spLocks noChangeShapeType="1"/>
          </p:cNvSpPr>
          <p:nvPr/>
        </p:nvSpPr>
        <p:spPr bwMode="auto">
          <a:xfrm flipH="1">
            <a:off x="3846513" y="24336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6" name="Line 14"/>
          <p:cNvSpPr>
            <a:spLocks noChangeShapeType="1"/>
          </p:cNvSpPr>
          <p:nvPr/>
        </p:nvSpPr>
        <p:spPr bwMode="auto">
          <a:xfrm flipH="1">
            <a:off x="3079750" y="24288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7" name="Line 15"/>
          <p:cNvSpPr>
            <a:spLocks noChangeShapeType="1"/>
          </p:cNvSpPr>
          <p:nvPr/>
        </p:nvSpPr>
        <p:spPr bwMode="auto">
          <a:xfrm flipH="1">
            <a:off x="2335213" y="243522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8" name="Text Box 16"/>
          <p:cNvSpPr txBox="1">
            <a:spLocks noChangeArrowheads="1"/>
          </p:cNvSpPr>
          <p:nvPr/>
        </p:nvSpPr>
        <p:spPr bwMode="auto">
          <a:xfrm>
            <a:off x="3089275" y="24193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29" name="Text Box 17"/>
          <p:cNvSpPr txBox="1">
            <a:spLocks noChangeArrowheads="1"/>
          </p:cNvSpPr>
          <p:nvPr/>
        </p:nvSpPr>
        <p:spPr bwMode="auto">
          <a:xfrm>
            <a:off x="2338388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30" name="Text Box 18"/>
          <p:cNvSpPr txBox="1">
            <a:spLocks noChangeArrowheads="1"/>
          </p:cNvSpPr>
          <p:nvPr/>
        </p:nvSpPr>
        <p:spPr bwMode="auto">
          <a:xfrm>
            <a:off x="3860800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31" name="Text Box 19"/>
          <p:cNvSpPr txBox="1">
            <a:spLocks noChangeArrowheads="1"/>
          </p:cNvSpPr>
          <p:nvPr/>
        </p:nvSpPr>
        <p:spPr bwMode="auto">
          <a:xfrm>
            <a:off x="827088" y="1198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32" name="Text Box 20"/>
          <p:cNvSpPr txBox="1">
            <a:spLocks noChangeArrowheads="1"/>
          </p:cNvSpPr>
          <p:nvPr/>
        </p:nvSpPr>
        <p:spPr bwMode="auto">
          <a:xfrm>
            <a:off x="833438" y="241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33" name="Rectangle 21"/>
          <p:cNvSpPr>
            <a:spLocks noChangeArrowheads="1"/>
          </p:cNvSpPr>
          <p:nvPr/>
        </p:nvSpPr>
        <p:spPr bwMode="auto">
          <a:xfrm>
            <a:off x="1509713" y="4170363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34" name="Line 22"/>
          <p:cNvSpPr>
            <a:spLocks noChangeShapeType="1"/>
          </p:cNvSpPr>
          <p:nvPr/>
        </p:nvSpPr>
        <p:spPr bwMode="auto">
          <a:xfrm>
            <a:off x="38719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35" name="Line 23"/>
          <p:cNvSpPr>
            <a:spLocks noChangeShapeType="1"/>
          </p:cNvSpPr>
          <p:nvPr/>
        </p:nvSpPr>
        <p:spPr bwMode="auto">
          <a:xfrm>
            <a:off x="23479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36" name="Line 24"/>
          <p:cNvSpPr>
            <a:spLocks noChangeShapeType="1"/>
          </p:cNvSpPr>
          <p:nvPr/>
        </p:nvSpPr>
        <p:spPr bwMode="auto">
          <a:xfrm>
            <a:off x="31099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37" name="Line 25"/>
          <p:cNvSpPr>
            <a:spLocks noChangeShapeType="1"/>
          </p:cNvSpPr>
          <p:nvPr/>
        </p:nvSpPr>
        <p:spPr bwMode="auto">
          <a:xfrm>
            <a:off x="46339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38" name="Line 26"/>
          <p:cNvSpPr>
            <a:spLocks noChangeShapeType="1"/>
          </p:cNvSpPr>
          <p:nvPr/>
        </p:nvSpPr>
        <p:spPr bwMode="auto">
          <a:xfrm>
            <a:off x="53959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39" name="Line 27"/>
          <p:cNvSpPr>
            <a:spLocks noChangeShapeType="1"/>
          </p:cNvSpPr>
          <p:nvPr/>
        </p:nvSpPr>
        <p:spPr bwMode="auto">
          <a:xfrm>
            <a:off x="60817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40" name="Line 28"/>
          <p:cNvSpPr>
            <a:spLocks noChangeShapeType="1"/>
          </p:cNvSpPr>
          <p:nvPr/>
        </p:nvSpPr>
        <p:spPr bwMode="auto">
          <a:xfrm>
            <a:off x="6843713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41" name="Text Box 29"/>
          <p:cNvSpPr txBox="1">
            <a:spLocks noChangeArrowheads="1"/>
          </p:cNvSpPr>
          <p:nvPr/>
        </p:nvSpPr>
        <p:spPr bwMode="auto">
          <a:xfrm>
            <a:off x="1463675" y="3843338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1342" name="Text Box 30"/>
          <p:cNvSpPr txBox="1">
            <a:spLocks noChangeArrowheads="1"/>
          </p:cNvSpPr>
          <p:nvPr/>
        </p:nvSpPr>
        <p:spPr bwMode="auto">
          <a:xfrm>
            <a:off x="850900" y="42243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1343" name="Group 31"/>
          <p:cNvGrpSpPr>
            <a:grpSpLocks/>
          </p:cNvGrpSpPr>
          <p:nvPr/>
        </p:nvGrpSpPr>
        <p:grpSpPr bwMode="auto">
          <a:xfrm>
            <a:off x="2620963" y="596900"/>
            <a:ext cx="538162" cy="638175"/>
            <a:chOff x="1638" y="1299"/>
            <a:chExt cx="339" cy="402"/>
          </a:xfrm>
        </p:grpSpPr>
        <p:sp>
          <p:nvSpPr>
            <p:cNvPr id="141344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1345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1346" name="Group 34"/>
          <p:cNvGrpSpPr>
            <a:grpSpLocks/>
          </p:cNvGrpSpPr>
          <p:nvPr/>
        </p:nvGrpSpPr>
        <p:grpSpPr bwMode="auto">
          <a:xfrm>
            <a:off x="3209925" y="1790700"/>
            <a:ext cx="527050" cy="649288"/>
            <a:chOff x="1635" y="2030"/>
            <a:chExt cx="332" cy="409"/>
          </a:xfrm>
        </p:grpSpPr>
        <p:sp>
          <p:nvSpPr>
            <p:cNvPr id="141347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1348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1349" name="Group 37"/>
          <p:cNvGrpSpPr>
            <a:grpSpLocks/>
          </p:cNvGrpSpPr>
          <p:nvPr/>
        </p:nvGrpSpPr>
        <p:grpSpPr bwMode="auto">
          <a:xfrm>
            <a:off x="3306763" y="3567113"/>
            <a:ext cx="525462" cy="641350"/>
            <a:chOff x="1653" y="3156"/>
            <a:chExt cx="331" cy="404"/>
          </a:xfrm>
        </p:grpSpPr>
        <p:sp>
          <p:nvSpPr>
            <p:cNvPr id="141350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1351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1352" name="Text Box 40"/>
          <p:cNvSpPr txBox="1">
            <a:spLocks noChangeArrowheads="1"/>
          </p:cNvSpPr>
          <p:nvPr/>
        </p:nvSpPr>
        <p:spPr bwMode="auto">
          <a:xfrm>
            <a:off x="2357438" y="4186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353" name="Text Box 41"/>
          <p:cNvSpPr txBox="1">
            <a:spLocks noChangeArrowheads="1"/>
          </p:cNvSpPr>
          <p:nvPr/>
        </p:nvSpPr>
        <p:spPr bwMode="auto">
          <a:xfrm>
            <a:off x="3124200" y="41560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1489075" y="908050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1470025" y="1217613"/>
            <a:ext cx="3887788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40" name="Line 4"/>
          <p:cNvSpPr>
            <a:spLocks noChangeShapeType="1"/>
          </p:cNvSpPr>
          <p:nvPr/>
        </p:nvSpPr>
        <p:spPr bwMode="auto">
          <a:xfrm flipH="1">
            <a:off x="4606925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1" name="Line 5"/>
          <p:cNvSpPr>
            <a:spLocks noChangeShapeType="1"/>
          </p:cNvSpPr>
          <p:nvPr/>
        </p:nvSpPr>
        <p:spPr bwMode="auto">
          <a:xfrm flipH="1">
            <a:off x="3843338" y="123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2" name="Line 6"/>
          <p:cNvSpPr>
            <a:spLocks noChangeShapeType="1"/>
          </p:cNvSpPr>
          <p:nvPr/>
        </p:nvSpPr>
        <p:spPr bwMode="auto">
          <a:xfrm flipH="1">
            <a:off x="3076575" y="12334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3" name="Line 7"/>
          <p:cNvSpPr>
            <a:spLocks noChangeShapeType="1"/>
          </p:cNvSpPr>
          <p:nvPr/>
        </p:nvSpPr>
        <p:spPr bwMode="auto">
          <a:xfrm flipH="1">
            <a:off x="2332038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3086100" y="12239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2335213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3857625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4608513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48" name="Rectangle 12"/>
          <p:cNvSpPr>
            <a:spLocks noChangeArrowheads="1"/>
          </p:cNvSpPr>
          <p:nvPr/>
        </p:nvSpPr>
        <p:spPr bwMode="auto">
          <a:xfrm>
            <a:off x="1476375" y="2413000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 flipH="1">
            <a:off x="3849688" y="24336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0" name="Line 14"/>
          <p:cNvSpPr>
            <a:spLocks noChangeShapeType="1"/>
          </p:cNvSpPr>
          <p:nvPr/>
        </p:nvSpPr>
        <p:spPr bwMode="auto">
          <a:xfrm flipH="1">
            <a:off x="3082925" y="24288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1" name="Line 15"/>
          <p:cNvSpPr>
            <a:spLocks noChangeShapeType="1"/>
          </p:cNvSpPr>
          <p:nvPr/>
        </p:nvSpPr>
        <p:spPr bwMode="auto">
          <a:xfrm flipH="1">
            <a:off x="2338388" y="243522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2" name="Text Box 16"/>
          <p:cNvSpPr txBox="1">
            <a:spLocks noChangeArrowheads="1"/>
          </p:cNvSpPr>
          <p:nvPr/>
        </p:nvSpPr>
        <p:spPr bwMode="auto">
          <a:xfrm>
            <a:off x="3092450" y="24193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2341563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54" name="Text Box 18"/>
          <p:cNvSpPr txBox="1">
            <a:spLocks noChangeArrowheads="1"/>
          </p:cNvSpPr>
          <p:nvPr/>
        </p:nvSpPr>
        <p:spPr bwMode="auto">
          <a:xfrm>
            <a:off x="3863975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55" name="Text Box 19"/>
          <p:cNvSpPr txBox="1">
            <a:spLocks noChangeArrowheads="1"/>
          </p:cNvSpPr>
          <p:nvPr/>
        </p:nvSpPr>
        <p:spPr bwMode="auto">
          <a:xfrm>
            <a:off x="830263" y="1198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836613" y="241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57" name="Rectangle 21"/>
          <p:cNvSpPr>
            <a:spLocks noChangeArrowheads="1"/>
          </p:cNvSpPr>
          <p:nvPr/>
        </p:nvSpPr>
        <p:spPr bwMode="auto">
          <a:xfrm>
            <a:off x="1512888" y="4170363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58" name="Line 22"/>
          <p:cNvSpPr>
            <a:spLocks noChangeShapeType="1"/>
          </p:cNvSpPr>
          <p:nvPr/>
        </p:nvSpPr>
        <p:spPr bwMode="auto">
          <a:xfrm>
            <a:off x="38750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9" name="Line 23"/>
          <p:cNvSpPr>
            <a:spLocks noChangeShapeType="1"/>
          </p:cNvSpPr>
          <p:nvPr/>
        </p:nvSpPr>
        <p:spPr bwMode="auto">
          <a:xfrm>
            <a:off x="23510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0" name="Line 24"/>
          <p:cNvSpPr>
            <a:spLocks noChangeShapeType="1"/>
          </p:cNvSpPr>
          <p:nvPr/>
        </p:nvSpPr>
        <p:spPr bwMode="auto">
          <a:xfrm>
            <a:off x="31130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1" name="Line 25"/>
          <p:cNvSpPr>
            <a:spLocks noChangeShapeType="1"/>
          </p:cNvSpPr>
          <p:nvPr/>
        </p:nvSpPr>
        <p:spPr bwMode="auto">
          <a:xfrm>
            <a:off x="46370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2" name="Line 26"/>
          <p:cNvSpPr>
            <a:spLocks noChangeShapeType="1"/>
          </p:cNvSpPr>
          <p:nvPr/>
        </p:nvSpPr>
        <p:spPr bwMode="auto">
          <a:xfrm>
            <a:off x="53990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3" name="Line 27"/>
          <p:cNvSpPr>
            <a:spLocks noChangeShapeType="1"/>
          </p:cNvSpPr>
          <p:nvPr/>
        </p:nvSpPr>
        <p:spPr bwMode="auto">
          <a:xfrm>
            <a:off x="60848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4" name="Line 28"/>
          <p:cNvSpPr>
            <a:spLocks noChangeShapeType="1"/>
          </p:cNvSpPr>
          <p:nvPr/>
        </p:nvSpPr>
        <p:spPr bwMode="auto">
          <a:xfrm>
            <a:off x="6846888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5" name="Text Box 29"/>
          <p:cNvSpPr txBox="1">
            <a:spLocks noChangeArrowheads="1"/>
          </p:cNvSpPr>
          <p:nvPr/>
        </p:nvSpPr>
        <p:spPr bwMode="auto">
          <a:xfrm>
            <a:off x="1466850" y="3843338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2366" name="Text Box 30"/>
          <p:cNvSpPr txBox="1">
            <a:spLocks noChangeArrowheads="1"/>
          </p:cNvSpPr>
          <p:nvPr/>
        </p:nvSpPr>
        <p:spPr bwMode="auto">
          <a:xfrm>
            <a:off x="854075" y="42243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2367" name="Group 31"/>
          <p:cNvGrpSpPr>
            <a:grpSpLocks/>
          </p:cNvGrpSpPr>
          <p:nvPr/>
        </p:nvGrpSpPr>
        <p:grpSpPr bwMode="auto">
          <a:xfrm>
            <a:off x="3330575" y="585788"/>
            <a:ext cx="538163" cy="638175"/>
            <a:chOff x="1638" y="1299"/>
            <a:chExt cx="339" cy="402"/>
          </a:xfrm>
        </p:grpSpPr>
        <p:sp>
          <p:nvSpPr>
            <p:cNvPr id="142368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2369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2370" name="Group 34"/>
          <p:cNvGrpSpPr>
            <a:grpSpLocks/>
          </p:cNvGrpSpPr>
          <p:nvPr/>
        </p:nvGrpSpPr>
        <p:grpSpPr bwMode="auto">
          <a:xfrm>
            <a:off x="3213100" y="1790700"/>
            <a:ext cx="527050" cy="649288"/>
            <a:chOff x="1635" y="2030"/>
            <a:chExt cx="332" cy="409"/>
          </a:xfrm>
        </p:grpSpPr>
        <p:sp>
          <p:nvSpPr>
            <p:cNvPr id="142371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2372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2373" name="Group 37"/>
          <p:cNvGrpSpPr>
            <a:grpSpLocks/>
          </p:cNvGrpSpPr>
          <p:nvPr/>
        </p:nvGrpSpPr>
        <p:grpSpPr bwMode="auto">
          <a:xfrm>
            <a:off x="4105275" y="3556000"/>
            <a:ext cx="525463" cy="641350"/>
            <a:chOff x="1653" y="3156"/>
            <a:chExt cx="331" cy="404"/>
          </a:xfrm>
        </p:grpSpPr>
        <p:sp>
          <p:nvSpPr>
            <p:cNvPr id="142374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2375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2376" name="Text Box 40"/>
          <p:cNvSpPr txBox="1">
            <a:spLocks noChangeArrowheads="1"/>
          </p:cNvSpPr>
          <p:nvPr/>
        </p:nvSpPr>
        <p:spPr bwMode="auto">
          <a:xfrm>
            <a:off x="2360613" y="4186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77" name="Text Box 41"/>
          <p:cNvSpPr txBox="1">
            <a:spLocks noChangeArrowheads="1"/>
          </p:cNvSpPr>
          <p:nvPr/>
        </p:nvSpPr>
        <p:spPr bwMode="auto">
          <a:xfrm>
            <a:off x="3127375" y="41560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78" name="Text Box 42"/>
          <p:cNvSpPr txBox="1">
            <a:spLocks noChangeArrowheads="1"/>
          </p:cNvSpPr>
          <p:nvPr/>
        </p:nvSpPr>
        <p:spPr bwMode="auto">
          <a:xfrm>
            <a:off x="3878263" y="4165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1452563" y="981075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1433513" y="1290638"/>
            <a:ext cx="3887787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64" name="Line 4"/>
          <p:cNvSpPr>
            <a:spLocks noChangeShapeType="1"/>
          </p:cNvSpPr>
          <p:nvPr/>
        </p:nvSpPr>
        <p:spPr bwMode="auto">
          <a:xfrm flipH="1">
            <a:off x="4570413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5" name="Line 5"/>
          <p:cNvSpPr>
            <a:spLocks noChangeShapeType="1"/>
          </p:cNvSpPr>
          <p:nvPr/>
        </p:nvSpPr>
        <p:spPr bwMode="auto">
          <a:xfrm flipH="1">
            <a:off x="3806825" y="13112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6" name="Line 6"/>
          <p:cNvSpPr>
            <a:spLocks noChangeShapeType="1"/>
          </p:cNvSpPr>
          <p:nvPr/>
        </p:nvSpPr>
        <p:spPr bwMode="auto">
          <a:xfrm flipH="1">
            <a:off x="3040063" y="13065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7" name="Line 7"/>
          <p:cNvSpPr>
            <a:spLocks noChangeShapeType="1"/>
          </p:cNvSpPr>
          <p:nvPr/>
        </p:nvSpPr>
        <p:spPr bwMode="auto">
          <a:xfrm flipH="1">
            <a:off x="2295525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8" name="Text Box 8"/>
          <p:cNvSpPr txBox="1">
            <a:spLocks noChangeArrowheads="1"/>
          </p:cNvSpPr>
          <p:nvPr/>
        </p:nvSpPr>
        <p:spPr bwMode="auto">
          <a:xfrm>
            <a:off x="3049588" y="12969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69" name="Text Box 9"/>
          <p:cNvSpPr txBox="1">
            <a:spLocks noChangeArrowheads="1"/>
          </p:cNvSpPr>
          <p:nvPr/>
        </p:nvSpPr>
        <p:spPr bwMode="auto">
          <a:xfrm>
            <a:off x="2298700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70" name="Text Box 10"/>
          <p:cNvSpPr txBox="1">
            <a:spLocks noChangeArrowheads="1"/>
          </p:cNvSpPr>
          <p:nvPr/>
        </p:nvSpPr>
        <p:spPr bwMode="auto">
          <a:xfrm>
            <a:off x="3821113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71" name="Text Box 11"/>
          <p:cNvSpPr txBox="1">
            <a:spLocks noChangeArrowheads="1"/>
          </p:cNvSpPr>
          <p:nvPr/>
        </p:nvSpPr>
        <p:spPr bwMode="auto">
          <a:xfrm>
            <a:off x="4572000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72" name="Rectangle 12"/>
          <p:cNvSpPr>
            <a:spLocks noChangeArrowheads="1"/>
          </p:cNvSpPr>
          <p:nvPr/>
        </p:nvSpPr>
        <p:spPr bwMode="auto">
          <a:xfrm>
            <a:off x="1439863" y="2486025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3373" name="Line 13"/>
          <p:cNvSpPr>
            <a:spLocks noChangeShapeType="1"/>
          </p:cNvSpPr>
          <p:nvPr/>
        </p:nvSpPr>
        <p:spPr bwMode="auto">
          <a:xfrm flipH="1">
            <a:off x="3813175" y="25066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74" name="Line 14"/>
          <p:cNvSpPr>
            <a:spLocks noChangeShapeType="1"/>
          </p:cNvSpPr>
          <p:nvPr/>
        </p:nvSpPr>
        <p:spPr bwMode="auto">
          <a:xfrm flipH="1">
            <a:off x="3046413" y="25019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75" name="Line 15"/>
          <p:cNvSpPr>
            <a:spLocks noChangeShapeType="1"/>
          </p:cNvSpPr>
          <p:nvPr/>
        </p:nvSpPr>
        <p:spPr bwMode="auto">
          <a:xfrm flipH="1">
            <a:off x="2301875" y="250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76" name="Text Box 16"/>
          <p:cNvSpPr txBox="1">
            <a:spLocks noChangeArrowheads="1"/>
          </p:cNvSpPr>
          <p:nvPr/>
        </p:nvSpPr>
        <p:spPr bwMode="auto">
          <a:xfrm>
            <a:off x="3055938" y="24923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77" name="Text Box 17"/>
          <p:cNvSpPr txBox="1">
            <a:spLocks noChangeArrowheads="1"/>
          </p:cNvSpPr>
          <p:nvPr/>
        </p:nvSpPr>
        <p:spPr bwMode="auto">
          <a:xfrm>
            <a:off x="2305050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78" name="Text Box 18"/>
          <p:cNvSpPr txBox="1">
            <a:spLocks noChangeArrowheads="1"/>
          </p:cNvSpPr>
          <p:nvPr/>
        </p:nvSpPr>
        <p:spPr bwMode="auto">
          <a:xfrm>
            <a:off x="3827463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79" name="Text Box 19"/>
          <p:cNvSpPr txBox="1">
            <a:spLocks noChangeArrowheads="1"/>
          </p:cNvSpPr>
          <p:nvPr/>
        </p:nvSpPr>
        <p:spPr bwMode="auto">
          <a:xfrm>
            <a:off x="793750" y="12715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80" name="Text Box 20"/>
          <p:cNvSpPr txBox="1">
            <a:spLocks noChangeArrowheads="1"/>
          </p:cNvSpPr>
          <p:nvPr/>
        </p:nvSpPr>
        <p:spPr bwMode="auto">
          <a:xfrm>
            <a:off x="800100" y="24860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81" name="Rectangle 21"/>
          <p:cNvSpPr>
            <a:spLocks noChangeArrowheads="1"/>
          </p:cNvSpPr>
          <p:nvPr/>
        </p:nvSpPr>
        <p:spPr bwMode="auto">
          <a:xfrm>
            <a:off x="1476375" y="4243388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82" name="Line 22"/>
          <p:cNvSpPr>
            <a:spLocks noChangeShapeType="1"/>
          </p:cNvSpPr>
          <p:nvPr/>
        </p:nvSpPr>
        <p:spPr bwMode="auto">
          <a:xfrm>
            <a:off x="3838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3" name="Line 23"/>
          <p:cNvSpPr>
            <a:spLocks noChangeShapeType="1"/>
          </p:cNvSpPr>
          <p:nvPr/>
        </p:nvSpPr>
        <p:spPr bwMode="auto">
          <a:xfrm>
            <a:off x="2314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4" name="Line 24"/>
          <p:cNvSpPr>
            <a:spLocks noChangeShapeType="1"/>
          </p:cNvSpPr>
          <p:nvPr/>
        </p:nvSpPr>
        <p:spPr bwMode="auto">
          <a:xfrm>
            <a:off x="3076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5" name="Line 25"/>
          <p:cNvSpPr>
            <a:spLocks noChangeShapeType="1"/>
          </p:cNvSpPr>
          <p:nvPr/>
        </p:nvSpPr>
        <p:spPr bwMode="auto">
          <a:xfrm>
            <a:off x="4600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6" name="Line 26"/>
          <p:cNvSpPr>
            <a:spLocks noChangeShapeType="1"/>
          </p:cNvSpPr>
          <p:nvPr/>
        </p:nvSpPr>
        <p:spPr bwMode="auto">
          <a:xfrm>
            <a:off x="5362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7" name="Line 27"/>
          <p:cNvSpPr>
            <a:spLocks noChangeShapeType="1"/>
          </p:cNvSpPr>
          <p:nvPr/>
        </p:nvSpPr>
        <p:spPr bwMode="auto">
          <a:xfrm>
            <a:off x="60483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8" name="Line 28"/>
          <p:cNvSpPr>
            <a:spLocks noChangeShapeType="1"/>
          </p:cNvSpPr>
          <p:nvPr/>
        </p:nvSpPr>
        <p:spPr bwMode="auto">
          <a:xfrm>
            <a:off x="68103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89" name="Text Box 29"/>
          <p:cNvSpPr txBox="1">
            <a:spLocks noChangeArrowheads="1"/>
          </p:cNvSpPr>
          <p:nvPr/>
        </p:nvSpPr>
        <p:spPr bwMode="auto">
          <a:xfrm>
            <a:off x="1430338" y="3916363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3390" name="Text Box 30"/>
          <p:cNvSpPr txBox="1">
            <a:spLocks noChangeArrowheads="1"/>
          </p:cNvSpPr>
          <p:nvPr/>
        </p:nvSpPr>
        <p:spPr bwMode="auto">
          <a:xfrm>
            <a:off x="817563" y="42973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3391" name="Group 31"/>
          <p:cNvGrpSpPr>
            <a:grpSpLocks/>
          </p:cNvGrpSpPr>
          <p:nvPr/>
        </p:nvGrpSpPr>
        <p:grpSpPr bwMode="auto">
          <a:xfrm>
            <a:off x="4089400" y="658813"/>
            <a:ext cx="538163" cy="638175"/>
            <a:chOff x="1638" y="1299"/>
            <a:chExt cx="339" cy="402"/>
          </a:xfrm>
        </p:grpSpPr>
        <p:sp>
          <p:nvSpPr>
            <p:cNvPr id="143392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3393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3394" name="Group 34"/>
          <p:cNvGrpSpPr>
            <a:grpSpLocks/>
          </p:cNvGrpSpPr>
          <p:nvPr/>
        </p:nvGrpSpPr>
        <p:grpSpPr bwMode="auto">
          <a:xfrm>
            <a:off x="3176588" y="1863725"/>
            <a:ext cx="527050" cy="649288"/>
            <a:chOff x="1635" y="2030"/>
            <a:chExt cx="332" cy="409"/>
          </a:xfrm>
        </p:grpSpPr>
        <p:sp>
          <p:nvSpPr>
            <p:cNvPr id="143395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3396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3397" name="Group 37"/>
          <p:cNvGrpSpPr>
            <a:grpSpLocks/>
          </p:cNvGrpSpPr>
          <p:nvPr/>
        </p:nvGrpSpPr>
        <p:grpSpPr bwMode="auto">
          <a:xfrm>
            <a:off x="4819650" y="3617913"/>
            <a:ext cx="525463" cy="641350"/>
            <a:chOff x="1653" y="3156"/>
            <a:chExt cx="331" cy="404"/>
          </a:xfrm>
        </p:grpSpPr>
        <p:sp>
          <p:nvSpPr>
            <p:cNvPr id="143398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3399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400" name="Text Box 40"/>
          <p:cNvSpPr txBox="1">
            <a:spLocks noChangeArrowheads="1"/>
          </p:cNvSpPr>
          <p:nvPr/>
        </p:nvSpPr>
        <p:spPr bwMode="auto">
          <a:xfrm>
            <a:off x="2324100" y="4259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1" name="Text Box 41"/>
          <p:cNvSpPr txBox="1">
            <a:spLocks noChangeArrowheads="1"/>
          </p:cNvSpPr>
          <p:nvPr/>
        </p:nvSpPr>
        <p:spPr bwMode="auto">
          <a:xfrm>
            <a:off x="3090863" y="42291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2" name="Text Box 42"/>
          <p:cNvSpPr txBox="1">
            <a:spLocks noChangeArrowheads="1"/>
          </p:cNvSpPr>
          <p:nvPr/>
        </p:nvSpPr>
        <p:spPr bwMode="auto">
          <a:xfrm>
            <a:off x="3841750" y="4238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1465263" y="908050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4387" name="Rectangle 3"/>
          <p:cNvSpPr>
            <a:spLocks noChangeArrowheads="1"/>
          </p:cNvSpPr>
          <p:nvPr/>
        </p:nvSpPr>
        <p:spPr bwMode="auto">
          <a:xfrm>
            <a:off x="1446213" y="1217613"/>
            <a:ext cx="3887787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88" name="Line 4"/>
          <p:cNvSpPr>
            <a:spLocks noChangeShapeType="1"/>
          </p:cNvSpPr>
          <p:nvPr/>
        </p:nvSpPr>
        <p:spPr bwMode="auto">
          <a:xfrm flipH="1">
            <a:off x="4583113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89" name="Line 5"/>
          <p:cNvSpPr>
            <a:spLocks noChangeShapeType="1"/>
          </p:cNvSpPr>
          <p:nvPr/>
        </p:nvSpPr>
        <p:spPr bwMode="auto">
          <a:xfrm flipH="1">
            <a:off x="3819525" y="123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90" name="Line 6"/>
          <p:cNvSpPr>
            <a:spLocks noChangeShapeType="1"/>
          </p:cNvSpPr>
          <p:nvPr/>
        </p:nvSpPr>
        <p:spPr bwMode="auto">
          <a:xfrm flipH="1">
            <a:off x="3052763" y="12334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91" name="Line 7"/>
          <p:cNvSpPr>
            <a:spLocks noChangeShapeType="1"/>
          </p:cNvSpPr>
          <p:nvPr/>
        </p:nvSpPr>
        <p:spPr bwMode="auto">
          <a:xfrm flipH="1">
            <a:off x="2308225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3062288" y="12239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2311400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94" name="Text Box 10"/>
          <p:cNvSpPr txBox="1">
            <a:spLocks noChangeArrowheads="1"/>
          </p:cNvSpPr>
          <p:nvPr/>
        </p:nvSpPr>
        <p:spPr bwMode="auto">
          <a:xfrm>
            <a:off x="3833813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4584700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96" name="Rectangle 12"/>
          <p:cNvSpPr>
            <a:spLocks noChangeArrowheads="1"/>
          </p:cNvSpPr>
          <p:nvPr/>
        </p:nvSpPr>
        <p:spPr bwMode="auto">
          <a:xfrm>
            <a:off x="1452563" y="2413000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4397" name="Line 13"/>
          <p:cNvSpPr>
            <a:spLocks noChangeShapeType="1"/>
          </p:cNvSpPr>
          <p:nvPr/>
        </p:nvSpPr>
        <p:spPr bwMode="auto">
          <a:xfrm flipH="1">
            <a:off x="3825875" y="24336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98" name="Line 14"/>
          <p:cNvSpPr>
            <a:spLocks noChangeShapeType="1"/>
          </p:cNvSpPr>
          <p:nvPr/>
        </p:nvSpPr>
        <p:spPr bwMode="auto">
          <a:xfrm flipH="1">
            <a:off x="3059113" y="24288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399" name="Line 15"/>
          <p:cNvSpPr>
            <a:spLocks noChangeShapeType="1"/>
          </p:cNvSpPr>
          <p:nvPr/>
        </p:nvSpPr>
        <p:spPr bwMode="auto">
          <a:xfrm flipH="1">
            <a:off x="2314575" y="243522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00" name="Text Box 16"/>
          <p:cNvSpPr txBox="1">
            <a:spLocks noChangeArrowheads="1"/>
          </p:cNvSpPr>
          <p:nvPr/>
        </p:nvSpPr>
        <p:spPr bwMode="auto">
          <a:xfrm>
            <a:off x="3068638" y="24193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01" name="Text Box 17"/>
          <p:cNvSpPr txBox="1">
            <a:spLocks noChangeArrowheads="1"/>
          </p:cNvSpPr>
          <p:nvPr/>
        </p:nvSpPr>
        <p:spPr bwMode="auto">
          <a:xfrm>
            <a:off x="2317750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02" name="Text Box 18"/>
          <p:cNvSpPr txBox="1">
            <a:spLocks noChangeArrowheads="1"/>
          </p:cNvSpPr>
          <p:nvPr/>
        </p:nvSpPr>
        <p:spPr bwMode="auto">
          <a:xfrm>
            <a:off x="3840163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03" name="Text Box 19"/>
          <p:cNvSpPr txBox="1">
            <a:spLocks noChangeArrowheads="1"/>
          </p:cNvSpPr>
          <p:nvPr/>
        </p:nvSpPr>
        <p:spPr bwMode="auto">
          <a:xfrm>
            <a:off x="806450" y="1198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812800" y="241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05" name="Rectangle 21"/>
          <p:cNvSpPr>
            <a:spLocks noChangeArrowheads="1"/>
          </p:cNvSpPr>
          <p:nvPr/>
        </p:nvSpPr>
        <p:spPr bwMode="auto">
          <a:xfrm>
            <a:off x="1489075" y="4170363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06" name="Line 22"/>
          <p:cNvSpPr>
            <a:spLocks noChangeShapeType="1"/>
          </p:cNvSpPr>
          <p:nvPr/>
        </p:nvSpPr>
        <p:spPr bwMode="auto">
          <a:xfrm>
            <a:off x="3851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07" name="Line 23"/>
          <p:cNvSpPr>
            <a:spLocks noChangeShapeType="1"/>
          </p:cNvSpPr>
          <p:nvPr/>
        </p:nvSpPr>
        <p:spPr bwMode="auto">
          <a:xfrm>
            <a:off x="2327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08" name="Line 24"/>
          <p:cNvSpPr>
            <a:spLocks noChangeShapeType="1"/>
          </p:cNvSpPr>
          <p:nvPr/>
        </p:nvSpPr>
        <p:spPr bwMode="auto">
          <a:xfrm>
            <a:off x="3089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09" name="Line 25"/>
          <p:cNvSpPr>
            <a:spLocks noChangeShapeType="1"/>
          </p:cNvSpPr>
          <p:nvPr/>
        </p:nvSpPr>
        <p:spPr bwMode="auto">
          <a:xfrm>
            <a:off x="4613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10" name="Line 26"/>
          <p:cNvSpPr>
            <a:spLocks noChangeShapeType="1"/>
          </p:cNvSpPr>
          <p:nvPr/>
        </p:nvSpPr>
        <p:spPr bwMode="auto">
          <a:xfrm>
            <a:off x="5375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11" name="Line 27"/>
          <p:cNvSpPr>
            <a:spLocks noChangeShapeType="1"/>
          </p:cNvSpPr>
          <p:nvPr/>
        </p:nvSpPr>
        <p:spPr bwMode="auto">
          <a:xfrm>
            <a:off x="60610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12" name="Line 28"/>
          <p:cNvSpPr>
            <a:spLocks noChangeShapeType="1"/>
          </p:cNvSpPr>
          <p:nvPr/>
        </p:nvSpPr>
        <p:spPr bwMode="auto">
          <a:xfrm>
            <a:off x="68230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13" name="Text Box 29"/>
          <p:cNvSpPr txBox="1">
            <a:spLocks noChangeArrowheads="1"/>
          </p:cNvSpPr>
          <p:nvPr/>
        </p:nvSpPr>
        <p:spPr bwMode="auto">
          <a:xfrm>
            <a:off x="1443038" y="3843338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4414" name="Text Box 30"/>
          <p:cNvSpPr txBox="1">
            <a:spLocks noChangeArrowheads="1"/>
          </p:cNvSpPr>
          <p:nvPr/>
        </p:nvSpPr>
        <p:spPr bwMode="auto">
          <a:xfrm>
            <a:off x="830263" y="42243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4415" name="Group 31"/>
          <p:cNvGrpSpPr>
            <a:grpSpLocks/>
          </p:cNvGrpSpPr>
          <p:nvPr/>
        </p:nvGrpSpPr>
        <p:grpSpPr bwMode="auto">
          <a:xfrm>
            <a:off x="4102100" y="585788"/>
            <a:ext cx="538163" cy="638175"/>
            <a:chOff x="1638" y="1299"/>
            <a:chExt cx="339" cy="402"/>
          </a:xfrm>
        </p:grpSpPr>
        <p:sp>
          <p:nvSpPr>
            <p:cNvPr id="144416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4417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4418" name="Group 34"/>
          <p:cNvGrpSpPr>
            <a:grpSpLocks/>
          </p:cNvGrpSpPr>
          <p:nvPr/>
        </p:nvGrpSpPr>
        <p:grpSpPr bwMode="auto">
          <a:xfrm>
            <a:off x="3189288" y="1790700"/>
            <a:ext cx="527050" cy="649288"/>
            <a:chOff x="1635" y="2030"/>
            <a:chExt cx="332" cy="409"/>
          </a:xfrm>
        </p:grpSpPr>
        <p:sp>
          <p:nvSpPr>
            <p:cNvPr id="144419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4420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4421" name="Group 37"/>
          <p:cNvGrpSpPr>
            <a:grpSpLocks/>
          </p:cNvGrpSpPr>
          <p:nvPr/>
        </p:nvGrpSpPr>
        <p:grpSpPr bwMode="auto">
          <a:xfrm>
            <a:off x="4832350" y="3544888"/>
            <a:ext cx="525463" cy="641350"/>
            <a:chOff x="1653" y="3156"/>
            <a:chExt cx="331" cy="404"/>
          </a:xfrm>
        </p:grpSpPr>
        <p:sp>
          <p:nvSpPr>
            <p:cNvPr id="144422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4423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4424" name="Text Box 40"/>
          <p:cNvSpPr txBox="1">
            <a:spLocks noChangeArrowheads="1"/>
          </p:cNvSpPr>
          <p:nvPr/>
        </p:nvSpPr>
        <p:spPr bwMode="auto">
          <a:xfrm>
            <a:off x="2336800" y="4186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25" name="Text Box 41"/>
          <p:cNvSpPr txBox="1">
            <a:spLocks noChangeArrowheads="1"/>
          </p:cNvSpPr>
          <p:nvPr/>
        </p:nvSpPr>
        <p:spPr bwMode="auto">
          <a:xfrm>
            <a:off x="3103563" y="41560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26" name="Text Box 42"/>
          <p:cNvSpPr txBox="1">
            <a:spLocks noChangeArrowheads="1"/>
          </p:cNvSpPr>
          <p:nvPr/>
        </p:nvSpPr>
        <p:spPr bwMode="auto">
          <a:xfrm>
            <a:off x="3854450" y="4165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427" name="Text Box 43"/>
          <p:cNvSpPr txBox="1">
            <a:spLocks noChangeArrowheads="1"/>
          </p:cNvSpPr>
          <p:nvPr/>
        </p:nvSpPr>
        <p:spPr bwMode="auto">
          <a:xfrm>
            <a:off x="4624388" y="41671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1439863" y="989013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5411" name="Rectangle 3"/>
          <p:cNvSpPr>
            <a:spLocks noChangeArrowheads="1"/>
          </p:cNvSpPr>
          <p:nvPr/>
        </p:nvSpPr>
        <p:spPr bwMode="auto">
          <a:xfrm>
            <a:off x="1420813" y="1298575"/>
            <a:ext cx="3887787" cy="6048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12" name="Line 4"/>
          <p:cNvSpPr>
            <a:spLocks noChangeShapeType="1"/>
          </p:cNvSpPr>
          <p:nvPr/>
        </p:nvSpPr>
        <p:spPr bwMode="auto">
          <a:xfrm flipH="1">
            <a:off x="4557713" y="13208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3" name="Line 5"/>
          <p:cNvSpPr>
            <a:spLocks noChangeShapeType="1"/>
          </p:cNvSpPr>
          <p:nvPr/>
        </p:nvSpPr>
        <p:spPr bwMode="auto">
          <a:xfrm flipH="1">
            <a:off x="3794125" y="13192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4" name="Line 6"/>
          <p:cNvSpPr>
            <a:spLocks noChangeShapeType="1"/>
          </p:cNvSpPr>
          <p:nvPr/>
        </p:nvSpPr>
        <p:spPr bwMode="auto">
          <a:xfrm flipH="1">
            <a:off x="3027363" y="13144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5" name="Line 7"/>
          <p:cNvSpPr>
            <a:spLocks noChangeShapeType="1"/>
          </p:cNvSpPr>
          <p:nvPr/>
        </p:nvSpPr>
        <p:spPr bwMode="auto">
          <a:xfrm flipH="1">
            <a:off x="2282825" y="13208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6" name="Text Box 8"/>
          <p:cNvSpPr txBox="1">
            <a:spLocks noChangeArrowheads="1"/>
          </p:cNvSpPr>
          <p:nvPr/>
        </p:nvSpPr>
        <p:spPr bwMode="auto">
          <a:xfrm>
            <a:off x="3036888" y="1304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17" name="Text Box 9"/>
          <p:cNvSpPr txBox="1">
            <a:spLocks noChangeArrowheads="1"/>
          </p:cNvSpPr>
          <p:nvPr/>
        </p:nvSpPr>
        <p:spPr bwMode="auto">
          <a:xfrm>
            <a:off x="2286000" y="12938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18" name="Text Box 10"/>
          <p:cNvSpPr txBox="1">
            <a:spLocks noChangeArrowheads="1"/>
          </p:cNvSpPr>
          <p:nvPr/>
        </p:nvSpPr>
        <p:spPr bwMode="auto">
          <a:xfrm>
            <a:off x="3808413" y="12938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19" name="Text Box 11"/>
          <p:cNvSpPr txBox="1">
            <a:spLocks noChangeArrowheads="1"/>
          </p:cNvSpPr>
          <p:nvPr/>
        </p:nvSpPr>
        <p:spPr bwMode="auto">
          <a:xfrm>
            <a:off x="4559300" y="12938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0" name="Rectangle 12"/>
          <p:cNvSpPr>
            <a:spLocks noChangeArrowheads="1"/>
          </p:cNvSpPr>
          <p:nvPr/>
        </p:nvSpPr>
        <p:spPr bwMode="auto">
          <a:xfrm>
            <a:off x="1427163" y="2493963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5421" name="Line 13"/>
          <p:cNvSpPr>
            <a:spLocks noChangeShapeType="1"/>
          </p:cNvSpPr>
          <p:nvPr/>
        </p:nvSpPr>
        <p:spPr bwMode="auto">
          <a:xfrm flipH="1">
            <a:off x="3800475" y="25146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2" name="Line 14"/>
          <p:cNvSpPr>
            <a:spLocks noChangeShapeType="1"/>
          </p:cNvSpPr>
          <p:nvPr/>
        </p:nvSpPr>
        <p:spPr bwMode="auto">
          <a:xfrm flipH="1">
            <a:off x="3033713" y="250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3" name="Line 15"/>
          <p:cNvSpPr>
            <a:spLocks noChangeShapeType="1"/>
          </p:cNvSpPr>
          <p:nvPr/>
        </p:nvSpPr>
        <p:spPr bwMode="auto">
          <a:xfrm flipH="1">
            <a:off x="2289175" y="25161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4" name="Text Box 16"/>
          <p:cNvSpPr txBox="1">
            <a:spLocks noChangeArrowheads="1"/>
          </p:cNvSpPr>
          <p:nvPr/>
        </p:nvSpPr>
        <p:spPr bwMode="auto">
          <a:xfrm>
            <a:off x="3043238" y="25003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5" name="Text Box 17"/>
          <p:cNvSpPr txBox="1">
            <a:spLocks noChangeArrowheads="1"/>
          </p:cNvSpPr>
          <p:nvPr/>
        </p:nvSpPr>
        <p:spPr bwMode="auto">
          <a:xfrm>
            <a:off x="2292350" y="2489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6" name="Text Box 18"/>
          <p:cNvSpPr txBox="1">
            <a:spLocks noChangeArrowheads="1"/>
          </p:cNvSpPr>
          <p:nvPr/>
        </p:nvSpPr>
        <p:spPr bwMode="auto">
          <a:xfrm>
            <a:off x="3814763" y="2489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7" name="Text Box 19"/>
          <p:cNvSpPr txBox="1">
            <a:spLocks noChangeArrowheads="1"/>
          </p:cNvSpPr>
          <p:nvPr/>
        </p:nvSpPr>
        <p:spPr bwMode="auto">
          <a:xfrm>
            <a:off x="781050" y="1279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8" name="Text Box 20"/>
          <p:cNvSpPr txBox="1">
            <a:spLocks noChangeArrowheads="1"/>
          </p:cNvSpPr>
          <p:nvPr/>
        </p:nvSpPr>
        <p:spPr bwMode="auto">
          <a:xfrm>
            <a:off x="787400" y="24939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29" name="Rectangle 21"/>
          <p:cNvSpPr>
            <a:spLocks noChangeArrowheads="1"/>
          </p:cNvSpPr>
          <p:nvPr/>
        </p:nvSpPr>
        <p:spPr bwMode="auto">
          <a:xfrm>
            <a:off x="1463675" y="4251325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30" name="Line 22"/>
          <p:cNvSpPr>
            <a:spLocks noChangeShapeType="1"/>
          </p:cNvSpPr>
          <p:nvPr/>
        </p:nvSpPr>
        <p:spPr bwMode="auto">
          <a:xfrm>
            <a:off x="38258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1" name="Line 23"/>
          <p:cNvSpPr>
            <a:spLocks noChangeShapeType="1"/>
          </p:cNvSpPr>
          <p:nvPr/>
        </p:nvSpPr>
        <p:spPr bwMode="auto">
          <a:xfrm>
            <a:off x="23018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2" name="Line 24"/>
          <p:cNvSpPr>
            <a:spLocks noChangeShapeType="1"/>
          </p:cNvSpPr>
          <p:nvPr/>
        </p:nvSpPr>
        <p:spPr bwMode="auto">
          <a:xfrm>
            <a:off x="30638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3" name="Line 25"/>
          <p:cNvSpPr>
            <a:spLocks noChangeShapeType="1"/>
          </p:cNvSpPr>
          <p:nvPr/>
        </p:nvSpPr>
        <p:spPr bwMode="auto">
          <a:xfrm>
            <a:off x="45878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4" name="Line 26"/>
          <p:cNvSpPr>
            <a:spLocks noChangeShapeType="1"/>
          </p:cNvSpPr>
          <p:nvPr/>
        </p:nvSpPr>
        <p:spPr bwMode="auto">
          <a:xfrm>
            <a:off x="53498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5" name="Line 27"/>
          <p:cNvSpPr>
            <a:spLocks noChangeShapeType="1"/>
          </p:cNvSpPr>
          <p:nvPr/>
        </p:nvSpPr>
        <p:spPr bwMode="auto">
          <a:xfrm>
            <a:off x="60356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6" name="Line 28"/>
          <p:cNvSpPr>
            <a:spLocks noChangeShapeType="1"/>
          </p:cNvSpPr>
          <p:nvPr/>
        </p:nvSpPr>
        <p:spPr bwMode="auto">
          <a:xfrm>
            <a:off x="6797675" y="42513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37" name="Text Box 29"/>
          <p:cNvSpPr txBox="1">
            <a:spLocks noChangeArrowheads="1"/>
          </p:cNvSpPr>
          <p:nvPr/>
        </p:nvSpPr>
        <p:spPr bwMode="auto">
          <a:xfrm>
            <a:off x="1417638" y="3924300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5438" name="Text Box 30"/>
          <p:cNvSpPr txBox="1">
            <a:spLocks noChangeArrowheads="1"/>
          </p:cNvSpPr>
          <p:nvPr/>
        </p:nvSpPr>
        <p:spPr bwMode="auto">
          <a:xfrm>
            <a:off x="804863" y="43053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5439" name="Group 31"/>
          <p:cNvGrpSpPr>
            <a:grpSpLocks/>
          </p:cNvGrpSpPr>
          <p:nvPr/>
        </p:nvGrpSpPr>
        <p:grpSpPr bwMode="auto">
          <a:xfrm>
            <a:off x="4805363" y="666750"/>
            <a:ext cx="538162" cy="638175"/>
            <a:chOff x="1638" y="1299"/>
            <a:chExt cx="339" cy="402"/>
          </a:xfrm>
        </p:grpSpPr>
        <p:sp>
          <p:nvSpPr>
            <p:cNvPr id="145440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5441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5442" name="Group 34"/>
          <p:cNvGrpSpPr>
            <a:grpSpLocks/>
          </p:cNvGrpSpPr>
          <p:nvPr/>
        </p:nvGrpSpPr>
        <p:grpSpPr bwMode="auto">
          <a:xfrm>
            <a:off x="3163888" y="1871663"/>
            <a:ext cx="527050" cy="649287"/>
            <a:chOff x="1635" y="2030"/>
            <a:chExt cx="332" cy="409"/>
          </a:xfrm>
        </p:grpSpPr>
        <p:sp>
          <p:nvSpPr>
            <p:cNvPr id="145443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5444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5445" name="Group 37"/>
          <p:cNvGrpSpPr>
            <a:grpSpLocks/>
          </p:cNvGrpSpPr>
          <p:nvPr/>
        </p:nvGrpSpPr>
        <p:grpSpPr bwMode="auto">
          <a:xfrm>
            <a:off x="5602288" y="3625850"/>
            <a:ext cx="525462" cy="641350"/>
            <a:chOff x="1653" y="3156"/>
            <a:chExt cx="331" cy="404"/>
          </a:xfrm>
        </p:grpSpPr>
        <p:sp>
          <p:nvSpPr>
            <p:cNvPr id="145446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5447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5448" name="Text Box 40"/>
          <p:cNvSpPr txBox="1">
            <a:spLocks noChangeArrowheads="1"/>
          </p:cNvSpPr>
          <p:nvPr/>
        </p:nvSpPr>
        <p:spPr bwMode="auto">
          <a:xfrm>
            <a:off x="23114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49" name="Text Box 41"/>
          <p:cNvSpPr txBox="1">
            <a:spLocks noChangeArrowheads="1"/>
          </p:cNvSpPr>
          <p:nvPr/>
        </p:nvSpPr>
        <p:spPr bwMode="auto">
          <a:xfrm>
            <a:off x="3078163" y="42370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50" name="Text Box 42"/>
          <p:cNvSpPr txBox="1">
            <a:spLocks noChangeArrowheads="1"/>
          </p:cNvSpPr>
          <p:nvPr/>
        </p:nvSpPr>
        <p:spPr bwMode="auto">
          <a:xfrm>
            <a:off x="3829050" y="4246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5451" name="Text Box 43"/>
          <p:cNvSpPr txBox="1">
            <a:spLocks noChangeArrowheads="1"/>
          </p:cNvSpPr>
          <p:nvPr/>
        </p:nvSpPr>
        <p:spPr bwMode="auto">
          <a:xfrm>
            <a:off x="4598988" y="42481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1727200" y="981075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1708150" y="1290638"/>
            <a:ext cx="3887788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36" name="Line 4"/>
          <p:cNvSpPr>
            <a:spLocks noChangeShapeType="1"/>
          </p:cNvSpPr>
          <p:nvPr/>
        </p:nvSpPr>
        <p:spPr bwMode="auto">
          <a:xfrm flipH="1">
            <a:off x="4845050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37" name="Line 5"/>
          <p:cNvSpPr>
            <a:spLocks noChangeShapeType="1"/>
          </p:cNvSpPr>
          <p:nvPr/>
        </p:nvSpPr>
        <p:spPr bwMode="auto">
          <a:xfrm flipH="1">
            <a:off x="4081463" y="13112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 flipH="1">
            <a:off x="3314700" y="13065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39" name="Line 7"/>
          <p:cNvSpPr>
            <a:spLocks noChangeShapeType="1"/>
          </p:cNvSpPr>
          <p:nvPr/>
        </p:nvSpPr>
        <p:spPr bwMode="auto">
          <a:xfrm flipH="1">
            <a:off x="2570163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0" name="Text Box 8"/>
          <p:cNvSpPr txBox="1">
            <a:spLocks noChangeArrowheads="1"/>
          </p:cNvSpPr>
          <p:nvPr/>
        </p:nvSpPr>
        <p:spPr bwMode="auto">
          <a:xfrm>
            <a:off x="3324225" y="12969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2573338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4095750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4846638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4" name="Rectangle 12"/>
          <p:cNvSpPr>
            <a:spLocks noChangeArrowheads="1"/>
          </p:cNvSpPr>
          <p:nvPr/>
        </p:nvSpPr>
        <p:spPr bwMode="auto">
          <a:xfrm>
            <a:off x="1714500" y="2486025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6445" name="Line 13"/>
          <p:cNvSpPr>
            <a:spLocks noChangeShapeType="1"/>
          </p:cNvSpPr>
          <p:nvPr/>
        </p:nvSpPr>
        <p:spPr bwMode="auto">
          <a:xfrm flipH="1">
            <a:off x="4087813" y="25066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6" name="Line 14"/>
          <p:cNvSpPr>
            <a:spLocks noChangeShapeType="1"/>
          </p:cNvSpPr>
          <p:nvPr/>
        </p:nvSpPr>
        <p:spPr bwMode="auto">
          <a:xfrm flipH="1">
            <a:off x="3321050" y="25019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7" name="Line 15"/>
          <p:cNvSpPr>
            <a:spLocks noChangeShapeType="1"/>
          </p:cNvSpPr>
          <p:nvPr/>
        </p:nvSpPr>
        <p:spPr bwMode="auto">
          <a:xfrm flipH="1">
            <a:off x="2576513" y="250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8" name="Text Box 16"/>
          <p:cNvSpPr txBox="1">
            <a:spLocks noChangeArrowheads="1"/>
          </p:cNvSpPr>
          <p:nvPr/>
        </p:nvSpPr>
        <p:spPr bwMode="auto">
          <a:xfrm>
            <a:off x="3330575" y="24923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49" name="Text Box 17"/>
          <p:cNvSpPr txBox="1">
            <a:spLocks noChangeArrowheads="1"/>
          </p:cNvSpPr>
          <p:nvPr/>
        </p:nvSpPr>
        <p:spPr bwMode="auto">
          <a:xfrm>
            <a:off x="2579688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50" name="Text Box 18"/>
          <p:cNvSpPr txBox="1">
            <a:spLocks noChangeArrowheads="1"/>
          </p:cNvSpPr>
          <p:nvPr/>
        </p:nvSpPr>
        <p:spPr bwMode="auto">
          <a:xfrm>
            <a:off x="4102100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51" name="Text Box 19"/>
          <p:cNvSpPr txBox="1">
            <a:spLocks noChangeArrowheads="1"/>
          </p:cNvSpPr>
          <p:nvPr/>
        </p:nvSpPr>
        <p:spPr bwMode="auto">
          <a:xfrm>
            <a:off x="1068388" y="12715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52" name="Text Box 20"/>
          <p:cNvSpPr txBox="1">
            <a:spLocks noChangeArrowheads="1"/>
          </p:cNvSpPr>
          <p:nvPr/>
        </p:nvSpPr>
        <p:spPr bwMode="auto">
          <a:xfrm>
            <a:off x="1074738" y="24860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53" name="Rectangle 21"/>
          <p:cNvSpPr>
            <a:spLocks noChangeArrowheads="1"/>
          </p:cNvSpPr>
          <p:nvPr/>
        </p:nvSpPr>
        <p:spPr bwMode="auto">
          <a:xfrm>
            <a:off x="1751013" y="4243388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54" name="Line 22"/>
          <p:cNvSpPr>
            <a:spLocks noChangeShapeType="1"/>
          </p:cNvSpPr>
          <p:nvPr/>
        </p:nvSpPr>
        <p:spPr bwMode="auto">
          <a:xfrm>
            <a:off x="41132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5" name="Line 23"/>
          <p:cNvSpPr>
            <a:spLocks noChangeShapeType="1"/>
          </p:cNvSpPr>
          <p:nvPr/>
        </p:nvSpPr>
        <p:spPr bwMode="auto">
          <a:xfrm>
            <a:off x="25892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6" name="Line 24"/>
          <p:cNvSpPr>
            <a:spLocks noChangeShapeType="1"/>
          </p:cNvSpPr>
          <p:nvPr/>
        </p:nvSpPr>
        <p:spPr bwMode="auto">
          <a:xfrm>
            <a:off x="33512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7" name="Line 25"/>
          <p:cNvSpPr>
            <a:spLocks noChangeShapeType="1"/>
          </p:cNvSpPr>
          <p:nvPr/>
        </p:nvSpPr>
        <p:spPr bwMode="auto">
          <a:xfrm>
            <a:off x="48752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8" name="Line 26"/>
          <p:cNvSpPr>
            <a:spLocks noChangeShapeType="1"/>
          </p:cNvSpPr>
          <p:nvPr/>
        </p:nvSpPr>
        <p:spPr bwMode="auto">
          <a:xfrm>
            <a:off x="56372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9" name="Line 27"/>
          <p:cNvSpPr>
            <a:spLocks noChangeShapeType="1"/>
          </p:cNvSpPr>
          <p:nvPr/>
        </p:nvSpPr>
        <p:spPr bwMode="auto">
          <a:xfrm>
            <a:off x="63230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0" name="Line 28"/>
          <p:cNvSpPr>
            <a:spLocks noChangeShapeType="1"/>
          </p:cNvSpPr>
          <p:nvPr/>
        </p:nvSpPr>
        <p:spPr bwMode="auto">
          <a:xfrm>
            <a:off x="7085013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1" name="Text Box 29"/>
          <p:cNvSpPr txBox="1">
            <a:spLocks noChangeArrowheads="1"/>
          </p:cNvSpPr>
          <p:nvPr/>
        </p:nvSpPr>
        <p:spPr bwMode="auto">
          <a:xfrm>
            <a:off x="1704975" y="3916363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6462" name="Text Box 30"/>
          <p:cNvSpPr txBox="1">
            <a:spLocks noChangeArrowheads="1"/>
          </p:cNvSpPr>
          <p:nvPr/>
        </p:nvSpPr>
        <p:spPr bwMode="auto">
          <a:xfrm>
            <a:off x="1092200" y="42973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6463" name="Group 31"/>
          <p:cNvGrpSpPr>
            <a:grpSpLocks/>
          </p:cNvGrpSpPr>
          <p:nvPr/>
        </p:nvGrpSpPr>
        <p:grpSpPr bwMode="auto">
          <a:xfrm>
            <a:off x="5092700" y="658813"/>
            <a:ext cx="538163" cy="638175"/>
            <a:chOff x="1638" y="1299"/>
            <a:chExt cx="339" cy="402"/>
          </a:xfrm>
        </p:grpSpPr>
        <p:sp>
          <p:nvSpPr>
            <p:cNvPr id="146464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6465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6466" name="Group 34"/>
          <p:cNvGrpSpPr>
            <a:grpSpLocks/>
          </p:cNvGrpSpPr>
          <p:nvPr/>
        </p:nvGrpSpPr>
        <p:grpSpPr bwMode="auto">
          <a:xfrm>
            <a:off x="3451225" y="1863725"/>
            <a:ext cx="527050" cy="649288"/>
            <a:chOff x="1635" y="2030"/>
            <a:chExt cx="332" cy="409"/>
          </a:xfrm>
        </p:grpSpPr>
        <p:sp>
          <p:nvSpPr>
            <p:cNvPr id="146467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6468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6469" name="Group 37"/>
          <p:cNvGrpSpPr>
            <a:grpSpLocks/>
          </p:cNvGrpSpPr>
          <p:nvPr/>
        </p:nvGrpSpPr>
        <p:grpSpPr bwMode="auto">
          <a:xfrm>
            <a:off x="5889625" y="3617913"/>
            <a:ext cx="525463" cy="641350"/>
            <a:chOff x="1653" y="3156"/>
            <a:chExt cx="331" cy="404"/>
          </a:xfrm>
        </p:grpSpPr>
        <p:sp>
          <p:nvSpPr>
            <p:cNvPr id="146470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6471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6472" name="Text Box 40"/>
          <p:cNvSpPr txBox="1">
            <a:spLocks noChangeArrowheads="1"/>
          </p:cNvSpPr>
          <p:nvPr/>
        </p:nvSpPr>
        <p:spPr bwMode="auto">
          <a:xfrm>
            <a:off x="2598738" y="4259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73" name="Text Box 41"/>
          <p:cNvSpPr txBox="1">
            <a:spLocks noChangeArrowheads="1"/>
          </p:cNvSpPr>
          <p:nvPr/>
        </p:nvSpPr>
        <p:spPr bwMode="auto">
          <a:xfrm>
            <a:off x="3365500" y="42291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74" name="Text Box 42"/>
          <p:cNvSpPr txBox="1">
            <a:spLocks noChangeArrowheads="1"/>
          </p:cNvSpPr>
          <p:nvPr/>
        </p:nvSpPr>
        <p:spPr bwMode="auto">
          <a:xfrm>
            <a:off x="4116388" y="4238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75" name="Text Box 43"/>
          <p:cNvSpPr txBox="1">
            <a:spLocks noChangeArrowheads="1"/>
          </p:cNvSpPr>
          <p:nvPr/>
        </p:nvSpPr>
        <p:spPr bwMode="auto">
          <a:xfrm>
            <a:off x="4886325" y="42402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76" name="Text Box 44"/>
          <p:cNvSpPr txBox="1">
            <a:spLocks noChangeArrowheads="1"/>
          </p:cNvSpPr>
          <p:nvPr/>
        </p:nvSpPr>
        <p:spPr bwMode="auto">
          <a:xfrm>
            <a:off x="5646738" y="4257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7458" name="Text Box 2"/>
          <p:cNvSpPr txBox="1">
            <a:spLocks noChangeArrowheads="1"/>
          </p:cNvSpPr>
          <p:nvPr/>
        </p:nvSpPr>
        <p:spPr bwMode="auto">
          <a:xfrm>
            <a:off x="1525588" y="963613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7459" name="Rectangle 3"/>
          <p:cNvSpPr>
            <a:spLocks noChangeArrowheads="1"/>
          </p:cNvSpPr>
          <p:nvPr/>
        </p:nvSpPr>
        <p:spPr bwMode="auto">
          <a:xfrm>
            <a:off x="1506538" y="1273175"/>
            <a:ext cx="3887787" cy="6048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60" name="Line 4"/>
          <p:cNvSpPr>
            <a:spLocks noChangeShapeType="1"/>
          </p:cNvSpPr>
          <p:nvPr/>
        </p:nvSpPr>
        <p:spPr bwMode="auto">
          <a:xfrm flipH="1">
            <a:off x="4643438" y="12954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1" name="Line 5"/>
          <p:cNvSpPr>
            <a:spLocks noChangeShapeType="1"/>
          </p:cNvSpPr>
          <p:nvPr/>
        </p:nvSpPr>
        <p:spPr bwMode="auto">
          <a:xfrm flipH="1">
            <a:off x="3879850" y="12938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2" name="Line 6"/>
          <p:cNvSpPr>
            <a:spLocks noChangeShapeType="1"/>
          </p:cNvSpPr>
          <p:nvPr/>
        </p:nvSpPr>
        <p:spPr bwMode="auto">
          <a:xfrm flipH="1">
            <a:off x="3113088" y="12890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3" name="Line 7"/>
          <p:cNvSpPr>
            <a:spLocks noChangeShapeType="1"/>
          </p:cNvSpPr>
          <p:nvPr/>
        </p:nvSpPr>
        <p:spPr bwMode="auto">
          <a:xfrm flipH="1">
            <a:off x="2368550" y="12954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3122613" y="1279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2371725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66" name="Text Box 10"/>
          <p:cNvSpPr txBox="1">
            <a:spLocks noChangeArrowheads="1"/>
          </p:cNvSpPr>
          <p:nvPr/>
        </p:nvSpPr>
        <p:spPr bwMode="auto">
          <a:xfrm>
            <a:off x="3894138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67" name="Text Box 11"/>
          <p:cNvSpPr txBox="1">
            <a:spLocks noChangeArrowheads="1"/>
          </p:cNvSpPr>
          <p:nvPr/>
        </p:nvSpPr>
        <p:spPr bwMode="auto">
          <a:xfrm>
            <a:off x="4645025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68" name="Rectangle 12"/>
          <p:cNvSpPr>
            <a:spLocks noChangeArrowheads="1"/>
          </p:cNvSpPr>
          <p:nvPr/>
        </p:nvSpPr>
        <p:spPr bwMode="auto">
          <a:xfrm>
            <a:off x="1512888" y="2468563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7469" name="Line 13"/>
          <p:cNvSpPr>
            <a:spLocks noChangeShapeType="1"/>
          </p:cNvSpPr>
          <p:nvPr/>
        </p:nvSpPr>
        <p:spPr bwMode="auto">
          <a:xfrm flipH="1">
            <a:off x="3886200" y="24892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0" name="Line 14"/>
          <p:cNvSpPr>
            <a:spLocks noChangeShapeType="1"/>
          </p:cNvSpPr>
          <p:nvPr/>
        </p:nvSpPr>
        <p:spPr bwMode="auto">
          <a:xfrm flipH="1">
            <a:off x="3119438" y="24844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1" name="Line 15"/>
          <p:cNvSpPr>
            <a:spLocks noChangeShapeType="1"/>
          </p:cNvSpPr>
          <p:nvPr/>
        </p:nvSpPr>
        <p:spPr bwMode="auto">
          <a:xfrm flipH="1">
            <a:off x="2374900" y="24907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2" name="Text Box 16"/>
          <p:cNvSpPr txBox="1">
            <a:spLocks noChangeArrowheads="1"/>
          </p:cNvSpPr>
          <p:nvPr/>
        </p:nvSpPr>
        <p:spPr bwMode="auto">
          <a:xfrm>
            <a:off x="3128963" y="24749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73" name="Text Box 17"/>
          <p:cNvSpPr txBox="1">
            <a:spLocks noChangeArrowheads="1"/>
          </p:cNvSpPr>
          <p:nvPr/>
        </p:nvSpPr>
        <p:spPr bwMode="auto">
          <a:xfrm>
            <a:off x="2378075" y="2463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74" name="Text Box 18"/>
          <p:cNvSpPr txBox="1">
            <a:spLocks noChangeArrowheads="1"/>
          </p:cNvSpPr>
          <p:nvPr/>
        </p:nvSpPr>
        <p:spPr bwMode="auto">
          <a:xfrm>
            <a:off x="3900488" y="2463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75" name="Text Box 19"/>
          <p:cNvSpPr txBox="1">
            <a:spLocks noChangeArrowheads="1"/>
          </p:cNvSpPr>
          <p:nvPr/>
        </p:nvSpPr>
        <p:spPr bwMode="auto">
          <a:xfrm>
            <a:off x="866775" y="1254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76" name="Text Box 20"/>
          <p:cNvSpPr txBox="1">
            <a:spLocks noChangeArrowheads="1"/>
          </p:cNvSpPr>
          <p:nvPr/>
        </p:nvSpPr>
        <p:spPr bwMode="auto">
          <a:xfrm>
            <a:off x="873125" y="2468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77" name="Rectangle 21"/>
          <p:cNvSpPr>
            <a:spLocks noChangeArrowheads="1"/>
          </p:cNvSpPr>
          <p:nvPr/>
        </p:nvSpPr>
        <p:spPr bwMode="auto">
          <a:xfrm>
            <a:off x="1549400" y="4225925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78" name="Line 22"/>
          <p:cNvSpPr>
            <a:spLocks noChangeShapeType="1"/>
          </p:cNvSpPr>
          <p:nvPr/>
        </p:nvSpPr>
        <p:spPr bwMode="auto">
          <a:xfrm>
            <a:off x="39116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9" name="Line 23"/>
          <p:cNvSpPr>
            <a:spLocks noChangeShapeType="1"/>
          </p:cNvSpPr>
          <p:nvPr/>
        </p:nvSpPr>
        <p:spPr bwMode="auto">
          <a:xfrm>
            <a:off x="23876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0" name="Line 24"/>
          <p:cNvSpPr>
            <a:spLocks noChangeShapeType="1"/>
          </p:cNvSpPr>
          <p:nvPr/>
        </p:nvSpPr>
        <p:spPr bwMode="auto">
          <a:xfrm>
            <a:off x="31496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1" name="Line 25"/>
          <p:cNvSpPr>
            <a:spLocks noChangeShapeType="1"/>
          </p:cNvSpPr>
          <p:nvPr/>
        </p:nvSpPr>
        <p:spPr bwMode="auto">
          <a:xfrm>
            <a:off x="46736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2" name="Line 26"/>
          <p:cNvSpPr>
            <a:spLocks noChangeShapeType="1"/>
          </p:cNvSpPr>
          <p:nvPr/>
        </p:nvSpPr>
        <p:spPr bwMode="auto">
          <a:xfrm>
            <a:off x="54356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3" name="Line 27"/>
          <p:cNvSpPr>
            <a:spLocks noChangeShapeType="1"/>
          </p:cNvSpPr>
          <p:nvPr/>
        </p:nvSpPr>
        <p:spPr bwMode="auto">
          <a:xfrm>
            <a:off x="61214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4" name="Line 28"/>
          <p:cNvSpPr>
            <a:spLocks noChangeShapeType="1"/>
          </p:cNvSpPr>
          <p:nvPr/>
        </p:nvSpPr>
        <p:spPr bwMode="auto">
          <a:xfrm>
            <a:off x="6883400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5" name="Text Box 29"/>
          <p:cNvSpPr txBox="1">
            <a:spLocks noChangeArrowheads="1"/>
          </p:cNvSpPr>
          <p:nvPr/>
        </p:nvSpPr>
        <p:spPr bwMode="auto">
          <a:xfrm>
            <a:off x="1503363" y="3898900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7486" name="Text Box 30"/>
          <p:cNvSpPr txBox="1">
            <a:spLocks noChangeArrowheads="1"/>
          </p:cNvSpPr>
          <p:nvPr/>
        </p:nvSpPr>
        <p:spPr bwMode="auto">
          <a:xfrm>
            <a:off x="890588" y="42799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7487" name="Group 31"/>
          <p:cNvGrpSpPr>
            <a:grpSpLocks/>
          </p:cNvGrpSpPr>
          <p:nvPr/>
        </p:nvGrpSpPr>
        <p:grpSpPr bwMode="auto">
          <a:xfrm>
            <a:off x="4891088" y="641350"/>
            <a:ext cx="538162" cy="638175"/>
            <a:chOff x="1638" y="1299"/>
            <a:chExt cx="339" cy="402"/>
          </a:xfrm>
        </p:grpSpPr>
        <p:sp>
          <p:nvSpPr>
            <p:cNvPr id="147488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7489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7490" name="Group 34"/>
          <p:cNvGrpSpPr>
            <a:grpSpLocks/>
          </p:cNvGrpSpPr>
          <p:nvPr/>
        </p:nvGrpSpPr>
        <p:grpSpPr bwMode="auto">
          <a:xfrm>
            <a:off x="4146550" y="1857375"/>
            <a:ext cx="527050" cy="649288"/>
            <a:chOff x="1635" y="2030"/>
            <a:chExt cx="332" cy="409"/>
          </a:xfrm>
        </p:grpSpPr>
        <p:sp>
          <p:nvSpPr>
            <p:cNvPr id="147491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7492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7493" name="Group 37"/>
          <p:cNvGrpSpPr>
            <a:grpSpLocks/>
          </p:cNvGrpSpPr>
          <p:nvPr/>
        </p:nvGrpSpPr>
        <p:grpSpPr bwMode="auto">
          <a:xfrm>
            <a:off x="6405563" y="3633788"/>
            <a:ext cx="525462" cy="641350"/>
            <a:chOff x="1653" y="3156"/>
            <a:chExt cx="331" cy="404"/>
          </a:xfrm>
        </p:grpSpPr>
        <p:sp>
          <p:nvSpPr>
            <p:cNvPr id="147494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7495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7496" name="Text Box 40"/>
          <p:cNvSpPr txBox="1">
            <a:spLocks noChangeArrowheads="1"/>
          </p:cNvSpPr>
          <p:nvPr/>
        </p:nvSpPr>
        <p:spPr bwMode="auto">
          <a:xfrm>
            <a:off x="2397125" y="4241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97" name="Text Box 41"/>
          <p:cNvSpPr txBox="1">
            <a:spLocks noChangeArrowheads="1"/>
          </p:cNvSpPr>
          <p:nvPr/>
        </p:nvSpPr>
        <p:spPr bwMode="auto">
          <a:xfrm>
            <a:off x="3163888" y="42116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98" name="Text Box 42"/>
          <p:cNvSpPr txBox="1">
            <a:spLocks noChangeArrowheads="1"/>
          </p:cNvSpPr>
          <p:nvPr/>
        </p:nvSpPr>
        <p:spPr bwMode="auto">
          <a:xfrm>
            <a:off x="3914775" y="42211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499" name="Text Box 43"/>
          <p:cNvSpPr txBox="1">
            <a:spLocks noChangeArrowheads="1"/>
          </p:cNvSpPr>
          <p:nvPr/>
        </p:nvSpPr>
        <p:spPr bwMode="auto">
          <a:xfrm>
            <a:off x="4684713" y="42227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500" name="Text Box 44"/>
          <p:cNvSpPr txBox="1">
            <a:spLocks noChangeArrowheads="1"/>
          </p:cNvSpPr>
          <p:nvPr/>
        </p:nvSpPr>
        <p:spPr bwMode="auto">
          <a:xfrm>
            <a:off x="5445125" y="42402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1506538" y="952500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487488" y="1262063"/>
            <a:ext cx="3887787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84" name="Line 4"/>
          <p:cNvSpPr>
            <a:spLocks noChangeShapeType="1"/>
          </p:cNvSpPr>
          <p:nvPr/>
        </p:nvSpPr>
        <p:spPr bwMode="auto">
          <a:xfrm flipH="1">
            <a:off x="4624388" y="12842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85" name="Line 5"/>
          <p:cNvSpPr>
            <a:spLocks noChangeShapeType="1"/>
          </p:cNvSpPr>
          <p:nvPr/>
        </p:nvSpPr>
        <p:spPr bwMode="auto">
          <a:xfrm flipH="1">
            <a:off x="3860800" y="12827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 flipH="1">
            <a:off x="3094038" y="12779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87" name="Line 7"/>
          <p:cNvSpPr>
            <a:spLocks noChangeShapeType="1"/>
          </p:cNvSpPr>
          <p:nvPr/>
        </p:nvSpPr>
        <p:spPr bwMode="auto">
          <a:xfrm flipH="1">
            <a:off x="2349500" y="12842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3103563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89" name="Text Box 9"/>
          <p:cNvSpPr txBox="1">
            <a:spLocks noChangeArrowheads="1"/>
          </p:cNvSpPr>
          <p:nvPr/>
        </p:nvSpPr>
        <p:spPr bwMode="auto">
          <a:xfrm>
            <a:off x="2352675" y="12573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90" name="Text Box 10"/>
          <p:cNvSpPr txBox="1">
            <a:spLocks noChangeArrowheads="1"/>
          </p:cNvSpPr>
          <p:nvPr/>
        </p:nvSpPr>
        <p:spPr bwMode="auto">
          <a:xfrm>
            <a:off x="3875088" y="12573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91" name="Text Box 11"/>
          <p:cNvSpPr txBox="1">
            <a:spLocks noChangeArrowheads="1"/>
          </p:cNvSpPr>
          <p:nvPr/>
        </p:nvSpPr>
        <p:spPr bwMode="auto">
          <a:xfrm>
            <a:off x="4625975" y="12573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1493838" y="2457450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8493" name="Line 13"/>
          <p:cNvSpPr>
            <a:spLocks noChangeShapeType="1"/>
          </p:cNvSpPr>
          <p:nvPr/>
        </p:nvSpPr>
        <p:spPr bwMode="auto">
          <a:xfrm flipH="1">
            <a:off x="3867150" y="24780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 flipH="1">
            <a:off x="3100388" y="247332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 flipH="1">
            <a:off x="2355850" y="24796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6" name="Text Box 16"/>
          <p:cNvSpPr txBox="1">
            <a:spLocks noChangeArrowheads="1"/>
          </p:cNvSpPr>
          <p:nvPr/>
        </p:nvSpPr>
        <p:spPr bwMode="auto">
          <a:xfrm>
            <a:off x="3109913" y="2463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97" name="Text Box 17"/>
          <p:cNvSpPr txBox="1">
            <a:spLocks noChangeArrowheads="1"/>
          </p:cNvSpPr>
          <p:nvPr/>
        </p:nvSpPr>
        <p:spPr bwMode="auto">
          <a:xfrm>
            <a:off x="2359025" y="24526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98" name="Text Box 18"/>
          <p:cNvSpPr txBox="1">
            <a:spLocks noChangeArrowheads="1"/>
          </p:cNvSpPr>
          <p:nvPr/>
        </p:nvSpPr>
        <p:spPr bwMode="auto">
          <a:xfrm>
            <a:off x="3881438" y="24526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99" name="Text Box 19"/>
          <p:cNvSpPr txBox="1">
            <a:spLocks noChangeArrowheads="1"/>
          </p:cNvSpPr>
          <p:nvPr/>
        </p:nvSpPr>
        <p:spPr bwMode="auto">
          <a:xfrm>
            <a:off x="847725" y="12430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00" name="Text Box 20"/>
          <p:cNvSpPr txBox="1">
            <a:spLocks noChangeArrowheads="1"/>
          </p:cNvSpPr>
          <p:nvPr/>
        </p:nvSpPr>
        <p:spPr bwMode="auto">
          <a:xfrm>
            <a:off x="854075" y="24574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01" name="Rectangle 21"/>
          <p:cNvSpPr>
            <a:spLocks noChangeArrowheads="1"/>
          </p:cNvSpPr>
          <p:nvPr/>
        </p:nvSpPr>
        <p:spPr bwMode="auto">
          <a:xfrm>
            <a:off x="1530350" y="4214813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02" name="Line 22"/>
          <p:cNvSpPr>
            <a:spLocks noChangeShapeType="1"/>
          </p:cNvSpPr>
          <p:nvPr/>
        </p:nvSpPr>
        <p:spPr bwMode="auto">
          <a:xfrm>
            <a:off x="38925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3" name="Line 23"/>
          <p:cNvSpPr>
            <a:spLocks noChangeShapeType="1"/>
          </p:cNvSpPr>
          <p:nvPr/>
        </p:nvSpPr>
        <p:spPr bwMode="auto">
          <a:xfrm>
            <a:off x="23685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4" name="Line 24"/>
          <p:cNvSpPr>
            <a:spLocks noChangeShapeType="1"/>
          </p:cNvSpPr>
          <p:nvPr/>
        </p:nvSpPr>
        <p:spPr bwMode="auto">
          <a:xfrm>
            <a:off x="31305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5" name="Line 25"/>
          <p:cNvSpPr>
            <a:spLocks noChangeShapeType="1"/>
          </p:cNvSpPr>
          <p:nvPr/>
        </p:nvSpPr>
        <p:spPr bwMode="auto">
          <a:xfrm>
            <a:off x="46545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6" name="Line 26"/>
          <p:cNvSpPr>
            <a:spLocks noChangeShapeType="1"/>
          </p:cNvSpPr>
          <p:nvPr/>
        </p:nvSpPr>
        <p:spPr bwMode="auto">
          <a:xfrm>
            <a:off x="54165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7" name="Line 27"/>
          <p:cNvSpPr>
            <a:spLocks noChangeShapeType="1"/>
          </p:cNvSpPr>
          <p:nvPr/>
        </p:nvSpPr>
        <p:spPr bwMode="auto">
          <a:xfrm>
            <a:off x="61023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8" name="Line 28"/>
          <p:cNvSpPr>
            <a:spLocks noChangeShapeType="1"/>
          </p:cNvSpPr>
          <p:nvPr/>
        </p:nvSpPr>
        <p:spPr bwMode="auto">
          <a:xfrm>
            <a:off x="6864350" y="421481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09" name="Text Box 29"/>
          <p:cNvSpPr txBox="1">
            <a:spLocks noChangeArrowheads="1"/>
          </p:cNvSpPr>
          <p:nvPr/>
        </p:nvSpPr>
        <p:spPr bwMode="auto">
          <a:xfrm>
            <a:off x="1484313" y="3887788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8510" name="Text Box 30"/>
          <p:cNvSpPr txBox="1">
            <a:spLocks noChangeArrowheads="1"/>
          </p:cNvSpPr>
          <p:nvPr/>
        </p:nvSpPr>
        <p:spPr bwMode="auto">
          <a:xfrm>
            <a:off x="871538" y="42687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8511" name="Group 31"/>
          <p:cNvGrpSpPr>
            <a:grpSpLocks/>
          </p:cNvGrpSpPr>
          <p:nvPr/>
        </p:nvGrpSpPr>
        <p:grpSpPr bwMode="auto">
          <a:xfrm>
            <a:off x="4872038" y="630238"/>
            <a:ext cx="538162" cy="638175"/>
            <a:chOff x="1638" y="1299"/>
            <a:chExt cx="339" cy="402"/>
          </a:xfrm>
        </p:grpSpPr>
        <p:sp>
          <p:nvSpPr>
            <p:cNvPr id="148512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8513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8514" name="Group 34"/>
          <p:cNvGrpSpPr>
            <a:grpSpLocks/>
          </p:cNvGrpSpPr>
          <p:nvPr/>
        </p:nvGrpSpPr>
        <p:grpSpPr bwMode="auto">
          <a:xfrm>
            <a:off x="4127500" y="1846263"/>
            <a:ext cx="527050" cy="649287"/>
            <a:chOff x="1635" y="2030"/>
            <a:chExt cx="332" cy="409"/>
          </a:xfrm>
        </p:grpSpPr>
        <p:sp>
          <p:nvSpPr>
            <p:cNvPr id="148515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8516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8517" name="Group 37"/>
          <p:cNvGrpSpPr>
            <a:grpSpLocks/>
          </p:cNvGrpSpPr>
          <p:nvPr/>
        </p:nvGrpSpPr>
        <p:grpSpPr bwMode="auto">
          <a:xfrm>
            <a:off x="6386513" y="3622675"/>
            <a:ext cx="525462" cy="641350"/>
            <a:chOff x="1653" y="3156"/>
            <a:chExt cx="331" cy="404"/>
          </a:xfrm>
        </p:grpSpPr>
        <p:sp>
          <p:nvSpPr>
            <p:cNvPr id="148518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8519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8520" name="Text Box 40"/>
          <p:cNvSpPr txBox="1">
            <a:spLocks noChangeArrowheads="1"/>
          </p:cNvSpPr>
          <p:nvPr/>
        </p:nvSpPr>
        <p:spPr bwMode="auto">
          <a:xfrm>
            <a:off x="2378075" y="42306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21" name="Text Box 41"/>
          <p:cNvSpPr txBox="1">
            <a:spLocks noChangeArrowheads="1"/>
          </p:cNvSpPr>
          <p:nvPr/>
        </p:nvSpPr>
        <p:spPr bwMode="auto">
          <a:xfrm>
            <a:off x="3144838" y="4200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22" name="Text Box 42"/>
          <p:cNvSpPr txBox="1">
            <a:spLocks noChangeArrowheads="1"/>
          </p:cNvSpPr>
          <p:nvPr/>
        </p:nvSpPr>
        <p:spPr bwMode="auto">
          <a:xfrm>
            <a:off x="3895725" y="42100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23" name="Text Box 43"/>
          <p:cNvSpPr txBox="1">
            <a:spLocks noChangeArrowheads="1"/>
          </p:cNvSpPr>
          <p:nvPr/>
        </p:nvSpPr>
        <p:spPr bwMode="auto">
          <a:xfrm>
            <a:off x="4665663" y="42116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24" name="Text Box 44"/>
          <p:cNvSpPr txBox="1">
            <a:spLocks noChangeArrowheads="1"/>
          </p:cNvSpPr>
          <p:nvPr/>
        </p:nvSpPr>
        <p:spPr bwMode="auto">
          <a:xfrm>
            <a:off x="5426075" y="42291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525" name="Text Box 45"/>
          <p:cNvSpPr txBox="1">
            <a:spLocks noChangeArrowheads="1"/>
          </p:cNvSpPr>
          <p:nvPr/>
        </p:nvSpPr>
        <p:spPr bwMode="auto">
          <a:xfrm>
            <a:off x="6107113" y="42195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1452563" y="981075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1433513" y="1290638"/>
            <a:ext cx="3887787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08" name="Line 4"/>
          <p:cNvSpPr>
            <a:spLocks noChangeShapeType="1"/>
          </p:cNvSpPr>
          <p:nvPr/>
        </p:nvSpPr>
        <p:spPr bwMode="auto">
          <a:xfrm flipH="1">
            <a:off x="4570413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09" name="Line 5"/>
          <p:cNvSpPr>
            <a:spLocks noChangeShapeType="1"/>
          </p:cNvSpPr>
          <p:nvPr/>
        </p:nvSpPr>
        <p:spPr bwMode="auto">
          <a:xfrm flipH="1">
            <a:off x="3806825" y="13112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0" name="Line 6"/>
          <p:cNvSpPr>
            <a:spLocks noChangeShapeType="1"/>
          </p:cNvSpPr>
          <p:nvPr/>
        </p:nvSpPr>
        <p:spPr bwMode="auto">
          <a:xfrm flipH="1">
            <a:off x="3040063" y="13065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1" name="Line 7"/>
          <p:cNvSpPr>
            <a:spLocks noChangeShapeType="1"/>
          </p:cNvSpPr>
          <p:nvPr/>
        </p:nvSpPr>
        <p:spPr bwMode="auto">
          <a:xfrm flipH="1">
            <a:off x="2295525" y="13128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3049588" y="12969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2298700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14" name="Text Box 10"/>
          <p:cNvSpPr txBox="1">
            <a:spLocks noChangeArrowheads="1"/>
          </p:cNvSpPr>
          <p:nvPr/>
        </p:nvSpPr>
        <p:spPr bwMode="auto">
          <a:xfrm>
            <a:off x="3821113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15" name="Text Box 11"/>
          <p:cNvSpPr txBox="1">
            <a:spLocks noChangeArrowheads="1"/>
          </p:cNvSpPr>
          <p:nvPr/>
        </p:nvSpPr>
        <p:spPr bwMode="auto">
          <a:xfrm>
            <a:off x="4572000" y="12858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16" name="Rectangle 12"/>
          <p:cNvSpPr>
            <a:spLocks noChangeArrowheads="1"/>
          </p:cNvSpPr>
          <p:nvPr/>
        </p:nvSpPr>
        <p:spPr bwMode="auto">
          <a:xfrm>
            <a:off x="1439863" y="2486025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49517" name="Line 13"/>
          <p:cNvSpPr>
            <a:spLocks noChangeShapeType="1"/>
          </p:cNvSpPr>
          <p:nvPr/>
        </p:nvSpPr>
        <p:spPr bwMode="auto">
          <a:xfrm flipH="1">
            <a:off x="3813175" y="250666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8" name="Line 14"/>
          <p:cNvSpPr>
            <a:spLocks noChangeShapeType="1"/>
          </p:cNvSpPr>
          <p:nvPr/>
        </p:nvSpPr>
        <p:spPr bwMode="auto">
          <a:xfrm flipH="1">
            <a:off x="3046413" y="25019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9" name="Line 15"/>
          <p:cNvSpPr>
            <a:spLocks noChangeShapeType="1"/>
          </p:cNvSpPr>
          <p:nvPr/>
        </p:nvSpPr>
        <p:spPr bwMode="auto">
          <a:xfrm flipH="1">
            <a:off x="2301875" y="250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20" name="Text Box 16"/>
          <p:cNvSpPr txBox="1">
            <a:spLocks noChangeArrowheads="1"/>
          </p:cNvSpPr>
          <p:nvPr/>
        </p:nvSpPr>
        <p:spPr bwMode="auto">
          <a:xfrm>
            <a:off x="3055938" y="24923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2305050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3827463" y="2481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23" name="Text Box 19"/>
          <p:cNvSpPr txBox="1">
            <a:spLocks noChangeArrowheads="1"/>
          </p:cNvSpPr>
          <p:nvPr/>
        </p:nvSpPr>
        <p:spPr bwMode="auto">
          <a:xfrm>
            <a:off x="793750" y="12715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24" name="Text Box 20"/>
          <p:cNvSpPr txBox="1">
            <a:spLocks noChangeArrowheads="1"/>
          </p:cNvSpPr>
          <p:nvPr/>
        </p:nvSpPr>
        <p:spPr bwMode="auto">
          <a:xfrm>
            <a:off x="800100" y="24860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25" name="Rectangle 21"/>
          <p:cNvSpPr>
            <a:spLocks noChangeArrowheads="1"/>
          </p:cNvSpPr>
          <p:nvPr/>
        </p:nvSpPr>
        <p:spPr bwMode="auto">
          <a:xfrm>
            <a:off x="1476375" y="4243388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26" name="Line 22"/>
          <p:cNvSpPr>
            <a:spLocks noChangeShapeType="1"/>
          </p:cNvSpPr>
          <p:nvPr/>
        </p:nvSpPr>
        <p:spPr bwMode="auto">
          <a:xfrm>
            <a:off x="3838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27" name="Line 23"/>
          <p:cNvSpPr>
            <a:spLocks noChangeShapeType="1"/>
          </p:cNvSpPr>
          <p:nvPr/>
        </p:nvSpPr>
        <p:spPr bwMode="auto">
          <a:xfrm>
            <a:off x="2314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28" name="Line 24"/>
          <p:cNvSpPr>
            <a:spLocks noChangeShapeType="1"/>
          </p:cNvSpPr>
          <p:nvPr/>
        </p:nvSpPr>
        <p:spPr bwMode="auto">
          <a:xfrm>
            <a:off x="3076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29" name="Line 25"/>
          <p:cNvSpPr>
            <a:spLocks noChangeShapeType="1"/>
          </p:cNvSpPr>
          <p:nvPr/>
        </p:nvSpPr>
        <p:spPr bwMode="auto">
          <a:xfrm>
            <a:off x="4600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30" name="Line 26"/>
          <p:cNvSpPr>
            <a:spLocks noChangeShapeType="1"/>
          </p:cNvSpPr>
          <p:nvPr/>
        </p:nvSpPr>
        <p:spPr bwMode="auto">
          <a:xfrm>
            <a:off x="53625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31" name="Line 27"/>
          <p:cNvSpPr>
            <a:spLocks noChangeShapeType="1"/>
          </p:cNvSpPr>
          <p:nvPr/>
        </p:nvSpPr>
        <p:spPr bwMode="auto">
          <a:xfrm>
            <a:off x="60483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32" name="Line 28"/>
          <p:cNvSpPr>
            <a:spLocks noChangeShapeType="1"/>
          </p:cNvSpPr>
          <p:nvPr/>
        </p:nvSpPr>
        <p:spPr bwMode="auto">
          <a:xfrm>
            <a:off x="6810375" y="4243388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33" name="Text Box 29"/>
          <p:cNvSpPr txBox="1">
            <a:spLocks noChangeArrowheads="1"/>
          </p:cNvSpPr>
          <p:nvPr/>
        </p:nvSpPr>
        <p:spPr bwMode="auto">
          <a:xfrm>
            <a:off x="1430338" y="3916363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49534" name="Text Box 30"/>
          <p:cNvSpPr txBox="1">
            <a:spLocks noChangeArrowheads="1"/>
          </p:cNvSpPr>
          <p:nvPr/>
        </p:nvSpPr>
        <p:spPr bwMode="auto">
          <a:xfrm>
            <a:off x="817563" y="42973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9535" name="Group 31"/>
          <p:cNvGrpSpPr>
            <a:grpSpLocks/>
          </p:cNvGrpSpPr>
          <p:nvPr/>
        </p:nvGrpSpPr>
        <p:grpSpPr bwMode="auto">
          <a:xfrm>
            <a:off x="4818063" y="658813"/>
            <a:ext cx="538162" cy="638175"/>
            <a:chOff x="1638" y="1299"/>
            <a:chExt cx="339" cy="402"/>
          </a:xfrm>
        </p:grpSpPr>
        <p:sp>
          <p:nvSpPr>
            <p:cNvPr id="149536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9537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9538" name="Group 34"/>
          <p:cNvGrpSpPr>
            <a:grpSpLocks/>
          </p:cNvGrpSpPr>
          <p:nvPr/>
        </p:nvGrpSpPr>
        <p:grpSpPr bwMode="auto">
          <a:xfrm>
            <a:off x="4073525" y="1874838"/>
            <a:ext cx="527050" cy="649287"/>
            <a:chOff x="1635" y="2030"/>
            <a:chExt cx="332" cy="409"/>
          </a:xfrm>
        </p:grpSpPr>
        <p:sp>
          <p:nvSpPr>
            <p:cNvPr id="149539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9540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9541" name="Group 37"/>
          <p:cNvGrpSpPr>
            <a:grpSpLocks/>
          </p:cNvGrpSpPr>
          <p:nvPr/>
        </p:nvGrpSpPr>
        <p:grpSpPr bwMode="auto">
          <a:xfrm>
            <a:off x="6332538" y="3651250"/>
            <a:ext cx="525462" cy="641350"/>
            <a:chOff x="1653" y="3156"/>
            <a:chExt cx="331" cy="404"/>
          </a:xfrm>
        </p:grpSpPr>
        <p:sp>
          <p:nvSpPr>
            <p:cNvPr id="149542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49543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9544" name="Text Box 40"/>
          <p:cNvSpPr txBox="1">
            <a:spLocks noChangeArrowheads="1"/>
          </p:cNvSpPr>
          <p:nvPr/>
        </p:nvSpPr>
        <p:spPr bwMode="auto">
          <a:xfrm>
            <a:off x="2324100" y="42592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45" name="Text Box 41"/>
          <p:cNvSpPr txBox="1">
            <a:spLocks noChangeArrowheads="1"/>
          </p:cNvSpPr>
          <p:nvPr/>
        </p:nvSpPr>
        <p:spPr bwMode="auto">
          <a:xfrm>
            <a:off x="3090863" y="42291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46" name="Text Box 42"/>
          <p:cNvSpPr txBox="1">
            <a:spLocks noChangeArrowheads="1"/>
          </p:cNvSpPr>
          <p:nvPr/>
        </p:nvSpPr>
        <p:spPr bwMode="auto">
          <a:xfrm>
            <a:off x="3841750" y="4238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47" name="Text Box 43"/>
          <p:cNvSpPr txBox="1">
            <a:spLocks noChangeArrowheads="1"/>
          </p:cNvSpPr>
          <p:nvPr/>
        </p:nvSpPr>
        <p:spPr bwMode="auto">
          <a:xfrm>
            <a:off x="4611688" y="42402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48" name="Text Box 44"/>
          <p:cNvSpPr txBox="1">
            <a:spLocks noChangeArrowheads="1"/>
          </p:cNvSpPr>
          <p:nvPr/>
        </p:nvSpPr>
        <p:spPr bwMode="auto">
          <a:xfrm>
            <a:off x="5372100" y="42576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549" name="Text Box 45"/>
          <p:cNvSpPr txBox="1">
            <a:spLocks noChangeArrowheads="1"/>
          </p:cNvSpPr>
          <p:nvPr/>
        </p:nvSpPr>
        <p:spPr bwMode="auto">
          <a:xfrm>
            <a:off x="6053138" y="42481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1489075" y="963613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1470025" y="1273175"/>
            <a:ext cx="3887788" cy="6048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32" name="Line 4"/>
          <p:cNvSpPr>
            <a:spLocks noChangeShapeType="1"/>
          </p:cNvSpPr>
          <p:nvPr/>
        </p:nvSpPr>
        <p:spPr bwMode="auto">
          <a:xfrm flipH="1">
            <a:off x="4606925" y="12954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3" name="Line 5"/>
          <p:cNvSpPr>
            <a:spLocks noChangeShapeType="1"/>
          </p:cNvSpPr>
          <p:nvPr/>
        </p:nvSpPr>
        <p:spPr bwMode="auto">
          <a:xfrm flipH="1">
            <a:off x="3843338" y="1293813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4" name="Line 6"/>
          <p:cNvSpPr>
            <a:spLocks noChangeShapeType="1"/>
          </p:cNvSpPr>
          <p:nvPr/>
        </p:nvSpPr>
        <p:spPr bwMode="auto">
          <a:xfrm flipH="1">
            <a:off x="3076575" y="12890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5" name="Line 7"/>
          <p:cNvSpPr>
            <a:spLocks noChangeShapeType="1"/>
          </p:cNvSpPr>
          <p:nvPr/>
        </p:nvSpPr>
        <p:spPr bwMode="auto">
          <a:xfrm flipH="1">
            <a:off x="2332038" y="12954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3086100" y="1279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37" name="Text Box 9"/>
          <p:cNvSpPr txBox="1">
            <a:spLocks noChangeArrowheads="1"/>
          </p:cNvSpPr>
          <p:nvPr/>
        </p:nvSpPr>
        <p:spPr bwMode="auto">
          <a:xfrm>
            <a:off x="2335213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38" name="Text Box 10"/>
          <p:cNvSpPr txBox="1">
            <a:spLocks noChangeArrowheads="1"/>
          </p:cNvSpPr>
          <p:nvPr/>
        </p:nvSpPr>
        <p:spPr bwMode="auto">
          <a:xfrm>
            <a:off x="3857625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39" name="Text Box 11"/>
          <p:cNvSpPr txBox="1">
            <a:spLocks noChangeArrowheads="1"/>
          </p:cNvSpPr>
          <p:nvPr/>
        </p:nvSpPr>
        <p:spPr bwMode="auto">
          <a:xfrm>
            <a:off x="4608513" y="1268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40" name="Rectangle 12"/>
          <p:cNvSpPr>
            <a:spLocks noChangeArrowheads="1"/>
          </p:cNvSpPr>
          <p:nvPr/>
        </p:nvSpPr>
        <p:spPr bwMode="auto">
          <a:xfrm>
            <a:off x="1476375" y="2468563"/>
            <a:ext cx="3170238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0541" name="Line 13"/>
          <p:cNvSpPr>
            <a:spLocks noChangeShapeType="1"/>
          </p:cNvSpPr>
          <p:nvPr/>
        </p:nvSpPr>
        <p:spPr bwMode="auto">
          <a:xfrm flipH="1">
            <a:off x="3849688" y="248920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2" name="Line 14"/>
          <p:cNvSpPr>
            <a:spLocks noChangeShapeType="1"/>
          </p:cNvSpPr>
          <p:nvPr/>
        </p:nvSpPr>
        <p:spPr bwMode="auto">
          <a:xfrm flipH="1">
            <a:off x="3082925" y="24844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3" name="Line 15"/>
          <p:cNvSpPr>
            <a:spLocks noChangeShapeType="1"/>
          </p:cNvSpPr>
          <p:nvPr/>
        </p:nvSpPr>
        <p:spPr bwMode="auto">
          <a:xfrm flipH="1">
            <a:off x="2338388" y="24907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4" name="Text Box 16"/>
          <p:cNvSpPr txBox="1">
            <a:spLocks noChangeArrowheads="1"/>
          </p:cNvSpPr>
          <p:nvPr/>
        </p:nvSpPr>
        <p:spPr bwMode="auto">
          <a:xfrm>
            <a:off x="3092450" y="24749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45" name="Text Box 17"/>
          <p:cNvSpPr txBox="1">
            <a:spLocks noChangeArrowheads="1"/>
          </p:cNvSpPr>
          <p:nvPr/>
        </p:nvSpPr>
        <p:spPr bwMode="auto">
          <a:xfrm>
            <a:off x="2341563" y="2463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46" name="Text Box 18"/>
          <p:cNvSpPr txBox="1">
            <a:spLocks noChangeArrowheads="1"/>
          </p:cNvSpPr>
          <p:nvPr/>
        </p:nvSpPr>
        <p:spPr bwMode="auto">
          <a:xfrm>
            <a:off x="3863975" y="2463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47" name="Text Box 19"/>
          <p:cNvSpPr txBox="1">
            <a:spLocks noChangeArrowheads="1"/>
          </p:cNvSpPr>
          <p:nvPr/>
        </p:nvSpPr>
        <p:spPr bwMode="auto">
          <a:xfrm>
            <a:off x="830263" y="1254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48" name="Text Box 20"/>
          <p:cNvSpPr txBox="1">
            <a:spLocks noChangeArrowheads="1"/>
          </p:cNvSpPr>
          <p:nvPr/>
        </p:nvSpPr>
        <p:spPr bwMode="auto">
          <a:xfrm>
            <a:off x="836613" y="2468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49" name="Rectangle 21"/>
          <p:cNvSpPr>
            <a:spLocks noChangeArrowheads="1"/>
          </p:cNvSpPr>
          <p:nvPr/>
        </p:nvSpPr>
        <p:spPr bwMode="auto">
          <a:xfrm>
            <a:off x="1512888" y="4225925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50" name="Line 22"/>
          <p:cNvSpPr>
            <a:spLocks noChangeShapeType="1"/>
          </p:cNvSpPr>
          <p:nvPr/>
        </p:nvSpPr>
        <p:spPr bwMode="auto">
          <a:xfrm>
            <a:off x="38750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1" name="Line 23"/>
          <p:cNvSpPr>
            <a:spLocks noChangeShapeType="1"/>
          </p:cNvSpPr>
          <p:nvPr/>
        </p:nvSpPr>
        <p:spPr bwMode="auto">
          <a:xfrm>
            <a:off x="23510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2" name="Line 24"/>
          <p:cNvSpPr>
            <a:spLocks noChangeShapeType="1"/>
          </p:cNvSpPr>
          <p:nvPr/>
        </p:nvSpPr>
        <p:spPr bwMode="auto">
          <a:xfrm>
            <a:off x="31130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3" name="Line 25"/>
          <p:cNvSpPr>
            <a:spLocks noChangeShapeType="1"/>
          </p:cNvSpPr>
          <p:nvPr/>
        </p:nvSpPr>
        <p:spPr bwMode="auto">
          <a:xfrm>
            <a:off x="46370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4" name="Line 26"/>
          <p:cNvSpPr>
            <a:spLocks noChangeShapeType="1"/>
          </p:cNvSpPr>
          <p:nvPr/>
        </p:nvSpPr>
        <p:spPr bwMode="auto">
          <a:xfrm>
            <a:off x="53990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5" name="Line 27"/>
          <p:cNvSpPr>
            <a:spLocks noChangeShapeType="1"/>
          </p:cNvSpPr>
          <p:nvPr/>
        </p:nvSpPr>
        <p:spPr bwMode="auto">
          <a:xfrm>
            <a:off x="60848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6" name="Line 28"/>
          <p:cNvSpPr>
            <a:spLocks noChangeShapeType="1"/>
          </p:cNvSpPr>
          <p:nvPr/>
        </p:nvSpPr>
        <p:spPr bwMode="auto">
          <a:xfrm>
            <a:off x="6846888" y="4225925"/>
            <a:ext cx="0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57" name="Text Box 29"/>
          <p:cNvSpPr txBox="1">
            <a:spLocks noChangeArrowheads="1"/>
          </p:cNvSpPr>
          <p:nvPr/>
        </p:nvSpPr>
        <p:spPr bwMode="auto">
          <a:xfrm>
            <a:off x="1466850" y="3898900"/>
            <a:ext cx="6088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50558" name="Text Box 30"/>
          <p:cNvSpPr txBox="1">
            <a:spLocks noChangeArrowheads="1"/>
          </p:cNvSpPr>
          <p:nvPr/>
        </p:nvSpPr>
        <p:spPr bwMode="auto">
          <a:xfrm>
            <a:off x="854075" y="42799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0559" name="Group 31"/>
          <p:cNvGrpSpPr>
            <a:grpSpLocks/>
          </p:cNvGrpSpPr>
          <p:nvPr/>
        </p:nvGrpSpPr>
        <p:grpSpPr bwMode="auto">
          <a:xfrm>
            <a:off x="4854575" y="641350"/>
            <a:ext cx="538163" cy="638175"/>
            <a:chOff x="1638" y="1299"/>
            <a:chExt cx="339" cy="402"/>
          </a:xfrm>
        </p:grpSpPr>
        <p:sp>
          <p:nvSpPr>
            <p:cNvPr id="150560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0561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0562" name="Group 34"/>
          <p:cNvGrpSpPr>
            <a:grpSpLocks/>
          </p:cNvGrpSpPr>
          <p:nvPr/>
        </p:nvGrpSpPr>
        <p:grpSpPr bwMode="auto">
          <a:xfrm>
            <a:off x="4927600" y="1868488"/>
            <a:ext cx="527050" cy="649287"/>
            <a:chOff x="1635" y="2030"/>
            <a:chExt cx="332" cy="409"/>
          </a:xfrm>
        </p:grpSpPr>
        <p:sp>
          <p:nvSpPr>
            <p:cNvPr id="150563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0564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0565" name="Group 37"/>
          <p:cNvGrpSpPr>
            <a:grpSpLocks/>
          </p:cNvGrpSpPr>
          <p:nvPr/>
        </p:nvGrpSpPr>
        <p:grpSpPr bwMode="auto">
          <a:xfrm>
            <a:off x="7097713" y="3611563"/>
            <a:ext cx="525462" cy="641350"/>
            <a:chOff x="1653" y="3156"/>
            <a:chExt cx="331" cy="404"/>
          </a:xfrm>
        </p:grpSpPr>
        <p:sp>
          <p:nvSpPr>
            <p:cNvPr id="150566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0567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0568" name="Text Box 40"/>
          <p:cNvSpPr txBox="1">
            <a:spLocks noChangeArrowheads="1"/>
          </p:cNvSpPr>
          <p:nvPr/>
        </p:nvSpPr>
        <p:spPr bwMode="auto">
          <a:xfrm>
            <a:off x="2360613" y="4241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69" name="Text Box 41"/>
          <p:cNvSpPr txBox="1">
            <a:spLocks noChangeArrowheads="1"/>
          </p:cNvSpPr>
          <p:nvPr/>
        </p:nvSpPr>
        <p:spPr bwMode="auto">
          <a:xfrm>
            <a:off x="3127375" y="42116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70" name="Text Box 42"/>
          <p:cNvSpPr txBox="1">
            <a:spLocks noChangeArrowheads="1"/>
          </p:cNvSpPr>
          <p:nvPr/>
        </p:nvSpPr>
        <p:spPr bwMode="auto">
          <a:xfrm>
            <a:off x="3878263" y="42211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71" name="Text Box 43"/>
          <p:cNvSpPr txBox="1">
            <a:spLocks noChangeArrowheads="1"/>
          </p:cNvSpPr>
          <p:nvPr/>
        </p:nvSpPr>
        <p:spPr bwMode="auto">
          <a:xfrm>
            <a:off x="4648200" y="42227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72" name="Text Box 44"/>
          <p:cNvSpPr txBox="1">
            <a:spLocks noChangeArrowheads="1"/>
          </p:cNvSpPr>
          <p:nvPr/>
        </p:nvSpPr>
        <p:spPr bwMode="auto">
          <a:xfrm>
            <a:off x="5408613" y="42402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73" name="Text Box 45"/>
          <p:cNvSpPr txBox="1">
            <a:spLocks noChangeArrowheads="1"/>
          </p:cNvSpPr>
          <p:nvPr/>
        </p:nvSpPr>
        <p:spPr bwMode="auto">
          <a:xfrm>
            <a:off x="6089650" y="42306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74" name="Text Box 46"/>
          <p:cNvSpPr txBox="1">
            <a:spLocks noChangeArrowheads="1"/>
          </p:cNvSpPr>
          <p:nvPr/>
        </p:nvSpPr>
        <p:spPr bwMode="auto">
          <a:xfrm>
            <a:off x="6254750" y="963613"/>
            <a:ext cx="2217738" cy="19177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>
                <a:latin typeface="楷体_GB2312"/>
              </a:rPr>
              <a:t>B </a:t>
            </a:r>
            <a:r>
              <a:rPr lang="zh-CN" altLang="zh-CN" sz="2400">
                <a:latin typeface="楷体_GB2312"/>
              </a:rPr>
              <a:t>表的元素都已移入 </a:t>
            </a:r>
            <a:r>
              <a:rPr lang="en-US" altLang="zh-CN" sz="2400">
                <a:latin typeface="楷体_GB2312"/>
              </a:rPr>
              <a:t>C </a:t>
            </a:r>
            <a:r>
              <a:rPr lang="zh-CN" altLang="zh-CN" sz="2400">
                <a:latin typeface="楷体_GB2312"/>
              </a:rPr>
              <a:t>表，只需将 </a:t>
            </a:r>
            <a:r>
              <a:rPr lang="en-US" altLang="zh-CN" sz="2400">
                <a:latin typeface="楷体_GB2312"/>
              </a:rPr>
              <a:t>A </a:t>
            </a:r>
            <a:r>
              <a:rPr lang="zh-CN" altLang="zh-CN" sz="2400">
                <a:latin typeface="楷体_GB2312"/>
              </a:rPr>
              <a:t>表的剩余部分移入 </a:t>
            </a:r>
            <a:r>
              <a:rPr lang="en-US" altLang="zh-CN" sz="2400">
                <a:latin typeface="楷体_GB2312"/>
              </a:rPr>
              <a:t>C </a:t>
            </a:r>
            <a:r>
              <a:rPr lang="zh-CN" altLang="zh-CN" sz="2400">
                <a:latin typeface="楷体_GB2312"/>
              </a:rPr>
              <a:t>表即可</a:t>
            </a:r>
            <a:endParaRPr lang="zh-CN" altLang="en-US" sz="2400">
              <a:latin typeface="楷体_GB2312"/>
            </a:endParaRPr>
          </a:p>
        </p:txBody>
      </p:sp>
    </p:spTree>
  </p:cSld>
  <p:clrMapOvr>
    <a:masterClrMapping/>
  </p:clrMapOvr>
  <p:transition>
    <p:wipe dir="d"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1465263" y="908050"/>
            <a:ext cx="3889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</a:t>
            </a: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1446213" y="1217613"/>
            <a:ext cx="3887787" cy="6048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56" name="Line 4"/>
          <p:cNvSpPr>
            <a:spLocks noChangeShapeType="1"/>
          </p:cNvSpPr>
          <p:nvPr/>
        </p:nvSpPr>
        <p:spPr bwMode="auto">
          <a:xfrm flipH="1">
            <a:off x="4583113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7" name="Line 5"/>
          <p:cNvSpPr>
            <a:spLocks noChangeShapeType="1"/>
          </p:cNvSpPr>
          <p:nvPr/>
        </p:nvSpPr>
        <p:spPr bwMode="auto">
          <a:xfrm flipH="1">
            <a:off x="3819525" y="1238250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8" name="Line 6"/>
          <p:cNvSpPr>
            <a:spLocks noChangeShapeType="1"/>
          </p:cNvSpPr>
          <p:nvPr/>
        </p:nvSpPr>
        <p:spPr bwMode="auto">
          <a:xfrm flipH="1">
            <a:off x="3052763" y="123348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9" name="Line 7"/>
          <p:cNvSpPr>
            <a:spLocks noChangeShapeType="1"/>
          </p:cNvSpPr>
          <p:nvPr/>
        </p:nvSpPr>
        <p:spPr bwMode="auto">
          <a:xfrm flipH="1">
            <a:off x="2308225" y="12398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3062288" y="12239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2311400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62" name="Text Box 10"/>
          <p:cNvSpPr txBox="1">
            <a:spLocks noChangeArrowheads="1"/>
          </p:cNvSpPr>
          <p:nvPr/>
        </p:nvSpPr>
        <p:spPr bwMode="auto">
          <a:xfrm>
            <a:off x="3833813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63" name="Text Box 11"/>
          <p:cNvSpPr txBox="1">
            <a:spLocks noChangeArrowheads="1"/>
          </p:cNvSpPr>
          <p:nvPr/>
        </p:nvSpPr>
        <p:spPr bwMode="auto">
          <a:xfrm>
            <a:off x="4584700" y="12128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64" name="Rectangle 12"/>
          <p:cNvSpPr>
            <a:spLocks noChangeArrowheads="1"/>
          </p:cNvSpPr>
          <p:nvPr/>
        </p:nvSpPr>
        <p:spPr bwMode="auto">
          <a:xfrm>
            <a:off x="1452563" y="2413000"/>
            <a:ext cx="3170237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20000"/>
              </a:spcBef>
            </a:pPr>
            <a:endParaRPr lang="zh-CN" altLang="en-US"/>
          </a:p>
        </p:txBody>
      </p:sp>
      <p:sp>
        <p:nvSpPr>
          <p:cNvPr id="151565" name="Line 13"/>
          <p:cNvSpPr>
            <a:spLocks noChangeShapeType="1"/>
          </p:cNvSpPr>
          <p:nvPr/>
        </p:nvSpPr>
        <p:spPr bwMode="auto">
          <a:xfrm flipH="1">
            <a:off x="3825875" y="2433638"/>
            <a:ext cx="0" cy="604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66" name="Line 14"/>
          <p:cNvSpPr>
            <a:spLocks noChangeShapeType="1"/>
          </p:cNvSpPr>
          <p:nvPr/>
        </p:nvSpPr>
        <p:spPr bwMode="auto">
          <a:xfrm flipH="1">
            <a:off x="3059113" y="242887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67" name="Line 15"/>
          <p:cNvSpPr>
            <a:spLocks noChangeShapeType="1"/>
          </p:cNvSpPr>
          <p:nvPr/>
        </p:nvSpPr>
        <p:spPr bwMode="auto">
          <a:xfrm flipH="1">
            <a:off x="2314575" y="2435225"/>
            <a:ext cx="0" cy="604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68" name="Text Box 16"/>
          <p:cNvSpPr txBox="1">
            <a:spLocks noChangeArrowheads="1"/>
          </p:cNvSpPr>
          <p:nvPr/>
        </p:nvSpPr>
        <p:spPr bwMode="auto">
          <a:xfrm>
            <a:off x="3068638" y="24193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69" name="Text Box 17"/>
          <p:cNvSpPr txBox="1">
            <a:spLocks noChangeArrowheads="1"/>
          </p:cNvSpPr>
          <p:nvPr/>
        </p:nvSpPr>
        <p:spPr bwMode="auto">
          <a:xfrm>
            <a:off x="2317750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70" name="Text Box 18"/>
          <p:cNvSpPr txBox="1">
            <a:spLocks noChangeArrowheads="1"/>
          </p:cNvSpPr>
          <p:nvPr/>
        </p:nvSpPr>
        <p:spPr bwMode="auto">
          <a:xfrm>
            <a:off x="3840163" y="2408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71" name="Text Box 19"/>
          <p:cNvSpPr txBox="1">
            <a:spLocks noChangeArrowheads="1"/>
          </p:cNvSpPr>
          <p:nvPr/>
        </p:nvSpPr>
        <p:spPr bwMode="auto">
          <a:xfrm>
            <a:off x="806450" y="11985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72" name="Text Box 20"/>
          <p:cNvSpPr txBox="1">
            <a:spLocks noChangeArrowheads="1"/>
          </p:cNvSpPr>
          <p:nvPr/>
        </p:nvSpPr>
        <p:spPr bwMode="auto">
          <a:xfrm>
            <a:off x="812800" y="2413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73" name="Rectangle 21"/>
          <p:cNvSpPr>
            <a:spLocks noChangeArrowheads="1"/>
          </p:cNvSpPr>
          <p:nvPr/>
        </p:nvSpPr>
        <p:spPr bwMode="auto">
          <a:xfrm>
            <a:off x="1489075" y="4170363"/>
            <a:ext cx="604202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zh-CN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74" name="Line 22"/>
          <p:cNvSpPr>
            <a:spLocks noChangeShapeType="1"/>
          </p:cNvSpPr>
          <p:nvPr/>
        </p:nvSpPr>
        <p:spPr bwMode="auto">
          <a:xfrm>
            <a:off x="3851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75" name="Line 23"/>
          <p:cNvSpPr>
            <a:spLocks noChangeShapeType="1"/>
          </p:cNvSpPr>
          <p:nvPr/>
        </p:nvSpPr>
        <p:spPr bwMode="auto">
          <a:xfrm>
            <a:off x="2327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76" name="Line 24"/>
          <p:cNvSpPr>
            <a:spLocks noChangeShapeType="1"/>
          </p:cNvSpPr>
          <p:nvPr/>
        </p:nvSpPr>
        <p:spPr bwMode="auto">
          <a:xfrm>
            <a:off x="3089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77" name="Line 25"/>
          <p:cNvSpPr>
            <a:spLocks noChangeShapeType="1"/>
          </p:cNvSpPr>
          <p:nvPr/>
        </p:nvSpPr>
        <p:spPr bwMode="auto">
          <a:xfrm>
            <a:off x="4613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78" name="Line 26"/>
          <p:cNvSpPr>
            <a:spLocks noChangeShapeType="1"/>
          </p:cNvSpPr>
          <p:nvPr/>
        </p:nvSpPr>
        <p:spPr bwMode="auto">
          <a:xfrm>
            <a:off x="53752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79" name="Line 27"/>
          <p:cNvSpPr>
            <a:spLocks noChangeShapeType="1"/>
          </p:cNvSpPr>
          <p:nvPr/>
        </p:nvSpPr>
        <p:spPr bwMode="auto">
          <a:xfrm>
            <a:off x="60610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80" name="Line 28"/>
          <p:cNvSpPr>
            <a:spLocks noChangeShapeType="1"/>
          </p:cNvSpPr>
          <p:nvPr/>
        </p:nvSpPr>
        <p:spPr bwMode="auto">
          <a:xfrm>
            <a:off x="6823075" y="4170363"/>
            <a:ext cx="0" cy="557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81" name="Text Box 29"/>
          <p:cNvSpPr txBox="1">
            <a:spLocks noChangeArrowheads="1"/>
          </p:cNvSpPr>
          <p:nvPr/>
        </p:nvSpPr>
        <p:spPr bwMode="auto">
          <a:xfrm>
            <a:off x="1443038" y="3843338"/>
            <a:ext cx="608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0             1               2             3	       4              5            6             7      </a:t>
            </a:r>
          </a:p>
        </p:txBody>
      </p:sp>
      <p:sp>
        <p:nvSpPr>
          <p:cNvPr id="151582" name="Text Box 30"/>
          <p:cNvSpPr txBox="1">
            <a:spLocks noChangeArrowheads="1"/>
          </p:cNvSpPr>
          <p:nvPr/>
        </p:nvSpPr>
        <p:spPr bwMode="auto">
          <a:xfrm>
            <a:off x="830263" y="42243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1583" name="Group 31"/>
          <p:cNvGrpSpPr>
            <a:grpSpLocks/>
          </p:cNvGrpSpPr>
          <p:nvPr/>
        </p:nvGrpSpPr>
        <p:grpSpPr bwMode="auto">
          <a:xfrm>
            <a:off x="4830763" y="585788"/>
            <a:ext cx="538162" cy="638175"/>
            <a:chOff x="1638" y="1299"/>
            <a:chExt cx="339" cy="402"/>
          </a:xfrm>
        </p:grpSpPr>
        <p:sp>
          <p:nvSpPr>
            <p:cNvPr id="151584" name="AutoShape 32"/>
            <p:cNvSpPr>
              <a:spLocks noChangeArrowheads="1"/>
            </p:cNvSpPr>
            <p:nvPr/>
          </p:nvSpPr>
          <p:spPr bwMode="auto">
            <a:xfrm>
              <a:off x="1638" y="1362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585" name="Text Box 33"/>
            <p:cNvSpPr txBox="1">
              <a:spLocks noChangeArrowheads="1"/>
            </p:cNvSpPr>
            <p:nvPr/>
          </p:nvSpPr>
          <p:spPr bwMode="auto">
            <a:xfrm>
              <a:off x="1674" y="1299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1586" name="Group 34"/>
          <p:cNvGrpSpPr>
            <a:grpSpLocks/>
          </p:cNvGrpSpPr>
          <p:nvPr/>
        </p:nvGrpSpPr>
        <p:grpSpPr bwMode="auto">
          <a:xfrm>
            <a:off x="4903788" y="1812925"/>
            <a:ext cx="527050" cy="649288"/>
            <a:chOff x="1635" y="2030"/>
            <a:chExt cx="332" cy="409"/>
          </a:xfrm>
        </p:grpSpPr>
        <p:sp>
          <p:nvSpPr>
            <p:cNvPr id="151587" name="AutoShape 35"/>
            <p:cNvSpPr>
              <a:spLocks noChangeArrowheads="1"/>
            </p:cNvSpPr>
            <p:nvPr/>
          </p:nvSpPr>
          <p:spPr bwMode="auto">
            <a:xfrm>
              <a:off x="1635" y="2100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588" name="Text Box 36"/>
            <p:cNvSpPr txBox="1">
              <a:spLocks noChangeArrowheads="1"/>
            </p:cNvSpPr>
            <p:nvPr/>
          </p:nvSpPr>
          <p:spPr bwMode="auto">
            <a:xfrm>
              <a:off x="1664" y="2030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1589" name="Group 37"/>
          <p:cNvGrpSpPr>
            <a:grpSpLocks/>
          </p:cNvGrpSpPr>
          <p:nvPr/>
        </p:nvGrpSpPr>
        <p:grpSpPr bwMode="auto">
          <a:xfrm>
            <a:off x="7073900" y="3556000"/>
            <a:ext cx="525463" cy="641350"/>
            <a:chOff x="1653" y="3156"/>
            <a:chExt cx="331" cy="404"/>
          </a:xfrm>
        </p:grpSpPr>
        <p:sp>
          <p:nvSpPr>
            <p:cNvPr id="151590" name="AutoShape 38"/>
            <p:cNvSpPr>
              <a:spLocks noChangeArrowheads="1"/>
            </p:cNvSpPr>
            <p:nvPr/>
          </p:nvSpPr>
          <p:spPr bwMode="auto">
            <a:xfrm>
              <a:off x="1653" y="3221"/>
              <a:ext cx="71" cy="339"/>
            </a:xfrm>
            <a:prstGeom prst="downArrow">
              <a:avLst>
                <a:gd name="adj1" fmla="val 50000"/>
                <a:gd name="adj2" fmla="val 119322"/>
              </a:avLst>
            </a:prstGeom>
            <a:solidFill>
              <a:srgbClr val="FAFD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591" name="Text Box 39"/>
            <p:cNvSpPr txBox="1">
              <a:spLocks noChangeArrowheads="1"/>
            </p:cNvSpPr>
            <p:nvPr/>
          </p:nvSpPr>
          <p:spPr bwMode="auto">
            <a:xfrm>
              <a:off x="1681" y="3156"/>
              <a:ext cx="3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1400">
                <a:solidFill>
                  <a:srgbClr val="FAFD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1592" name="Text Box 40"/>
          <p:cNvSpPr txBox="1">
            <a:spLocks noChangeArrowheads="1"/>
          </p:cNvSpPr>
          <p:nvPr/>
        </p:nvSpPr>
        <p:spPr bwMode="auto">
          <a:xfrm>
            <a:off x="2336800" y="41862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93" name="Text Box 41"/>
          <p:cNvSpPr txBox="1">
            <a:spLocks noChangeArrowheads="1"/>
          </p:cNvSpPr>
          <p:nvPr/>
        </p:nvSpPr>
        <p:spPr bwMode="auto">
          <a:xfrm>
            <a:off x="3103563" y="41560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94" name="Text Box 42"/>
          <p:cNvSpPr txBox="1">
            <a:spLocks noChangeArrowheads="1"/>
          </p:cNvSpPr>
          <p:nvPr/>
        </p:nvSpPr>
        <p:spPr bwMode="auto">
          <a:xfrm>
            <a:off x="3854450" y="4165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95" name="Text Box 43"/>
          <p:cNvSpPr txBox="1">
            <a:spLocks noChangeArrowheads="1"/>
          </p:cNvSpPr>
          <p:nvPr/>
        </p:nvSpPr>
        <p:spPr bwMode="auto">
          <a:xfrm>
            <a:off x="4624388" y="416718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65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96" name="Text Box 44"/>
          <p:cNvSpPr txBox="1">
            <a:spLocks noChangeArrowheads="1"/>
          </p:cNvSpPr>
          <p:nvPr/>
        </p:nvSpPr>
        <p:spPr bwMode="auto">
          <a:xfrm>
            <a:off x="5384800" y="41846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76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97" name="Text Box 45"/>
          <p:cNvSpPr txBox="1">
            <a:spLocks noChangeArrowheads="1"/>
          </p:cNvSpPr>
          <p:nvPr/>
        </p:nvSpPr>
        <p:spPr bwMode="auto">
          <a:xfrm>
            <a:off x="6065838" y="4175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80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1598" name="Text Box 47"/>
          <p:cNvSpPr txBox="1">
            <a:spLocks noChangeArrowheads="1"/>
          </p:cNvSpPr>
          <p:nvPr/>
        </p:nvSpPr>
        <p:spPr bwMode="auto">
          <a:xfrm>
            <a:off x="6832600" y="41783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97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94658" name="Text Box 2"/>
          <p:cNvSpPr txBox="1">
            <a:spLocks noChangeArrowheads="1"/>
          </p:cNvSpPr>
          <p:nvPr/>
        </p:nvSpPr>
        <p:spPr bwMode="auto">
          <a:xfrm>
            <a:off x="1106488" y="7683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1094659" name="Text Box 3"/>
          <p:cNvSpPr txBox="1">
            <a:spLocks noChangeArrowheads="1"/>
          </p:cNvSpPr>
          <p:nvPr/>
        </p:nvSpPr>
        <p:spPr bwMode="auto">
          <a:xfrm>
            <a:off x="1847850" y="871538"/>
            <a:ext cx="607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宋体" panose="02010600030101010101" pitchFamily="2" charset="-122"/>
              </a:rPr>
              <a:t>初始关键字：    </a:t>
            </a:r>
            <a:r>
              <a:rPr lang="en-US" altLang="zh-CN" sz="2000">
                <a:ea typeface="宋体" panose="02010600030101010101" pitchFamily="2" charset="-122"/>
              </a:rPr>
              <a:t>[49]   [38]   [65]   [97]   [76]   [13]   [27]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14775" y="1211263"/>
            <a:ext cx="3094038" cy="211137"/>
            <a:chOff x="2466" y="763"/>
            <a:chExt cx="1949" cy="133"/>
          </a:xfrm>
        </p:grpSpPr>
        <p:grpSp>
          <p:nvGrpSpPr>
            <p:cNvPr id="152581" name="Group 5"/>
            <p:cNvGrpSpPr>
              <a:grpSpLocks/>
            </p:cNvGrpSpPr>
            <p:nvPr/>
          </p:nvGrpSpPr>
          <p:grpSpPr bwMode="auto">
            <a:xfrm>
              <a:off x="2466" y="763"/>
              <a:ext cx="409" cy="115"/>
              <a:chOff x="2466" y="763"/>
              <a:chExt cx="409" cy="115"/>
            </a:xfrm>
          </p:grpSpPr>
          <p:sp>
            <p:nvSpPr>
              <p:cNvPr id="152582" name="Line 6"/>
              <p:cNvSpPr>
                <a:spLocks noChangeShapeType="1"/>
              </p:cNvSpPr>
              <p:nvPr/>
            </p:nvSpPr>
            <p:spPr bwMode="auto">
              <a:xfrm>
                <a:off x="2467" y="767"/>
                <a:ext cx="1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83" name="Line 7"/>
              <p:cNvSpPr>
                <a:spLocks noChangeShapeType="1"/>
              </p:cNvSpPr>
              <p:nvPr/>
            </p:nvSpPr>
            <p:spPr bwMode="auto">
              <a:xfrm>
                <a:off x="2466" y="878"/>
                <a:ext cx="3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84" name="Line 8"/>
              <p:cNvSpPr>
                <a:spLocks noChangeShapeType="1"/>
              </p:cNvSpPr>
              <p:nvPr/>
            </p:nvSpPr>
            <p:spPr bwMode="auto">
              <a:xfrm>
                <a:off x="2874" y="763"/>
                <a:ext cx="1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2585" name="Group 9"/>
            <p:cNvGrpSpPr>
              <a:grpSpLocks/>
            </p:cNvGrpSpPr>
            <p:nvPr/>
          </p:nvGrpSpPr>
          <p:grpSpPr bwMode="auto">
            <a:xfrm>
              <a:off x="3218" y="781"/>
              <a:ext cx="409" cy="115"/>
              <a:chOff x="2466" y="763"/>
              <a:chExt cx="409" cy="115"/>
            </a:xfrm>
          </p:grpSpPr>
          <p:sp>
            <p:nvSpPr>
              <p:cNvPr id="152586" name="Line 10"/>
              <p:cNvSpPr>
                <a:spLocks noChangeShapeType="1"/>
              </p:cNvSpPr>
              <p:nvPr/>
            </p:nvSpPr>
            <p:spPr bwMode="auto">
              <a:xfrm>
                <a:off x="2467" y="767"/>
                <a:ext cx="1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87" name="Line 11"/>
              <p:cNvSpPr>
                <a:spLocks noChangeShapeType="1"/>
              </p:cNvSpPr>
              <p:nvPr/>
            </p:nvSpPr>
            <p:spPr bwMode="auto">
              <a:xfrm>
                <a:off x="2466" y="878"/>
                <a:ext cx="3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88" name="Line 12"/>
              <p:cNvSpPr>
                <a:spLocks noChangeShapeType="1"/>
              </p:cNvSpPr>
              <p:nvPr/>
            </p:nvSpPr>
            <p:spPr bwMode="auto">
              <a:xfrm>
                <a:off x="2874" y="763"/>
                <a:ext cx="1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2589" name="Group 13"/>
            <p:cNvGrpSpPr>
              <a:grpSpLocks/>
            </p:cNvGrpSpPr>
            <p:nvPr/>
          </p:nvGrpSpPr>
          <p:grpSpPr bwMode="auto">
            <a:xfrm>
              <a:off x="4006" y="781"/>
              <a:ext cx="409" cy="115"/>
              <a:chOff x="2466" y="763"/>
              <a:chExt cx="409" cy="115"/>
            </a:xfrm>
          </p:grpSpPr>
          <p:sp>
            <p:nvSpPr>
              <p:cNvPr id="152590" name="Line 14"/>
              <p:cNvSpPr>
                <a:spLocks noChangeShapeType="1"/>
              </p:cNvSpPr>
              <p:nvPr/>
            </p:nvSpPr>
            <p:spPr bwMode="auto">
              <a:xfrm>
                <a:off x="2467" y="767"/>
                <a:ext cx="1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91" name="Line 15"/>
              <p:cNvSpPr>
                <a:spLocks noChangeShapeType="1"/>
              </p:cNvSpPr>
              <p:nvPr/>
            </p:nvSpPr>
            <p:spPr bwMode="auto">
              <a:xfrm>
                <a:off x="2466" y="878"/>
                <a:ext cx="3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92" name="Line 16"/>
              <p:cNvSpPr>
                <a:spLocks noChangeShapeType="1"/>
              </p:cNvSpPr>
              <p:nvPr/>
            </p:nvSpPr>
            <p:spPr bwMode="auto">
              <a:xfrm>
                <a:off x="2874" y="763"/>
                <a:ext cx="1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94673" name="Text Box 17"/>
          <p:cNvSpPr txBox="1">
            <a:spLocks noChangeArrowheads="1"/>
          </p:cNvSpPr>
          <p:nvPr/>
        </p:nvSpPr>
        <p:spPr bwMode="auto">
          <a:xfrm>
            <a:off x="1822450" y="1800225"/>
            <a:ext cx="6073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宋体" panose="02010600030101010101" pitchFamily="2" charset="-122"/>
              </a:rPr>
              <a:t>一趟归并后：    </a:t>
            </a:r>
            <a:r>
              <a:rPr lang="en-US" altLang="zh-CN" sz="2000">
                <a:ea typeface="宋体" panose="02010600030101010101" pitchFamily="2" charset="-122"/>
              </a:rPr>
              <a:t>[38      49]   [65     97]   [13      76]   [27]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4216400" y="2187575"/>
            <a:ext cx="3362325" cy="169863"/>
            <a:chOff x="2656" y="1378"/>
            <a:chExt cx="2118" cy="107"/>
          </a:xfrm>
        </p:grpSpPr>
        <p:grpSp>
          <p:nvGrpSpPr>
            <p:cNvPr id="152595" name="Group 19"/>
            <p:cNvGrpSpPr>
              <a:grpSpLocks/>
            </p:cNvGrpSpPr>
            <p:nvPr/>
          </p:nvGrpSpPr>
          <p:grpSpPr bwMode="auto">
            <a:xfrm>
              <a:off x="2656" y="1378"/>
              <a:ext cx="778" cy="100"/>
              <a:chOff x="2656" y="1378"/>
              <a:chExt cx="778" cy="100"/>
            </a:xfrm>
          </p:grpSpPr>
          <p:sp>
            <p:nvSpPr>
              <p:cNvPr id="152596" name="Line 20"/>
              <p:cNvSpPr>
                <a:spLocks noChangeShapeType="1"/>
              </p:cNvSpPr>
              <p:nvPr/>
            </p:nvSpPr>
            <p:spPr bwMode="auto">
              <a:xfrm>
                <a:off x="2656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97" name="Line 21"/>
              <p:cNvSpPr>
                <a:spLocks noChangeShapeType="1"/>
              </p:cNvSpPr>
              <p:nvPr/>
            </p:nvSpPr>
            <p:spPr bwMode="auto">
              <a:xfrm>
                <a:off x="2656" y="1478"/>
                <a:ext cx="7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598" name="Line 22"/>
              <p:cNvSpPr>
                <a:spLocks noChangeShapeType="1"/>
              </p:cNvSpPr>
              <p:nvPr/>
            </p:nvSpPr>
            <p:spPr bwMode="auto">
              <a:xfrm flipV="1">
                <a:off x="3434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2599" name="Group 23"/>
            <p:cNvGrpSpPr>
              <a:grpSpLocks/>
            </p:cNvGrpSpPr>
            <p:nvPr/>
          </p:nvGrpSpPr>
          <p:grpSpPr bwMode="auto">
            <a:xfrm>
              <a:off x="3996" y="1385"/>
              <a:ext cx="778" cy="100"/>
              <a:chOff x="2656" y="1378"/>
              <a:chExt cx="778" cy="100"/>
            </a:xfrm>
          </p:grpSpPr>
          <p:sp>
            <p:nvSpPr>
              <p:cNvPr id="152600" name="Line 24"/>
              <p:cNvSpPr>
                <a:spLocks noChangeShapeType="1"/>
              </p:cNvSpPr>
              <p:nvPr/>
            </p:nvSpPr>
            <p:spPr bwMode="auto">
              <a:xfrm>
                <a:off x="2656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601" name="Line 25"/>
              <p:cNvSpPr>
                <a:spLocks noChangeShapeType="1"/>
              </p:cNvSpPr>
              <p:nvPr/>
            </p:nvSpPr>
            <p:spPr bwMode="auto">
              <a:xfrm>
                <a:off x="2656" y="1478"/>
                <a:ext cx="7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602" name="Line 26"/>
              <p:cNvSpPr>
                <a:spLocks noChangeShapeType="1"/>
              </p:cNvSpPr>
              <p:nvPr/>
            </p:nvSpPr>
            <p:spPr bwMode="auto">
              <a:xfrm flipV="1">
                <a:off x="3434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94683" name="Text Box 27"/>
          <p:cNvSpPr txBox="1">
            <a:spLocks noChangeArrowheads="1"/>
          </p:cNvSpPr>
          <p:nvPr/>
        </p:nvSpPr>
        <p:spPr bwMode="auto">
          <a:xfrm>
            <a:off x="1763713" y="2744788"/>
            <a:ext cx="611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宋体" panose="02010600030101010101" pitchFamily="2" charset="-122"/>
              </a:rPr>
              <a:t>二趟归并后：    </a:t>
            </a:r>
            <a:r>
              <a:rPr lang="en-US" altLang="zh-CN" sz="2000">
                <a:ea typeface="宋体" panose="02010600030101010101" pitchFamily="2" charset="-122"/>
              </a:rPr>
              <a:t>[38       49    65       97]   [13      27     76]</a:t>
            </a:r>
          </a:p>
        </p:txBody>
      </p: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4792663" y="3132138"/>
            <a:ext cx="2189162" cy="176212"/>
            <a:chOff x="3019" y="1973"/>
            <a:chExt cx="1379" cy="111"/>
          </a:xfrm>
        </p:grpSpPr>
        <p:sp>
          <p:nvSpPr>
            <p:cNvPr id="152605" name="Line 29"/>
            <p:cNvSpPr>
              <a:spLocks noChangeShapeType="1"/>
            </p:cNvSpPr>
            <p:nvPr/>
          </p:nvSpPr>
          <p:spPr bwMode="auto">
            <a:xfrm>
              <a:off x="3019" y="1984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06" name="Line 30"/>
            <p:cNvSpPr>
              <a:spLocks noChangeShapeType="1"/>
            </p:cNvSpPr>
            <p:nvPr/>
          </p:nvSpPr>
          <p:spPr bwMode="auto">
            <a:xfrm>
              <a:off x="3019" y="2084"/>
              <a:ext cx="13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07" name="Line 31"/>
            <p:cNvSpPr>
              <a:spLocks noChangeShapeType="1"/>
            </p:cNvSpPr>
            <p:nvPr/>
          </p:nvSpPr>
          <p:spPr bwMode="auto">
            <a:xfrm flipV="1">
              <a:off x="4398" y="1973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94688" name="Text Box 32"/>
          <p:cNvSpPr txBox="1">
            <a:spLocks noChangeArrowheads="1"/>
          </p:cNvSpPr>
          <p:nvPr/>
        </p:nvSpPr>
        <p:spPr bwMode="auto">
          <a:xfrm>
            <a:off x="1774825" y="3654425"/>
            <a:ext cx="6076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ea typeface="宋体" panose="02010600030101010101" pitchFamily="2" charset="-122"/>
              </a:rPr>
              <a:t>三趟归并后：    </a:t>
            </a:r>
            <a:r>
              <a:rPr lang="en-US" altLang="zh-CN" sz="2000">
                <a:ea typeface="宋体" panose="02010600030101010101" pitchFamily="2" charset="-122"/>
              </a:rPr>
              <a:t>[13       27    38       49     65      76     97]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616664-75B4-2E2A-7235-7E4071409C7D}"/>
              </a:ext>
            </a:extLst>
          </p:cNvPr>
          <p:cNvSpPr txBox="1"/>
          <p:nvPr/>
        </p:nvSpPr>
        <p:spPr>
          <a:xfrm>
            <a:off x="1221160" y="4321442"/>
            <a:ext cx="66223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将原始数据分为每两个一组，每组进行排序。再每两组合并，再次排序，重复上述步骤。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9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94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94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9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58" grpId="0" build="p"/>
      <p:bldP spid="1094659" grpId="0" build="p"/>
      <p:bldP spid="1094673" grpId="0" build="p"/>
      <p:bldP spid="1094683" grpId="0" build="p"/>
      <p:bldP spid="1094688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页脚占位符 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096708" name="Rectangle 4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sp>
        <p:nvSpPr>
          <p:cNvPr id="1096709" name="Rectangle 5"/>
          <p:cNvSpPr>
            <a:spLocks noChangeArrowheads="1"/>
          </p:cNvSpPr>
          <p:nvPr/>
        </p:nvSpPr>
        <p:spPr bwMode="auto">
          <a:xfrm>
            <a:off x="250825" y="1125538"/>
            <a:ext cx="8497888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FF"/>
                </a:solidFill>
                <a:latin typeface="楷体_GB2312"/>
              </a:rPr>
              <a:t>时间效率：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O(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nlog</a:t>
            </a:r>
            <a:r>
              <a:rPr lang="en-US" altLang="zh-CN" baseline="-30000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highlight>
                  <a:srgbClr val="00FF00"/>
                </a:highlight>
                <a:latin typeface="楷体_GB2312"/>
                <a:ea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tx2"/>
                </a:solidFill>
                <a:latin typeface="楷体_GB2312"/>
                <a:ea typeface="宋体" panose="02010600030101010101" pitchFamily="2" charset="-122"/>
              </a:rPr>
              <a:t>) 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FF"/>
                </a:solidFill>
                <a:latin typeface="楷体_GB2312"/>
              </a:rPr>
              <a:t>空间效率：</a:t>
            </a:r>
            <a:r>
              <a:rPr lang="en-US" altLang="zh-CN">
                <a:solidFill>
                  <a:schemeClr val="tx2"/>
                </a:solidFill>
                <a:latin typeface="楷体_GB2312"/>
              </a:rPr>
              <a:t>O</a:t>
            </a:r>
            <a:r>
              <a:rPr lang="zh-CN" altLang="en-US">
                <a:solidFill>
                  <a:schemeClr val="tx2"/>
                </a:solidFill>
                <a:latin typeface="楷体_GB2312"/>
              </a:rPr>
              <a:t>（</a:t>
            </a:r>
            <a:r>
              <a:rPr lang="en-US" altLang="zh-CN">
                <a:solidFill>
                  <a:schemeClr val="tx2"/>
                </a:solidFill>
                <a:latin typeface="楷体_GB2312"/>
              </a:rPr>
              <a:t>n</a:t>
            </a:r>
            <a:r>
              <a:rPr lang="zh-CN" altLang="en-US">
                <a:solidFill>
                  <a:schemeClr val="tx2"/>
                </a:solidFill>
                <a:latin typeface="楷体_GB2312"/>
              </a:rPr>
              <a:t>）</a:t>
            </a: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FF"/>
                </a:solidFill>
                <a:latin typeface="楷体_GB2312"/>
              </a:rPr>
              <a:t>稳 定 性：</a:t>
            </a:r>
            <a:r>
              <a:rPr lang="zh-CN" altLang="en-US">
                <a:solidFill>
                  <a:schemeClr val="tx2"/>
                </a:solidFill>
                <a:latin typeface="楷体_GB2312"/>
              </a:rPr>
              <a:t>稳定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6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6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6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09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68388" name="Rectangle 4"/>
          <p:cNvSpPr>
            <a:spLocks noChangeArrowheads="1"/>
          </p:cNvSpPr>
          <p:nvPr/>
        </p:nvSpPr>
        <p:spPr bwMode="auto">
          <a:xfrm>
            <a:off x="611188" y="1125538"/>
            <a:ext cx="7772400" cy="4611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以扑克牌排序为例。每张扑克牌有两个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“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排序码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”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：</a:t>
            </a:r>
            <a:r>
              <a:rPr kumimoji="1" lang="zh-CN" altLang="en-US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花色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和</a:t>
            </a:r>
            <a:r>
              <a:rPr kumimoji="1" lang="zh-CN" altLang="en-US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面值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。其有序关系为：</a:t>
            </a:r>
          </a:p>
          <a:p>
            <a:pPr marL="742950" lvl="1" indent="-285750" algn="just" eaLnBrk="0" hangingPunct="0">
              <a:spcBef>
                <a:spcPct val="20000"/>
              </a:spcBef>
              <a:buClr>
                <a:srgbClr val="FF7C8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花色：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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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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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</a:t>
            </a:r>
            <a:r>
              <a:rPr kumimoji="1"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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 marL="742950" lvl="1" indent="-285750" algn="just" eaLnBrk="0" hangingPunct="0">
              <a:spcBef>
                <a:spcPct val="20000"/>
              </a:spcBef>
              <a:buClr>
                <a:srgbClr val="FF7C8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面值：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3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4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5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6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7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8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9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10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J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Q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K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&lt;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F7C80"/>
              </a:buClr>
              <a:buSzPct val="50000"/>
              <a:buFontTx/>
              <a:buNone/>
              <a:defRPr/>
            </a:pPr>
            <a:r>
              <a: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	  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可以把所有扑克牌排成以下次序：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None/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</a:t>
            </a:r>
            <a:r>
              <a:rPr kumimoji="1" lang="zh-CN" altLang="en-US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…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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…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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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…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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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…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</a:t>
            </a:r>
            <a:r>
              <a:rPr kumimoji="1" lang="en-US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A  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花色相同的情况下，比较面值。</a:t>
            </a:r>
          </a:p>
          <a:p>
            <a:pPr marL="742950" lvl="1" indent="-285750" algn="just" eaLnBrk="0" hangingPunct="0">
              <a:spcBef>
                <a:spcPct val="20000"/>
              </a:spcBef>
              <a:buClr>
                <a:srgbClr val="FF7C80"/>
              </a:buClr>
              <a:buSzPct val="50000"/>
              <a:buFont typeface="Wingdings" panose="05000000000000000000" pitchFamily="2" charset="2"/>
              <a:buChar char="u"/>
              <a:defRPr/>
            </a:pPr>
            <a:endParaRPr kumimoji="1" lang="en-US" altLang="zh-CN" sz="2000"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188" y="60231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多关键字排序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55650" name="Rectangle 4"/>
          <p:cNvSpPr>
            <a:spLocks noChangeArrowheads="1"/>
          </p:cNvSpPr>
          <p:nvPr/>
        </p:nvSpPr>
        <p:spPr bwMode="auto">
          <a:xfrm>
            <a:off x="0" y="511175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en-US" altLang="zh-CN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8.6 </a:t>
            </a:r>
            <a:r>
              <a:rPr lang="zh-CN" altLang="en-US" sz="4000">
                <a:solidFill>
                  <a:srgbClr val="CC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基数排序</a:t>
            </a:r>
          </a:p>
        </p:txBody>
      </p:sp>
      <p:sp>
        <p:nvSpPr>
          <p:cNvPr id="155651" name="Line 5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5652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8" y="509588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9415" name="Rectangle 7"/>
          <p:cNvSpPr>
            <a:spLocks noChangeArrowheads="1"/>
          </p:cNvSpPr>
          <p:nvPr/>
        </p:nvSpPr>
        <p:spPr bwMode="auto">
          <a:xfrm>
            <a:off x="71438" y="1484313"/>
            <a:ext cx="8964612" cy="1039812"/>
          </a:xfrm>
          <a:prstGeom prst="rect">
            <a:avLst/>
          </a:prstGeom>
          <a:noFill/>
          <a:ln w="57150">
            <a:solidFill>
              <a:srgbClr val="FF66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前面的排序方法主要通过关键字值之间的比较和移动</a:t>
            </a:r>
          </a:p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而基数排序不需要关键字之间的比较</a:t>
            </a:r>
          </a:p>
        </p:txBody>
      </p:sp>
      <p:sp>
        <p:nvSpPr>
          <p:cNvPr id="1169418" name="Text Box 10"/>
          <p:cNvSpPr txBox="1">
            <a:spLocks noChangeArrowheads="1"/>
          </p:cNvSpPr>
          <p:nvPr/>
        </p:nvSpPr>
        <p:spPr bwMode="auto">
          <a:xfrm>
            <a:off x="263525" y="2781300"/>
            <a:ext cx="7391767" cy="30469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对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52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张扑克牌按以下次序排序：</a:t>
            </a:r>
          </a:p>
          <a:p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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2&lt;3&lt;……&lt;A&lt;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2&lt;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3&lt;……&lt;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A&lt;</a:t>
            </a:r>
            <a:endParaRPr lang="en-US" altLang="zh-CN" sz="3200">
              <a:solidFill>
                <a:srgbClr val="FF33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2&lt;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3&lt;……&lt;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A&lt;2&lt;3&lt;……&lt;A</a:t>
            </a:r>
          </a:p>
          <a:p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两个关键字：花色（ 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320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&lt; 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）</a:t>
            </a:r>
          </a:p>
          <a:p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            面值（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2&lt;3&lt;……&lt;A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）</a:t>
            </a:r>
          </a:p>
          <a:p>
            <a:r>
              <a:rPr lang="zh-CN" altLang="en-US" sz="3200" dirty="0">
                <a:highlight>
                  <a:srgbClr val="00FF00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并且“花色”地位高于“面值”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9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9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9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9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9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9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69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69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9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9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418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73508" name="Rectangle 4"/>
          <p:cNvSpPr>
            <a:spLocks noChangeArrowheads="1"/>
          </p:cNvSpPr>
          <p:nvPr/>
        </p:nvSpPr>
        <p:spPr bwMode="auto">
          <a:xfrm>
            <a:off x="0" y="601663"/>
            <a:ext cx="3421063" cy="6842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37E8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/>
          <a:lstStyle/>
          <a:p>
            <a:pPr marL="342900" indent="-342900">
              <a:spcBef>
                <a:spcPct val="50000"/>
              </a:spcBef>
              <a:buFontTx/>
              <a:buNone/>
              <a:defRPr/>
            </a:pPr>
            <a:r>
              <a:rPr lang="zh-CN" altLang="en-US" sz="4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多关键字排序</a:t>
            </a:r>
          </a:p>
        </p:txBody>
      </p:sp>
      <p:sp>
        <p:nvSpPr>
          <p:cNvPr id="1173509" name="Rectangle 5"/>
          <p:cNvSpPr>
            <a:spLocks noChangeArrowheads="1"/>
          </p:cNvSpPr>
          <p:nvPr/>
        </p:nvSpPr>
        <p:spPr bwMode="auto">
          <a:xfrm>
            <a:off x="34925" y="3179763"/>
            <a:ext cx="3455988" cy="7207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37E8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/>
          <a:lstStyle/>
          <a:p>
            <a:pPr marL="342900" indent="-342900">
              <a:spcBef>
                <a:spcPct val="50000"/>
              </a:spcBef>
              <a:buFontTx/>
              <a:buNone/>
              <a:defRPr/>
            </a:pPr>
            <a:r>
              <a:rPr lang="zh-CN" altLang="en-US" sz="40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链式基数排序</a:t>
            </a:r>
          </a:p>
        </p:txBody>
      </p:sp>
      <p:sp>
        <p:nvSpPr>
          <p:cNvPr id="1173510" name="Rectangle 6"/>
          <p:cNvSpPr>
            <a:spLocks noChangeArrowheads="1"/>
          </p:cNvSpPr>
          <p:nvPr/>
        </p:nvSpPr>
        <p:spPr bwMode="auto">
          <a:xfrm>
            <a:off x="84138" y="1285875"/>
            <a:ext cx="9059862" cy="1031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最高位优先</a:t>
            </a: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MSD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( </a:t>
            </a: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Most Significant Digit first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最低位优先</a:t>
            </a: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LSD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( </a:t>
            </a: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Least Significant Digit first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)</a:t>
            </a:r>
            <a:endParaRPr kumimoji="1" lang="en-US" altLang="zh-CN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156677" name="Rectangle 7"/>
          <p:cNvSpPr>
            <a:spLocks noChangeArrowheads="1"/>
          </p:cNvSpPr>
          <p:nvPr/>
        </p:nvSpPr>
        <p:spPr bwMode="auto">
          <a:xfrm>
            <a:off x="250825" y="3900488"/>
            <a:ext cx="8424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2">
              <a:spcBef>
                <a:spcPct val="20000"/>
              </a:spcBef>
            </a:pPr>
            <a:r>
              <a:rPr lang="zh-CN" altLang="zh-CN"/>
              <a:t>链式基数排序：用</a:t>
            </a:r>
            <a:r>
              <a:rPr lang="zh-CN" altLang="zh-CN">
                <a:solidFill>
                  <a:schemeClr val="accent2"/>
                </a:solidFill>
              </a:rPr>
              <a:t>链表</a:t>
            </a:r>
            <a:r>
              <a:rPr lang="zh-CN" altLang="zh-CN"/>
              <a:t>作存储结构的基数排序</a:t>
            </a:r>
            <a:endParaRPr lang="zh-CN" alt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72484" name="Rectangle 4"/>
          <p:cNvSpPr>
            <a:spLocks noChangeArrowheads="1"/>
          </p:cNvSpPr>
          <p:nvPr/>
        </p:nvSpPr>
        <p:spPr bwMode="auto">
          <a:xfrm>
            <a:off x="-828675" y="603250"/>
            <a:ext cx="9577388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zh-CN">
                <a:latin typeface="楷体_GB2312"/>
              </a:rPr>
              <a:t>先对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最高位</a:t>
            </a:r>
            <a:r>
              <a:rPr lang="zh-CN" altLang="zh-CN">
                <a:latin typeface="楷体_GB2312"/>
              </a:rPr>
              <a:t>关键字</a:t>
            </a:r>
            <a:r>
              <a:rPr lang="en-US" altLang="zh-CN">
                <a:latin typeface="楷体_GB2312"/>
              </a:rPr>
              <a:t>k1</a:t>
            </a:r>
            <a:r>
              <a:rPr lang="zh-CN" altLang="en-US">
                <a:latin typeface="楷体_GB2312"/>
              </a:rPr>
              <a:t>（</a:t>
            </a:r>
            <a:r>
              <a:rPr lang="zh-CN" altLang="zh-CN">
                <a:latin typeface="楷体_GB2312"/>
              </a:rPr>
              <a:t>如花色）排序，将序列分成若干子序列，每个子序列有相同的</a:t>
            </a:r>
            <a:r>
              <a:rPr lang="en-US" altLang="zh-CN">
                <a:latin typeface="楷体_GB2312"/>
              </a:rPr>
              <a:t>k1</a:t>
            </a:r>
            <a:r>
              <a:rPr lang="zh-CN" altLang="zh-CN">
                <a:latin typeface="楷体_GB2312"/>
              </a:rPr>
              <a:t>值；</a:t>
            </a:r>
            <a:endParaRPr lang="zh-CN" altLang="en-US">
              <a:latin typeface="楷体_GB2312"/>
            </a:endParaRP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zh-CN">
                <a:latin typeface="楷体_GB2312"/>
              </a:rPr>
              <a:t>然后让每个子序列对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次关键字</a:t>
            </a:r>
            <a:r>
              <a:rPr lang="en-US" altLang="zh-CN">
                <a:latin typeface="楷体_GB2312"/>
              </a:rPr>
              <a:t>k2</a:t>
            </a:r>
            <a:r>
              <a:rPr lang="zh-CN" altLang="en-US">
                <a:latin typeface="楷体_GB2312"/>
              </a:rPr>
              <a:t>（</a:t>
            </a:r>
            <a:r>
              <a:rPr lang="zh-CN" altLang="zh-CN">
                <a:latin typeface="楷体_GB2312"/>
              </a:rPr>
              <a:t>如面值）排序，又分成若干更小的子序列；</a:t>
            </a:r>
            <a:endParaRPr lang="zh-CN" altLang="en-US">
              <a:latin typeface="楷体_GB2312"/>
            </a:endParaRP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zh-CN">
                <a:latin typeface="楷体_GB2312"/>
              </a:rPr>
              <a:t>依次重复，直至就每个子序列对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最低位关键字</a:t>
            </a:r>
            <a:r>
              <a:rPr lang="en-US" altLang="zh-CN">
                <a:latin typeface="楷体_GB2312"/>
              </a:rPr>
              <a:t>kd</a:t>
            </a:r>
            <a:r>
              <a:rPr lang="zh-CN" altLang="zh-CN">
                <a:latin typeface="楷体_GB2312"/>
              </a:rPr>
              <a:t>排序</a:t>
            </a:r>
            <a:r>
              <a:rPr lang="zh-CN" altLang="en-US">
                <a:latin typeface="楷体_GB2312"/>
              </a:rPr>
              <a:t>，就可以得到一个有序的序列。</a:t>
            </a:r>
          </a:p>
        </p:txBody>
      </p:sp>
      <p:sp>
        <p:nvSpPr>
          <p:cNvPr id="157699" name="Rectangle 6"/>
          <p:cNvSpPr>
            <a:spLocks noChangeArrowheads="1"/>
          </p:cNvSpPr>
          <p:nvPr/>
        </p:nvSpPr>
        <p:spPr bwMode="auto">
          <a:xfrm>
            <a:off x="0" y="30163"/>
            <a:ext cx="2327275" cy="5191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最高位优先法</a:t>
            </a:r>
          </a:p>
        </p:txBody>
      </p:sp>
      <p:sp>
        <p:nvSpPr>
          <p:cNvPr id="1172487" name="Rectangle 7"/>
          <p:cNvSpPr>
            <a:spLocks noChangeArrowheads="1"/>
          </p:cNvSpPr>
          <p:nvPr/>
        </p:nvSpPr>
        <p:spPr bwMode="auto">
          <a:xfrm>
            <a:off x="755650" y="3644900"/>
            <a:ext cx="7716838" cy="5191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rgbClr val="FF3300"/>
              </a:buClr>
              <a:buSzPct val="105000"/>
              <a:buFont typeface="Wingdings" panose="05000000000000000000" pitchFamily="2" charset="2"/>
              <a:buChar char="ü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十进制数比较可以看作是一个多关键字排序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3B9A4A-EE46-9ACF-DF01-5201403D99A2}"/>
              </a:ext>
            </a:extLst>
          </p:cNvPr>
          <p:cNvSpPr txBox="1"/>
          <p:nvPr/>
        </p:nvSpPr>
        <p:spPr>
          <a:xfrm>
            <a:off x="755650" y="4509120"/>
            <a:ext cx="7488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比如对数字排序，从百位到个位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2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2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2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2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2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2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2000"/>
                                        <p:tgtEl>
                                          <p:spTgt spid="117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2484" grpId="0" build="p" bldLvl="4"/>
      <p:bldP spid="1172487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75556" name="Text Box 4"/>
          <p:cNvSpPr txBox="1">
            <a:spLocks noChangeArrowheads="1"/>
          </p:cNvSpPr>
          <p:nvPr/>
        </p:nvSpPr>
        <p:spPr bwMode="auto">
          <a:xfrm>
            <a:off x="250825" y="836613"/>
            <a:ext cx="8497888" cy="2228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首先依据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最低位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排序码</a:t>
            </a: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Kd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对所有对象进行一趟排序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再依据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次低位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排序码</a:t>
            </a: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Kd-1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对上一趟排序结果排序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依次重复，直到依据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排序码</a:t>
            </a:r>
            <a:r>
              <a:rPr kumimoji="1"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K1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最后一趟排序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完成，就可以得到一个有序的序列。</a:t>
            </a:r>
          </a:p>
        </p:txBody>
      </p:sp>
      <p:sp>
        <p:nvSpPr>
          <p:cNvPr id="159747" name="Rectangle 6"/>
          <p:cNvSpPr>
            <a:spLocks noChangeArrowheads="1"/>
          </p:cNvSpPr>
          <p:nvPr/>
        </p:nvSpPr>
        <p:spPr bwMode="auto">
          <a:xfrm>
            <a:off x="0" y="44450"/>
            <a:ext cx="2327275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最低位优先法</a:t>
            </a:r>
          </a:p>
        </p:txBody>
      </p:sp>
      <p:sp>
        <p:nvSpPr>
          <p:cNvPr id="1175560" name="Rectangle 8"/>
          <p:cNvSpPr>
            <a:spLocks noChangeArrowheads="1"/>
          </p:cNvSpPr>
          <p:nvPr/>
        </p:nvSpPr>
        <p:spPr bwMode="auto">
          <a:xfrm>
            <a:off x="203200" y="3716338"/>
            <a:ext cx="8761413" cy="519112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这种方法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不需要再分组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，而是整个对象组都参加排序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19D708-ACD7-23A4-2815-A5316A8F7610}"/>
              </a:ext>
            </a:extLst>
          </p:cNvPr>
          <p:cNvSpPr txBox="1"/>
          <p:nvPr/>
        </p:nvSpPr>
        <p:spPr>
          <a:xfrm>
            <a:off x="755650" y="4509120"/>
            <a:ext cx="7488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</a:rPr>
              <a:t>比如对数字排序，从个位到百位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5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5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5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5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5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5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2000"/>
                                        <p:tgtEl>
                                          <p:spTgt spid="117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5556" grpId="0" build="p"/>
      <p:bldP spid="1175560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70438" name="Rectangle 6"/>
          <p:cNvSpPr>
            <a:spLocks noChangeArrowheads="1"/>
          </p:cNvSpPr>
          <p:nvPr/>
        </p:nvSpPr>
        <p:spPr bwMode="auto">
          <a:xfrm>
            <a:off x="468313" y="260350"/>
            <a:ext cx="8280400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kumimoji="1" lang="en-US" altLang="zh-CN" sz="3200">
              <a:ea typeface="楷体_GB2312" pitchFamily="49" charset="-122"/>
              <a:cs typeface="+mn-cs"/>
              <a:sym typeface="+mn-ea"/>
            </a:endParaRP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+mn-cs"/>
                <a:sym typeface="+mn-ea"/>
              </a:rPr>
              <a:t>先决条件：</a:t>
            </a:r>
          </a:p>
          <a:p>
            <a:pPr marL="1143000" lvl="2" indent="-228600" eaLnBrk="0" hangingPunct="0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知道各级关键字的</a:t>
            </a:r>
            <a:r>
              <a:rPr kumimoji="1" lang="zh-CN" altLang="en-US" sz="2400" dirty="0">
                <a:solidFill>
                  <a:srgbClr val="FF3300"/>
                </a:solidFill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主次关系</a:t>
            </a:r>
          </a:p>
          <a:p>
            <a:pPr marL="1143000" lvl="2" indent="-228600" eaLnBrk="0" hangingPunct="0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知道各级关键字的</a:t>
            </a:r>
            <a:r>
              <a:rPr kumimoji="1" lang="zh-CN" altLang="en-US" sz="2400" dirty="0">
                <a:solidFill>
                  <a:srgbClr val="FF3300"/>
                </a:solidFill>
                <a:highlight>
                  <a:srgbClr val="00FF00"/>
                </a:highlight>
                <a:ea typeface="楷体_GB2312" pitchFamily="49" charset="-122"/>
                <a:cs typeface="+mn-cs"/>
                <a:sym typeface="+mn-ea"/>
              </a:rPr>
              <a:t>取值范围</a:t>
            </a:r>
          </a:p>
          <a:p>
            <a:pPr marL="1143000" lvl="2" indent="-228600" eaLnBrk="0" hangingPunct="0">
              <a:spcBef>
                <a:spcPct val="20000"/>
              </a:spcBef>
              <a:buFontTx/>
              <a:buChar char="•"/>
              <a:defRPr/>
            </a:pPr>
            <a:endParaRPr kumimoji="1" lang="en-US" altLang="zh-CN" sz="2400"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161795" name="Rectangle 7"/>
          <p:cNvSpPr>
            <a:spLocks noChangeArrowheads="1"/>
          </p:cNvSpPr>
          <p:nvPr/>
        </p:nvSpPr>
        <p:spPr bwMode="auto">
          <a:xfrm>
            <a:off x="0" y="44450"/>
            <a:ext cx="2327275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链式基数排序</a:t>
            </a:r>
          </a:p>
        </p:txBody>
      </p:sp>
      <p:sp>
        <p:nvSpPr>
          <p:cNvPr id="1170440" name="Rectangle 8"/>
          <p:cNvSpPr>
            <a:spLocks noChangeArrowheads="1"/>
          </p:cNvSpPr>
          <p:nvPr/>
        </p:nvSpPr>
        <p:spPr bwMode="auto">
          <a:xfrm>
            <a:off x="179388" y="2420938"/>
            <a:ext cx="8280400" cy="3268662"/>
          </a:xfrm>
          <a:prstGeom prst="rect">
            <a:avLst/>
          </a:prstGeom>
          <a:solidFill>
            <a:srgbClr val="FFFFE7"/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 sz="32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利用“</a:t>
            </a: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分配</a:t>
            </a:r>
            <a:r>
              <a:rPr kumimoji="1" lang="zh-CN" altLang="en-US" sz="32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”和“</a:t>
            </a: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收集</a:t>
            </a:r>
            <a:r>
              <a:rPr kumimoji="1" lang="zh-CN" altLang="en-US" sz="32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”对关键字进行排序</a:t>
            </a:r>
          </a:p>
          <a:p>
            <a:pPr marL="742950" lvl="1" indent="-285750" eaLnBrk="0" hangingPunct="0">
              <a:spcBef>
                <a:spcPct val="20000"/>
              </a:spcBef>
              <a:buFontTx/>
              <a:buChar char="–"/>
              <a:defRPr/>
            </a:pPr>
            <a:r>
              <a:rPr kumimoji="1"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过程</a:t>
            </a:r>
          </a:p>
          <a:p>
            <a:pPr marL="1143000" lvl="2" indent="-228600" eaLnBrk="0" hangingPunct="0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首先对</a:t>
            </a:r>
            <a:r>
              <a:rPr kumimoji="1" lang="zh-CN" altLang="en-US" sz="2400">
                <a:solidFill>
                  <a:srgbClr val="FF3300"/>
                </a:solidFill>
                <a:ea typeface="楷体_GB2312" pitchFamily="49" charset="-122"/>
                <a:cs typeface="+mn-cs"/>
                <a:sym typeface="+mn-ea"/>
              </a:rPr>
              <a:t>低位关键字</a:t>
            </a: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排序，各个记录按照此位关键字的值‘</a:t>
            </a:r>
            <a:r>
              <a:rPr kumimoji="1" lang="zh-CN" altLang="en-US" sz="2400">
                <a:solidFill>
                  <a:srgbClr val="FF3300"/>
                </a:solidFill>
                <a:ea typeface="楷体_GB2312" pitchFamily="49" charset="-122"/>
                <a:cs typeface="+mn-cs"/>
                <a:sym typeface="+mn-ea"/>
              </a:rPr>
              <a:t>分配</a:t>
            </a: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’到相应的序列里。</a:t>
            </a:r>
          </a:p>
          <a:p>
            <a:pPr marL="1143000" lvl="2" indent="-228600" eaLnBrk="0" hangingPunct="0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按照序列对应的值的大小，从各个序列中将记录‘</a:t>
            </a:r>
            <a:r>
              <a:rPr kumimoji="1" lang="zh-CN" altLang="en-US" sz="2400">
                <a:solidFill>
                  <a:srgbClr val="FF3300"/>
                </a:solidFill>
                <a:ea typeface="楷体_GB2312" pitchFamily="49" charset="-122"/>
                <a:cs typeface="+mn-cs"/>
                <a:sym typeface="+mn-ea"/>
              </a:rPr>
              <a:t>收集</a:t>
            </a: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’，收集后的序列按照此位关键字有序。</a:t>
            </a:r>
          </a:p>
          <a:p>
            <a:pPr marL="1143000" lvl="2" indent="-228600" eaLnBrk="0" hangingPunct="0">
              <a:spcBef>
                <a:spcPct val="20000"/>
              </a:spcBef>
              <a:buFontTx/>
              <a:buChar char="•"/>
              <a:defRPr/>
            </a:pPr>
            <a:r>
              <a:rPr kumimoji="1" lang="zh-CN" altLang="en-US" sz="2400">
                <a:ea typeface="楷体_GB2312" pitchFamily="49" charset="-122"/>
                <a:cs typeface="+mn-cs"/>
                <a:sym typeface="+mn-ea"/>
              </a:rPr>
              <a:t>在此基础上，对前一位关键字进行排序。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7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0440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7950" y="115888"/>
            <a:ext cx="8370888" cy="1066800"/>
            <a:chOff x="331" y="318"/>
            <a:chExt cx="5273" cy="672"/>
          </a:xfrm>
        </p:grpSpPr>
        <p:sp>
          <p:nvSpPr>
            <p:cNvPr id="162819" name="Text Box 6"/>
            <p:cNvSpPr txBox="1">
              <a:spLocks noChangeArrowheads="1"/>
            </p:cNvSpPr>
            <p:nvPr/>
          </p:nvSpPr>
          <p:spPr bwMode="auto">
            <a:xfrm>
              <a:off x="620" y="318"/>
              <a:ext cx="1081" cy="2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</a:rPr>
                <a:t>初始状态：</a:t>
              </a:r>
            </a:p>
          </p:txBody>
        </p:sp>
        <p:grpSp>
          <p:nvGrpSpPr>
            <p:cNvPr id="162820" name="Group 7"/>
            <p:cNvGrpSpPr>
              <a:grpSpLocks/>
            </p:cNvGrpSpPr>
            <p:nvPr/>
          </p:nvGrpSpPr>
          <p:grpSpPr bwMode="auto">
            <a:xfrm>
              <a:off x="331" y="734"/>
              <a:ext cx="5273" cy="256"/>
              <a:chOff x="354" y="1045"/>
              <a:chExt cx="5273" cy="256"/>
            </a:xfrm>
          </p:grpSpPr>
          <p:grpSp>
            <p:nvGrpSpPr>
              <p:cNvPr id="162821" name="Group 8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62822" name="Rectangle 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278</a:t>
                  </a:r>
                </a:p>
              </p:txBody>
            </p:sp>
            <p:sp>
              <p:nvSpPr>
                <p:cNvPr id="162823" name="Line 1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24" name="Group 11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62825" name="Rectangle 1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109</a:t>
                  </a:r>
                </a:p>
              </p:txBody>
            </p:sp>
            <p:sp>
              <p:nvSpPr>
                <p:cNvPr id="162826" name="Line 1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27" name="Group 14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62828" name="Rectangle 1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063</a:t>
                  </a:r>
                </a:p>
              </p:txBody>
            </p:sp>
            <p:sp>
              <p:nvSpPr>
                <p:cNvPr id="162829" name="Line 1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30" name="Group 17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62831" name="Rectangle 1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930</a:t>
                  </a:r>
                </a:p>
              </p:txBody>
            </p:sp>
            <p:sp>
              <p:nvSpPr>
                <p:cNvPr id="162832" name="Line 1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33" name="Group 20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62834" name="Rectangle 2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589</a:t>
                  </a:r>
                </a:p>
              </p:txBody>
            </p:sp>
            <p:sp>
              <p:nvSpPr>
                <p:cNvPr id="162835" name="Line 2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36" name="Group 23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62837" name="Rectangle 2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184</a:t>
                  </a:r>
                </a:p>
              </p:txBody>
            </p:sp>
            <p:sp>
              <p:nvSpPr>
                <p:cNvPr id="162838" name="Line 2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39" name="Group 26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62840" name="Rectangle 2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505</a:t>
                  </a:r>
                </a:p>
              </p:txBody>
            </p:sp>
            <p:sp>
              <p:nvSpPr>
                <p:cNvPr id="162841" name="Line 2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42" name="Group 29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62843" name="Rectangle 3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269</a:t>
                  </a:r>
                </a:p>
              </p:txBody>
            </p:sp>
            <p:sp>
              <p:nvSpPr>
                <p:cNvPr id="162844" name="Line 3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45" name="Group 32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62846" name="Rectangle 3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008</a:t>
                  </a:r>
                </a:p>
              </p:txBody>
            </p:sp>
            <p:sp>
              <p:nvSpPr>
                <p:cNvPr id="162847" name="Line 3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848" name="Group 35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62849" name="Rectangle 3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083</a:t>
                  </a:r>
                </a:p>
              </p:txBody>
            </p:sp>
            <p:sp>
              <p:nvSpPr>
                <p:cNvPr id="162850" name="Line 3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4" name="Group 38"/>
          <p:cNvGrpSpPr>
            <a:grpSpLocks/>
          </p:cNvGrpSpPr>
          <p:nvPr/>
        </p:nvGrpSpPr>
        <p:grpSpPr bwMode="auto">
          <a:xfrm>
            <a:off x="7951788" y="3419475"/>
            <a:ext cx="582612" cy="717550"/>
            <a:chOff x="5195" y="2337"/>
            <a:chExt cx="367" cy="452"/>
          </a:xfrm>
        </p:grpSpPr>
        <p:sp>
          <p:nvSpPr>
            <p:cNvPr id="162852" name="Text Box 39"/>
            <p:cNvSpPr txBox="1">
              <a:spLocks noChangeArrowheads="1"/>
            </p:cNvSpPr>
            <p:nvPr/>
          </p:nvSpPr>
          <p:spPr bwMode="auto">
            <a:xfrm>
              <a:off x="5195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109</a:t>
              </a:r>
            </a:p>
          </p:txBody>
        </p:sp>
        <p:sp>
          <p:nvSpPr>
            <p:cNvPr id="162853" name="Line 40"/>
            <p:cNvSpPr>
              <a:spLocks noChangeShapeType="1"/>
            </p:cNvSpPr>
            <p:nvPr/>
          </p:nvSpPr>
          <p:spPr bwMode="auto">
            <a:xfrm flipH="1" flipV="1">
              <a:off x="5368" y="2588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7951788" y="2825750"/>
            <a:ext cx="582612" cy="587375"/>
            <a:chOff x="5195" y="1963"/>
            <a:chExt cx="367" cy="370"/>
          </a:xfrm>
        </p:grpSpPr>
        <p:sp>
          <p:nvSpPr>
            <p:cNvPr id="162855" name="Text Box 42"/>
            <p:cNvSpPr txBox="1">
              <a:spLocks noChangeArrowheads="1"/>
            </p:cNvSpPr>
            <p:nvPr/>
          </p:nvSpPr>
          <p:spPr bwMode="auto">
            <a:xfrm>
              <a:off x="5195" y="1963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589</a:t>
              </a:r>
            </a:p>
          </p:txBody>
        </p:sp>
        <p:sp>
          <p:nvSpPr>
            <p:cNvPr id="162856" name="Line 43"/>
            <p:cNvSpPr>
              <a:spLocks noChangeShapeType="1"/>
            </p:cNvSpPr>
            <p:nvPr/>
          </p:nvSpPr>
          <p:spPr bwMode="auto">
            <a:xfrm flipV="1">
              <a:off x="5368" y="222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7951788" y="1931988"/>
            <a:ext cx="582612" cy="900112"/>
            <a:chOff x="5195" y="1400"/>
            <a:chExt cx="367" cy="567"/>
          </a:xfrm>
        </p:grpSpPr>
        <p:sp>
          <p:nvSpPr>
            <p:cNvPr id="162858" name="Text Box 45"/>
            <p:cNvSpPr txBox="1">
              <a:spLocks noChangeArrowheads="1"/>
            </p:cNvSpPr>
            <p:nvPr/>
          </p:nvSpPr>
          <p:spPr bwMode="auto">
            <a:xfrm>
              <a:off x="5195" y="158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269</a:t>
              </a:r>
            </a:p>
          </p:txBody>
        </p:sp>
        <p:sp>
          <p:nvSpPr>
            <p:cNvPr id="162859" name="Line 46"/>
            <p:cNvSpPr>
              <a:spLocks noChangeShapeType="1"/>
            </p:cNvSpPr>
            <p:nvPr/>
          </p:nvSpPr>
          <p:spPr bwMode="auto">
            <a:xfrm>
              <a:off x="5390" y="1400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60" name="Line 47"/>
            <p:cNvSpPr>
              <a:spLocks noChangeShapeType="1"/>
            </p:cNvSpPr>
            <p:nvPr/>
          </p:nvSpPr>
          <p:spPr bwMode="auto">
            <a:xfrm flipV="1">
              <a:off x="5379" y="1844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48"/>
          <p:cNvGrpSpPr>
            <a:grpSpLocks/>
          </p:cNvGrpSpPr>
          <p:nvPr/>
        </p:nvGrpSpPr>
        <p:grpSpPr bwMode="auto">
          <a:xfrm>
            <a:off x="7140575" y="3419475"/>
            <a:ext cx="582613" cy="676275"/>
            <a:chOff x="4684" y="2337"/>
            <a:chExt cx="367" cy="426"/>
          </a:xfrm>
        </p:grpSpPr>
        <p:sp>
          <p:nvSpPr>
            <p:cNvPr id="162862" name="Text Box 49"/>
            <p:cNvSpPr txBox="1">
              <a:spLocks noChangeArrowheads="1"/>
            </p:cNvSpPr>
            <p:nvPr/>
          </p:nvSpPr>
          <p:spPr bwMode="auto">
            <a:xfrm>
              <a:off x="4684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278</a:t>
              </a:r>
            </a:p>
          </p:txBody>
        </p:sp>
        <p:sp>
          <p:nvSpPr>
            <p:cNvPr id="162863" name="Line 50"/>
            <p:cNvSpPr>
              <a:spLocks noChangeShapeType="1"/>
            </p:cNvSpPr>
            <p:nvPr/>
          </p:nvSpPr>
          <p:spPr bwMode="auto">
            <a:xfrm flipH="1" flipV="1">
              <a:off x="4853" y="256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2897188" y="3419475"/>
            <a:ext cx="582612" cy="693738"/>
            <a:chOff x="2011" y="2337"/>
            <a:chExt cx="367" cy="437"/>
          </a:xfrm>
        </p:grpSpPr>
        <p:sp>
          <p:nvSpPr>
            <p:cNvPr id="162865" name="Text Box 52"/>
            <p:cNvSpPr txBox="1">
              <a:spLocks noChangeArrowheads="1"/>
            </p:cNvSpPr>
            <p:nvPr/>
          </p:nvSpPr>
          <p:spPr bwMode="auto">
            <a:xfrm>
              <a:off x="2011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063</a:t>
              </a:r>
            </a:p>
          </p:txBody>
        </p:sp>
        <p:sp>
          <p:nvSpPr>
            <p:cNvPr id="162866" name="Line 53"/>
            <p:cNvSpPr>
              <a:spLocks noChangeShapeType="1"/>
            </p:cNvSpPr>
            <p:nvPr/>
          </p:nvSpPr>
          <p:spPr bwMode="auto">
            <a:xfrm flipH="1" flipV="1">
              <a:off x="2197" y="257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54"/>
          <p:cNvGrpSpPr>
            <a:grpSpLocks/>
          </p:cNvGrpSpPr>
          <p:nvPr/>
        </p:nvGrpSpPr>
        <p:grpSpPr bwMode="auto">
          <a:xfrm>
            <a:off x="465138" y="1966913"/>
            <a:ext cx="582612" cy="2147887"/>
            <a:chOff x="479" y="1422"/>
            <a:chExt cx="367" cy="1353"/>
          </a:xfrm>
        </p:grpSpPr>
        <p:grpSp>
          <p:nvGrpSpPr>
            <p:cNvPr id="162868" name="Group 55"/>
            <p:cNvGrpSpPr>
              <a:grpSpLocks/>
            </p:cNvGrpSpPr>
            <p:nvPr/>
          </p:nvGrpSpPr>
          <p:grpSpPr bwMode="auto">
            <a:xfrm>
              <a:off x="479" y="2337"/>
              <a:ext cx="367" cy="438"/>
              <a:chOff x="479" y="2337"/>
              <a:chExt cx="367" cy="438"/>
            </a:xfrm>
          </p:grpSpPr>
          <p:sp>
            <p:nvSpPr>
              <p:cNvPr id="162869" name="Text Box 56"/>
              <p:cNvSpPr txBox="1">
                <a:spLocks noChangeArrowheads="1"/>
              </p:cNvSpPr>
              <p:nvPr/>
            </p:nvSpPr>
            <p:spPr bwMode="auto">
              <a:xfrm>
                <a:off x="479" y="2337"/>
                <a:ext cx="367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930</a:t>
                </a:r>
              </a:p>
            </p:txBody>
          </p:sp>
          <p:sp>
            <p:nvSpPr>
              <p:cNvPr id="162870" name="Line 57"/>
              <p:cNvSpPr>
                <a:spLocks noChangeShapeType="1"/>
              </p:cNvSpPr>
              <p:nvPr/>
            </p:nvSpPr>
            <p:spPr bwMode="auto">
              <a:xfrm flipH="1" flipV="1">
                <a:off x="630" y="2574"/>
                <a:ext cx="0" cy="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2871" name="Line 58"/>
            <p:cNvSpPr>
              <a:spLocks noChangeShapeType="1"/>
            </p:cNvSpPr>
            <p:nvPr/>
          </p:nvSpPr>
          <p:spPr bwMode="auto">
            <a:xfrm>
              <a:off x="645" y="142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59"/>
          <p:cNvGrpSpPr>
            <a:grpSpLocks/>
          </p:cNvGrpSpPr>
          <p:nvPr/>
        </p:nvGrpSpPr>
        <p:grpSpPr bwMode="auto">
          <a:xfrm>
            <a:off x="2905125" y="1966913"/>
            <a:ext cx="582613" cy="1422400"/>
            <a:chOff x="2016" y="1422"/>
            <a:chExt cx="367" cy="896"/>
          </a:xfrm>
        </p:grpSpPr>
        <p:sp>
          <p:nvSpPr>
            <p:cNvPr id="162873" name="Text Box 60"/>
            <p:cNvSpPr txBox="1">
              <a:spLocks noChangeArrowheads="1"/>
            </p:cNvSpPr>
            <p:nvPr/>
          </p:nvSpPr>
          <p:spPr bwMode="auto">
            <a:xfrm>
              <a:off x="2016" y="1963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083</a:t>
              </a:r>
            </a:p>
          </p:txBody>
        </p:sp>
        <p:sp>
          <p:nvSpPr>
            <p:cNvPr id="162874" name="Line 61"/>
            <p:cNvSpPr>
              <a:spLocks noChangeShapeType="1"/>
            </p:cNvSpPr>
            <p:nvPr/>
          </p:nvSpPr>
          <p:spPr bwMode="auto">
            <a:xfrm flipV="1">
              <a:off x="2197" y="2207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75" name="Line 62"/>
            <p:cNvSpPr>
              <a:spLocks noChangeShapeType="1"/>
            </p:cNvSpPr>
            <p:nvPr/>
          </p:nvSpPr>
          <p:spPr bwMode="auto">
            <a:xfrm>
              <a:off x="2212" y="1422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63"/>
          <p:cNvGrpSpPr>
            <a:grpSpLocks/>
          </p:cNvGrpSpPr>
          <p:nvPr/>
        </p:nvGrpSpPr>
        <p:grpSpPr bwMode="auto">
          <a:xfrm>
            <a:off x="3738563" y="1966913"/>
            <a:ext cx="582612" cy="2163762"/>
            <a:chOff x="2541" y="1422"/>
            <a:chExt cx="367" cy="1363"/>
          </a:xfrm>
        </p:grpSpPr>
        <p:grpSp>
          <p:nvGrpSpPr>
            <p:cNvPr id="162877" name="Group 64"/>
            <p:cNvGrpSpPr>
              <a:grpSpLocks/>
            </p:cNvGrpSpPr>
            <p:nvPr/>
          </p:nvGrpSpPr>
          <p:grpSpPr bwMode="auto">
            <a:xfrm>
              <a:off x="2541" y="2337"/>
              <a:ext cx="367" cy="448"/>
              <a:chOff x="2541" y="2337"/>
              <a:chExt cx="367" cy="448"/>
            </a:xfrm>
          </p:grpSpPr>
          <p:sp>
            <p:nvSpPr>
              <p:cNvPr id="162878" name="Text Box 65"/>
              <p:cNvSpPr txBox="1">
                <a:spLocks noChangeArrowheads="1"/>
              </p:cNvSpPr>
              <p:nvPr/>
            </p:nvSpPr>
            <p:spPr bwMode="auto">
              <a:xfrm>
                <a:off x="2541" y="2337"/>
                <a:ext cx="367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184</a:t>
                </a:r>
              </a:p>
            </p:txBody>
          </p:sp>
          <p:sp>
            <p:nvSpPr>
              <p:cNvPr id="162879" name="Line 66"/>
              <p:cNvSpPr>
                <a:spLocks noChangeShapeType="1"/>
              </p:cNvSpPr>
              <p:nvPr/>
            </p:nvSpPr>
            <p:spPr bwMode="auto">
              <a:xfrm flipH="1" flipV="1">
                <a:off x="2730" y="2584"/>
                <a:ext cx="0" cy="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2880" name="Line 67"/>
            <p:cNvSpPr>
              <a:spLocks noChangeShapeType="1"/>
            </p:cNvSpPr>
            <p:nvPr/>
          </p:nvSpPr>
          <p:spPr bwMode="auto">
            <a:xfrm>
              <a:off x="2757" y="142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68"/>
          <p:cNvGrpSpPr>
            <a:grpSpLocks/>
          </p:cNvGrpSpPr>
          <p:nvPr/>
        </p:nvGrpSpPr>
        <p:grpSpPr bwMode="auto">
          <a:xfrm>
            <a:off x="4632325" y="1949450"/>
            <a:ext cx="582613" cy="2146300"/>
            <a:chOff x="3104" y="1411"/>
            <a:chExt cx="367" cy="1352"/>
          </a:xfrm>
        </p:grpSpPr>
        <p:sp>
          <p:nvSpPr>
            <p:cNvPr id="162882" name="Text Box 69"/>
            <p:cNvSpPr txBox="1">
              <a:spLocks noChangeArrowheads="1"/>
            </p:cNvSpPr>
            <p:nvPr/>
          </p:nvSpPr>
          <p:spPr bwMode="auto">
            <a:xfrm>
              <a:off x="3104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505</a:t>
              </a:r>
            </a:p>
          </p:txBody>
        </p:sp>
        <p:sp>
          <p:nvSpPr>
            <p:cNvPr id="162883" name="Line 70"/>
            <p:cNvSpPr>
              <a:spLocks noChangeShapeType="1"/>
            </p:cNvSpPr>
            <p:nvPr/>
          </p:nvSpPr>
          <p:spPr bwMode="auto">
            <a:xfrm flipH="1" flipV="1">
              <a:off x="3264" y="256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84" name="Line 71"/>
            <p:cNvSpPr>
              <a:spLocks noChangeShapeType="1"/>
            </p:cNvSpPr>
            <p:nvPr/>
          </p:nvSpPr>
          <p:spPr bwMode="auto">
            <a:xfrm>
              <a:off x="3279" y="1411"/>
              <a:ext cx="0" cy="9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72"/>
          <p:cNvGrpSpPr>
            <a:grpSpLocks/>
          </p:cNvGrpSpPr>
          <p:nvPr/>
        </p:nvGrpSpPr>
        <p:grpSpPr bwMode="auto">
          <a:xfrm>
            <a:off x="7113588" y="1966913"/>
            <a:ext cx="582612" cy="1404937"/>
            <a:chOff x="4667" y="1422"/>
            <a:chExt cx="367" cy="885"/>
          </a:xfrm>
        </p:grpSpPr>
        <p:sp>
          <p:nvSpPr>
            <p:cNvPr id="162886" name="Text Box 73"/>
            <p:cNvSpPr txBox="1">
              <a:spLocks noChangeArrowheads="1"/>
            </p:cNvSpPr>
            <p:nvPr/>
          </p:nvSpPr>
          <p:spPr bwMode="auto">
            <a:xfrm>
              <a:off x="4667" y="1963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008</a:t>
              </a:r>
            </a:p>
          </p:txBody>
        </p:sp>
        <p:sp>
          <p:nvSpPr>
            <p:cNvPr id="162887" name="Line 74"/>
            <p:cNvSpPr>
              <a:spLocks noChangeShapeType="1"/>
            </p:cNvSpPr>
            <p:nvPr/>
          </p:nvSpPr>
          <p:spPr bwMode="auto">
            <a:xfrm flipV="1">
              <a:off x="4853" y="2196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88" name="Line 75"/>
            <p:cNvSpPr>
              <a:spLocks noChangeShapeType="1"/>
            </p:cNvSpPr>
            <p:nvPr/>
          </p:nvSpPr>
          <p:spPr bwMode="auto">
            <a:xfrm>
              <a:off x="4835" y="1422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76"/>
          <p:cNvGrpSpPr>
            <a:grpSpLocks/>
          </p:cNvGrpSpPr>
          <p:nvPr/>
        </p:nvGrpSpPr>
        <p:grpSpPr bwMode="auto">
          <a:xfrm>
            <a:off x="119063" y="1584325"/>
            <a:ext cx="8420100" cy="2841625"/>
            <a:chOff x="261" y="1181"/>
            <a:chExt cx="5304" cy="1790"/>
          </a:xfrm>
        </p:grpSpPr>
        <p:sp>
          <p:nvSpPr>
            <p:cNvPr id="162890" name="Text Box 77"/>
            <p:cNvSpPr txBox="1">
              <a:spLocks noChangeArrowheads="1"/>
            </p:cNvSpPr>
            <p:nvPr/>
          </p:nvSpPr>
          <p:spPr bwMode="auto">
            <a:xfrm>
              <a:off x="472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e[0]</a:t>
              </a:r>
            </a:p>
          </p:txBody>
        </p:sp>
        <p:sp>
          <p:nvSpPr>
            <p:cNvPr id="162891" name="Text Box 78"/>
            <p:cNvSpPr txBox="1">
              <a:spLocks noChangeArrowheads="1"/>
            </p:cNvSpPr>
            <p:nvPr/>
          </p:nvSpPr>
          <p:spPr bwMode="auto">
            <a:xfrm>
              <a:off x="996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e[1]</a:t>
              </a:r>
            </a:p>
          </p:txBody>
        </p:sp>
        <p:sp>
          <p:nvSpPr>
            <p:cNvPr id="162892" name="Text Box 79"/>
            <p:cNvSpPr txBox="1">
              <a:spLocks noChangeArrowheads="1"/>
            </p:cNvSpPr>
            <p:nvPr/>
          </p:nvSpPr>
          <p:spPr bwMode="auto">
            <a:xfrm>
              <a:off x="1520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e[2]</a:t>
              </a:r>
            </a:p>
          </p:txBody>
        </p:sp>
        <p:sp>
          <p:nvSpPr>
            <p:cNvPr id="162893" name="Text Box 80"/>
            <p:cNvSpPr txBox="1">
              <a:spLocks noChangeArrowheads="1"/>
            </p:cNvSpPr>
            <p:nvPr/>
          </p:nvSpPr>
          <p:spPr bwMode="auto">
            <a:xfrm>
              <a:off x="2045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e[3]</a:t>
              </a:r>
            </a:p>
          </p:txBody>
        </p:sp>
        <p:sp>
          <p:nvSpPr>
            <p:cNvPr id="162894" name="Text Box 81"/>
            <p:cNvSpPr txBox="1">
              <a:spLocks noChangeArrowheads="1"/>
            </p:cNvSpPr>
            <p:nvPr/>
          </p:nvSpPr>
          <p:spPr bwMode="auto">
            <a:xfrm>
              <a:off x="2569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e[4]</a:t>
              </a:r>
            </a:p>
          </p:txBody>
        </p:sp>
        <p:sp>
          <p:nvSpPr>
            <p:cNvPr id="162895" name="Text Box 82"/>
            <p:cNvSpPr txBox="1">
              <a:spLocks noChangeArrowheads="1"/>
            </p:cNvSpPr>
            <p:nvPr/>
          </p:nvSpPr>
          <p:spPr bwMode="auto">
            <a:xfrm>
              <a:off x="3094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e[5]</a:t>
              </a:r>
            </a:p>
          </p:txBody>
        </p:sp>
        <p:sp>
          <p:nvSpPr>
            <p:cNvPr id="162896" name="Text Box 83"/>
            <p:cNvSpPr txBox="1">
              <a:spLocks noChangeArrowheads="1"/>
            </p:cNvSpPr>
            <p:nvPr/>
          </p:nvSpPr>
          <p:spPr bwMode="auto">
            <a:xfrm>
              <a:off x="3618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e[6]</a:t>
              </a:r>
            </a:p>
          </p:txBody>
        </p:sp>
        <p:sp>
          <p:nvSpPr>
            <p:cNvPr id="162897" name="Text Box 84"/>
            <p:cNvSpPr txBox="1">
              <a:spLocks noChangeArrowheads="1"/>
            </p:cNvSpPr>
            <p:nvPr/>
          </p:nvSpPr>
          <p:spPr bwMode="auto">
            <a:xfrm>
              <a:off x="4143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e[7]</a:t>
              </a:r>
            </a:p>
          </p:txBody>
        </p:sp>
        <p:sp>
          <p:nvSpPr>
            <p:cNvPr id="162898" name="Text Box 85"/>
            <p:cNvSpPr txBox="1">
              <a:spLocks noChangeArrowheads="1"/>
            </p:cNvSpPr>
            <p:nvPr/>
          </p:nvSpPr>
          <p:spPr bwMode="auto">
            <a:xfrm>
              <a:off x="4667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e[8]</a:t>
              </a:r>
            </a:p>
          </p:txBody>
        </p:sp>
        <p:sp>
          <p:nvSpPr>
            <p:cNvPr id="162899" name="Text Box 86"/>
            <p:cNvSpPr txBox="1">
              <a:spLocks noChangeArrowheads="1"/>
            </p:cNvSpPr>
            <p:nvPr/>
          </p:nvSpPr>
          <p:spPr bwMode="auto">
            <a:xfrm>
              <a:off x="5192" y="1181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e[9]</a:t>
              </a:r>
            </a:p>
          </p:txBody>
        </p:sp>
        <p:sp>
          <p:nvSpPr>
            <p:cNvPr id="162900" name="Text Box 87"/>
            <p:cNvSpPr txBox="1">
              <a:spLocks noChangeArrowheads="1"/>
            </p:cNvSpPr>
            <p:nvPr/>
          </p:nvSpPr>
          <p:spPr bwMode="auto">
            <a:xfrm>
              <a:off x="472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f[0]</a:t>
              </a:r>
            </a:p>
          </p:txBody>
        </p:sp>
        <p:sp>
          <p:nvSpPr>
            <p:cNvPr id="162901" name="Text Box 88"/>
            <p:cNvSpPr txBox="1">
              <a:spLocks noChangeArrowheads="1"/>
            </p:cNvSpPr>
            <p:nvPr/>
          </p:nvSpPr>
          <p:spPr bwMode="auto">
            <a:xfrm>
              <a:off x="996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f[1]</a:t>
              </a:r>
            </a:p>
          </p:txBody>
        </p:sp>
        <p:sp>
          <p:nvSpPr>
            <p:cNvPr id="162902" name="Text Box 89"/>
            <p:cNvSpPr txBox="1">
              <a:spLocks noChangeArrowheads="1"/>
            </p:cNvSpPr>
            <p:nvPr/>
          </p:nvSpPr>
          <p:spPr bwMode="auto">
            <a:xfrm>
              <a:off x="1520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f[2]</a:t>
              </a:r>
            </a:p>
          </p:txBody>
        </p:sp>
        <p:sp>
          <p:nvSpPr>
            <p:cNvPr id="162903" name="Text Box 90"/>
            <p:cNvSpPr txBox="1">
              <a:spLocks noChangeArrowheads="1"/>
            </p:cNvSpPr>
            <p:nvPr/>
          </p:nvSpPr>
          <p:spPr bwMode="auto">
            <a:xfrm>
              <a:off x="2045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f[3]</a:t>
              </a:r>
            </a:p>
          </p:txBody>
        </p:sp>
        <p:sp>
          <p:nvSpPr>
            <p:cNvPr id="162904" name="Text Box 91"/>
            <p:cNvSpPr txBox="1">
              <a:spLocks noChangeArrowheads="1"/>
            </p:cNvSpPr>
            <p:nvPr/>
          </p:nvSpPr>
          <p:spPr bwMode="auto">
            <a:xfrm>
              <a:off x="2569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f[4]</a:t>
              </a:r>
            </a:p>
          </p:txBody>
        </p:sp>
        <p:sp>
          <p:nvSpPr>
            <p:cNvPr id="162905" name="Text Box 92"/>
            <p:cNvSpPr txBox="1">
              <a:spLocks noChangeArrowheads="1"/>
            </p:cNvSpPr>
            <p:nvPr/>
          </p:nvSpPr>
          <p:spPr bwMode="auto">
            <a:xfrm>
              <a:off x="3094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f[5]</a:t>
              </a:r>
            </a:p>
          </p:txBody>
        </p:sp>
        <p:sp>
          <p:nvSpPr>
            <p:cNvPr id="162906" name="Text Box 93"/>
            <p:cNvSpPr txBox="1">
              <a:spLocks noChangeArrowheads="1"/>
            </p:cNvSpPr>
            <p:nvPr/>
          </p:nvSpPr>
          <p:spPr bwMode="auto">
            <a:xfrm>
              <a:off x="3618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f[6]</a:t>
              </a:r>
            </a:p>
          </p:txBody>
        </p:sp>
        <p:sp>
          <p:nvSpPr>
            <p:cNvPr id="162907" name="Text Box 94"/>
            <p:cNvSpPr txBox="1">
              <a:spLocks noChangeArrowheads="1"/>
            </p:cNvSpPr>
            <p:nvPr/>
          </p:nvSpPr>
          <p:spPr bwMode="auto">
            <a:xfrm>
              <a:off x="4143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f[7]</a:t>
              </a:r>
            </a:p>
          </p:txBody>
        </p:sp>
        <p:sp>
          <p:nvSpPr>
            <p:cNvPr id="162908" name="Text Box 95"/>
            <p:cNvSpPr txBox="1">
              <a:spLocks noChangeArrowheads="1"/>
            </p:cNvSpPr>
            <p:nvPr/>
          </p:nvSpPr>
          <p:spPr bwMode="auto">
            <a:xfrm>
              <a:off x="4667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f[8]</a:t>
              </a:r>
            </a:p>
          </p:txBody>
        </p:sp>
        <p:sp>
          <p:nvSpPr>
            <p:cNvPr id="162909" name="Text Box 96"/>
            <p:cNvSpPr txBox="1">
              <a:spLocks noChangeArrowheads="1"/>
            </p:cNvSpPr>
            <p:nvPr/>
          </p:nvSpPr>
          <p:spPr bwMode="auto">
            <a:xfrm>
              <a:off x="5192" y="2721"/>
              <a:ext cx="3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宋体" panose="02010600030101010101" pitchFamily="2" charset="-122"/>
                </a:rPr>
                <a:t>f[9]</a:t>
              </a:r>
            </a:p>
          </p:txBody>
        </p:sp>
        <p:sp>
          <p:nvSpPr>
            <p:cNvPr id="162910" name="Text Box 97"/>
            <p:cNvSpPr txBox="1">
              <a:spLocks noChangeArrowheads="1"/>
            </p:cNvSpPr>
            <p:nvPr/>
          </p:nvSpPr>
          <p:spPr bwMode="auto">
            <a:xfrm>
              <a:off x="261" y="1515"/>
              <a:ext cx="308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FF3300"/>
                  </a:solidFill>
                </a:rPr>
                <a:t>一趟分配</a:t>
              </a:r>
            </a:p>
          </p:txBody>
        </p:sp>
      </p:grpSp>
      <p:grpSp>
        <p:nvGrpSpPr>
          <p:cNvPr id="27" name="Group 98"/>
          <p:cNvGrpSpPr>
            <a:grpSpLocks/>
          </p:cNvGrpSpPr>
          <p:nvPr/>
        </p:nvGrpSpPr>
        <p:grpSpPr bwMode="auto">
          <a:xfrm>
            <a:off x="36513" y="4622800"/>
            <a:ext cx="8558212" cy="989013"/>
            <a:chOff x="209" y="3095"/>
            <a:chExt cx="5391" cy="623"/>
          </a:xfrm>
        </p:grpSpPr>
        <p:grpSp>
          <p:nvGrpSpPr>
            <p:cNvPr id="162912" name="Group 99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162913" name="Group 100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62914" name="Rectangle 10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930</a:t>
                  </a:r>
                </a:p>
              </p:txBody>
            </p:sp>
            <p:sp>
              <p:nvSpPr>
                <p:cNvPr id="162915" name="Line 10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16" name="Group 103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62917" name="Rectangle 10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063</a:t>
                  </a:r>
                </a:p>
              </p:txBody>
            </p:sp>
            <p:sp>
              <p:nvSpPr>
                <p:cNvPr id="162918" name="Line 10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19" name="Group 106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62920" name="Rectangle 10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083</a:t>
                  </a:r>
                </a:p>
              </p:txBody>
            </p:sp>
            <p:sp>
              <p:nvSpPr>
                <p:cNvPr id="162921" name="Line 10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22" name="Group 109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62923" name="Rectangle 11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184</a:t>
                  </a:r>
                </a:p>
              </p:txBody>
            </p:sp>
            <p:sp>
              <p:nvSpPr>
                <p:cNvPr id="162924" name="Line 11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25" name="Group 112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62926" name="Rectangle 11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505</a:t>
                  </a:r>
                </a:p>
              </p:txBody>
            </p:sp>
            <p:sp>
              <p:nvSpPr>
                <p:cNvPr id="162927" name="Line 11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28" name="Group 115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62929" name="Rectangle 11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278</a:t>
                  </a:r>
                </a:p>
              </p:txBody>
            </p:sp>
            <p:sp>
              <p:nvSpPr>
                <p:cNvPr id="162930" name="Line 11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31" name="Group 118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62932" name="Rectangle 11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008</a:t>
                  </a:r>
                </a:p>
              </p:txBody>
            </p:sp>
            <p:sp>
              <p:nvSpPr>
                <p:cNvPr id="162933" name="Line 12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34" name="Group 121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62935" name="Rectangle 12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109</a:t>
                  </a:r>
                </a:p>
              </p:txBody>
            </p:sp>
            <p:sp>
              <p:nvSpPr>
                <p:cNvPr id="162936" name="Line 12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37" name="Group 124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62938" name="Rectangle 12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589</a:t>
                  </a:r>
                </a:p>
              </p:txBody>
            </p:sp>
            <p:sp>
              <p:nvSpPr>
                <p:cNvPr id="162939" name="Line 12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2940" name="Group 127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62941" name="Rectangle 12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269</a:t>
                  </a:r>
                </a:p>
              </p:txBody>
            </p:sp>
            <p:sp>
              <p:nvSpPr>
                <p:cNvPr id="162942" name="Line 12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2943" name="Text Box 130"/>
            <p:cNvSpPr txBox="1">
              <a:spLocks noChangeArrowheads="1"/>
            </p:cNvSpPr>
            <p:nvPr/>
          </p:nvSpPr>
          <p:spPr bwMode="auto">
            <a:xfrm>
              <a:off x="209" y="3095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FF3300"/>
                  </a:solidFill>
                </a:rPr>
                <a:t>一趟收集：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5600" y="4770438"/>
            <a:ext cx="8558213" cy="989012"/>
            <a:chOff x="209" y="3095"/>
            <a:chExt cx="5391" cy="623"/>
          </a:xfrm>
        </p:grpSpPr>
        <p:grpSp>
          <p:nvGrpSpPr>
            <p:cNvPr id="163843" name="Group 5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163844" name="Group 6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63845" name="Rectangle 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505</a:t>
                  </a:r>
                </a:p>
              </p:txBody>
            </p:sp>
            <p:sp>
              <p:nvSpPr>
                <p:cNvPr id="163846" name="Line 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47" name="Group 9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63848" name="Rectangle 1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008</a:t>
                  </a:r>
                </a:p>
              </p:txBody>
            </p:sp>
            <p:sp>
              <p:nvSpPr>
                <p:cNvPr id="163849" name="Line 1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50" name="Group 12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63851" name="Rectangle 1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109</a:t>
                  </a:r>
                </a:p>
              </p:txBody>
            </p:sp>
            <p:sp>
              <p:nvSpPr>
                <p:cNvPr id="163852" name="Line 1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53" name="Group 15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63854" name="Rectangle 1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930</a:t>
                  </a:r>
                </a:p>
              </p:txBody>
            </p:sp>
            <p:sp>
              <p:nvSpPr>
                <p:cNvPr id="163855" name="Line 1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56" name="Group 18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63857" name="Rectangle 1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063</a:t>
                  </a:r>
                </a:p>
              </p:txBody>
            </p:sp>
            <p:sp>
              <p:nvSpPr>
                <p:cNvPr id="163858" name="Line 2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59" name="Group 21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63860" name="Rectangle 2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269</a:t>
                  </a:r>
                </a:p>
              </p:txBody>
            </p:sp>
            <p:sp>
              <p:nvSpPr>
                <p:cNvPr id="163861" name="Line 2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62" name="Group 24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63863" name="Rectangle 2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278</a:t>
                  </a:r>
                </a:p>
              </p:txBody>
            </p:sp>
            <p:sp>
              <p:nvSpPr>
                <p:cNvPr id="163864" name="Line 2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65" name="Group 27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63866" name="Rectangle 2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083</a:t>
                  </a:r>
                </a:p>
              </p:txBody>
            </p:sp>
            <p:sp>
              <p:nvSpPr>
                <p:cNvPr id="163867" name="Line 2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68" name="Group 30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63869" name="Rectangle 3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184</a:t>
                  </a:r>
                </a:p>
              </p:txBody>
            </p:sp>
            <p:sp>
              <p:nvSpPr>
                <p:cNvPr id="163870" name="Line 3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871" name="Group 33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63872" name="Rectangle 3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589</a:t>
                  </a:r>
                </a:p>
              </p:txBody>
            </p:sp>
            <p:sp>
              <p:nvSpPr>
                <p:cNvPr id="163873" name="Line 3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3874" name="Text Box 36"/>
            <p:cNvSpPr txBox="1">
              <a:spLocks noChangeArrowheads="1"/>
            </p:cNvSpPr>
            <p:nvPr/>
          </p:nvSpPr>
          <p:spPr bwMode="auto">
            <a:xfrm>
              <a:off x="209" y="3095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FF3300"/>
                  </a:solidFill>
                </a:rPr>
                <a:t>二趟收集：</a:t>
              </a:r>
            </a:p>
          </p:txBody>
        </p:sp>
      </p:grpSp>
      <p:grpSp>
        <p:nvGrpSpPr>
          <p:cNvPr id="14" name="Group 37"/>
          <p:cNvGrpSpPr>
            <a:grpSpLocks/>
          </p:cNvGrpSpPr>
          <p:nvPr/>
        </p:nvGrpSpPr>
        <p:grpSpPr bwMode="auto">
          <a:xfrm>
            <a:off x="7445375" y="3338513"/>
            <a:ext cx="582613" cy="700087"/>
            <a:chOff x="4701" y="2359"/>
            <a:chExt cx="367" cy="441"/>
          </a:xfrm>
        </p:grpSpPr>
        <p:sp>
          <p:nvSpPr>
            <p:cNvPr id="163876" name="Text Box 38"/>
            <p:cNvSpPr txBox="1">
              <a:spLocks noChangeArrowheads="1"/>
            </p:cNvSpPr>
            <p:nvPr/>
          </p:nvSpPr>
          <p:spPr bwMode="auto">
            <a:xfrm>
              <a:off x="4701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083</a:t>
              </a:r>
            </a:p>
          </p:txBody>
        </p:sp>
        <p:sp>
          <p:nvSpPr>
            <p:cNvPr id="163877" name="Line 39"/>
            <p:cNvSpPr>
              <a:spLocks noChangeShapeType="1"/>
            </p:cNvSpPr>
            <p:nvPr/>
          </p:nvSpPr>
          <p:spPr bwMode="auto">
            <a:xfrm flipH="1" flipV="1">
              <a:off x="4874" y="2599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40"/>
          <p:cNvGrpSpPr>
            <a:grpSpLocks/>
          </p:cNvGrpSpPr>
          <p:nvPr/>
        </p:nvGrpSpPr>
        <p:grpSpPr bwMode="auto">
          <a:xfrm>
            <a:off x="7445375" y="2727325"/>
            <a:ext cx="582613" cy="587375"/>
            <a:chOff x="4701" y="1974"/>
            <a:chExt cx="367" cy="370"/>
          </a:xfrm>
        </p:grpSpPr>
        <p:sp>
          <p:nvSpPr>
            <p:cNvPr id="163879" name="Text Box 41"/>
            <p:cNvSpPr txBox="1">
              <a:spLocks noChangeArrowheads="1"/>
            </p:cNvSpPr>
            <p:nvPr/>
          </p:nvSpPr>
          <p:spPr bwMode="auto">
            <a:xfrm>
              <a:off x="4701" y="19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184</a:t>
              </a:r>
            </a:p>
          </p:txBody>
        </p:sp>
        <p:sp>
          <p:nvSpPr>
            <p:cNvPr id="163880" name="Line 42"/>
            <p:cNvSpPr>
              <a:spLocks noChangeShapeType="1"/>
            </p:cNvSpPr>
            <p:nvPr/>
          </p:nvSpPr>
          <p:spPr bwMode="auto">
            <a:xfrm flipV="1">
              <a:off x="4874" y="2233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43"/>
          <p:cNvGrpSpPr>
            <a:grpSpLocks/>
          </p:cNvGrpSpPr>
          <p:nvPr/>
        </p:nvGrpSpPr>
        <p:grpSpPr bwMode="auto">
          <a:xfrm>
            <a:off x="7445375" y="1833563"/>
            <a:ext cx="582613" cy="900112"/>
            <a:chOff x="4701" y="1411"/>
            <a:chExt cx="367" cy="567"/>
          </a:xfrm>
        </p:grpSpPr>
        <p:sp>
          <p:nvSpPr>
            <p:cNvPr id="163882" name="Text Box 44"/>
            <p:cNvSpPr txBox="1">
              <a:spLocks noChangeArrowheads="1"/>
            </p:cNvSpPr>
            <p:nvPr/>
          </p:nvSpPr>
          <p:spPr bwMode="auto">
            <a:xfrm>
              <a:off x="4701" y="160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589</a:t>
              </a:r>
            </a:p>
          </p:txBody>
        </p:sp>
        <p:sp>
          <p:nvSpPr>
            <p:cNvPr id="163883" name="Line 45"/>
            <p:cNvSpPr>
              <a:spLocks noChangeShapeType="1"/>
            </p:cNvSpPr>
            <p:nvPr/>
          </p:nvSpPr>
          <p:spPr bwMode="auto">
            <a:xfrm>
              <a:off x="4896" y="1411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84" name="Line 46"/>
            <p:cNvSpPr>
              <a:spLocks noChangeShapeType="1"/>
            </p:cNvSpPr>
            <p:nvPr/>
          </p:nvSpPr>
          <p:spPr bwMode="auto">
            <a:xfrm flipV="1">
              <a:off x="4885" y="1855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5776913" y="3338513"/>
            <a:ext cx="582612" cy="693737"/>
            <a:chOff x="3650" y="2359"/>
            <a:chExt cx="367" cy="437"/>
          </a:xfrm>
        </p:grpSpPr>
        <p:sp>
          <p:nvSpPr>
            <p:cNvPr id="163886" name="Text Box 48"/>
            <p:cNvSpPr txBox="1">
              <a:spLocks noChangeArrowheads="1"/>
            </p:cNvSpPr>
            <p:nvPr/>
          </p:nvSpPr>
          <p:spPr bwMode="auto">
            <a:xfrm>
              <a:off x="3650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063</a:t>
              </a:r>
            </a:p>
          </p:txBody>
        </p:sp>
        <p:sp>
          <p:nvSpPr>
            <p:cNvPr id="163887" name="Line 49"/>
            <p:cNvSpPr>
              <a:spLocks noChangeShapeType="1"/>
            </p:cNvSpPr>
            <p:nvPr/>
          </p:nvSpPr>
          <p:spPr bwMode="auto">
            <a:xfrm flipH="1" flipV="1">
              <a:off x="3836" y="2595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822325" y="3338513"/>
            <a:ext cx="582613" cy="695325"/>
            <a:chOff x="529" y="2359"/>
            <a:chExt cx="367" cy="438"/>
          </a:xfrm>
        </p:grpSpPr>
        <p:sp>
          <p:nvSpPr>
            <p:cNvPr id="163889" name="Text Box 51"/>
            <p:cNvSpPr txBox="1">
              <a:spLocks noChangeArrowheads="1"/>
            </p:cNvSpPr>
            <p:nvPr/>
          </p:nvSpPr>
          <p:spPr bwMode="auto">
            <a:xfrm>
              <a:off x="529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505</a:t>
              </a:r>
            </a:p>
          </p:txBody>
        </p:sp>
        <p:sp>
          <p:nvSpPr>
            <p:cNvPr id="163890" name="Line 52"/>
            <p:cNvSpPr>
              <a:spLocks noChangeShapeType="1"/>
            </p:cNvSpPr>
            <p:nvPr/>
          </p:nvSpPr>
          <p:spPr bwMode="auto">
            <a:xfrm flipH="1" flipV="1">
              <a:off x="680" y="259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53"/>
          <p:cNvGrpSpPr>
            <a:grpSpLocks/>
          </p:cNvGrpSpPr>
          <p:nvPr/>
        </p:nvGrpSpPr>
        <p:grpSpPr bwMode="auto">
          <a:xfrm>
            <a:off x="5784850" y="1885950"/>
            <a:ext cx="582613" cy="1422400"/>
            <a:chOff x="3655" y="1444"/>
            <a:chExt cx="367" cy="896"/>
          </a:xfrm>
        </p:grpSpPr>
        <p:sp>
          <p:nvSpPr>
            <p:cNvPr id="163892" name="Text Box 54"/>
            <p:cNvSpPr txBox="1">
              <a:spLocks noChangeArrowheads="1"/>
            </p:cNvSpPr>
            <p:nvPr/>
          </p:nvSpPr>
          <p:spPr bwMode="auto">
            <a:xfrm>
              <a:off x="3655" y="19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269</a:t>
              </a:r>
            </a:p>
          </p:txBody>
        </p:sp>
        <p:sp>
          <p:nvSpPr>
            <p:cNvPr id="163893" name="Line 55"/>
            <p:cNvSpPr>
              <a:spLocks noChangeShapeType="1"/>
            </p:cNvSpPr>
            <p:nvPr/>
          </p:nvSpPr>
          <p:spPr bwMode="auto">
            <a:xfrm flipV="1">
              <a:off x="3847" y="2229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94" name="Line 56"/>
            <p:cNvSpPr>
              <a:spLocks noChangeShapeType="1"/>
            </p:cNvSpPr>
            <p:nvPr/>
          </p:nvSpPr>
          <p:spPr bwMode="auto">
            <a:xfrm>
              <a:off x="3851" y="144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57"/>
          <p:cNvGrpSpPr>
            <a:grpSpLocks/>
          </p:cNvGrpSpPr>
          <p:nvPr/>
        </p:nvGrpSpPr>
        <p:grpSpPr bwMode="auto">
          <a:xfrm>
            <a:off x="3284538" y="1866900"/>
            <a:ext cx="582612" cy="2146300"/>
            <a:chOff x="2080" y="1432"/>
            <a:chExt cx="367" cy="1352"/>
          </a:xfrm>
        </p:grpSpPr>
        <p:sp>
          <p:nvSpPr>
            <p:cNvPr id="163896" name="Text Box 58"/>
            <p:cNvSpPr txBox="1">
              <a:spLocks noChangeArrowheads="1"/>
            </p:cNvSpPr>
            <p:nvPr/>
          </p:nvSpPr>
          <p:spPr bwMode="auto">
            <a:xfrm>
              <a:off x="2080" y="2348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930</a:t>
              </a:r>
            </a:p>
          </p:txBody>
        </p:sp>
        <p:sp>
          <p:nvSpPr>
            <p:cNvPr id="163897" name="Line 59"/>
            <p:cNvSpPr>
              <a:spLocks noChangeShapeType="1"/>
            </p:cNvSpPr>
            <p:nvPr/>
          </p:nvSpPr>
          <p:spPr bwMode="auto">
            <a:xfrm flipH="1" flipV="1">
              <a:off x="2269" y="258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98" name="Line 60"/>
            <p:cNvSpPr>
              <a:spLocks noChangeShapeType="1"/>
            </p:cNvSpPr>
            <p:nvPr/>
          </p:nvSpPr>
          <p:spPr bwMode="auto">
            <a:xfrm>
              <a:off x="2262" y="143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61"/>
          <p:cNvGrpSpPr>
            <a:grpSpLocks/>
          </p:cNvGrpSpPr>
          <p:nvPr/>
        </p:nvGrpSpPr>
        <p:grpSpPr bwMode="auto">
          <a:xfrm>
            <a:off x="247650" y="1503363"/>
            <a:ext cx="8648700" cy="2841625"/>
            <a:chOff x="167" y="1203"/>
            <a:chExt cx="5448" cy="1790"/>
          </a:xfrm>
        </p:grpSpPr>
        <p:grpSp>
          <p:nvGrpSpPr>
            <p:cNvPr id="163900" name="Group 62"/>
            <p:cNvGrpSpPr>
              <a:grpSpLocks/>
            </p:cNvGrpSpPr>
            <p:nvPr/>
          </p:nvGrpSpPr>
          <p:grpSpPr bwMode="auto">
            <a:xfrm>
              <a:off x="522" y="1203"/>
              <a:ext cx="5093" cy="250"/>
              <a:chOff x="520" y="914"/>
              <a:chExt cx="5093" cy="250"/>
            </a:xfrm>
          </p:grpSpPr>
          <p:sp>
            <p:nvSpPr>
              <p:cNvPr id="163901" name="Text Box 63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e[0]</a:t>
                </a:r>
              </a:p>
            </p:txBody>
          </p:sp>
          <p:sp>
            <p:nvSpPr>
              <p:cNvPr id="163902" name="Text Box 64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e[1]</a:t>
                </a:r>
              </a:p>
            </p:txBody>
          </p:sp>
          <p:sp>
            <p:nvSpPr>
              <p:cNvPr id="163903" name="Text Box 65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e[2]</a:t>
                </a:r>
              </a:p>
            </p:txBody>
          </p:sp>
          <p:sp>
            <p:nvSpPr>
              <p:cNvPr id="163904" name="Text Box 66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e[3]</a:t>
                </a:r>
              </a:p>
            </p:txBody>
          </p:sp>
          <p:sp>
            <p:nvSpPr>
              <p:cNvPr id="163905" name="Text Box 67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e[4]</a:t>
                </a:r>
              </a:p>
            </p:txBody>
          </p:sp>
          <p:sp>
            <p:nvSpPr>
              <p:cNvPr id="163906" name="Text Box 68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e[5]</a:t>
                </a:r>
              </a:p>
            </p:txBody>
          </p:sp>
          <p:sp>
            <p:nvSpPr>
              <p:cNvPr id="163907" name="Text Box 69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e[6]</a:t>
                </a:r>
              </a:p>
            </p:txBody>
          </p:sp>
          <p:sp>
            <p:nvSpPr>
              <p:cNvPr id="163908" name="Text Box 70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e[7]</a:t>
                </a:r>
              </a:p>
            </p:txBody>
          </p:sp>
          <p:sp>
            <p:nvSpPr>
              <p:cNvPr id="163909" name="Text Box 71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e[8]</a:t>
                </a:r>
              </a:p>
            </p:txBody>
          </p:sp>
          <p:sp>
            <p:nvSpPr>
              <p:cNvPr id="163910" name="Text Box 72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e[9]</a:t>
                </a:r>
              </a:p>
            </p:txBody>
          </p:sp>
        </p:grpSp>
        <p:grpSp>
          <p:nvGrpSpPr>
            <p:cNvPr id="163911" name="Group 73"/>
            <p:cNvGrpSpPr>
              <a:grpSpLocks/>
            </p:cNvGrpSpPr>
            <p:nvPr/>
          </p:nvGrpSpPr>
          <p:grpSpPr bwMode="auto">
            <a:xfrm>
              <a:off x="522" y="2743"/>
              <a:ext cx="5075" cy="250"/>
              <a:chOff x="520" y="914"/>
              <a:chExt cx="5075" cy="250"/>
            </a:xfrm>
          </p:grpSpPr>
          <p:sp>
            <p:nvSpPr>
              <p:cNvPr id="163912" name="Text Box 74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f[0]</a:t>
                </a:r>
              </a:p>
            </p:txBody>
          </p:sp>
          <p:sp>
            <p:nvSpPr>
              <p:cNvPr id="163913" name="Text Box 75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f[1]</a:t>
                </a:r>
              </a:p>
            </p:txBody>
          </p:sp>
          <p:sp>
            <p:nvSpPr>
              <p:cNvPr id="163914" name="Text Box 76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f[2]</a:t>
                </a:r>
              </a:p>
            </p:txBody>
          </p:sp>
          <p:sp>
            <p:nvSpPr>
              <p:cNvPr id="163915" name="Text Box 77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f[3]</a:t>
                </a:r>
              </a:p>
            </p:txBody>
          </p:sp>
          <p:sp>
            <p:nvSpPr>
              <p:cNvPr id="163916" name="Text Box 78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f[4]</a:t>
                </a:r>
              </a:p>
            </p:txBody>
          </p:sp>
          <p:sp>
            <p:nvSpPr>
              <p:cNvPr id="163917" name="Text Box 79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f[5]</a:t>
                </a:r>
              </a:p>
            </p:txBody>
          </p:sp>
          <p:sp>
            <p:nvSpPr>
              <p:cNvPr id="163918" name="Text Box 80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f[6]</a:t>
                </a:r>
              </a:p>
            </p:txBody>
          </p:sp>
          <p:sp>
            <p:nvSpPr>
              <p:cNvPr id="163919" name="Text Box 81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f[7]</a:t>
                </a:r>
              </a:p>
            </p:txBody>
          </p:sp>
          <p:sp>
            <p:nvSpPr>
              <p:cNvPr id="163920" name="Text Box 82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f[8]</a:t>
                </a:r>
              </a:p>
            </p:txBody>
          </p:sp>
          <p:sp>
            <p:nvSpPr>
              <p:cNvPr id="163921" name="Text Box 83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f[9]</a:t>
                </a:r>
              </a:p>
            </p:txBody>
          </p:sp>
        </p:grpSp>
        <p:sp>
          <p:nvSpPr>
            <p:cNvPr id="163922" name="Text Box 84"/>
            <p:cNvSpPr txBox="1">
              <a:spLocks noChangeArrowheads="1"/>
            </p:cNvSpPr>
            <p:nvPr/>
          </p:nvSpPr>
          <p:spPr bwMode="auto">
            <a:xfrm>
              <a:off x="167" y="1871"/>
              <a:ext cx="308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FF3300"/>
                  </a:solidFill>
                </a:rPr>
                <a:t>二趟分配</a:t>
              </a:r>
            </a:p>
          </p:txBody>
        </p:sp>
      </p:grpSp>
      <p:grpSp>
        <p:nvGrpSpPr>
          <p:cNvPr id="24" name="Group 85"/>
          <p:cNvGrpSpPr>
            <a:grpSpLocks/>
          </p:cNvGrpSpPr>
          <p:nvPr/>
        </p:nvGrpSpPr>
        <p:grpSpPr bwMode="auto">
          <a:xfrm>
            <a:off x="822325" y="2727325"/>
            <a:ext cx="582613" cy="604838"/>
            <a:chOff x="529" y="1974"/>
            <a:chExt cx="367" cy="381"/>
          </a:xfrm>
        </p:grpSpPr>
        <p:sp>
          <p:nvSpPr>
            <p:cNvPr id="163924" name="Text Box 86"/>
            <p:cNvSpPr txBox="1">
              <a:spLocks noChangeArrowheads="1"/>
            </p:cNvSpPr>
            <p:nvPr/>
          </p:nvSpPr>
          <p:spPr bwMode="auto">
            <a:xfrm>
              <a:off x="529" y="19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008</a:t>
              </a:r>
            </a:p>
          </p:txBody>
        </p:sp>
        <p:sp>
          <p:nvSpPr>
            <p:cNvPr id="163925" name="Line 87"/>
            <p:cNvSpPr>
              <a:spLocks noChangeShapeType="1"/>
            </p:cNvSpPr>
            <p:nvPr/>
          </p:nvSpPr>
          <p:spPr bwMode="auto">
            <a:xfrm flipV="1">
              <a:off x="688" y="2210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88"/>
          <p:cNvGrpSpPr>
            <a:grpSpLocks/>
          </p:cNvGrpSpPr>
          <p:nvPr/>
        </p:nvGrpSpPr>
        <p:grpSpPr bwMode="auto">
          <a:xfrm>
            <a:off x="822325" y="1831975"/>
            <a:ext cx="582613" cy="900113"/>
            <a:chOff x="529" y="1410"/>
            <a:chExt cx="367" cy="567"/>
          </a:xfrm>
        </p:grpSpPr>
        <p:sp>
          <p:nvSpPr>
            <p:cNvPr id="163927" name="Text Box 89"/>
            <p:cNvSpPr txBox="1">
              <a:spLocks noChangeArrowheads="1"/>
            </p:cNvSpPr>
            <p:nvPr/>
          </p:nvSpPr>
          <p:spPr bwMode="auto">
            <a:xfrm>
              <a:off x="529" y="160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109</a:t>
              </a:r>
            </a:p>
          </p:txBody>
        </p:sp>
        <p:sp>
          <p:nvSpPr>
            <p:cNvPr id="163928" name="Line 90"/>
            <p:cNvSpPr>
              <a:spLocks noChangeShapeType="1"/>
            </p:cNvSpPr>
            <p:nvPr/>
          </p:nvSpPr>
          <p:spPr bwMode="auto">
            <a:xfrm flipH="1">
              <a:off x="710" y="1410"/>
              <a:ext cx="1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9" name="Line 91"/>
            <p:cNvSpPr>
              <a:spLocks noChangeShapeType="1"/>
            </p:cNvSpPr>
            <p:nvPr/>
          </p:nvSpPr>
          <p:spPr bwMode="auto">
            <a:xfrm flipV="1">
              <a:off x="688" y="185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92"/>
          <p:cNvGrpSpPr>
            <a:grpSpLocks/>
          </p:cNvGrpSpPr>
          <p:nvPr/>
        </p:nvGrpSpPr>
        <p:grpSpPr bwMode="auto">
          <a:xfrm>
            <a:off x="6669088" y="1920875"/>
            <a:ext cx="582612" cy="2111375"/>
            <a:chOff x="4212" y="1466"/>
            <a:chExt cx="367" cy="1330"/>
          </a:xfrm>
        </p:grpSpPr>
        <p:sp>
          <p:nvSpPr>
            <p:cNvPr id="163931" name="Text Box 93"/>
            <p:cNvSpPr txBox="1">
              <a:spLocks noChangeArrowheads="1"/>
            </p:cNvSpPr>
            <p:nvPr/>
          </p:nvSpPr>
          <p:spPr bwMode="auto">
            <a:xfrm>
              <a:off x="4212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278</a:t>
              </a:r>
            </a:p>
          </p:txBody>
        </p:sp>
        <p:sp>
          <p:nvSpPr>
            <p:cNvPr id="163932" name="Line 94"/>
            <p:cNvSpPr>
              <a:spLocks noChangeShapeType="1"/>
            </p:cNvSpPr>
            <p:nvPr/>
          </p:nvSpPr>
          <p:spPr bwMode="auto">
            <a:xfrm flipH="1" flipV="1">
              <a:off x="4381" y="2595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3" name="Line 95"/>
            <p:cNvSpPr>
              <a:spLocks noChangeShapeType="1"/>
            </p:cNvSpPr>
            <p:nvPr/>
          </p:nvSpPr>
          <p:spPr bwMode="auto">
            <a:xfrm>
              <a:off x="4389" y="1466"/>
              <a:ext cx="0" cy="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934" name="Group 96"/>
          <p:cNvGrpSpPr>
            <a:grpSpLocks/>
          </p:cNvGrpSpPr>
          <p:nvPr/>
        </p:nvGrpSpPr>
        <p:grpSpPr bwMode="auto">
          <a:xfrm>
            <a:off x="355600" y="84138"/>
            <a:ext cx="8558213" cy="1041400"/>
            <a:chOff x="209" y="3062"/>
            <a:chExt cx="5391" cy="656"/>
          </a:xfrm>
        </p:grpSpPr>
        <p:grpSp>
          <p:nvGrpSpPr>
            <p:cNvPr id="163935" name="Group 97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163936" name="Group 98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63937" name="Rectangle 9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930</a:t>
                  </a:r>
                </a:p>
              </p:txBody>
            </p:sp>
            <p:sp>
              <p:nvSpPr>
                <p:cNvPr id="163938" name="Line 10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39" name="Group 101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63940" name="Rectangle 10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063</a:t>
                  </a:r>
                </a:p>
              </p:txBody>
            </p:sp>
            <p:sp>
              <p:nvSpPr>
                <p:cNvPr id="163941" name="Line 10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42" name="Group 104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63943" name="Rectangle 10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083</a:t>
                  </a:r>
                </a:p>
              </p:txBody>
            </p:sp>
            <p:sp>
              <p:nvSpPr>
                <p:cNvPr id="163944" name="Line 10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45" name="Group 107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63946" name="Rectangle 10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184</a:t>
                  </a:r>
                </a:p>
              </p:txBody>
            </p:sp>
            <p:sp>
              <p:nvSpPr>
                <p:cNvPr id="163947" name="Line 10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48" name="Group 110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63949" name="Rectangle 11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505</a:t>
                  </a:r>
                </a:p>
              </p:txBody>
            </p:sp>
            <p:sp>
              <p:nvSpPr>
                <p:cNvPr id="163950" name="Line 11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51" name="Group 113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63952" name="Rectangle 11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278</a:t>
                  </a:r>
                </a:p>
              </p:txBody>
            </p:sp>
            <p:sp>
              <p:nvSpPr>
                <p:cNvPr id="163953" name="Line 11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54" name="Group 116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63955" name="Rectangle 11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008</a:t>
                  </a:r>
                </a:p>
              </p:txBody>
            </p:sp>
            <p:sp>
              <p:nvSpPr>
                <p:cNvPr id="163956" name="Line 11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57" name="Group 119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63958" name="Rectangle 12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109</a:t>
                  </a:r>
                </a:p>
              </p:txBody>
            </p:sp>
            <p:sp>
              <p:nvSpPr>
                <p:cNvPr id="163959" name="Line 12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60" name="Group 122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63961" name="Rectangle 12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589</a:t>
                  </a:r>
                </a:p>
              </p:txBody>
            </p:sp>
            <p:sp>
              <p:nvSpPr>
                <p:cNvPr id="163962" name="Line 12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963" name="Group 125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63964" name="Rectangle 12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269</a:t>
                  </a:r>
                </a:p>
              </p:txBody>
            </p:sp>
            <p:sp>
              <p:nvSpPr>
                <p:cNvPr id="163965" name="Line 12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3966" name="Text Box 128"/>
            <p:cNvSpPr txBox="1">
              <a:spLocks noChangeArrowheads="1"/>
            </p:cNvSpPr>
            <p:nvPr/>
          </p:nvSpPr>
          <p:spPr bwMode="auto">
            <a:xfrm>
              <a:off x="209" y="3062"/>
              <a:ext cx="888" cy="2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</a:rPr>
                <a:t>一趟收集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9875" y="4878388"/>
            <a:ext cx="8558213" cy="989012"/>
            <a:chOff x="209" y="3095"/>
            <a:chExt cx="5391" cy="623"/>
          </a:xfrm>
        </p:grpSpPr>
        <p:grpSp>
          <p:nvGrpSpPr>
            <p:cNvPr id="164867" name="Group 5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164868" name="Group 6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64869" name="Rectangle 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008</a:t>
                  </a:r>
                </a:p>
              </p:txBody>
            </p:sp>
            <p:sp>
              <p:nvSpPr>
                <p:cNvPr id="164870" name="Line 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71" name="Group 9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64872" name="Rectangle 1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063</a:t>
                  </a:r>
                </a:p>
              </p:txBody>
            </p:sp>
            <p:sp>
              <p:nvSpPr>
                <p:cNvPr id="164873" name="Line 1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74" name="Group 12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64875" name="Rectangle 1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083</a:t>
                  </a:r>
                </a:p>
              </p:txBody>
            </p:sp>
            <p:sp>
              <p:nvSpPr>
                <p:cNvPr id="164876" name="Line 1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77" name="Group 15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64878" name="Rectangle 1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109</a:t>
                  </a:r>
                </a:p>
              </p:txBody>
            </p:sp>
            <p:sp>
              <p:nvSpPr>
                <p:cNvPr id="164879" name="Line 1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80" name="Group 18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64881" name="Rectangle 1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184</a:t>
                  </a:r>
                </a:p>
              </p:txBody>
            </p:sp>
            <p:sp>
              <p:nvSpPr>
                <p:cNvPr id="164882" name="Line 2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83" name="Group 21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64884" name="Rectangle 2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269</a:t>
                  </a:r>
                </a:p>
              </p:txBody>
            </p:sp>
            <p:sp>
              <p:nvSpPr>
                <p:cNvPr id="164885" name="Line 2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86" name="Group 24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64887" name="Rectangle 2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278</a:t>
                  </a:r>
                </a:p>
              </p:txBody>
            </p:sp>
            <p:sp>
              <p:nvSpPr>
                <p:cNvPr id="164888" name="Line 2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89" name="Group 27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64890" name="Rectangle 2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505</a:t>
                  </a:r>
                </a:p>
              </p:txBody>
            </p:sp>
            <p:sp>
              <p:nvSpPr>
                <p:cNvPr id="164891" name="Line 2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92" name="Group 30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64893" name="Rectangle 3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589</a:t>
                  </a:r>
                </a:p>
              </p:txBody>
            </p:sp>
            <p:sp>
              <p:nvSpPr>
                <p:cNvPr id="164894" name="Line 3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895" name="Group 33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64896" name="Rectangle 3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930</a:t>
                  </a:r>
                </a:p>
              </p:txBody>
            </p:sp>
            <p:sp>
              <p:nvSpPr>
                <p:cNvPr id="164897" name="Line 3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4898" name="Text Box 36"/>
            <p:cNvSpPr txBox="1">
              <a:spLocks noChangeArrowheads="1"/>
            </p:cNvSpPr>
            <p:nvPr/>
          </p:nvSpPr>
          <p:spPr bwMode="auto">
            <a:xfrm>
              <a:off x="209" y="3095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FF3300"/>
                  </a:solidFill>
                </a:rPr>
                <a:t>三趟收集：</a:t>
              </a:r>
            </a:p>
          </p:txBody>
        </p:sp>
      </p:grpSp>
      <p:grpSp>
        <p:nvGrpSpPr>
          <p:cNvPr id="14" name="Group 37"/>
          <p:cNvGrpSpPr>
            <a:grpSpLocks/>
          </p:cNvGrpSpPr>
          <p:nvPr/>
        </p:nvGrpSpPr>
        <p:grpSpPr bwMode="auto">
          <a:xfrm>
            <a:off x="1614488" y="3700463"/>
            <a:ext cx="582612" cy="693737"/>
            <a:chOff x="1039" y="2570"/>
            <a:chExt cx="367" cy="437"/>
          </a:xfrm>
        </p:grpSpPr>
        <p:sp>
          <p:nvSpPr>
            <p:cNvPr id="164900" name="Text Box 38"/>
            <p:cNvSpPr txBox="1">
              <a:spLocks noChangeArrowheads="1"/>
            </p:cNvSpPr>
            <p:nvPr/>
          </p:nvSpPr>
          <p:spPr bwMode="auto">
            <a:xfrm>
              <a:off x="1039" y="257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109</a:t>
              </a:r>
            </a:p>
          </p:txBody>
        </p:sp>
        <p:sp>
          <p:nvSpPr>
            <p:cNvPr id="164901" name="Line 39"/>
            <p:cNvSpPr>
              <a:spLocks noChangeShapeType="1"/>
            </p:cNvSpPr>
            <p:nvPr/>
          </p:nvSpPr>
          <p:spPr bwMode="auto">
            <a:xfrm flipH="1" flipV="1">
              <a:off x="1225" y="280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40"/>
          <p:cNvGrpSpPr>
            <a:grpSpLocks/>
          </p:cNvGrpSpPr>
          <p:nvPr/>
        </p:nvGrpSpPr>
        <p:grpSpPr bwMode="auto">
          <a:xfrm>
            <a:off x="788988" y="3683000"/>
            <a:ext cx="582612" cy="695325"/>
            <a:chOff x="519" y="2559"/>
            <a:chExt cx="367" cy="438"/>
          </a:xfrm>
        </p:grpSpPr>
        <p:sp>
          <p:nvSpPr>
            <p:cNvPr id="164903" name="Text Box 41"/>
            <p:cNvSpPr txBox="1">
              <a:spLocks noChangeArrowheads="1"/>
            </p:cNvSpPr>
            <p:nvPr/>
          </p:nvSpPr>
          <p:spPr bwMode="auto">
            <a:xfrm>
              <a:off x="519" y="25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008</a:t>
              </a:r>
            </a:p>
          </p:txBody>
        </p:sp>
        <p:sp>
          <p:nvSpPr>
            <p:cNvPr id="164904" name="Line 42"/>
            <p:cNvSpPr>
              <a:spLocks noChangeShapeType="1"/>
            </p:cNvSpPr>
            <p:nvPr/>
          </p:nvSpPr>
          <p:spPr bwMode="auto">
            <a:xfrm flipH="1" flipV="1">
              <a:off x="670" y="279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43"/>
          <p:cNvGrpSpPr>
            <a:grpSpLocks/>
          </p:cNvGrpSpPr>
          <p:nvPr/>
        </p:nvGrpSpPr>
        <p:grpSpPr bwMode="auto">
          <a:xfrm>
            <a:off x="1622425" y="2247900"/>
            <a:ext cx="582613" cy="1422400"/>
            <a:chOff x="1044" y="1655"/>
            <a:chExt cx="367" cy="896"/>
          </a:xfrm>
        </p:grpSpPr>
        <p:sp>
          <p:nvSpPr>
            <p:cNvPr id="164906" name="Text Box 44"/>
            <p:cNvSpPr txBox="1">
              <a:spLocks noChangeArrowheads="1"/>
            </p:cNvSpPr>
            <p:nvPr/>
          </p:nvSpPr>
          <p:spPr bwMode="auto">
            <a:xfrm>
              <a:off x="1044" y="2185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184</a:t>
              </a:r>
            </a:p>
          </p:txBody>
        </p:sp>
        <p:sp>
          <p:nvSpPr>
            <p:cNvPr id="164907" name="Line 45"/>
            <p:cNvSpPr>
              <a:spLocks noChangeShapeType="1"/>
            </p:cNvSpPr>
            <p:nvPr/>
          </p:nvSpPr>
          <p:spPr bwMode="auto">
            <a:xfrm flipV="1">
              <a:off x="1236" y="244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08" name="Line 46"/>
            <p:cNvSpPr>
              <a:spLocks noChangeShapeType="1"/>
            </p:cNvSpPr>
            <p:nvPr/>
          </p:nvSpPr>
          <p:spPr bwMode="auto">
            <a:xfrm>
              <a:off x="1240" y="1655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8280400" y="2211388"/>
            <a:ext cx="582613" cy="2146300"/>
            <a:chOff x="5238" y="1632"/>
            <a:chExt cx="367" cy="1352"/>
          </a:xfrm>
        </p:grpSpPr>
        <p:sp>
          <p:nvSpPr>
            <p:cNvPr id="164910" name="Text Box 48"/>
            <p:cNvSpPr txBox="1">
              <a:spLocks noChangeArrowheads="1"/>
            </p:cNvSpPr>
            <p:nvPr/>
          </p:nvSpPr>
          <p:spPr bwMode="auto">
            <a:xfrm>
              <a:off x="5238" y="2548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930</a:t>
              </a:r>
            </a:p>
          </p:txBody>
        </p:sp>
        <p:sp>
          <p:nvSpPr>
            <p:cNvPr id="164911" name="Line 49"/>
            <p:cNvSpPr>
              <a:spLocks noChangeShapeType="1"/>
            </p:cNvSpPr>
            <p:nvPr/>
          </p:nvSpPr>
          <p:spPr bwMode="auto">
            <a:xfrm flipH="1" flipV="1">
              <a:off x="5427" y="278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12" name="Line 50"/>
            <p:cNvSpPr>
              <a:spLocks noChangeShapeType="1"/>
            </p:cNvSpPr>
            <p:nvPr/>
          </p:nvSpPr>
          <p:spPr bwMode="auto">
            <a:xfrm>
              <a:off x="5420" y="163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338138" y="1847850"/>
            <a:ext cx="8524875" cy="2841625"/>
            <a:chOff x="235" y="1403"/>
            <a:chExt cx="5370" cy="1790"/>
          </a:xfrm>
        </p:grpSpPr>
        <p:grpSp>
          <p:nvGrpSpPr>
            <p:cNvPr id="164914" name="Group 52"/>
            <p:cNvGrpSpPr>
              <a:grpSpLocks/>
            </p:cNvGrpSpPr>
            <p:nvPr/>
          </p:nvGrpSpPr>
          <p:grpSpPr bwMode="auto">
            <a:xfrm>
              <a:off x="512" y="1403"/>
              <a:ext cx="5093" cy="250"/>
              <a:chOff x="520" y="914"/>
              <a:chExt cx="5093" cy="250"/>
            </a:xfrm>
          </p:grpSpPr>
          <p:sp>
            <p:nvSpPr>
              <p:cNvPr id="164915" name="Text Box 53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e[0]</a:t>
                </a:r>
              </a:p>
            </p:txBody>
          </p:sp>
          <p:sp>
            <p:nvSpPr>
              <p:cNvPr id="164916" name="Text Box 54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e[1]</a:t>
                </a:r>
              </a:p>
            </p:txBody>
          </p:sp>
          <p:sp>
            <p:nvSpPr>
              <p:cNvPr id="164917" name="Text Box 55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e[2]</a:t>
                </a:r>
              </a:p>
            </p:txBody>
          </p:sp>
          <p:sp>
            <p:nvSpPr>
              <p:cNvPr id="164918" name="Text Box 56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e[3]</a:t>
                </a:r>
              </a:p>
            </p:txBody>
          </p:sp>
          <p:sp>
            <p:nvSpPr>
              <p:cNvPr id="164919" name="Text Box 57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e[4]</a:t>
                </a:r>
              </a:p>
            </p:txBody>
          </p:sp>
          <p:sp>
            <p:nvSpPr>
              <p:cNvPr id="164920" name="Text Box 58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e[5]</a:t>
                </a:r>
              </a:p>
            </p:txBody>
          </p:sp>
          <p:sp>
            <p:nvSpPr>
              <p:cNvPr id="164921" name="Text Box 59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e[6]</a:t>
                </a:r>
              </a:p>
            </p:txBody>
          </p:sp>
          <p:sp>
            <p:nvSpPr>
              <p:cNvPr id="164922" name="Text Box 60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e[7]</a:t>
                </a:r>
              </a:p>
            </p:txBody>
          </p:sp>
          <p:sp>
            <p:nvSpPr>
              <p:cNvPr id="164923" name="Text Box 61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e[8]</a:t>
                </a:r>
              </a:p>
            </p:txBody>
          </p:sp>
          <p:sp>
            <p:nvSpPr>
              <p:cNvPr id="164924" name="Text Box 62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e[9]</a:t>
                </a:r>
              </a:p>
            </p:txBody>
          </p:sp>
        </p:grpSp>
        <p:grpSp>
          <p:nvGrpSpPr>
            <p:cNvPr id="164925" name="Group 63"/>
            <p:cNvGrpSpPr>
              <a:grpSpLocks/>
            </p:cNvGrpSpPr>
            <p:nvPr/>
          </p:nvGrpSpPr>
          <p:grpSpPr bwMode="auto">
            <a:xfrm>
              <a:off x="512" y="2943"/>
              <a:ext cx="5075" cy="250"/>
              <a:chOff x="520" y="914"/>
              <a:chExt cx="5075" cy="250"/>
            </a:xfrm>
          </p:grpSpPr>
          <p:sp>
            <p:nvSpPr>
              <p:cNvPr id="164926" name="Text Box 64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f[0]</a:t>
                </a:r>
              </a:p>
            </p:txBody>
          </p:sp>
          <p:sp>
            <p:nvSpPr>
              <p:cNvPr id="164927" name="Text Box 65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f[1]</a:t>
                </a:r>
              </a:p>
            </p:txBody>
          </p:sp>
          <p:sp>
            <p:nvSpPr>
              <p:cNvPr id="164928" name="Text Box 66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f[2]</a:t>
                </a:r>
              </a:p>
            </p:txBody>
          </p:sp>
          <p:sp>
            <p:nvSpPr>
              <p:cNvPr id="164929" name="Text Box 67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f[3]</a:t>
                </a:r>
              </a:p>
            </p:txBody>
          </p:sp>
          <p:sp>
            <p:nvSpPr>
              <p:cNvPr id="164930" name="Text Box 68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f[4]</a:t>
                </a:r>
              </a:p>
            </p:txBody>
          </p:sp>
          <p:sp>
            <p:nvSpPr>
              <p:cNvPr id="164931" name="Text Box 69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f[5]</a:t>
                </a:r>
              </a:p>
            </p:txBody>
          </p:sp>
          <p:sp>
            <p:nvSpPr>
              <p:cNvPr id="164932" name="Text Box 70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f[6]</a:t>
                </a:r>
              </a:p>
            </p:txBody>
          </p:sp>
          <p:sp>
            <p:nvSpPr>
              <p:cNvPr id="164933" name="Text Box 71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f[7]</a:t>
                </a:r>
              </a:p>
            </p:txBody>
          </p:sp>
          <p:sp>
            <p:nvSpPr>
              <p:cNvPr id="164934" name="Text Box 72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f[8]</a:t>
                </a:r>
              </a:p>
            </p:txBody>
          </p:sp>
          <p:sp>
            <p:nvSpPr>
              <p:cNvPr id="164935" name="Text Box 73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a typeface="宋体" panose="02010600030101010101" pitchFamily="2" charset="-122"/>
                  </a:rPr>
                  <a:t>f[9]</a:t>
                </a:r>
              </a:p>
            </p:txBody>
          </p:sp>
        </p:grpSp>
        <p:sp>
          <p:nvSpPr>
            <p:cNvPr id="164936" name="Text Box 74"/>
            <p:cNvSpPr txBox="1">
              <a:spLocks noChangeArrowheads="1"/>
            </p:cNvSpPr>
            <p:nvPr/>
          </p:nvSpPr>
          <p:spPr bwMode="auto">
            <a:xfrm>
              <a:off x="235" y="2004"/>
              <a:ext cx="308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FF3300"/>
                  </a:solidFill>
                </a:rPr>
                <a:t>三趟分配</a:t>
              </a:r>
            </a:p>
          </p:txBody>
        </p:sp>
      </p:grpSp>
      <p:grpSp>
        <p:nvGrpSpPr>
          <p:cNvPr id="21" name="Group 75"/>
          <p:cNvGrpSpPr>
            <a:grpSpLocks/>
          </p:cNvGrpSpPr>
          <p:nvPr/>
        </p:nvGrpSpPr>
        <p:grpSpPr bwMode="auto">
          <a:xfrm>
            <a:off x="788988" y="3071813"/>
            <a:ext cx="582612" cy="604837"/>
            <a:chOff x="519" y="2174"/>
            <a:chExt cx="367" cy="381"/>
          </a:xfrm>
        </p:grpSpPr>
        <p:sp>
          <p:nvSpPr>
            <p:cNvPr id="164938" name="Text Box 76"/>
            <p:cNvSpPr txBox="1">
              <a:spLocks noChangeArrowheads="1"/>
            </p:cNvSpPr>
            <p:nvPr/>
          </p:nvSpPr>
          <p:spPr bwMode="auto">
            <a:xfrm>
              <a:off x="519" y="21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063</a:t>
              </a:r>
            </a:p>
          </p:txBody>
        </p:sp>
        <p:sp>
          <p:nvSpPr>
            <p:cNvPr id="164939" name="Line 77"/>
            <p:cNvSpPr>
              <a:spLocks noChangeShapeType="1"/>
            </p:cNvSpPr>
            <p:nvPr/>
          </p:nvSpPr>
          <p:spPr bwMode="auto">
            <a:xfrm flipV="1">
              <a:off x="678" y="2410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78"/>
          <p:cNvGrpSpPr>
            <a:grpSpLocks/>
          </p:cNvGrpSpPr>
          <p:nvPr/>
        </p:nvGrpSpPr>
        <p:grpSpPr bwMode="auto">
          <a:xfrm>
            <a:off x="788988" y="2176463"/>
            <a:ext cx="582612" cy="900112"/>
            <a:chOff x="519" y="1610"/>
            <a:chExt cx="367" cy="567"/>
          </a:xfrm>
        </p:grpSpPr>
        <p:sp>
          <p:nvSpPr>
            <p:cNvPr id="164941" name="Text Box 79"/>
            <p:cNvSpPr txBox="1">
              <a:spLocks noChangeArrowheads="1"/>
            </p:cNvSpPr>
            <p:nvPr/>
          </p:nvSpPr>
          <p:spPr bwMode="auto">
            <a:xfrm>
              <a:off x="519" y="180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083</a:t>
              </a:r>
            </a:p>
          </p:txBody>
        </p:sp>
        <p:sp>
          <p:nvSpPr>
            <p:cNvPr id="164942" name="Line 80"/>
            <p:cNvSpPr>
              <a:spLocks noChangeShapeType="1"/>
            </p:cNvSpPr>
            <p:nvPr/>
          </p:nvSpPr>
          <p:spPr bwMode="auto">
            <a:xfrm flipH="1">
              <a:off x="700" y="1610"/>
              <a:ext cx="1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3" name="Line 81"/>
            <p:cNvSpPr>
              <a:spLocks noChangeShapeType="1"/>
            </p:cNvSpPr>
            <p:nvPr/>
          </p:nvSpPr>
          <p:spPr bwMode="auto">
            <a:xfrm flipV="1">
              <a:off x="678" y="205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82"/>
          <p:cNvGrpSpPr>
            <a:grpSpLocks/>
          </p:cNvGrpSpPr>
          <p:nvPr/>
        </p:nvGrpSpPr>
        <p:grpSpPr bwMode="auto">
          <a:xfrm>
            <a:off x="2454275" y="3711575"/>
            <a:ext cx="582613" cy="693738"/>
            <a:chOff x="1568" y="2577"/>
            <a:chExt cx="367" cy="437"/>
          </a:xfrm>
        </p:grpSpPr>
        <p:sp>
          <p:nvSpPr>
            <p:cNvPr id="164945" name="Text Box 83"/>
            <p:cNvSpPr txBox="1">
              <a:spLocks noChangeArrowheads="1"/>
            </p:cNvSpPr>
            <p:nvPr/>
          </p:nvSpPr>
          <p:spPr bwMode="auto">
            <a:xfrm>
              <a:off x="1568" y="257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269</a:t>
              </a:r>
            </a:p>
          </p:txBody>
        </p:sp>
        <p:sp>
          <p:nvSpPr>
            <p:cNvPr id="164946" name="Line 84"/>
            <p:cNvSpPr>
              <a:spLocks noChangeShapeType="1"/>
            </p:cNvSpPr>
            <p:nvPr/>
          </p:nvSpPr>
          <p:spPr bwMode="auto">
            <a:xfrm flipH="1" flipV="1">
              <a:off x="1754" y="281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85"/>
          <p:cNvGrpSpPr>
            <a:grpSpLocks/>
          </p:cNvGrpSpPr>
          <p:nvPr/>
        </p:nvGrpSpPr>
        <p:grpSpPr bwMode="auto">
          <a:xfrm>
            <a:off x="2462213" y="2259013"/>
            <a:ext cx="582612" cy="1422400"/>
            <a:chOff x="1573" y="1662"/>
            <a:chExt cx="367" cy="896"/>
          </a:xfrm>
        </p:grpSpPr>
        <p:sp>
          <p:nvSpPr>
            <p:cNvPr id="164948" name="Text Box 86"/>
            <p:cNvSpPr txBox="1">
              <a:spLocks noChangeArrowheads="1"/>
            </p:cNvSpPr>
            <p:nvPr/>
          </p:nvSpPr>
          <p:spPr bwMode="auto">
            <a:xfrm>
              <a:off x="1573" y="2192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278</a:t>
              </a:r>
            </a:p>
          </p:txBody>
        </p:sp>
        <p:sp>
          <p:nvSpPr>
            <p:cNvPr id="164949" name="Line 87"/>
            <p:cNvSpPr>
              <a:spLocks noChangeShapeType="1"/>
            </p:cNvSpPr>
            <p:nvPr/>
          </p:nvSpPr>
          <p:spPr bwMode="auto">
            <a:xfrm flipV="1">
              <a:off x="1765" y="2447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0" name="Line 88"/>
            <p:cNvSpPr>
              <a:spLocks noChangeShapeType="1"/>
            </p:cNvSpPr>
            <p:nvPr/>
          </p:nvSpPr>
          <p:spPr bwMode="auto">
            <a:xfrm>
              <a:off x="1769" y="1662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89"/>
          <p:cNvGrpSpPr>
            <a:grpSpLocks/>
          </p:cNvGrpSpPr>
          <p:nvPr/>
        </p:nvGrpSpPr>
        <p:grpSpPr bwMode="auto">
          <a:xfrm>
            <a:off x="4906963" y="3694113"/>
            <a:ext cx="582612" cy="693737"/>
            <a:chOff x="3113" y="2566"/>
            <a:chExt cx="367" cy="437"/>
          </a:xfrm>
        </p:grpSpPr>
        <p:sp>
          <p:nvSpPr>
            <p:cNvPr id="164952" name="Text Box 90"/>
            <p:cNvSpPr txBox="1">
              <a:spLocks noChangeArrowheads="1"/>
            </p:cNvSpPr>
            <p:nvPr/>
          </p:nvSpPr>
          <p:spPr bwMode="auto">
            <a:xfrm>
              <a:off x="3113" y="2566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505</a:t>
              </a:r>
            </a:p>
          </p:txBody>
        </p:sp>
        <p:sp>
          <p:nvSpPr>
            <p:cNvPr id="164953" name="Line 91"/>
            <p:cNvSpPr>
              <a:spLocks noChangeShapeType="1"/>
            </p:cNvSpPr>
            <p:nvPr/>
          </p:nvSpPr>
          <p:spPr bwMode="auto">
            <a:xfrm flipH="1" flipV="1">
              <a:off x="3299" y="280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92"/>
          <p:cNvGrpSpPr>
            <a:grpSpLocks/>
          </p:cNvGrpSpPr>
          <p:nvPr/>
        </p:nvGrpSpPr>
        <p:grpSpPr bwMode="auto">
          <a:xfrm>
            <a:off x="4914900" y="2241550"/>
            <a:ext cx="582613" cy="1422400"/>
            <a:chOff x="3118" y="1651"/>
            <a:chExt cx="367" cy="896"/>
          </a:xfrm>
        </p:grpSpPr>
        <p:sp>
          <p:nvSpPr>
            <p:cNvPr id="164955" name="Text Box 93"/>
            <p:cNvSpPr txBox="1">
              <a:spLocks noChangeArrowheads="1"/>
            </p:cNvSpPr>
            <p:nvPr/>
          </p:nvSpPr>
          <p:spPr bwMode="auto">
            <a:xfrm>
              <a:off x="3118" y="2181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589</a:t>
              </a:r>
            </a:p>
          </p:txBody>
        </p:sp>
        <p:sp>
          <p:nvSpPr>
            <p:cNvPr id="164956" name="Line 94"/>
            <p:cNvSpPr>
              <a:spLocks noChangeShapeType="1"/>
            </p:cNvSpPr>
            <p:nvPr/>
          </p:nvSpPr>
          <p:spPr bwMode="auto">
            <a:xfrm flipV="1">
              <a:off x="3310" y="2436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7" name="Line 95"/>
            <p:cNvSpPr>
              <a:spLocks noChangeShapeType="1"/>
            </p:cNvSpPr>
            <p:nvPr/>
          </p:nvSpPr>
          <p:spPr bwMode="auto">
            <a:xfrm>
              <a:off x="3314" y="1651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958" name="Group 96"/>
          <p:cNvGrpSpPr>
            <a:grpSpLocks/>
          </p:cNvGrpSpPr>
          <p:nvPr/>
        </p:nvGrpSpPr>
        <p:grpSpPr bwMode="auto">
          <a:xfrm>
            <a:off x="339725" y="11113"/>
            <a:ext cx="8558213" cy="1041400"/>
            <a:chOff x="209" y="3062"/>
            <a:chExt cx="5391" cy="656"/>
          </a:xfrm>
        </p:grpSpPr>
        <p:grpSp>
          <p:nvGrpSpPr>
            <p:cNvPr id="164959" name="Group 97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164960" name="Group 98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64961" name="Rectangle 9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505</a:t>
                  </a:r>
                </a:p>
              </p:txBody>
            </p:sp>
            <p:sp>
              <p:nvSpPr>
                <p:cNvPr id="164962" name="Line 10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63" name="Group 101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64964" name="Rectangle 10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008</a:t>
                  </a:r>
                </a:p>
              </p:txBody>
            </p:sp>
            <p:sp>
              <p:nvSpPr>
                <p:cNvPr id="164965" name="Line 10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66" name="Group 104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64967" name="Rectangle 10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109</a:t>
                  </a:r>
                </a:p>
              </p:txBody>
            </p:sp>
            <p:sp>
              <p:nvSpPr>
                <p:cNvPr id="164968" name="Line 10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69" name="Group 107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64970" name="Rectangle 10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930</a:t>
                  </a:r>
                </a:p>
              </p:txBody>
            </p:sp>
            <p:sp>
              <p:nvSpPr>
                <p:cNvPr id="164971" name="Line 10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72" name="Group 110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64973" name="Rectangle 11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063</a:t>
                  </a:r>
                </a:p>
              </p:txBody>
            </p:sp>
            <p:sp>
              <p:nvSpPr>
                <p:cNvPr id="164974" name="Line 11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75" name="Group 113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64976" name="Rectangle 11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269</a:t>
                  </a:r>
                </a:p>
              </p:txBody>
            </p:sp>
            <p:sp>
              <p:nvSpPr>
                <p:cNvPr id="164977" name="Line 11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78" name="Group 116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64979" name="Rectangle 11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278</a:t>
                  </a:r>
                </a:p>
              </p:txBody>
            </p:sp>
            <p:sp>
              <p:nvSpPr>
                <p:cNvPr id="164980" name="Line 11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81" name="Group 119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64982" name="Rectangle 12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083</a:t>
                  </a:r>
                </a:p>
              </p:txBody>
            </p:sp>
            <p:sp>
              <p:nvSpPr>
                <p:cNvPr id="164983" name="Line 12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84" name="Group 122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64985" name="Rectangle 12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184</a:t>
                  </a:r>
                </a:p>
              </p:txBody>
            </p:sp>
            <p:sp>
              <p:nvSpPr>
                <p:cNvPr id="164986" name="Line 12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4987" name="Group 125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64988" name="Rectangle 12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2000">
                      <a:ea typeface="宋体" panose="02010600030101010101" pitchFamily="2" charset="-122"/>
                    </a:rPr>
                    <a:t>589</a:t>
                  </a:r>
                </a:p>
              </p:txBody>
            </p:sp>
            <p:sp>
              <p:nvSpPr>
                <p:cNvPr id="164989" name="Line 12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4990" name="Text Box 128"/>
            <p:cNvSpPr txBox="1">
              <a:spLocks noChangeArrowheads="1"/>
            </p:cNvSpPr>
            <p:nvPr/>
          </p:nvSpPr>
          <p:spPr bwMode="auto">
            <a:xfrm>
              <a:off x="209" y="3062"/>
              <a:ext cx="888" cy="2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</a:rPr>
                <a:t>二趟收集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79652" name="Rectangle 4"/>
          <p:cNvSpPr>
            <a:spLocks noChangeArrowheads="1"/>
          </p:cNvSpPr>
          <p:nvPr/>
        </p:nvSpPr>
        <p:spPr bwMode="auto">
          <a:xfrm>
            <a:off x="-973138" y="836613"/>
            <a:ext cx="9866313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>
                <a:solidFill>
                  <a:srgbClr val="FF3300"/>
                </a:solidFill>
                <a:latin typeface="楷体_GB2312"/>
              </a:rPr>
              <a:t>设置</a:t>
            </a:r>
            <a:r>
              <a:rPr lang="en-US" altLang="zh-CN">
                <a:solidFill>
                  <a:srgbClr val="FF3300"/>
                </a:solidFill>
                <a:latin typeface="楷体_GB2312"/>
              </a:rPr>
              <a:t>10</a:t>
            </a:r>
            <a:r>
              <a:rPr lang="zh-CN" altLang="en-US">
                <a:solidFill>
                  <a:srgbClr val="FF3300"/>
                </a:solidFill>
                <a:latin typeface="楷体_GB2312"/>
              </a:rPr>
              <a:t>个队列</a:t>
            </a:r>
            <a:r>
              <a:rPr lang="zh-CN" altLang="en-US">
                <a:latin typeface="楷体_GB2312"/>
              </a:rPr>
              <a:t>，</a:t>
            </a:r>
            <a:r>
              <a:rPr lang="en-US" altLang="zh-CN">
                <a:latin typeface="楷体_GB2312"/>
              </a:rPr>
              <a:t>f[i]</a:t>
            </a:r>
            <a:r>
              <a:rPr lang="zh-CN" altLang="zh-CN">
                <a:latin typeface="楷体_GB2312"/>
              </a:rPr>
              <a:t>和</a:t>
            </a:r>
            <a:r>
              <a:rPr lang="en-US" altLang="zh-CN">
                <a:latin typeface="楷体_GB2312"/>
              </a:rPr>
              <a:t>e[i]</a:t>
            </a:r>
            <a:r>
              <a:rPr lang="zh-CN" altLang="zh-CN">
                <a:latin typeface="楷体_GB2312"/>
              </a:rPr>
              <a:t>分别头指针和尾指针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zh-CN">
                <a:latin typeface="楷体_GB2312"/>
              </a:rPr>
              <a:t>第一趟分配对最低位关键字（个位）进行，改变记录的指针值，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将链表中记录分配至10个链队列中</a:t>
            </a:r>
            <a:r>
              <a:rPr lang="zh-CN" altLang="zh-CN">
                <a:latin typeface="楷体_GB2312"/>
              </a:rPr>
              <a:t>，每个队列记录的关键字的个位相同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zh-CN">
                <a:latin typeface="楷体_GB2312"/>
              </a:rPr>
              <a:t>第一趟收集是改变所有非空队列的队尾记录的指针域，令其指向下一个非空队列的队头记录，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重新将10个队列链成一个链表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zh-CN">
                <a:latin typeface="楷体_GB2312"/>
              </a:rPr>
              <a:t>重复上述两步，进行第二趟、第三趟分配和收集，分别对</a:t>
            </a:r>
            <a:r>
              <a:rPr lang="zh-CN" altLang="zh-CN">
                <a:solidFill>
                  <a:srgbClr val="FF3300"/>
                </a:solidFill>
                <a:latin typeface="楷体_GB2312"/>
              </a:rPr>
              <a:t>十位、百位</a:t>
            </a:r>
            <a:r>
              <a:rPr lang="zh-CN" altLang="zh-CN">
                <a:latin typeface="楷体_GB2312"/>
              </a:rPr>
              <a:t>进行，最后得到一个有序序列</a:t>
            </a:r>
            <a:endParaRPr lang="zh-CN" altLang="en-US">
              <a:latin typeface="楷体_GB2312"/>
            </a:endParaRPr>
          </a:p>
        </p:txBody>
      </p:sp>
      <p:sp>
        <p:nvSpPr>
          <p:cNvPr id="165891" name="Rectangle 5"/>
          <p:cNvSpPr>
            <a:spLocks noChangeArrowheads="1"/>
          </p:cNvSpPr>
          <p:nvPr/>
        </p:nvSpPr>
        <p:spPr bwMode="auto">
          <a:xfrm>
            <a:off x="0" y="61913"/>
            <a:ext cx="3041650" cy="5191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/>
              <a:t>链式基数排序步骤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9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9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9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9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9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9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9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9652" grpId="0" build="p" bldLvl="5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80676" name="Text Box 4"/>
          <p:cNvSpPr txBox="1">
            <a:spLocks noChangeArrowheads="1"/>
          </p:cNvSpPr>
          <p:nvPr/>
        </p:nvSpPr>
        <p:spPr bwMode="auto">
          <a:xfrm>
            <a:off x="250825" y="1544638"/>
            <a:ext cx="7993063" cy="1333500"/>
          </a:xfrm>
          <a:prstGeom prst="rect">
            <a:avLst/>
          </a:prstGeom>
          <a:solidFill>
            <a:srgbClr val="FFFFE7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重复执行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d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趟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“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分配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”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与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“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收集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”</a:t>
            </a:r>
            <a:endParaRPr kumimoji="1" lang="zh-CN" altLang="en-US" sz="240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 algn="just">
              <a:spcBef>
                <a:spcPct val="20000"/>
              </a:spcBef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每趟对 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400" i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个记录进行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“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分配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”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，对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rd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个队列进行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“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收集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  <a:ea typeface="楷体_GB2312" pitchFamily="49" charset="-122"/>
                <a:cs typeface="+mn-cs"/>
                <a:sym typeface="+mn-ea"/>
              </a:rPr>
              <a:t>”</a:t>
            </a:r>
            <a:endParaRPr kumimoji="1" lang="zh-CN" altLang="en-US" sz="240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  <a:p>
            <a:pPr algn="just">
              <a:spcBef>
                <a:spcPct val="20000"/>
              </a:spcBef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需要增加</a:t>
            </a:r>
            <a:r>
              <a:rPr kumimoji="1" lang="en-US" altLang="zh-CN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n+2rd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个附加链接指针。</a:t>
            </a:r>
          </a:p>
        </p:txBody>
      </p:sp>
      <p:sp>
        <p:nvSpPr>
          <p:cNvPr id="1180677" name="Rectangle 5"/>
          <p:cNvSpPr>
            <a:spLocks noChangeArrowheads="1"/>
          </p:cNvSpPr>
          <p:nvPr/>
        </p:nvSpPr>
        <p:spPr bwMode="auto">
          <a:xfrm>
            <a:off x="3203575" y="0"/>
            <a:ext cx="5545138" cy="1544638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n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个记录</a:t>
            </a:r>
          </a:p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每个记录有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d</a:t>
            </a:r>
            <a:r>
              <a:rPr kumimoji="1"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位关键字</a:t>
            </a:r>
          </a:p>
          <a:p>
            <a:pPr marL="342900" indent="-342900" eaLnBrk="0" hangingPunct="0">
              <a:spcBef>
                <a:spcPct val="20000"/>
              </a:spcBef>
              <a:buFontTx/>
              <a:buNone/>
              <a:defRPr/>
            </a:pPr>
            <a:r>
              <a:rPr kumimoji="1" lang="zh-CN" altLang="zh-CN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关键字</a:t>
            </a:r>
            <a:r>
              <a:rPr kumimoji="1" lang="zh-CN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取值范围</a:t>
            </a:r>
            <a:r>
              <a: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  <a:sym typeface="+mn-ea"/>
              </a:rPr>
              <a:t>rd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(</a:t>
            </a:r>
            <a:r>
              <a:rPr kumimoji="1" lang="zh-CN" altLang="en-US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如十进制为</a:t>
            </a:r>
            <a:r>
              <a:rPr kumimoji="1"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10)</a:t>
            </a:r>
          </a:p>
        </p:txBody>
      </p:sp>
      <p:sp>
        <p:nvSpPr>
          <p:cNvPr id="1180678" name="Rectangle 6"/>
          <p:cNvSpPr>
            <a:spLocks noChangeArrowheads="1"/>
          </p:cNvSpPr>
          <p:nvPr/>
        </p:nvSpPr>
        <p:spPr bwMode="auto">
          <a:xfrm>
            <a:off x="0" y="0"/>
            <a:ext cx="2438400" cy="5334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算法分析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331913" y="2878138"/>
            <a:ext cx="7129462" cy="1982787"/>
            <a:chOff x="839" y="1813"/>
            <a:chExt cx="4491" cy="1249"/>
          </a:xfrm>
        </p:grpSpPr>
        <p:sp>
          <p:nvSpPr>
            <p:cNvPr id="1180680" name="Rectangle 8"/>
            <p:cNvSpPr>
              <a:spLocks noChangeArrowheads="1"/>
            </p:cNvSpPr>
            <p:nvPr/>
          </p:nvSpPr>
          <p:spPr bwMode="auto">
            <a:xfrm>
              <a:off x="2018" y="1933"/>
              <a:ext cx="3312" cy="1129"/>
            </a:xfrm>
            <a:prstGeom prst="rect">
              <a:avLst/>
            </a:prstGeom>
            <a:solidFill>
              <a:srgbClr val="CCFFFF"/>
            </a:solidFill>
            <a:ln w="57150">
              <a:solidFill>
                <a:srgbClr val="800080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kumimoji="1" lang="zh-CN" altLang="en-US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时间效率：</a:t>
              </a:r>
              <a:r>
                <a:rPr kumimoji="1" lang="en-US" altLang="zh-CN">
                  <a:solidFill>
                    <a:schemeClr val="tx2"/>
                  </a:solidFill>
                  <a:latin typeface="楷体_GB2312" pitchFamily="49" charset="-122"/>
                  <a:ea typeface="宋体" panose="02010600030101010101" pitchFamily="2" charset="-122"/>
                  <a:cs typeface="+mn-cs"/>
                  <a:sym typeface="+mn-ea"/>
                </a:rPr>
                <a:t>O(</a:t>
              </a:r>
              <a:r>
                <a:rPr kumimoji="1"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d( n+rd))</a:t>
              </a:r>
              <a:r>
                <a:rPr kumimoji="1" lang="en-US" altLang="zh-CN" i="1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 </a:t>
              </a:r>
              <a:endParaRPr kumimoji="1" lang="en-US" altLang="zh-CN">
                <a:solidFill>
                  <a:schemeClr val="tx2"/>
                </a:solidFill>
                <a:latin typeface="楷体_GB2312" pitchFamily="49" charset="-122"/>
                <a:ea typeface="宋体" panose="02010600030101010101" pitchFamily="2" charset="-122"/>
                <a:cs typeface="+mn-cs"/>
                <a:sym typeface="+mn-ea"/>
              </a:endParaRPr>
            </a:p>
            <a:p>
              <a:pPr>
                <a:lnSpc>
                  <a:spcPct val="11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kumimoji="1" lang="zh-CN" altLang="en-US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空间效率：</a:t>
              </a:r>
              <a:r>
                <a:rPr kumimoji="1" lang="en-US" altLang="zh-CN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O(</a:t>
              </a:r>
              <a:r>
                <a:rPr kumimoji="1" lang="en-US" altLang="zh-CN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  <a:cs typeface="+mn-cs"/>
                  <a:sym typeface="+mn-ea"/>
                </a:rPr>
                <a:t>n+rd)</a:t>
              </a:r>
              <a:endParaRPr kumimoji="1" lang="en-US" altLang="zh-CN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endParaRPr>
            </a:p>
            <a:p>
              <a:pPr>
                <a:lnSpc>
                  <a:spcPct val="11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kumimoji="1" lang="zh-CN" altLang="en-US">
                  <a:solidFill>
                    <a:srgbClr val="FF00FF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稳 定 性：</a:t>
              </a:r>
              <a:r>
                <a:rPr kumimoji="1" lang="zh-CN" altLang="en-US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+mn-cs"/>
                  <a:sym typeface="+mn-ea"/>
                </a:rPr>
                <a:t>稳定</a:t>
              </a:r>
            </a:p>
          </p:txBody>
        </p:sp>
        <p:sp>
          <p:nvSpPr>
            <p:cNvPr id="166919" name="AutoShape 9"/>
            <p:cNvSpPr>
              <a:spLocks noChangeArrowheads="1"/>
            </p:cNvSpPr>
            <p:nvPr/>
          </p:nvSpPr>
          <p:spPr bwMode="auto">
            <a:xfrm>
              <a:off x="839" y="1813"/>
              <a:ext cx="952" cy="846"/>
            </a:xfrm>
            <a:prstGeom prst="curvedRightArrow">
              <a:avLst>
                <a:gd name="adj1" fmla="val 20000"/>
                <a:gd name="adj2" fmla="val 40000"/>
                <a:gd name="adj3" fmla="val 3749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09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graphicFrame>
        <p:nvGraphicFramePr>
          <p:cNvPr id="247810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528370"/>
              </p:ext>
            </p:extLst>
          </p:nvPr>
        </p:nvGraphicFramePr>
        <p:xfrm>
          <a:off x="76200" y="165100"/>
          <a:ext cx="8826500" cy="712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502487" imgH="3632940" progId="Word.Document.8">
                  <p:embed/>
                </p:oleObj>
              </mc:Choice>
              <mc:Fallback>
                <p:oleObj name="Document" r:id="rId2" imgW="4502487" imgH="3632940" progId="Word.Document.8">
                  <p:embed/>
                  <p:pic>
                    <p:nvPicPr>
                      <p:cNvPr id="24781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65100"/>
                        <a:ext cx="8826500" cy="712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1" name="Rectangle 5"/>
          <p:cNvSpPr>
            <a:spLocks noChangeArrowheads="1"/>
          </p:cNvSpPr>
          <p:nvPr/>
        </p:nvSpPr>
        <p:spPr bwMode="auto">
          <a:xfrm>
            <a:off x="971550" y="5400675"/>
            <a:ext cx="7321550" cy="519113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楷体_GB2312"/>
              </a:rPr>
              <a:t>（数据不是</a:t>
            </a:r>
            <a:r>
              <a:rPr lang="zh-CN" altLang="en-US">
                <a:solidFill>
                  <a:srgbClr val="FF0000"/>
                </a:solidFill>
                <a:latin typeface="楷体_GB2312"/>
              </a:rPr>
              <a:t>顺次后移</a:t>
            </a:r>
            <a:r>
              <a:rPr lang="zh-CN" altLang="en-US">
                <a:latin typeface="楷体_GB2312"/>
              </a:rPr>
              <a:t>时将导致方法不稳定）</a:t>
            </a:r>
          </a:p>
        </p:txBody>
      </p:sp>
      <p:sp>
        <p:nvSpPr>
          <p:cNvPr id="1186822" name="Rectangle 6"/>
          <p:cNvSpPr>
            <a:spLocks noChangeArrowheads="1"/>
          </p:cNvSpPr>
          <p:nvPr/>
        </p:nvSpPr>
        <p:spPr bwMode="auto">
          <a:xfrm>
            <a:off x="34925" y="-26988"/>
            <a:ext cx="3203575" cy="533401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排序算法比较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06D1476-38EB-8243-CB21-A3DB73E5D263}"/>
                  </a:ext>
                </a:extLst>
              </p14:cNvPr>
              <p14:cNvContentPartPr/>
              <p14:nvPr/>
            </p14:nvContentPartPr>
            <p14:xfrm>
              <a:off x="1636584" y="2589308"/>
              <a:ext cx="36252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06D1476-38EB-8243-CB21-A3DB73E5D2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2584" y="2481308"/>
                <a:ext cx="470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BBF597D-2E3E-8BCD-5750-DA4C7872A9CD}"/>
                  </a:ext>
                </a:extLst>
              </p14:cNvPr>
              <p14:cNvContentPartPr/>
              <p14:nvPr/>
            </p14:nvContentPartPr>
            <p14:xfrm>
              <a:off x="1636584" y="3365468"/>
              <a:ext cx="74340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BBF597D-2E3E-8BCD-5750-DA4C7872A9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2584" y="3257468"/>
                <a:ext cx="851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5296845-673C-4825-BDB9-B750035882B9}"/>
                  </a:ext>
                </a:extLst>
              </p14:cNvPr>
              <p14:cNvContentPartPr/>
              <p14:nvPr/>
            </p14:nvContentPartPr>
            <p14:xfrm>
              <a:off x="1613544" y="4109948"/>
              <a:ext cx="654840" cy="16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5296845-673C-4825-BDB9-B750035882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9544" y="4001948"/>
                <a:ext cx="7624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B7F123C-9163-8DA7-EF12-BD5508D238B2}"/>
                  </a:ext>
                </a:extLst>
              </p14:cNvPr>
              <p14:cNvContentPartPr/>
              <p14:nvPr/>
            </p14:nvContentPartPr>
            <p14:xfrm>
              <a:off x="1567464" y="4509548"/>
              <a:ext cx="947160" cy="9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B7F123C-9163-8DA7-EF12-BD5508D238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13464" y="4397048"/>
                <a:ext cx="1054800" cy="2336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AC616E6-649B-91FC-9AD5-98C7C6FA9210}"/>
                  </a:ext>
                </a:extLst>
              </p14:cNvPr>
              <p14:cNvContentPartPr/>
              <p14:nvPr/>
            </p14:nvContentPartPr>
            <p14:xfrm>
              <a:off x="1582584" y="4917428"/>
              <a:ext cx="95148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AC616E6-649B-91FC-9AD5-98C7C6FA921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28584" y="4809428"/>
                <a:ext cx="1059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9510C27-D51E-7563-2EDC-7C6DDA0D5FB0}"/>
                  </a:ext>
                </a:extLst>
              </p14:cNvPr>
              <p14:cNvContentPartPr/>
              <p14:nvPr/>
            </p14:nvContentPartPr>
            <p14:xfrm>
              <a:off x="6723384" y="4472108"/>
              <a:ext cx="122400" cy="86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9510C27-D51E-7563-2EDC-7C6DDA0D5FB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69384" y="4364108"/>
                <a:ext cx="2300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7F7E8CE2-7EF2-2FEF-F4B4-FCBB63B45C26}"/>
                  </a:ext>
                </a:extLst>
              </p14:cNvPr>
              <p14:cNvContentPartPr/>
              <p14:nvPr/>
            </p14:nvContentPartPr>
            <p14:xfrm>
              <a:off x="7153584" y="3427028"/>
              <a:ext cx="77832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7F7E8CE2-7EF2-2FEF-F4B4-FCBB63B45C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99584" y="3319028"/>
                <a:ext cx="88596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3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248834" name="Rectangle 4"/>
          <p:cNvSpPr>
            <a:spLocks noChangeArrowheads="1"/>
          </p:cNvSpPr>
          <p:nvPr/>
        </p:nvSpPr>
        <p:spPr bwMode="auto">
          <a:xfrm>
            <a:off x="323850" y="762000"/>
            <a:ext cx="8351838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_GB2312"/>
              </a:rPr>
              <a:t>按平均时间排序方法分为四类</a:t>
            </a:r>
          </a:p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    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O(n</a:t>
            </a:r>
            <a:r>
              <a:rPr lang="en-US" altLang="zh-CN" baseline="30000" dirty="0">
                <a:solidFill>
                  <a:srgbClr val="FF3300"/>
                </a:solidFill>
                <a:latin typeface="楷体_GB2312"/>
              </a:rPr>
              <a:t>2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)</a:t>
            </a: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、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O(</a:t>
            </a:r>
            <a:r>
              <a:rPr lang="en-US" altLang="zh-CN" dirty="0" err="1">
                <a:solidFill>
                  <a:srgbClr val="FF3300"/>
                </a:solidFill>
                <a:latin typeface="楷体_GB2312"/>
              </a:rPr>
              <a:t>nlog</a:t>
            </a:r>
            <a:r>
              <a:rPr lang="en-US" altLang="zh-CN" baseline="30000" dirty="0" err="1">
                <a:solidFill>
                  <a:srgbClr val="FF3300"/>
                </a:solidFill>
                <a:latin typeface="楷体_GB2312"/>
              </a:rPr>
              <a:t>n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)</a:t>
            </a: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、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O(n</a:t>
            </a:r>
            <a:r>
              <a:rPr lang="en-US" altLang="zh-CN" baseline="30000" dirty="0">
                <a:solidFill>
                  <a:srgbClr val="FF3300"/>
                </a:solidFill>
                <a:latin typeface="楷体_GB2312"/>
              </a:rPr>
              <a:t>1+</a:t>
            </a:r>
            <a:r>
              <a:rPr lang="en-US" altLang="zh-CN" baseline="30000" dirty="0">
                <a:solidFill>
                  <a:srgbClr val="FF3300"/>
                </a:solidFill>
                <a:latin typeface="楷体_GB2312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)</a:t>
            </a: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、</a:t>
            </a:r>
            <a:r>
              <a:rPr lang="en-US" altLang="zh-CN" dirty="0">
                <a:solidFill>
                  <a:srgbClr val="FF3300"/>
                </a:solidFill>
                <a:latin typeface="楷体_GB2312"/>
              </a:rPr>
              <a:t>O(n)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238500" y="3068638"/>
            <a:ext cx="4914900" cy="1627187"/>
            <a:chOff x="2040" y="1933"/>
            <a:chExt cx="3096" cy="1025"/>
          </a:xfrm>
        </p:grpSpPr>
        <p:sp>
          <p:nvSpPr>
            <p:cNvPr id="248836" name="Rectangle 6"/>
            <p:cNvSpPr>
              <a:spLocks noChangeArrowheads="1"/>
            </p:cNvSpPr>
            <p:nvPr/>
          </p:nvSpPr>
          <p:spPr bwMode="auto">
            <a:xfrm>
              <a:off x="2040" y="2394"/>
              <a:ext cx="3096" cy="56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lvl="2">
                <a:spcBef>
                  <a:spcPct val="20000"/>
                </a:spcBef>
              </a:pPr>
              <a:r>
                <a:rPr lang="zh-CN" altLang="en-US" sz="2400"/>
                <a:t>知道各级关键字的</a:t>
              </a:r>
              <a:r>
                <a:rPr lang="zh-CN" altLang="en-US" sz="2400">
                  <a:solidFill>
                    <a:srgbClr val="FF3300"/>
                  </a:solidFill>
                </a:rPr>
                <a:t>主次关系</a:t>
              </a:r>
            </a:p>
            <a:p>
              <a:pPr lvl="2">
                <a:spcBef>
                  <a:spcPct val="20000"/>
                </a:spcBef>
              </a:pPr>
              <a:r>
                <a:rPr lang="zh-CN" altLang="en-US" sz="2400"/>
                <a:t>知道各级关键字的</a:t>
              </a:r>
              <a:r>
                <a:rPr lang="zh-CN" altLang="en-US" sz="2400">
                  <a:solidFill>
                    <a:srgbClr val="FF3300"/>
                  </a:solidFill>
                </a:rPr>
                <a:t>取值范围</a:t>
              </a:r>
            </a:p>
          </p:txBody>
        </p:sp>
        <p:sp>
          <p:nvSpPr>
            <p:cNvPr id="248837" name="AutoShape 7"/>
            <p:cNvSpPr>
              <a:spLocks noChangeArrowheads="1"/>
            </p:cNvSpPr>
            <p:nvPr/>
          </p:nvSpPr>
          <p:spPr bwMode="auto">
            <a:xfrm>
              <a:off x="4342" y="1933"/>
              <a:ext cx="227" cy="461"/>
            </a:xfrm>
            <a:prstGeom prst="downArrow">
              <a:avLst>
                <a:gd name="adj1" fmla="val 50000"/>
                <a:gd name="adj2" fmla="val 5075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188872" name="Rectangle 8"/>
          <p:cNvSpPr>
            <a:spLocks noChangeArrowheads="1"/>
          </p:cNvSpPr>
          <p:nvPr/>
        </p:nvSpPr>
        <p:spPr bwMode="auto">
          <a:xfrm>
            <a:off x="323850" y="1916113"/>
            <a:ext cx="856932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快速排序</a:t>
            </a:r>
            <a:r>
              <a:rPr lang="zh-CN" altLang="en-US" dirty="0">
                <a:latin typeface="楷体_GB2312"/>
              </a:rPr>
              <a:t>是基于比较的内部排序中平均性能最好的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3300"/>
                </a:solidFill>
                <a:latin typeface="楷体_GB2312"/>
              </a:rPr>
              <a:t>基数排序</a:t>
            </a:r>
            <a:r>
              <a:rPr lang="zh-CN" altLang="en-US" dirty="0">
                <a:highlight>
                  <a:srgbClr val="00FF00"/>
                </a:highlight>
                <a:latin typeface="楷体_GB2312"/>
              </a:rPr>
              <a:t>时间复杂度最低，但对关键字结构有要求</a:t>
            </a:r>
          </a:p>
        </p:txBody>
      </p:sp>
      <p:sp>
        <p:nvSpPr>
          <p:cNvPr id="1188874" name="Rectangle 10"/>
          <p:cNvSpPr>
            <a:spLocks noChangeArrowheads="1"/>
          </p:cNvSpPr>
          <p:nvPr/>
        </p:nvSpPr>
        <p:spPr bwMode="auto">
          <a:xfrm>
            <a:off x="34925" y="-26988"/>
            <a:ext cx="3203575" cy="533401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排序算法比较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18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87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7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91940" name="Rectangle 4"/>
          <p:cNvSpPr>
            <a:spLocks noChangeArrowheads="1"/>
          </p:cNvSpPr>
          <p:nvPr/>
        </p:nvSpPr>
        <p:spPr bwMode="auto">
          <a:xfrm>
            <a:off x="323850" y="908050"/>
            <a:ext cx="8567738" cy="14589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zh-CN" altLang="en-US"/>
              <a:t>为避免顺序存储时大量移动记录的时间开销，可考虑用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链</a:t>
            </a:r>
            <a:r>
              <a:rPr lang="zh-CN" altLang="en-US">
                <a:solidFill>
                  <a:srgbClr val="FF3300"/>
                </a:solidFill>
              </a:rPr>
              <a:t>表作为存储结构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/>
              <a:t>　　　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直接插入排序、归并排序、基数排序</a:t>
            </a:r>
          </a:p>
        </p:txBody>
      </p:sp>
      <p:sp>
        <p:nvSpPr>
          <p:cNvPr id="1191941" name="Rectangle 5"/>
          <p:cNvSpPr>
            <a:spLocks noChangeArrowheads="1"/>
          </p:cNvSpPr>
          <p:nvPr/>
        </p:nvSpPr>
        <p:spPr bwMode="auto">
          <a:xfrm>
            <a:off x="323850" y="2582863"/>
            <a:ext cx="8567738" cy="10318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ü"/>
            </a:pPr>
            <a:r>
              <a:rPr lang="zh-CN" altLang="en-US"/>
              <a:t>不宜采用</a:t>
            </a:r>
            <a:r>
              <a:rPr lang="zh-CN" altLang="en-US">
                <a:solidFill>
                  <a:srgbClr val="FF3300"/>
                </a:solidFill>
              </a:rPr>
              <a:t>链表作为存储结构的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/>
              <a:t>　　　</a:t>
            </a:r>
            <a:r>
              <a:rPr lang="zh-CN" altLang="en-US" dirty="0">
                <a:solidFill>
                  <a:srgbClr val="FF3300"/>
                </a:solidFill>
                <a:highlight>
                  <a:srgbClr val="00FF00"/>
                </a:highlight>
              </a:rPr>
              <a:t>折半插入排序、希尔排序、快速排序、堆排序</a:t>
            </a:r>
          </a:p>
        </p:txBody>
      </p:sp>
      <p:sp>
        <p:nvSpPr>
          <p:cNvPr id="1191942" name="Rectangle 6"/>
          <p:cNvSpPr>
            <a:spLocks noChangeArrowheads="1"/>
          </p:cNvSpPr>
          <p:nvPr/>
        </p:nvSpPr>
        <p:spPr bwMode="auto">
          <a:xfrm>
            <a:off x="34925" y="-26988"/>
            <a:ext cx="3203575" cy="533401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排序算法比较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1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1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1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1940" grpId="0" animBg="1"/>
      <p:bldP spid="1191941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1" name="页脚占位符 2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kumimoji="0" lang="zh-CN" altLang="en-US" sz="1400" dirty="0">
              <a:cs typeface="楷体_GB2312"/>
            </a:endParaRPr>
          </a:p>
        </p:txBody>
      </p:sp>
      <p:sp>
        <p:nvSpPr>
          <p:cNvPr id="1190916" name="Text Box 4"/>
          <p:cNvSpPr txBox="1">
            <a:spLocks noChangeArrowheads="1"/>
          </p:cNvSpPr>
          <p:nvPr/>
        </p:nvSpPr>
        <p:spPr bwMode="auto">
          <a:xfrm>
            <a:off x="1042988" y="1268413"/>
            <a:ext cx="7850187" cy="1993900"/>
          </a:xfrm>
          <a:prstGeom prst="rect">
            <a:avLst/>
          </a:prstGeom>
          <a:noFill/>
          <a:ln w="762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>
                <a:latin typeface="楷体_GB2312"/>
              </a:rPr>
              <a:t>（</a:t>
            </a:r>
            <a:r>
              <a:rPr lang="en-US" altLang="zh-CN" sz="2400">
                <a:latin typeface="楷体_GB2312"/>
              </a:rPr>
              <a:t>1</a:t>
            </a:r>
            <a:r>
              <a:rPr lang="zh-CN" altLang="en-US" sz="2400">
                <a:latin typeface="楷体_GB2312"/>
              </a:rPr>
              <a:t>）分布随机，稳定性不做要求，则采用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快速</a:t>
            </a:r>
            <a:r>
              <a:rPr lang="zh-CN" altLang="en-US" sz="2400">
                <a:latin typeface="楷体_GB2312"/>
              </a:rPr>
              <a:t>排序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>
                <a:latin typeface="楷体_GB2312"/>
              </a:rPr>
              <a:t>（</a:t>
            </a:r>
            <a:r>
              <a:rPr lang="en-US" altLang="zh-CN" sz="2400">
                <a:latin typeface="楷体_GB2312"/>
              </a:rPr>
              <a:t>2</a:t>
            </a:r>
            <a:r>
              <a:rPr lang="zh-CN" altLang="en-US" sz="2400">
                <a:latin typeface="楷体_GB2312"/>
              </a:rPr>
              <a:t>）内存允许，要求排序稳定时，则采用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归并</a:t>
            </a:r>
            <a:r>
              <a:rPr lang="zh-CN" altLang="en-US" sz="2400">
                <a:latin typeface="楷体_GB2312"/>
              </a:rPr>
              <a:t>排序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>
                <a:latin typeface="楷体_GB2312"/>
              </a:rPr>
              <a:t>（</a:t>
            </a:r>
            <a:r>
              <a:rPr lang="en-US" altLang="zh-CN" sz="2400">
                <a:latin typeface="楷体_GB2312"/>
              </a:rPr>
              <a:t>3</a:t>
            </a:r>
            <a:r>
              <a:rPr lang="zh-CN" altLang="en-US" sz="2400">
                <a:latin typeface="楷体_GB2312"/>
              </a:rPr>
              <a:t>）可能会出现正序或逆序，稳定性不做要求，则采用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堆</a:t>
            </a:r>
            <a:r>
              <a:rPr lang="zh-CN" altLang="en-US" sz="2400">
                <a:latin typeface="楷体_GB2312"/>
              </a:rPr>
              <a:t>排序或</a:t>
            </a:r>
            <a:r>
              <a:rPr lang="zh-CN" altLang="en-US" sz="2400">
                <a:solidFill>
                  <a:srgbClr val="FF3300"/>
                </a:solidFill>
                <a:latin typeface="楷体_GB2312"/>
              </a:rPr>
              <a:t>归并</a:t>
            </a:r>
            <a:r>
              <a:rPr lang="zh-CN" altLang="en-US" sz="2400">
                <a:latin typeface="楷体_GB2312"/>
              </a:rPr>
              <a:t>排序</a:t>
            </a:r>
          </a:p>
        </p:txBody>
      </p:sp>
      <p:sp>
        <p:nvSpPr>
          <p:cNvPr id="1190917" name="Rectangle 5"/>
          <p:cNvSpPr>
            <a:spLocks noChangeArrowheads="1"/>
          </p:cNvSpPr>
          <p:nvPr/>
        </p:nvSpPr>
        <p:spPr bwMode="auto">
          <a:xfrm>
            <a:off x="34925" y="-26988"/>
            <a:ext cx="3529013" cy="533401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buFontTx/>
              <a:buNone/>
              <a:defRPr/>
            </a:pPr>
            <a:r>
              <a:rPr kumimoji="1"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cs typeface="+mn-cs"/>
                <a:sym typeface="+mn-ea"/>
              </a:rPr>
              <a:t>排序算法选择规则</a:t>
            </a:r>
            <a:endParaRPr kumimoji="1" lang="zh-CN" altLang="en-US">
              <a:solidFill>
                <a:srgbClr val="FF3300"/>
              </a:solidFill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1190920" name="Rectangle 8"/>
          <p:cNvSpPr>
            <a:spLocks noChangeArrowheads="1"/>
          </p:cNvSpPr>
          <p:nvPr/>
        </p:nvSpPr>
        <p:spPr bwMode="auto">
          <a:xfrm>
            <a:off x="34925" y="692150"/>
            <a:ext cx="145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r>
              <a:rPr lang="en-US" altLang="zh-CN">
                <a:solidFill>
                  <a:srgbClr val="FF3300"/>
                </a:solidFill>
              </a:rPr>
              <a:t>n</a:t>
            </a:r>
            <a:r>
              <a:rPr lang="zh-CN" altLang="en-US">
                <a:solidFill>
                  <a:srgbClr val="FF3300"/>
                </a:solidFill>
              </a:rPr>
              <a:t>较大时</a:t>
            </a:r>
          </a:p>
        </p:txBody>
      </p:sp>
      <p:sp>
        <p:nvSpPr>
          <p:cNvPr id="1190921" name="Text Box 9"/>
          <p:cNvSpPr txBox="1">
            <a:spLocks noChangeArrowheads="1"/>
          </p:cNvSpPr>
          <p:nvPr/>
        </p:nvSpPr>
        <p:spPr bwMode="auto">
          <a:xfrm>
            <a:off x="1042988" y="3933825"/>
            <a:ext cx="7850187" cy="1274763"/>
          </a:xfrm>
          <a:prstGeom prst="rect">
            <a:avLst/>
          </a:prstGeom>
          <a:noFill/>
          <a:ln w="762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>
                <a:latin typeface="楷体_GB2312"/>
              </a:rPr>
              <a:t>（</a:t>
            </a:r>
            <a:r>
              <a:rPr lang="en-US" altLang="zh-CN" sz="2400">
                <a:latin typeface="楷体_GB2312"/>
              </a:rPr>
              <a:t>1</a:t>
            </a:r>
            <a:r>
              <a:rPr lang="zh-CN" altLang="en-US" sz="2400">
                <a:latin typeface="楷体_GB2312"/>
              </a:rPr>
              <a:t>）</a:t>
            </a:r>
            <a:r>
              <a:rPr lang="zh-CN" altLang="en-US" sz="2400"/>
              <a:t>基本有序，则采用</a:t>
            </a:r>
            <a:r>
              <a:rPr lang="zh-CN" altLang="en-US" sz="2400">
                <a:solidFill>
                  <a:srgbClr val="FF3300"/>
                </a:solidFill>
              </a:rPr>
              <a:t>直接插入</a:t>
            </a:r>
            <a:r>
              <a:rPr lang="zh-CN" altLang="en-US" sz="2400"/>
              <a:t>排序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）分布随机，则采用</a:t>
            </a:r>
            <a:r>
              <a:rPr lang="zh-CN" altLang="en-US" sz="2400">
                <a:solidFill>
                  <a:srgbClr val="FF3300"/>
                </a:solidFill>
              </a:rPr>
              <a:t>简单选择</a:t>
            </a:r>
            <a:r>
              <a:rPr lang="zh-CN" altLang="en-US" sz="2400"/>
              <a:t>排序，若排序码不接近逆序，也可以采用直接插入排序</a:t>
            </a:r>
          </a:p>
        </p:txBody>
      </p:sp>
      <p:sp>
        <p:nvSpPr>
          <p:cNvPr id="1190922" name="Rectangle 10"/>
          <p:cNvSpPr>
            <a:spLocks noChangeArrowheads="1"/>
          </p:cNvSpPr>
          <p:nvPr/>
        </p:nvSpPr>
        <p:spPr bwMode="auto">
          <a:xfrm>
            <a:off x="34925" y="3270250"/>
            <a:ext cx="145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r>
              <a:rPr lang="en-US" altLang="zh-CN">
                <a:solidFill>
                  <a:srgbClr val="FF3300"/>
                </a:solidFill>
              </a:rPr>
              <a:t>n</a:t>
            </a:r>
            <a:r>
              <a:rPr lang="zh-CN" altLang="en-US">
                <a:solidFill>
                  <a:srgbClr val="FF3300"/>
                </a:solidFill>
              </a:rPr>
              <a:t>较小时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0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0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09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909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909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909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909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90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90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90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90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90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90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90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90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90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90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90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90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90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90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90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11909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119092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9092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1190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90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1190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90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0" dur="2000"/>
                                        <p:tgtEl>
                                          <p:spTgt spid="11909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5" dur="2000"/>
                                        <p:tgtEl>
                                          <p:spTgt spid="1190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0" dur="2000"/>
                                        <p:tgtEl>
                                          <p:spTgt spid="1190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0916" grpId="0" build="p" animBg="1"/>
      <p:bldP spid="1190920" grpId="0"/>
      <p:bldP spid="1190921" grpId="0" build="p" animBg="1"/>
      <p:bldP spid="119092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M2MjJlYmI3NmRjNjQ5OTI3YWIwMjUzMDA1Mjk3NTk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默认设计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8708</Words>
  <Application>Microsoft Office PowerPoint</Application>
  <PresentationFormat>全屏显示(4:3)</PresentationFormat>
  <Paragraphs>3031</Paragraphs>
  <Slides>136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136</vt:i4>
      </vt:variant>
    </vt:vector>
  </HeadingPairs>
  <TitlesOfParts>
    <vt:vector size="153" baseType="lpstr">
      <vt:lpstr>Monotype Sorts</vt:lpstr>
      <vt:lpstr>仿宋_GB2312</vt:lpstr>
      <vt:lpstr>黑体</vt:lpstr>
      <vt:lpstr>华光楷体二_CNKI</vt:lpstr>
      <vt:lpstr>华文楷体</vt:lpstr>
      <vt:lpstr>华文行楷</vt:lpstr>
      <vt:lpstr>楷体_GB2312</vt:lpstr>
      <vt:lpstr>隶书</vt:lpstr>
      <vt:lpstr>宋体</vt:lpstr>
      <vt:lpstr>Arial</vt:lpstr>
      <vt:lpstr>Symbol</vt:lpstr>
      <vt:lpstr>Tahoma</vt:lpstr>
      <vt:lpstr>Times New Roman</vt:lpstr>
      <vt:lpstr>Wingdings</vt:lpstr>
      <vt:lpstr>默认设计模板</vt:lpstr>
      <vt:lpstr>Equation.3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希尔排序例子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cyuyan</dc:title>
  <dc:creator>lidongmei</dc:creator>
  <cp:lastModifiedBy>744311194@qq.com</cp:lastModifiedBy>
  <cp:revision>1382</cp:revision>
  <dcterms:created xsi:type="dcterms:W3CDTF">1996-07-15T15:40:02Z</dcterms:created>
  <dcterms:modified xsi:type="dcterms:W3CDTF">2025-04-23T07:10:54Z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C449B153D3804671A9EF61DDD26E8B8D</vt:lpwstr>
  </property>
</Properties>
</file>