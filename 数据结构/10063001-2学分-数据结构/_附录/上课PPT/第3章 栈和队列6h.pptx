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tags/tag2.xml" ContentType="application/vnd.openxmlformats-officedocument.presentationml.tags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notesSlides/notesSlide6.xml" ContentType="application/vnd.openxmlformats-officedocument.presentationml.notesSlide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tags/tag168.xml" ContentType="application/vnd.openxmlformats-officedocument.presentationml.tags+xml"/>
  <Override PartName="/ppt/tags/tag169.xml" ContentType="application/vnd.openxmlformats-officedocument.presentationml.tags+xml"/>
  <Override PartName="/ppt/tags/tag170.xml" ContentType="application/vnd.openxmlformats-officedocument.presentationml.tags+xml"/>
  <Override PartName="/ppt/tags/tag171.xml" ContentType="application/vnd.openxmlformats-officedocument.presentationml.tags+xml"/>
  <Override PartName="/ppt/tags/tag172.xml" ContentType="application/vnd.openxmlformats-officedocument.presentationml.tags+xml"/>
  <Override PartName="/ppt/tags/tag173.xml" ContentType="application/vnd.openxmlformats-officedocument.presentationml.tags+xml"/>
  <Override PartName="/ppt/tags/tag174.xml" ContentType="application/vnd.openxmlformats-officedocument.presentationml.tags+xml"/>
  <Override PartName="/ppt/tags/tag175.xml" ContentType="application/vnd.openxmlformats-officedocument.presentationml.tags+xml"/>
  <Override PartName="/ppt/tags/tag176.xml" ContentType="application/vnd.openxmlformats-officedocument.presentationml.tags+xml"/>
  <Override PartName="/ppt/tags/tag177.xml" ContentType="application/vnd.openxmlformats-officedocument.presentationml.tags+xml"/>
  <Override PartName="/ppt/tags/tag178.xml" ContentType="application/vnd.openxmlformats-officedocument.presentationml.tags+xml"/>
  <Override PartName="/ppt/tags/tag179.xml" ContentType="application/vnd.openxmlformats-officedocument.presentationml.tags+xml"/>
  <Override PartName="/ppt/tags/tag180.xml" ContentType="application/vnd.openxmlformats-officedocument.presentationml.tags+xml"/>
  <Override PartName="/ppt/tags/tag181.xml" ContentType="application/vnd.openxmlformats-officedocument.presentationml.tags+xml"/>
  <Override PartName="/ppt/tags/tag182.xml" ContentType="application/vnd.openxmlformats-officedocument.presentationml.tags+xml"/>
  <Override PartName="/ppt/tags/tag183.xml" ContentType="application/vnd.openxmlformats-officedocument.presentationml.tags+xml"/>
  <Override PartName="/ppt/tags/tag184.xml" ContentType="application/vnd.openxmlformats-officedocument.presentationml.tags+xml"/>
  <Override PartName="/ppt/tags/tag185.xml" ContentType="application/vnd.openxmlformats-officedocument.presentationml.tags+xml"/>
  <Override PartName="/ppt/tags/tag186.xml" ContentType="application/vnd.openxmlformats-officedocument.presentationml.tags+xml"/>
  <Override PartName="/ppt/tags/tag187.xml" ContentType="application/vnd.openxmlformats-officedocument.presentationml.tags+xml"/>
  <Override PartName="/ppt/tags/tag188.xml" ContentType="application/vnd.openxmlformats-officedocument.presentationml.tags+xml"/>
  <Override PartName="/ppt/tags/tag189.xml" ContentType="application/vnd.openxmlformats-officedocument.presentationml.tags+xml"/>
  <Override PartName="/ppt/tags/tag190.xml" ContentType="application/vnd.openxmlformats-officedocument.presentationml.tags+xml"/>
  <Override PartName="/ppt/tags/tag191.xml" ContentType="application/vnd.openxmlformats-officedocument.presentationml.tags+xml"/>
  <Override PartName="/ppt/tags/tag192.xml" ContentType="application/vnd.openxmlformats-officedocument.presentationml.tags+xml"/>
  <Override PartName="/ppt/tags/tag193.xml" ContentType="application/vnd.openxmlformats-officedocument.presentationml.tags+xml"/>
  <Override PartName="/ppt/tags/tag194.xml" ContentType="application/vnd.openxmlformats-officedocument.presentationml.tags+xml"/>
  <Override PartName="/ppt/tags/tag195.xml" ContentType="application/vnd.openxmlformats-officedocument.presentationml.tags+xml"/>
  <Override PartName="/ppt/tags/tag196.xml" ContentType="application/vnd.openxmlformats-officedocument.presentationml.tags+xml"/>
  <Override PartName="/ppt/tags/tag197.xml" ContentType="application/vnd.openxmlformats-officedocument.presentationml.tags+xml"/>
  <Override PartName="/ppt/tags/tag198.xml" ContentType="application/vnd.openxmlformats-officedocument.presentationml.tags+xml"/>
  <Override PartName="/ppt/tags/tag199.xml" ContentType="application/vnd.openxmlformats-officedocument.presentationml.tags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80" r:id="rId2"/>
  </p:sldMasterIdLst>
  <p:notesMasterIdLst>
    <p:notesMasterId r:id="rId79"/>
  </p:notesMasterIdLst>
  <p:handoutMasterIdLst>
    <p:handoutMasterId r:id="rId80"/>
  </p:handoutMasterIdLst>
  <p:sldIdLst>
    <p:sldId id="256" r:id="rId3"/>
    <p:sldId id="939" r:id="rId4"/>
    <p:sldId id="509" r:id="rId5"/>
    <p:sldId id="510" r:id="rId6"/>
    <p:sldId id="941" r:id="rId7"/>
    <p:sldId id="942" r:id="rId8"/>
    <p:sldId id="937" r:id="rId9"/>
    <p:sldId id="513" r:id="rId10"/>
    <p:sldId id="935" r:id="rId11"/>
    <p:sldId id="511" r:id="rId12"/>
    <p:sldId id="757" r:id="rId13"/>
    <p:sldId id="1172" r:id="rId14"/>
    <p:sldId id="1173" r:id="rId15"/>
    <p:sldId id="758" r:id="rId16"/>
    <p:sldId id="517" r:id="rId17"/>
    <p:sldId id="512" r:id="rId18"/>
    <p:sldId id="651" r:id="rId19"/>
    <p:sldId id="760" r:id="rId20"/>
    <p:sldId id="761" r:id="rId21"/>
    <p:sldId id="655" r:id="rId22"/>
    <p:sldId id="1189" r:id="rId23"/>
    <p:sldId id="668" r:id="rId24"/>
    <p:sldId id="669" r:id="rId25"/>
    <p:sldId id="670" r:id="rId26"/>
    <p:sldId id="677" r:id="rId27"/>
    <p:sldId id="764" r:id="rId28"/>
    <p:sldId id="765" r:id="rId29"/>
    <p:sldId id="768" r:id="rId30"/>
    <p:sldId id="678" r:id="rId31"/>
    <p:sldId id="680" r:id="rId32"/>
    <p:sldId id="1175" r:id="rId33"/>
    <p:sldId id="1176" r:id="rId34"/>
    <p:sldId id="1177" r:id="rId35"/>
    <p:sldId id="803" r:id="rId36"/>
    <p:sldId id="804" r:id="rId37"/>
    <p:sldId id="923" r:id="rId38"/>
    <p:sldId id="872" r:id="rId39"/>
    <p:sldId id="924" r:id="rId40"/>
    <p:sldId id="1180" r:id="rId41"/>
    <p:sldId id="1181" r:id="rId42"/>
    <p:sldId id="874" r:id="rId43"/>
    <p:sldId id="875" r:id="rId44"/>
    <p:sldId id="876" r:id="rId45"/>
    <p:sldId id="877" r:id="rId46"/>
    <p:sldId id="879" r:id="rId47"/>
    <p:sldId id="881" r:id="rId48"/>
    <p:sldId id="882" r:id="rId49"/>
    <p:sldId id="1182" r:id="rId50"/>
    <p:sldId id="805" r:id="rId51"/>
    <p:sldId id="806" r:id="rId52"/>
    <p:sldId id="807" r:id="rId53"/>
    <p:sldId id="808" r:id="rId54"/>
    <p:sldId id="829" r:id="rId55"/>
    <p:sldId id="811" r:id="rId56"/>
    <p:sldId id="812" r:id="rId57"/>
    <p:sldId id="813" r:id="rId58"/>
    <p:sldId id="814" r:id="rId59"/>
    <p:sldId id="1190" r:id="rId60"/>
    <p:sldId id="945" r:id="rId61"/>
    <p:sldId id="946" r:id="rId62"/>
    <p:sldId id="947" r:id="rId63"/>
    <p:sldId id="1166" r:id="rId64"/>
    <p:sldId id="1167" r:id="rId65"/>
    <p:sldId id="950" r:id="rId66"/>
    <p:sldId id="951" r:id="rId67"/>
    <p:sldId id="952" r:id="rId68"/>
    <p:sldId id="953" r:id="rId69"/>
    <p:sldId id="955" r:id="rId70"/>
    <p:sldId id="970" r:id="rId71"/>
    <p:sldId id="971" r:id="rId72"/>
    <p:sldId id="1183" r:id="rId73"/>
    <p:sldId id="1184" r:id="rId74"/>
    <p:sldId id="1185" r:id="rId75"/>
    <p:sldId id="1186" r:id="rId76"/>
    <p:sldId id="1187" r:id="rId77"/>
    <p:sldId id="1188" r:id="rId78"/>
  </p:sldIdLst>
  <p:sldSz cx="9144000" cy="6858000" type="screen4x3"/>
  <p:notesSz cx="6858000" cy="9144000"/>
  <p:custDataLst>
    <p:tags r:id="rId81"/>
  </p:custDataLst>
  <p:defaultTextStyle>
    <a:defPPr>
      <a:defRPr lang="zh-CN"/>
    </a:defPPr>
    <a:lvl1pPr marL="0" lvl="0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Font typeface="Arial" panose="020B0604020202020204" pitchFamily="34" charset="0"/>
      <a:buNone/>
      <a:defRPr sz="2400" b="1" i="0" u="none" kern="1200" baseline="0">
        <a:solidFill>
          <a:schemeClr val="tx1"/>
        </a:solidFill>
        <a:latin typeface="Times New Roman" panose="02020603050405020304" pitchFamily="18" charset="0"/>
        <a:ea typeface="楷体_GB2312" charset="-122"/>
        <a:cs typeface="+mn-cs"/>
      </a:defRPr>
    </a:lvl1pPr>
    <a:lvl2pPr marL="457200" lvl="1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Font typeface="Arial" panose="020B0604020202020204" pitchFamily="34" charset="0"/>
      <a:buNone/>
      <a:defRPr sz="2400" b="1" i="0" u="none" kern="1200" baseline="0">
        <a:solidFill>
          <a:schemeClr val="tx1"/>
        </a:solidFill>
        <a:latin typeface="Times New Roman" panose="02020603050405020304" pitchFamily="18" charset="0"/>
        <a:ea typeface="楷体_GB2312" charset="-122"/>
        <a:cs typeface="+mn-cs"/>
      </a:defRPr>
    </a:lvl2pPr>
    <a:lvl3pPr marL="914400" lvl="2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Font typeface="Arial" panose="020B0604020202020204" pitchFamily="34" charset="0"/>
      <a:buNone/>
      <a:defRPr sz="2400" b="1" i="0" u="none" kern="1200" baseline="0">
        <a:solidFill>
          <a:schemeClr val="tx1"/>
        </a:solidFill>
        <a:latin typeface="Times New Roman" panose="02020603050405020304" pitchFamily="18" charset="0"/>
        <a:ea typeface="楷体_GB2312" charset="-122"/>
        <a:cs typeface="+mn-cs"/>
      </a:defRPr>
    </a:lvl3pPr>
    <a:lvl4pPr marL="1371600" lvl="3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Font typeface="Arial" panose="020B0604020202020204" pitchFamily="34" charset="0"/>
      <a:buNone/>
      <a:defRPr sz="2400" b="1" i="0" u="none" kern="1200" baseline="0">
        <a:solidFill>
          <a:schemeClr val="tx1"/>
        </a:solidFill>
        <a:latin typeface="Times New Roman" panose="02020603050405020304" pitchFamily="18" charset="0"/>
        <a:ea typeface="楷体_GB2312" charset="-122"/>
        <a:cs typeface="+mn-cs"/>
      </a:defRPr>
    </a:lvl4pPr>
    <a:lvl5pPr marL="1828800" lvl="4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Font typeface="Arial" panose="020B0604020202020204" pitchFamily="34" charset="0"/>
      <a:buNone/>
      <a:defRPr sz="2400" b="1" i="0" u="none" kern="1200" baseline="0">
        <a:solidFill>
          <a:schemeClr val="tx1"/>
        </a:solidFill>
        <a:latin typeface="Times New Roman" panose="02020603050405020304" pitchFamily="18" charset="0"/>
        <a:ea typeface="楷体_GB2312" charset="-122"/>
        <a:cs typeface="+mn-cs"/>
      </a:defRPr>
    </a:lvl5pPr>
    <a:lvl6pPr marL="2286000" lvl="5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Font typeface="Arial" panose="020B0604020202020204" pitchFamily="34" charset="0"/>
      <a:buNone/>
      <a:defRPr sz="2400" b="1" i="0" u="none" kern="1200" baseline="0">
        <a:solidFill>
          <a:schemeClr val="tx1"/>
        </a:solidFill>
        <a:latin typeface="Times New Roman" panose="02020603050405020304" pitchFamily="18" charset="0"/>
        <a:ea typeface="楷体_GB2312" charset="-122"/>
        <a:cs typeface="+mn-cs"/>
      </a:defRPr>
    </a:lvl6pPr>
    <a:lvl7pPr marL="2743200" lvl="6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Font typeface="Arial" panose="020B0604020202020204" pitchFamily="34" charset="0"/>
      <a:buNone/>
      <a:defRPr sz="2400" b="1" i="0" u="none" kern="1200" baseline="0">
        <a:solidFill>
          <a:schemeClr val="tx1"/>
        </a:solidFill>
        <a:latin typeface="Times New Roman" panose="02020603050405020304" pitchFamily="18" charset="0"/>
        <a:ea typeface="楷体_GB2312" charset="-122"/>
        <a:cs typeface="+mn-cs"/>
      </a:defRPr>
    </a:lvl7pPr>
    <a:lvl8pPr marL="3200400" lvl="7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Font typeface="Arial" panose="020B0604020202020204" pitchFamily="34" charset="0"/>
      <a:buNone/>
      <a:defRPr sz="2400" b="1" i="0" u="none" kern="1200" baseline="0">
        <a:solidFill>
          <a:schemeClr val="tx1"/>
        </a:solidFill>
        <a:latin typeface="Times New Roman" panose="02020603050405020304" pitchFamily="18" charset="0"/>
        <a:ea typeface="楷体_GB2312" charset="-122"/>
        <a:cs typeface="+mn-cs"/>
      </a:defRPr>
    </a:lvl8pPr>
    <a:lvl9pPr marL="3657600" lvl="8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Font typeface="Arial" panose="020B0604020202020204" pitchFamily="34" charset="0"/>
      <a:buNone/>
      <a:defRPr sz="2400" b="1" i="0" u="none" kern="1200" baseline="0">
        <a:solidFill>
          <a:schemeClr val="tx1"/>
        </a:solidFill>
        <a:latin typeface="Times New Roman" panose="02020603050405020304" pitchFamily="18" charset="0"/>
        <a:ea typeface="楷体_GB231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14" userDrawn="1">
          <p15:clr>
            <a:srgbClr val="A4A3A4"/>
          </p15:clr>
        </p15:guide>
        <p15:guide id="2" pos="2884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FF6699"/>
    <a:srgbClr val="99FFCC"/>
    <a:srgbClr val="CCFFCC"/>
    <a:srgbClr val="FFFFE7"/>
    <a:srgbClr val="FF0000"/>
    <a:srgbClr val="CCCCFF"/>
    <a:srgbClr val="FFCCFF"/>
    <a:srgbClr val="FF33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0B11F2C-7568-4724-B17E-CB56E1301912}" v="19" dt="2025-04-16T00:41:45.29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3"/>
    <p:restoredTop sz="94608"/>
  </p:normalViewPr>
  <p:slideViewPr>
    <p:cSldViewPr snapToObjects="1" showGuides="1">
      <p:cViewPr varScale="1">
        <p:scale>
          <a:sx n="83" d="100"/>
          <a:sy n="83" d="100"/>
        </p:scale>
        <p:origin x="1912" y="60"/>
      </p:cViewPr>
      <p:guideLst>
        <p:guide orient="horz" pos="2114"/>
        <p:guide pos="2884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 showFormatting="0">
    <p:cViewPr>
      <p:scale>
        <a:sx n="66" d="100"/>
        <a:sy n="66" d="100"/>
      </p:scale>
      <p:origin x="0" y="6918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4.xml"/><Relationship Id="rId21" Type="http://schemas.openxmlformats.org/officeDocument/2006/relationships/slide" Target="slides/slide19.xml"/><Relationship Id="rId42" Type="http://schemas.openxmlformats.org/officeDocument/2006/relationships/slide" Target="slides/slide40.xml"/><Relationship Id="rId47" Type="http://schemas.openxmlformats.org/officeDocument/2006/relationships/slide" Target="slides/slide45.xml"/><Relationship Id="rId63" Type="http://schemas.openxmlformats.org/officeDocument/2006/relationships/slide" Target="slides/slide61.xml"/><Relationship Id="rId68" Type="http://schemas.openxmlformats.org/officeDocument/2006/relationships/slide" Target="slides/slide66.xml"/><Relationship Id="rId84" Type="http://schemas.openxmlformats.org/officeDocument/2006/relationships/theme" Target="theme/theme1.xml"/><Relationship Id="rId16" Type="http://schemas.openxmlformats.org/officeDocument/2006/relationships/slide" Target="slides/slide14.xml"/><Relationship Id="rId11" Type="http://schemas.openxmlformats.org/officeDocument/2006/relationships/slide" Target="slides/slide9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53" Type="http://schemas.openxmlformats.org/officeDocument/2006/relationships/slide" Target="slides/slide51.xml"/><Relationship Id="rId58" Type="http://schemas.openxmlformats.org/officeDocument/2006/relationships/slide" Target="slides/slide56.xml"/><Relationship Id="rId74" Type="http://schemas.openxmlformats.org/officeDocument/2006/relationships/slide" Target="slides/slide72.xml"/><Relationship Id="rId79" Type="http://schemas.openxmlformats.org/officeDocument/2006/relationships/notesMaster" Target="notesMasters/notesMaster1.xml"/><Relationship Id="rId5" Type="http://schemas.openxmlformats.org/officeDocument/2006/relationships/slide" Target="slides/slide3.xml"/><Relationship Id="rId19" Type="http://schemas.openxmlformats.org/officeDocument/2006/relationships/slide" Target="slides/slide1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slide" Target="slides/slide41.xml"/><Relationship Id="rId48" Type="http://schemas.openxmlformats.org/officeDocument/2006/relationships/slide" Target="slides/slide46.xml"/><Relationship Id="rId56" Type="http://schemas.openxmlformats.org/officeDocument/2006/relationships/slide" Target="slides/slide54.xml"/><Relationship Id="rId64" Type="http://schemas.openxmlformats.org/officeDocument/2006/relationships/slide" Target="slides/slide62.xml"/><Relationship Id="rId69" Type="http://schemas.openxmlformats.org/officeDocument/2006/relationships/slide" Target="slides/slide67.xml"/><Relationship Id="rId77" Type="http://schemas.openxmlformats.org/officeDocument/2006/relationships/slide" Target="slides/slide75.xml"/><Relationship Id="rId8" Type="http://schemas.openxmlformats.org/officeDocument/2006/relationships/slide" Target="slides/slide6.xml"/><Relationship Id="rId51" Type="http://schemas.openxmlformats.org/officeDocument/2006/relationships/slide" Target="slides/slide49.xml"/><Relationship Id="rId72" Type="http://schemas.openxmlformats.org/officeDocument/2006/relationships/slide" Target="slides/slide70.xml"/><Relationship Id="rId80" Type="http://schemas.openxmlformats.org/officeDocument/2006/relationships/handoutMaster" Target="handoutMasters/handoutMaster1.xml"/><Relationship Id="rId85" Type="http://schemas.openxmlformats.org/officeDocument/2006/relationships/tableStyles" Target="tableStyles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slide" Target="slides/slide44.xml"/><Relationship Id="rId59" Type="http://schemas.openxmlformats.org/officeDocument/2006/relationships/slide" Target="slides/slide57.xml"/><Relationship Id="rId67" Type="http://schemas.openxmlformats.org/officeDocument/2006/relationships/slide" Target="slides/slide65.xml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54" Type="http://schemas.openxmlformats.org/officeDocument/2006/relationships/slide" Target="slides/slide52.xml"/><Relationship Id="rId62" Type="http://schemas.openxmlformats.org/officeDocument/2006/relationships/slide" Target="slides/slide60.xml"/><Relationship Id="rId70" Type="http://schemas.openxmlformats.org/officeDocument/2006/relationships/slide" Target="slides/slide68.xml"/><Relationship Id="rId75" Type="http://schemas.openxmlformats.org/officeDocument/2006/relationships/slide" Target="slides/slide73.xml"/><Relationship Id="rId83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slide" Target="slides/slide47.xml"/><Relationship Id="rId57" Type="http://schemas.openxmlformats.org/officeDocument/2006/relationships/slide" Target="slides/slide55.xml"/><Relationship Id="rId10" Type="http://schemas.openxmlformats.org/officeDocument/2006/relationships/slide" Target="slides/slide8.xml"/><Relationship Id="rId31" Type="http://schemas.openxmlformats.org/officeDocument/2006/relationships/slide" Target="slides/slide29.xml"/><Relationship Id="rId44" Type="http://schemas.openxmlformats.org/officeDocument/2006/relationships/slide" Target="slides/slide42.xml"/><Relationship Id="rId52" Type="http://schemas.openxmlformats.org/officeDocument/2006/relationships/slide" Target="slides/slide50.xml"/><Relationship Id="rId60" Type="http://schemas.openxmlformats.org/officeDocument/2006/relationships/slide" Target="slides/slide58.xml"/><Relationship Id="rId65" Type="http://schemas.openxmlformats.org/officeDocument/2006/relationships/slide" Target="slides/slide63.xml"/><Relationship Id="rId73" Type="http://schemas.openxmlformats.org/officeDocument/2006/relationships/slide" Target="slides/slide71.xml"/><Relationship Id="rId78" Type="http://schemas.openxmlformats.org/officeDocument/2006/relationships/slide" Target="slides/slide76.xml"/><Relationship Id="rId81" Type="http://schemas.openxmlformats.org/officeDocument/2006/relationships/tags" Target="tags/tag1.xml"/><Relationship Id="rId86" Type="http://schemas.microsoft.com/office/2016/11/relationships/changesInfo" Target="changesInfos/changesInfo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9" Type="http://schemas.openxmlformats.org/officeDocument/2006/relationships/slide" Target="slides/slide37.xml"/><Relationship Id="rId34" Type="http://schemas.openxmlformats.org/officeDocument/2006/relationships/slide" Target="slides/slide32.xml"/><Relationship Id="rId50" Type="http://schemas.openxmlformats.org/officeDocument/2006/relationships/slide" Target="slides/slide48.xml"/><Relationship Id="rId55" Type="http://schemas.openxmlformats.org/officeDocument/2006/relationships/slide" Target="slides/slide53.xml"/><Relationship Id="rId76" Type="http://schemas.openxmlformats.org/officeDocument/2006/relationships/slide" Target="slides/slide74.xml"/><Relationship Id="rId7" Type="http://schemas.openxmlformats.org/officeDocument/2006/relationships/slide" Target="slides/slide5.xml"/><Relationship Id="rId71" Type="http://schemas.openxmlformats.org/officeDocument/2006/relationships/slide" Target="slides/slide69.xml"/><Relationship Id="rId2" Type="http://schemas.openxmlformats.org/officeDocument/2006/relationships/slideMaster" Target="slideMasters/slideMaster2.xml"/><Relationship Id="rId29" Type="http://schemas.openxmlformats.org/officeDocument/2006/relationships/slide" Target="slides/slide27.xml"/><Relationship Id="rId24" Type="http://schemas.openxmlformats.org/officeDocument/2006/relationships/slide" Target="slides/slide22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66" Type="http://schemas.openxmlformats.org/officeDocument/2006/relationships/slide" Target="slides/slide64.xml"/><Relationship Id="rId87" Type="http://schemas.microsoft.com/office/2015/10/relationships/revisionInfo" Target="revisionInfo.xml"/><Relationship Id="rId61" Type="http://schemas.openxmlformats.org/officeDocument/2006/relationships/slide" Target="slides/slide59.xml"/><Relationship Id="rId82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744311194@qq.com" userId="e2a28223f2085f4b" providerId="LiveId" clId="{90B11F2C-7568-4724-B17E-CB56E1301912}"/>
    <pc:docChg chg="undo redo custSel addSld delSld modSld delMainMaster">
      <pc:chgData name="744311194@qq.com" userId="e2a28223f2085f4b" providerId="LiveId" clId="{90B11F2C-7568-4724-B17E-CB56E1301912}" dt="2025-04-23T02:17:55.500" v="5530" actId="47"/>
      <pc:docMkLst>
        <pc:docMk/>
      </pc:docMkLst>
      <pc:sldChg chg="modSp mod">
        <pc:chgData name="744311194@qq.com" userId="e2a28223f2085f4b" providerId="LiveId" clId="{90B11F2C-7568-4724-B17E-CB56E1301912}" dt="2025-04-15T11:26:46.398" v="2" actId="13926"/>
        <pc:sldMkLst>
          <pc:docMk/>
          <pc:sldMk cId="0" sldId="509"/>
        </pc:sldMkLst>
        <pc:spChg chg="mod">
          <ac:chgData name="744311194@qq.com" userId="e2a28223f2085f4b" providerId="LiveId" clId="{90B11F2C-7568-4724-B17E-CB56E1301912}" dt="2025-04-15T11:26:46.398" v="2" actId="13926"/>
          <ac:spMkLst>
            <pc:docMk/>
            <pc:sldMk cId="0" sldId="509"/>
            <ac:spMk id="14347" creationId="{00000000-0000-0000-0000-000000000000}"/>
          </ac:spMkLst>
        </pc:spChg>
      </pc:sldChg>
      <pc:sldChg chg="modSp mod">
        <pc:chgData name="744311194@qq.com" userId="e2a28223f2085f4b" providerId="LiveId" clId="{90B11F2C-7568-4724-B17E-CB56E1301912}" dt="2025-04-15T11:27:25.124" v="3" actId="13926"/>
        <pc:sldMkLst>
          <pc:docMk/>
          <pc:sldMk cId="0" sldId="511"/>
        </pc:sldMkLst>
        <pc:spChg chg="mod">
          <ac:chgData name="744311194@qq.com" userId="e2a28223f2085f4b" providerId="LiveId" clId="{90B11F2C-7568-4724-B17E-CB56E1301912}" dt="2025-04-15T11:27:25.124" v="3" actId="13926"/>
          <ac:spMkLst>
            <pc:docMk/>
            <pc:sldMk cId="0" sldId="511"/>
            <ac:spMk id="24611" creationId="{00000000-0000-0000-0000-000000000000}"/>
          </ac:spMkLst>
        </pc:spChg>
      </pc:sldChg>
      <pc:sldChg chg="modSp mod">
        <pc:chgData name="744311194@qq.com" userId="e2a28223f2085f4b" providerId="LiveId" clId="{90B11F2C-7568-4724-B17E-CB56E1301912}" dt="2025-04-15T11:30:44.063" v="190" actId="20577"/>
        <pc:sldMkLst>
          <pc:docMk/>
          <pc:sldMk cId="0" sldId="512"/>
        </pc:sldMkLst>
        <pc:spChg chg="mod">
          <ac:chgData name="744311194@qq.com" userId="e2a28223f2085f4b" providerId="LiveId" clId="{90B11F2C-7568-4724-B17E-CB56E1301912}" dt="2025-04-15T11:30:44.063" v="190" actId="20577"/>
          <ac:spMkLst>
            <pc:docMk/>
            <pc:sldMk cId="0" sldId="512"/>
            <ac:spMk id="29714" creationId="{00000000-0000-0000-0000-000000000000}"/>
          </ac:spMkLst>
        </pc:spChg>
      </pc:sldChg>
      <pc:sldChg chg="modSp mod">
        <pc:chgData name="744311194@qq.com" userId="e2a28223f2085f4b" providerId="LiveId" clId="{90B11F2C-7568-4724-B17E-CB56E1301912}" dt="2025-04-16T00:25:18.327" v="5299" actId="13926"/>
        <pc:sldMkLst>
          <pc:docMk/>
          <pc:sldMk cId="0" sldId="517"/>
        </pc:sldMkLst>
        <pc:spChg chg="mod">
          <ac:chgData name="744311194@qq.com" userId="e2a28223f2085f4b" providerId="LiveId" clId="{90B11F2C-7568-4724-B17E-CB56E1301912}" dt="2025-04-16T00:25:18.327" v="5299" actId="13926"/>
          <ac:spMkLst>
            <pc:docMk/>
            <pc:sldMk cId="0" sldId="517"/>
            <ac:spMk id="28673" creationId="{00000000-0000-0000-0000-000000000000}"/>
          </ac:spMkLst>
        </pc:spChg>
      </pc:sldChg>
      <pc:sldChg chg="del">
        <pc:chgData name="744311194@qq.com" userId="e2a28223f2085f4b" providerId="LiveId" clId="{90B11F2C-7568-4724-B17E-CB56E1301912}" dt="2025-04-15T11:23:41.154" v="0" actId="47"/>
        <pc:sldMkLst>
          <pc:docMk/>
          <pc:sldMk cId="0" sldId="561"/>
        </pc:sldMkLst>
      </pc:sldChg>
      <pc:sldChg chg="modSp mod">
        <pc:chgData name="744311194@qq.com" userId="e2a28223f2085f4b" providerId="LiveId" clId="{90B11F2C-7568-4724-B17E-CB56E1301912}" dt="2025-04-16T00:26:21.262" v="5302" actId="13926"/>
        <pc:sldMkLst>
          <pc:docMk/>
          <pc:sldMk cId="0" sldId="651"/>
        </pc:sldMkLst>
        <pc:spChg chg="mod">
          <ac:chgData name="744311194@qq.com" userId="e2a28223f2085f4b" providerId="LiveId" clId="{90B11F2C-7568-4724-B17E-CB56E1301912}" dt="2025-04-16T00:25:46.700" v="5300" actId="13926"/>
          <ac:spMkLst>
            <pc:docMk/>
            <pc:sldMk cId="0" sldId="651"/>
            <ac:spMk id="31745" creationId="{00000000-0000-0000-0000-000000000000}"/>
          </ac:spMkLst>
        </pc:spChg>
        <pc:spChg chg="mod">
          <ac:chgData name="744311194@qq.com" userId="e2a28223f2085f4b" providerId="LiveId" clId="{90B11F2C-7568-4724-B17E-CB56E1301912}" dt="2025-04-16T00:26:21.262" v="5302" actId="13926"/>
          <ac:spMkLst>
            <pc:docMk/>
            <pc:sldMk cId="0" sldId="651"/>
            <ac:spMk id="31762" creationId="{00000000-0000-0000-0000-000000000000}"/>
          </ac:spMkLst>
        </pc:spChg>
      </pc:sldChg>
      <pc:sldChg chg="modSp mod">
        <pc:chgData name="744311194@qq.com" userId="e2a28223f2085f4b" providerId="LiveId" clId="{90B11F2C-7568-4724-B17E-CB56E1301912}" dt="2025-04-15T11:33:50.805" v="359" actId="20577"/>
        <pc:sldMkLst>
          <pc:docMk/>
          <pc:sldMk cId="0" sldId="655"/>
        </pc:sldMkLst>
        <pc:spChg chg="mod">
          <ac:chgData name="744311194@qq.com" userId="e2a28223f2085f4b" providerId="LiveId" clId="{90B11F2C-7568-4724-B17E-CB56E1301912}" dt="2025-04-15T11:33:50.805" v="359" actId="20577"/>
          <ac:spMkLst>
            <pc:docMk/>
            <pc:sldMk cId="0" sldId="655"/>
            <ac:spMk id="34819" creationId="{00000000-0000-0000-0000-000000000000}"/>
          </ac:spMkLst>
        </pc:spChg>
      </pc:sldChg>
      <pc:sldChg chg="modSp mod">
        <pc:chgData name="744311194@qq.com" userId="e2a28223f2085f4b" providerId="LiveId" clId="{90B11F2C-7568-4724-B17E-CB56E1301912}" dt="2025-04-15T11:35:14.083" v="483" actId="20577"/>
        <pc:sldMkLst>
          <pc:docMk/>
          <pc:sldMk cId="0" sldId="669"/>
        </pc:sldMkLst>
        <pc:spChg chg="mod">
          <ac:chgData name="744311194@qq.com" userId="e2a28223f2085f4b" providerId="LiveId" clId="{90B11F2C-7568-4724-B17E-CB56E1301912}" dt="2025-04-15T11:34:57.482" v="456" actId="1076"/>
          <ac:spMkLst>
            <pc:docMk/>
            <pc:sldMk cId="0" sldId="669"/>
            <ac:spMk id="36865" creationId="{00000000-0000-0000-0000-000000000000}"/>
          </ac:spMkLst>
        </pc:spChg>
        <pc:spChg chg="mod">
          <ac:chgData name="744311194@qq.com" userId="e2a28223f2085f4b" providerId="LiveId" clId="{90B11F2C-7568-4724-B17E-CB56E1301912}" dt="2025-04-15T11:35:14.083" v="483" actId="20577"/>
          <ac:spMkLst>
            <pc:docMk/>
            <pc:sldMk cId="0" sldId="669"/>
            <ac:spMk id="36866" creationId="{00000000-0000-0000-0000-000000000000}"/>
          </ac:spMkLst>
        </pc:spChg>
      </pc:sldChg>
      <pc:sldChg chg="addSp modSp mod">
        <pc:chgData name="744311194@qq.com" userId="e2a28223f2085f4b" providerId="LiveId" clId="{90B11F2C-7568-4724-B17E-CB56E1301912}" dt="2025-04-15T11:41:59.633" v="1044" actId="13926"/>
        <pc:sldMkLst>
          <pc:docMk/>
          <pc:sldMk cId="0" sldId="677"/>
        </pc:sldMkLst>
        <pc:spChg chg="add mod">
          <ac:chgData name="744311194@qq.com" userId="e2a28223f2085f4b" providerId="LiveId" clId="{90B11F2C-7568-4724-B17E-CB56E1301912}" dt="2025-04-15T11:41:59.633" v="1044" actId="13926"/>
          <ac:spMkLst>
            <pc:docMk/>
            <pc:sldMk cId="0" sldId="677"/>
            <ac:spMk id="2" creationId="{8B238AA3-07B9-9264-3462-59E5648E0F45}"/>
          </ac:spMkLst>
        </pc:spChg>
        <pc:spChg chg="mod">
          <ac:chgData name="744311194@qq.com" userId="e2a28223f2085f4b" providerId="LiveId" clId="{90B11F2C-7568-4724-B17E-CB56E1301912}" dt="2025-04-15T11:40:48.742" v="952" actId="13926"/>
          <ac:spMkLst>
            <pc:docMk/>
            <pc:sldMk cId="0" sldId="677"/>
            <ac:spMk id="44035" creationId="{00000000-0000-0000-0000-000000000000}"/>
          </ac:spMkLst>
        </pc:spChg>
      </pc:sldChg>
      <pc:sldChg chg="addSp modSp mod">
        <pc:chgData name="744311194@qq.com" userId="e2a28223f2085f4b" providerId="LiveId" clId="{90B11F2C-7568-4724-B17E-CB56E1301912}" dt="2025-04-15T11:53:32.680" v="1765" actId="1076"/>
        <pc:sldMkLst>
          <pc:docMk/>
          <pc:sldMk cId="0" sldId="678"/>
        </pc:sldMkLst>
        <pc:spChg chg="add mod">
          <ac:chgData name="744311194@qq.com" userId="e2a28223f2085f4b" providerId="LiveId" clId="{90B11F2C-7568-4724-B17E-CB56E1301912}" dt="2025-04-15T11:47:21.261" v="1528" actId="20577"/>
          <ac:spMkLst>
            <pc:docMk/>
            <pc:sldMk cId="0" sldId="678"/>
            <ac:spMk id="2" creationId="{4BED2EFD-F9F7-0167-B0F2-137527D370BB}"/>
          </ac:spMkLst>
        </pc:spChg>
        <pc:spChg chg="mod">
          <ac:chgData name="744311194@qq.com" userId="e2a28223f2085f4b" providerId="LiveId" clId="{90B11F2C-7568-4724-B17E-CB56E1301912}" dt="2025-04-15T11:53:23.592" v="1763" actId="14100"/>
          <ac:spMkLst>
            <pc:docMk/>
            <pc:sldMk cId="0" sldId="678"/>
            <ac:spMk id="19" creationId="{00000000-0000-0000-0000-000000000000}"/>
          </ac:spMkLst>
        </pc:spChg>
        <pc:grpChg chg="mod ord">
          <ac:chgData name="744311194@qq.com" userId="e2a28223f2085f4b" providerId="LiveId" clId="{90B11F2C-7568-4724-B17E-CB56E1301912}" dt="2025-04-15T11:53:32.680" v="1765" actId="1076"/>
          <ac:grpSpMkLst>
            <pc:docMk/>
            <pc:sldMk cId="0" sldId="678"/>
            <ac:grpSpMk id="48130" creationId="{00000000-0000-0000-0000-000000000000}"/>
          </ac:grpSpMkLst>
        </pc:grpChg>
      </pc:sldChg>
      <pc:sldChg chg="modSp mod">
        <pc:chgData name="744311194@qq.com" userId="e2a28223f2085f4b" providerId="LiveId" clId="{90B11F2C-7568-4724-B17E-CB56E1301912}" dt="2025-04-15T11:51:05.361" v="1723" actId="20577"/>
        <pc:sldMkLst>
          <pc:docMk/>
          <pc:sldMk cId="0" sldId="680"/>
        </pc:sldMkLst>
        <pc:spChg chg="mod">
          <ac:chgData name="744311194@qq.com" userId="e2a28223f2085f4b" providerId="LiveId" clId="{90B11F2C-7568-4724-B17E-CB56E1301912}" dt="2025-04-15T11:51:05.361" v="1723" actId="20577"/>
          <ac:spMkLst>
            <pc:docMk/>
            <pc:sldMk cId="0" sldId="680"/>
            <ac:spMk id="52226" creationId="{00000000-0000-0000-0000-000000000000}"/>
          </ac:spMkLst>
        </pc:spChg>
      </pc:sldChg>
      <pc:sldChg chg="modSp mod">
        <pc:chgData name="744311194@qq.com" userId="e2a28223f2085f4b" providerId="LiveId" clId="{90B11F2C-7568-4724-B17E-CB56E1301912}" dt="2025-04-15T11:28:07.719" v="8" actId="13926"/>
        <pc:sldMkLst>
          <pc:docMk/>
          <pc:sldMk cId="0" sldId="757"/>
        </pc:sldMkLst>
        <pc:spChg chg="mod">
          <ac:chgData name="744311194@qq.com" userId="e2a28223f2085f4b" providerId="LiveId" clId="{90B11F2C-7568-4724-B17E-CB56E1301912}" dt="2025-04-15T11:28:07.719" v="8" actId="13926"/>
          <ac:spMkLst>
            <pc:docMk/>
            <pc:sldMk cId="0" sldId="757"/>
            <ac:spMk id="26626" creationId="{00000000-0000-0000-0000-000000000000}"/>
          </ac:spMkLst>
        </pc:spChg>
        <pc:spChg chg="mod">
          <ac:chgData name="744311194@qq.com" userId="e2a28223f2085f4b" providerId="LiveId" clId="{90B11F2C-7568-4724-B17E-CB56E1301912}" dt="2025-04-15T11:27:38.796" v="4" actId="13926"/>
          <ac:spMkLst>
            <pc:docMk/>
            <pc:sldMk cId="0" sldId="757"/>
            <ac:spMk id="26690" creationId="{00000000-0000-0000-0000-000000000000}"/>
          </ac:spMkLst>
        </pc:spChg>
        <pc:spChg chg="mod">
          <ac:chgData name="744311194@qq.com" userId="e2a28223f2085f4b" providerId="LiveId" clId="{90B11F2C-7568-4724-B17E-CB56E1301912}" dt="2025-04-15T11:27:52.923" v="7" actId="13926"/>
          <ac:spMkLst>
            <pc:docMk/>
            <pc:sldMk cId="0" sldId="757"/>
            <ac:spMk id="26692" creationId="{00000000-0000-0000-0000-000000000000}"/>
          </ac:spMkLst>
        </pc:spChg>
      </pc:sldChg>
      <pc:sldChg chg="addSp modSp mod">
        <pc:chgData name="744311194@qq.com" userId="e2a28223f2085f4b" providerId="LiveId" clId="{90B11F2C-7568-4724-B17E-CB56E1301912}" dt="2025-04-15T11:30:53.429" v="191" actId="13926"/>
        <pc:sldMkLst>
          <pc:docMk/>
          <pc:sldMk cId="0" sldId="758"/>
        </pc:sldMkLst>
        <pc:spChg chg="add mod">
          <ac:chgData name="744311194@qq.com" userId="e2a28223f2085f4b" providerId="LiveId" clId="{90B11F2C-7568-4724-B17E-CB56E1301912}" dt="2025-04-15T11:30:53.429" v="191" actId="13926"/>
          <ac:spMkLst>
            <pc:docMk/>
            <pc:sldMk cId="0" sldId="758"/>
            <ac:spMk id="2" creationId="{0DE29814-E803-7B3F-4EBA-78CD0AA309C3}"/>
          </ac:spMkLst>
        </pc:spChg>
        <pc:spChg chg="mod">
          <ac:chgData name="744311194@qq.com" userId="e2a28223f2085f4b" providerId="LiveId" clId="{90B11F2C-7568-4724-B17E-CB56E1301912}" dt="2025-04-15T11:28:50.965" v="9" actId="13926"/>
          <ac:spMkLst>
            <pc:docMk/>
            <pc:sldMk cId="0" sldId="758"/>
            <ac:spMk id="27649" creationId="{00000000-0000-0000-0000-000000000000}"/>
          </ac:spMkLst>
        </pc:spChg>
        <pc:spChg chg="mod">
          <ac:chgData name="744311194@qq.com" userId="e2a28223f2085f4b" providerId="LiveId" clId="{90B11F2C-7568-4724-B17E-CB56E1301912}" dt="2025-04-15T11:29:49.018" v="120" actId="13926"/>
          <ac:spMkLst>
            <pc:docMk/>
            <pc:sldMk cId="0" sldId="758"/>
            <ac:spMk id="27665" creationId="{00000000-0000-0000-0000-000000000000}"/>
          </ac:spMkLst>
        </pc:spChg>
        <pc:spChg chg="mod">
          <ac:chgData name="744311194@qq.com" userId="e2a28223f2085f4b" providerId="LiveId" clId="{90B11F2C-7568-4724-B17E-CB56E1301912}" dt="2025-04-15T11:29:51.644" v="121" actId="13926"/>
          <ac:spMkLst>
            <pc:docMk/>
            <pc:sldMk cId="0" sldId="758"/>
            <ac:spMk id="27666" creationId="{00000000-0000-0000-0000-000000000000}"/>
          </ac:spMkLst>
        </pc:spChg>
      </pc:sldChg>
      <pc:sldChg chg="modSp mod">
        <pc:chgData name="744311194@qq.com" userId="e2a28223f2085f4b" providerId="LiveId" clId="{90B11F2C-7568-4724-B17E-CB56E1301912}" dt="2025-04-15T11:32:56.242" v="328" actId="13926"/>
        <pc:sldMkLst>
          <pc:docMk/>
          <pc:sldMk cId="0" sldId="760"/>
        </pc:sldMkLst>
        <pc:spChg chg="mod">
          <ac:chgData name="744311194@qq.com" userId="e2a28223f2085f4b" providerId="LiveId" clId="{90B11F2C-7568-4724-B17E-CB56E1301912}" dt="2025-04-15T11:32:56.242" v="328" actId="13926"/>
          <ac:spMkLst>
            <pc:docMk/>
            <pc:sldMk cId="0" sldId="760"/>
            <ac:spMk id="32771" creationId="{00000000-0000-0000-0000-000000000000}"/>
          </ac:spMkLst>
        </pc:spChg>
      </pc:sldChg>
      <pc:sldChg chg="modSp mod">
        <pc:chgData name="744311194@qq.com" userId="e2a28223f2085f4b" providerId="LiveId" clId="{90B11F2C-7568-4724-B17E-CB56E1301912}" dt="2025-04-15T11:33:28.533" v="349" actId="20577"/>
        <pc:sldMkLst>
          <pc:docMk/>
          <pc:sldMk cId="0" sldId="761"/>
        </pc:sldMkLst>
        <pc:spChg chg="mod">
          <ac:chgData name="744311194@qq.com" userId="e2a28223f2085f4b" providerId="LiveId" clId="{90B11F2C-7568-4724-B17E-CB56E1301912}" dt="2025-04-15T11:33:28.533" v="349" actId="20577"/>
          <ac:spMkLst>
            <pc:docMk/>
            <pc:sldMk cId="0" sldId="761"/>
            <ac:spMk id="33795" creationId="{00000000-0000-0000-0000-000000000000}"/>
          </ac:spMkLst>
        </pc:spChg>
      </pc:sldChg>
      <pc:sldChg chg="modSp mod">
        <pc:chgData name="744311194@qq.com" userId="e2a28223f2085f4b" providerId="LiveId" clId="{90B11F2C-7568-4724-B17E-CB56E1301912}" dt="2025-04-15T11:51:30.244" v="1724" actId="13926"/>
        <pc:sldMkLst>
          <pc:docMk/>
          <pc:sldMk cId="0" sldId="764"/>
        </pc:sldMkLst>
        <pc:spChg chg="mod">
          <ac:chgData name="744311194@qq.com" userId="e2a28223f2085f4b" providerId="LiveId" clId="{90B11F2C-7568-4724-B17E-CB56E1301912}" dt="2025-04-15T11:51:30.244" v="1724" actId="13926"/>
          <ac:spMkLst>
            <pc:docMk/>
            <pc:sldMk cId="0" sldId="764"/>
            <ac:spMk id="45058" creationId="{00000000-0000-0000-0000-000000000000}"/>
          </ac:spMkLst>
        </pc:spChg>
      </pc:sldChg>
      <pc:sldChg chg="addSp modSp mod">
        <pc:chgData name="744311194@qq.com" userId="e2a28223f2085f4b" providerId="LiveId" clId="{90B11F2C-7568-4724-B17E-CB56E1301912}" dt="2025-04-15T11:46:31.118" v="1450" actId="13926"/>
        <pc:sldMkLst>
          <pc:docMk/>
          <pc:sldMk cId="0" sldId="765"/>
        </pc:sldMkLst>
        <pc:spChg chg="add mod">
          <ac:chgData name="744311194@qq.com" userId="e2a28223f2085f4b" providerId="LiveId" clId="{90B11F2C-7568-4724-B17E-CB56E1301912}" dt="2025-04-15T11:46:31.118" v="1450" actId="13926"/>
          <ac:spMkLst>
            <pc:docMk/>
            <pc:sldMk cId="0" sldId="765"/>
            <ac:spMk id="2" creationId="{6378865F-9988-99EE-A6D5-51F1D4A42496}"/>
          </ac:spMkLst>
        </pc:spChg>
        <pc:spChg chg="mod">
          <ac:chgData name="744311194@qq.com" userId="e2a28223f2085f4b" providerId="LiveId" clId="{90B11F2C-7568-4724-B17E-CB56E1301912}" dt="2025-04-15T11:42:30.316" v="1045" actId="13926"/>
          <ac:spMkLst>
            <pc:docMk/>
            <pc:sldMk cId="0" sldId="765"/>
            <ac:spMk id="46082" creationId="{00000000-0000-0000-0000-000000000000}"/>
          </ac:spMkLst>
        </pc:spChg>
      </pc:sldChg>
      <pc:sldChg chg="addSp modSp mod">
        <pc:chgData name="744311194@qq.com" userId="e2a28223f2085f4b" providerId="LiveId" clId="{90B11F2C-7568-4724-B17E-CB56E1301912}" dt="2025-04-15T11:44:26.956" v="1209" actId="20577"/>
        <pc:sldMkLst>
          <pc:docMk/>
          <pc:sldMk cId="0" sldId="768"/>
        </pc:sldMkLst>
        <pc:spChg chg="add mod">
          <ac:chgData name="744311194@qq.com" userId="e2a28223f2085f4b" providerId="LiveId" clId="{90B11F2C-7568-4724-B17E-CB56E1301912}" dt="2025-04-15T11:44:14.188" v="1206" actId="20577"/>
          <ac:spMkLst>
            <pc:docMk/>
            <pc:sldMk cId="0" sldId="768"/>
            <ac:spMk id="2" creationId="{D2784103-C4C1-9814-D634-F3FCD762CBDF}"/>
          </ac:spMkLst>
        </pc:spChg>
        <pc:spChg chg="mod">
          <ac:chgData name="744311194@qq.com" userId="e2a28223f2085f4b" providerId="LiveId" clId="{90B11F2C-7568-4724-B17E-CB56E1301912}" dt="2025-04-15T11:44:26.956" v="1209" actId="20577"/>
          <ac:spMkLst>
            <pc:docMk/>
            <pc:sldMk cId="0" sldId="768"/>
            <ac:spMk id="47127" creationId="{00000000-0000-0000-0000-000000000000}"/>
          </ac:spMkLst>
        </pc:spChg>
      </pc:sldChg>
      <pc:sldChg chg="add del">
        <pc:chgData name="744311194@qq.com" userId="e2a28223f2085f4b" providerId="LiveId" clId="{90B11F2C-7568-4724-B17E-CB56E1301912}" dt="2025-04-15T11:50:03.159" v="1698" actId="47"/>
        <pc:sldMkLst>
          <pc:docMk/>
          <pc:sldMk cId="0" sldId="769"/>
        </pc:sldMkLst>
      </pc:sldChg>
      <pc:sldChg chg="del">
        <pc:chgData name="744311194@qq.com" userId="e2a28223f2085f4b" providerId="LiveId" clId="{90B11F2C-7568-4724-B17E-CB56E1301912}" dt="2025-04-15T11:49:56.323" v="1695" actId="47"/>
        <pc:sldMkLst>
          <pc:docMk/>
          <pc:sldMk cId="0" sldId="770"/>
        </pc:sldMkLst>
      </pc:sldChg>
      <pc:sldChg chg="del">
        <pc:chgData name="744311194@qq.com" userId="e2a28223f2085f4b" providerId="LiveId" clId="{90B11F2C-7568-4724-B17E-CB56E1301912}" dt="2025-04-15T11:49:50.706" v="1694" actId="47"/>
        <pc:sldMkLst>
          <pc:docMk/>
          <pc:sldMk cId="0" sldId="771"/>
        </pc:sldMkLst>
      </pc:sldChg>
      <pc:sldChg chg="modSp mod">
        <pc:chgData name="744311194@qq.com" userId="e2a28223f2085f4b" providerId="LiveId" clId="{90B11F2C-7568-4724-B17E-CB56E1301912}" dt="2025-04-23T02:16:07.218" v="5527" actId="13926"/>
        <pc:sldMkLst>
          <pc:docMk/>
          <pc:sldMk cId="0" sldId="806"/>
        </pc:sldMkLst>
        <pc:spChg chg="mod">
          <ac:chgData name="744311194@qq.com" userId="e2a28223f2085f4b" providerId="LiveId" clId="{90B11F2C-7568-4724-B17E-CB56E1301912}" dt="2025-04-23T02:16:07.218" v="5527" actId="13926"/>
          <ac:spMkLst>
            <pc:docMk/>
            <pc:sldMk cId="0" sldId="806"/>
            <ac:spMk id="68609" creationId="{00000000-0000-0000-0000-000000000000}"/>
          </ac:spMkLst>
        </pc:spChg>
      </pc:sldChg>
      <pc:sldChg chg="modSp mod">
        <pc:chgData name="744311194@qq.com" userId="e2a28223f2085f4b" providerId="LiveId" clId="{90B11F2C-7568-4724-B17E-CB56E1301912}" dt="2025-04-16T00:37:10.187" v="5316" actId="20577"/>
        <pc:sldMkLst>
          <pc:docMk/>
          <pc:sldMk cId="0" sldId="808"/>
        </pc:sldMkLst>
        <pc:spChg chg="mod">
          <ac:chgData name="744311194@qq.com" userId="e2a28223f2085f4b" providerId="LiveId" clId="{90B11F2C-7568-4724-B17E-CB56E1301912}" dt="2025-04-16T00:37:10.187" v="5316" actId="20577"/>
          <ac:spMkLst>
            <pc:docMk/>
            <pc:sldMk cId="0" sldId="808"/>
            <ac:spMk id="70657" creationId="{00000000-0000-0000-0000-000000000000}"/>
          </ac:spMkLst>
        </pc:spChg>
      </pc:sldChg>
      <pc:sldChg chg="modSp mod">
        <pc:chgData name="744311194@qq.com" userId="e2a28223f2085f4b" providerId="LiveId" clId="{90B11F2C-7568-4724-B17E-CB56E1301912}" dt="2025-04-15T12:21:45.188" v="3421" actId="13926"/>
        <pc:sldMkLst>
          <pc:docMk/>
          <pc:sldMk cId="0" sldId="811"/>
        </pc:sldMkLst>
        <pc:spChg chg="mod">
          <ac:chgData name="744311194@qq.com" userId="e2a28223f2085f4b" providerId="LiveId" clId="{90B11F2C-7568-4724-B17E-CB56E1301912}" dt="2025-04-15T12:21:45.188" v="3421" actId="13926"/>
          <ac:spMkLst>
            <pc:docMk/>
            <pc:sldMk cId="0" sldId="811"/>
            <ac:spMk id="72705" creationId="{00000000-0000-0000-0000-000000000000}"/>
          </ac:spMkLst>
        </pc:spChg>
      </pc:sldChg>
      <pc:sldChg chg="modSp mod">
        <pc:chgData name="744311194@qq.com" userId="e2a28223f2085f4b" providerId="LiveId" clId="{90B11F2C-7568-4724-B17E-CB56E1301912}" dt="2025-04-15T12:23:27.718" v="3589" actId="20577"/>
        <pc:sldMkLst>
          <pc:docMk/>
          <pc:sldMk cId="0" sldId="812"/>
        </pc:sldMkLst>
        <pc:spChg chg="mod">
          <ac:chgData name="744311194@qq.com" userId="e2a28223f2085f4b" providerId="LiveId" clId="{90B11F2C-7568-4724-B17E-CB56E1301912}" dt="2025-04-15T12:23:27.718" v="3589" actId="20577"/>
          <ac:spMkLst>
            <pc:docMk/>
            <pc:sldMk cId="0" sldId="812"/>
            <ac:spMk id="73729" creationId="{00000000-0000-0000-0000-000000000000}"/>
          </ac:spMkLst>
        </pc:spChg>
      </pc:sldChg>
      <pc:sldChg chg="modSp mod">
        <pc:chgData name="744311194@qq.com" userId="e2a28223f2085f4b" providerId="LiveId" clId="{90B11F2C-7568-4724-B17E-CB56E1301912}" dt="2025-04-23T02:16:35.587" v="5528" actId="1076"/>
        <pc:sldMkLst>
          <pc:docMk/>
          <pc:sldMk cId="0" sldId="813"/>
        </pc:sldMkLst>
        <pc:spChg chg="mod">
          <ac:chgData name="744311194@qq.com" userId="e2a28223f2085f4b" providerId="LiveId" clId="{90B11F2C-7568-4724-B17E-CB56E1301912}" dt="2025-04-16T00:38:07.258" v="5372" actId="21"/>
          <ac:spMkLst>
            <pc:docMk/>
            <pc:sldMk cId="0" sldId="813"/>
            <ac:spMk id="74753" creationId="{00000000-0000-0000-0000-000000000000}"/>
          </ac:spMkLst>
        </pc:spChg>
        <pc:graphicFrameChg chg="mod">
          <ac:chgData name="744311194@qq.com" userId="e2a28223f2085f4b" providerId="LiveId" clId="{90B11F2C-7568-4724-B17E-CB56E1301912}" dt="2025-04-23T02:16:35.587" v="5528" actId="1076"/>
          <ac:graphicFrameMkLst>
            <pc:docMk/>
            <pc:sldMk cId="0" sldId="813"/>
            <ac:graphicFrameMk id="74755" creationId="{00000000-0000-0000-0000-000000000000}"/>
          </ac:graphicFrameMkLst>
        </pc:graphicFrameChg>
      </pc:sldChg>
      <pc:sldChg chg="delSp modSp mod">
        <pc:chgData name="744311194@qq.com" userId="e2a28223f2085f4b" providerId="LiveId" clId="{90B11F2C-7568-4724-B17E-CB56E1301912}" dt="2025-04-23T02:17:20.272" v="5529" actId="13926"/>
        <pc:sldMkLst>
          <pc:docMk/>
          <pc:sldMk cId="0" sldId="814"/>
        </pc:sldMkLst>
        <pc:spChg chg="mod">
          <ac:chgData name="744311194@qq.com" userId="e2a28223f2085f4b" providerId="LiveId" clId="{90B11F2C-7568-4724-B17E-CB56E1301912}" dt="2025-04-23T02:17:20.272" v="5529" actId="13926"/>
          <ac:spMkLst>
            <pc:docMk/>
            <pc:sldMk cId="0" sldId="814"/>
            <ac:spMk id="75777" creationId="{00000000-0000-0000-0000-000000000000}"/>
          </ac:spMkLst>
        </pc:spChg>
        <pc:spChg chg="mod">
          <ac:chgData name="744311194@qq.com" userId="e2a28223f2085f4b" providerId="LiveId" clId="{90B11F2C-7568-4724-B17E-CB56E1301912}" dt="2025-04-16T00:38:27.355" v="5386" actId="1076"/>
          <ac:spMkLst>
            <pc:docMk/>
            <pc:sldMk cId="0" sldId="814"/>
            <ac:spMk id="75780" creationId="{00000000-0000-0000-0000-000000000000}"/>
          </ac:spMkLst>
        </pc:spChg>
        <pc:spChg chg="mod">
          <ac:chgData name="744311194@qq.com" userId="e2a28223f2085f4b" providerId="LiveId" clId="{90B11F2C-7568-4724-B17E-CB56E1301912}" dt="2025-04-16T00:38:27.355" v="5386" actId="1076"/>
          <ac:spMkLst>
            <pc:docMk/>
            <pc:sldMk cId="0" sldId="814"/>
            <ac:spMk id="75781" creationId="{00000000-0000-0000-0000-000000000000}"/>
          </ac:spMkLst>
        </pc:spChg>
        <pc:graphicFrameChg chg="mod">
          <ac:chgData name="744311194@qq.com" userId="e2a28223f2085f4b" providerId="LiveId" clId="{90B11F2C-7568-4724-B17E-CB56E1301912}" dt="2025-04-16T00:38:27.355" v="5386" actId="1076"/>
          <ac:graphicFrameMkLst>
            <pc:docMk/>
            <pc:sldMk cId="0" sldId="814"/>
            <ac:graphicFrameMk id="75779" creationId="{00000000-0000-0000-0000-000000000000}"/>
          </ac:graphicFrameMkLst>
        </pc:graphicFrameChg>
      </pc:sldChg>
      <pc:sldChg chg="modSp mod">
        <pc:chgData name="744311194@qq.com" userId="e2a28223f2085f4b" providerId="LiveId" clId="{90B11F2C-7568-4724-B17E-CB56E1301912}" dt="2025-04-15T12:18:52.728" v="3266" actId="20577"/>
        <pc:sldMkLst>
          <pc:docMk/>
          <pc:sldMk cId="0" sldId="829"/>
        </pc:sldMkLst>
        <pc:spChg chg="mod">
          <ac:chgData name="744311194@qq.com" userId="e2a28223f2085f4b" providerId="LiveId" clId="{90B11F2C-7568-4724-B17E-CB56E1301912}" dt="2025-04-15T12:18:52.728" v="3266" actId="20577"/>
          <ac:spMkLst>
            <pc:docMk/>
            <pc:sldMk cId="0" sldId="829"/>
            <ac:spMk id="71681" creationId="{00000000-0000-0000-0000-000000000000}"/>
          </ac:spMkLst>
        </pc:spChg>
      </pc:sldChg>
      <pc:sldChg chg="del">
        <pc:chgData name="744311194@qq.com" userId="e2a28223f2085f4b" providerId="LiveId" clId="{90B11F2C-7568-4724-B17E-CB56E1301912}" dt="2025-04-15T12:28:02.833" v="3798" actId="47"/>
        <pc:sldMkLst>
          <pc:docMk/>
          <pc:sldMk cId="0" sldId="840"/>
        </pc:sldMkLst>
      </pc:sldChg>
      <pc:sldChg chg="modSp mod">
        <pc:chgData name="744311194@qq.com" userId="e2a28223f2085f4b" providerId="LiveId" clId="{90B11F2C-7568-4724-B17E-CB56E1301912}" dt="2025-04-15T11:57:26.518" v="2047" actId="1076"/>
        <pc:sldMkLst>
          <pc:docMk/>
          <pc:sldMk cId="0" sldId="872"/>
        </pc:sldMkLst>
        <pc:spChg chg="mod">
          <ac:chgData name="744311194@qq.com" userId="e2a28223f2085f4b" providerId="LiveId" clId="{90B11F2C-7568-4724-B17E-CB56E1301912}" dt="2025-04-15T11:57:23.155" v="2046" actId="13926"/>
          <ac:spMkLst>
            <pc:docMk/>
            <pc:sldMk cId="0" sldId="872"/>
            <ac:spMk id="57429" creationId="{00000000-0000-0000-0000-000000000000}"/>
          </ac:spMkLst>
        </pc:spChg>
        <pc:spChg chg="mod">
          <ac:chgData name="744311194@qq.com" userId="e2a28223f2085f4b" providerId="LiveId" clId="{90B11F2C-7568-4724-B17E-CB56E1301912}" dt="2025-04-15T11:57:26.518" v="2047" actId="1076"/>
          <ac:spMkLst>
            <pc:docMk/>
            <pc:sldMk cId="0" sldId="872"/>
            <ac:spMk id="57430" creationId="{00000000-0000-0000-0000-000000000000}"/>
          </ac:spMkLst>
        </pc:spChg>
      </pc:sldChg>
      <pc:sldChg chg="modSp mod">
        <pc:chgData name="744311194@qq.com" userId="e2a28223f2085f4b" providerId="LiveId" clId="{90B11F2C-7568-4724-B17E-CB56E1301912}" dt="2025-04-15T11:59:17.581" v="2108" actId="13926"/>
        <pc:sldMkLst>
          <pc:docMk/>
          <pc:sldMk cId="0" sldId="874"/>
        </pc:sldMkLst>
        <pc:spChg chg="mod">
          <ac:chgData name="744311194@qq.com" userId="e2a28223f2085f4b" providerId="LiveId" clId="{90B11F2C-7568-4724-B17E-CB56E1301912}" dt="2025-04-15T11:59:17.581" v="2108" actId="13926"/>
          <ac:spMkLst>
            <pc:docMk/>
            <pc:sldMk cId="0" sldId="874"/>
            <ac:spMk id="60474" creationId="{00000000-0000-0000-0000-000000000000}"/>
          </ac:spMkLst>
        </pc:spChg>
      </pc:sldChg>
      <pc:sldChg chg="modSp mod">
        <pc:chgData name="744311194@qq.com" userId="e2a28223f2085f4b" providerId="LiveId" clId="{90B11F2C-7568-4724-B17E-CB56E1301912}" dt="2025-04-15T11:59:44.164" v="2110" actId="13926"/>
        <pc:sldMkLst>
          <pc:docMk/>
          <pc:sldMk cId="0" sldId="875"/>
        </pc:sldMkLst>
        <pc:spChg chg="mod">
          <ac:chgData name="744311194@qq.com" userId="e2a28223f2085f4b" providerId="LiveId" clId="{90B11F2C-7568-4724-B17E-CB56E1301912}" dt="2025-04-15T11:59:44.164" v="2110" actId="13926"/>
          <ac:spMkLst>
            <pc:docMk/>
            <pc:sldMk cId="0" sldId="875"/>
            <ac:spMk id="61474" creationId="{00000000-0000-0000-0000-000000000000}"/>
          </ac:spMkLst>
        </pc:spChg>
      </pc:sldChg>
      <pc:sldChg chg="modSp mod">
        <pc:chgData name="744311194@qq.com" userId="e2a28223f2085f4b" providerId="LiveId" clId="{90B11F2C-7568-4724-B17E-CB56E1301912}" dt="2025-04-15T12:00:49.805" v="2230" actId="20577"/>
        <pc:sldMkLst>
          <pc:docMk/>
          <pc:sldMk cId="0" sldId="876"/>
        </pc:sldMkLst>
        <pc:spChg chg="mod">
          <ac:chgData name="744311194@qq.com" userId="e2a28223f2085f4b" providerId="LiveId" clId="{90B11F2C-7568-4724-B17E-CB56E1301912}" dt="2025-04-15T12:00:49.805" v="2230" actId="20577"/>
          <ac:spMkLst>
            <pc:docMk/>
            <pc:sldMk cId="0" sldId="876"/>
            <ac:spMk id="62466" creationId="{00000000-0000-0000-0000-000000000000}"/>
          </ac:spMkLst>
        </pc:spChg>
      </pc:sldChg>
      <pc:sldChg chg="modSp mod">
        <pc:chgData name="744311194@qq.com" userId="e2a28223f2085f4b" providerId="LiveId" clId="{90B11F2C-7568-4724-B17E-CB56E1301912}" dt="2025-04-15T12:05:01.262" v="2619" actId="13926"/>
        <pc:sldMkLst>
          <pc:docMk/>
          <pc:sldMk cId="0" sldId="877"/>
        </pc:sldMkLst>
        <pc:spChg chg="mod">
          <ac:chgData name="744311194@qq.com" userId="e2a28223f2085f4b" providerId="LiveId" clId="{90B11F2C-7568-4724-B17E-CB56E1301912}" dt="2025-04-15T12:05:01.262" v="2619" actId="13926"/>
          <ac:spMkLst>
            <pc:docMk/>
            <pc:sldMk cId="0" sldId="877"/>
            <ac:spMk id="63489" creationId="{00000000-0000-0000-0000-000000000000}"/>
          </ac:spMkLst>
        </pc:spChg>
      </pc:sldChg>
      <pc:sldChg chg="modSp mod">
        <pc:chgData name="744311194@qq.com" userId="e2a28223f2085f4b" providerId="LiveId" clId="{90B11F2C-7568-4724-B17E-CB56E1301912}" dt="2025-04-15T12:05:27.169" v="2622" actId="13926"/>
        <pc:sldMkLst>
          <pc:docMk/>
          <pc:sldMk cId="0" sldId="879"/>
        </pc:sldMkLst>
        <pc:spChg chg="mod">
          <ac:chgData name="744311194@qq.com" userId="e2a28223f2085f4b" providerId="LiveId" clId="{90B11F2C-7568-4724-B17E-CB56E1301912}" dt="2025-04-15T12:05:27.169" v="2622" actId="13926"/>
          <ac:spMkLst>
            <pc:docMk/>
            <pc:sldMk cId="0" sldId="879"/>
            <ac:spMk id="64514" creationId="{00000000-0000-0000-0000-000000000000}"/>
          </ac:spMkLst>
        </pc:spChg>
      </pc:sldChg>
      <pc:sldChg chg="modSp mod">
        <pc:chgData name="744311194@qq.com" userId="e2a28223f2085f4b" providerId="LiveId" clId="{90B11F2C-7568-4724-B17E-CB56E1301912}" dt="2025-04-15T12:05:40.673" v="2645" actId="20577"/>
        <pc:sldMkLst>
          <pc:docMk/>
          <pc:sldMk cId="0" sldId="881"/>
        </pc:sldMkLst>
        <pc:spChg chg="mod">
          <ac:chgData name="744311194@qq.com" userId="e2a28223f2085f4b" providerId="LiveId" clId="{90B11F2C-7568-4724-B17E-CB56E1301912}" dt="2025-04-15T12:05:40.673" v="2645" actId="20577"/>
          <ac:spMkLst>
            <pc:docMk/>
            <pc:sldMk cId="0" sldId="881"/>
            <ac:spMk id="65537" creationId="{00000000-0000-0000-0000-000000000000}"/>
          </ac:spMkLst>
        </pc:spChg>
      </pc:sldChg>
      <pc:sldChg chg="addSp delSp modSp mod">
        <pc:chgData name="744311194@qq.com" userId="e2a28223f2085f4b" providerId="LiveId" clId="{90B11F2C-7568-4724-B17E-CB56E1301912}" dt="2025-04-15T12:06:55.357" v="2672" actId="21"/>
        <pc:sldMkLst>
          <pc:docMk/>
          <pc:sldMk cId="0" sldId="882"/>
        </pc:sldMkLst>
        <pc:spChg chg="mod">
          <ac:chgData name="744311194@qq.com" userId="e2a28223f2085f4b" providerId="LiveId" clId="{90B11F2C-7568-4724-B17E-CB56E1301912}" dt="2025-04-15T12:06:37.701" v="2666" actId="13926"/>
          <ac:spMkLst>
            <pc:docMk/>
            <pc:sldMk cId="0" sldId="882"/>
            <ac:spMk id="66561" creationId="{00000000-0000-0000-0000-000000000000}"/>
          </ac:spMkLst>
        </pc:spChg>
        <pc:spChg chg="add del">
          <ac:chgData name="744311194@qq.com" userId="e2a28223f2085f4b" providerId="LiveId" clId="{90B11F2C-7568-4724-B17E-CB56E1301912}" dt="2025-04-15T12:06:55.357" v="2672" actId="21"/>
          <ac:spMkLst>
            <pc:docMk/>
            <pc:sldMk cId="0" sldId="882"/>
            <ac:spMk id="773123" creationId="{00000000-0000-0000-0000-000000000000}"/>
          </ac:spMkLst>
        </pc:spChg>
      </pc:sldChg>
      <pc:sldChg chg="addSp modSp mod">
        <pc:chgData name="744311194@qq.com" userId="e2a28223f2085f4b" providerId="LiveId" clId="{90B11F2C-7568-4724-B17E-CB56E1301912}" dt="2025-04-15T11:55:12.664" v="1927" actId="20577"/>
        <pc:sldMkLst>
          <pc:docMk/>
          <pc:sldMk cId="0" sldId="923"/>
        </pc:sldMkLst>
        <pc:spChg chg="add mod">
          <ac:chgData name="744311194@qq.com" userId="e2a28223f2085f4b" providerId="LiveId" clId="{90B11F2C-7568-4724-B17E-CB56E1301912}" dt="2025-04-15T11:55:12.664" v="1927" actId="20577"/>
          <ac:spMkLst>
            <pc:docMk/>
            <pc:sldMk cId="0" sldId="923"/>
            <ac:spMk id="2" creationId="{EFAC9647-E7BD-F841-AD68-4A4629D41AC0}"/>
          </ac:spMkLst>
        </pc:spChg>
      </pc:sldChg>
      <pc:sldChg chg="modSp mod">
        <pc:chgData name="744311194@qq.com" userId="e2a28223f2085f4b" providerId="LiveId" clId="{90B11F2C-7568-4724-B17E-CB56E1301912}" dt="2025-04-15T12:29:36.415" v="3873" actId="20577"/>
        <pc:sldMkLst>
          <pc:docMk/>
          <pc:sldMk cId="0" sldId="946"/>
        </pc:sldMkLst>
        <pc:spChg chg="mod">
          <ac:chgData name="744311194@qq.com" userId="e2a28223f2085f4b" providerId="LiveId" clId="{90B11F2C-7568-4724-B17E-CB56E1301912}" dt="2025-04-15T12:29:36.415" v="3873" actId="20577"/>
          <ac:spMkLst>
            <pc:docMk/>
            <pc:sldMk cId="0" sldId="946"/>
            <ac:spMk id="77825" creationId="{00000000-0000-0000-0000-000000000000}"/>
          </ac:spMkLst>
        </pc:spChg>
      </pc:sldChg>
      <pc:sldChg chg="modSp mod">
        <pc:chgData name="744311194@qq.com" userId="e2a28223f2085f4b" providerId="LiveId" clId="{90B11F2C-7568-4724-B17E-CB56E1301912}" dt="2025-04-15T12:35:01.980" v="4086" actId="20577"/>
        <pc:sldMkLst>
          <pc:docMk/>
          <pc:sldMk cId="0" sldId="950"/>
        </pc:sldMkLst>
        <pc:spChg chg="mod">
          <ac:chgData name="744311194@qq.com" userId="e2a28223f2085f4b" providerId="LiveId" clId="{90B11F2C-7568-4724-B17E-CB56E1301912}" dt="2025-04-15T12:34:57.674" v="4083" actId="20577"/>
          <ac:spMkLst>
            <pc:docMk/>
            <pc:sldMk cId="0" sldId="950"/>
            <ac:spMk id="79873" creationId="{00000000-0000-0000-0000-000000000000}"/>
          </ac:spMkLst>
        </pc:spChg>
        <pc:spChg chg="mod">
          <ac:chgData name="744311194@qq.com" userId="e2a28223f2085f4b" providerId="LiveId" clId="{90B11F2C-7568-4724-B17E-CB56E1301912}" dt="2025-04-15T12:35:00.041" v="4084" actId="20577"/>
          <ac:spMkLst>
            <pc:docMk/>
            <pc:sldMk cId="0" sldId="950"/>
            <ac:spMk id="79874" creationId="{00000000-0000-0000-0000-000000000000}"/>
          </ac:spMkLst>
        </pc:spChg>
        <pc:spChg chg="mod">
          <ac:chgData name="744311194@qq.com" userId="e2a28223f2085f4b" providerId="LiveId" clId="{90B11F2C-7568-4724-B17E-CB56E1301912}" dt="2025-04-15T12:35:01.102" v="4085" actId="20577"/>
          <ac:spMkLst>
            <pc:docMk/>
            <pc:sldMk cId="0" sldId="950"/>
            <ac:spMk id="79875" creationId="{00000000-0000-0000-0000-000000000000}"/>
          </ac:spMkLst>
        </pc:spChg>
        <pc:spChg chg="mod">
          <ac:chgData name="744311194@qq.com" userId="e2a28223f2085f4b" providerId="LiveId" clId="{90B11F2C-7568-4724-B17E-CB56E1301912}" dt="2025-04-15T12:35:01.980" v="4086" actId="20577"/>
          <ac:spMkLst>
            <pc:docMk/>
            <pc:sldMk cId="0" sldId="950"/>
            <ac:spMk id="79876" creationId="{00000000-0000-0000-0000-000000000000}"/>
          </ac:spMkLst>
        </pc:spChg>
        <pc:spChg chg="mod">
          <ac:chgData name="744311194@qq.com" userId="e2a28223f2085f4b" providerId="LiveId" clId="{90B11F2C-7568-4724-B17E-CB56E1301912}" dt="2025-04-15T12:34:50.875" v="4082" actId="14100"/>
          <ac:spMkLst>
            <pc:docMk/>
            <pc:sldMk cId="0" sldId="950"/>
            <ac:spMk id="79877" creationId="{00000000-0000-0000-0000-000000000000}"/>
          </ac:spMkLst>
        </pc:spChg>
      </pc:sldChg>
      <pc:sldChg chg="modSp mod">
        <pc:chgData name="744311194@qq.com" userId="e2a28223f2085f4b" providerId="LiveId" clId="{90B11F2C-7568-4724-B17E-CB56E1301912}" dt="2025-04-15T12:33:16.483" v="3987" actId="13926"/>
        <pc:sldMkLst>
          <pc:docMk/>
          <pc:sldMk cId="0" sldId="951"/>
        </pc:sldMkLst>
        <pc:spChg chg="mod">
          <ac:chgData name="744311194@qq.com" userId="e2a28223f2085f4b" providerId="LiveId" clId="{90B11F2C-7568-4724-B17E-CB56E1301912}" dt="2025-04-15T12:33:12.332" v="3986" actId="13926"/>
          <ac:spMkLst>
            <pc:docMk/>
            <pc:sldMk cId="0" sldId="951"/>
            <ac:spMk id="80905" creationId="{00000000-0000-0000-0000-000000000000}"/>
          </ac:spMkLst>
        </pc:spChg>
        <pc:spChg chg="mod">
          <ac:chgData name="744311194@qq.com" userId="e2a28223f2085f4b" providerId="LiveId" clId="{90B11F2C-7568-4724-B17E-CB56E1301912}" dt="2025-04-15T12:33:16.483" v="3987" actId="13926"/>
          <ac:spMkLst>
            <pc:docMk/>
            <pc:sldMk cId="0" sldId="951"/>
            <ac:spMk id="80906" creationId="{00000000-0000-0000-0000-000000000000}"/>
          </ac:spMkLst>
        </pc:spChg>
      </pc:sldChg>
      <pc:sldChg chg="addSp modSp mod">
        <pc:chgData name="744311194@qq.com" userId="e2a28223f2085f4b" providerId="LiveId" clId="{90B11F2C-7568-4724-B17E-CB56E1301912}" dt="2025-04-15T12:40:02.858" v="4325" actId="20577"/>
        <pc:sldMkLst>
          <pc:docMk/>
          <pc:sldMk cId="0" sldId="952"/>
        </pc:sldMkLst>
        <pc:spChg chg="add mod">
          <ac:chgData name="744311194@qq.com" userId="e2a28223f2085f4b" providerId="LiveId" clId="{90B11F2C-7568-4724-B17E-CB56E1301912}" dt="2025-04-15T12:40:02.858" v="4325" actId="20577"/>
          <ac:spMkLst>
            <pc:docMk/>
            <pc:sldMk cId="0" sldId="952"/>
            <ac:spMk id="2" creationId="{B28922A6-F568-161A-854C-A51F12297B4E}"/>
          </ac:spMkLst>
        </pc:spChg>
      </pc:sldChg>
      <pc:sldChg chg="modSp mod">
        <pc:chgData name="744311194@qq.com" userId="e2a28223f2085f4b" providerId="LiveId" clId="{90B11F2C-7568-4724-B17E-CB56E1301912}" dt="2025-04-15T12:34:00.560" v="3993" actId="13926"/>
        <pc:sldMkLst>
          <pc:docMk/>
          <pc:sldMk cId="0" sldId="953"/>
        </pc:sldMkLst>
        <pc:spChg chg="mod">
          <ac:chgData name="744311194@qq.com" userId="e2a28223f2085f4b" providerId="LiveId" clId="{90B11F2C-7568-4724-B17E-CB56E1301912}" dt="2025-04-15T12:34:00.560" v="3993" actId="13926"/>
          <ac:spMkLst>
            <pc:docMk/>
            <pc:sldMk cId="0" sldId="953"/>
            <ac:spMk id="82947" creationId="{00000000-0000-0000-0000-000000000000}"/>
          </ac:spMkLst>
        </pc:spChg>
      </pc:sldChg>
      <pc:sldChg chg="del">
        <pc:chgData name="744311194@qq.com" userId="e2a28223f2085f4b" providerId="LiveId" clId="{90B11F2C-7568-4724-B17E-CB56E1301912}" dt="2025-04-23T02:17:55.500" v="5530" actId="47"/>
        <pc:sldMkLst>
          <pc:docMk/>
          <pc:sldMk cId="0" sldId="954"/>
        </pc:sldMkLst>
      </pc:sldChg>
      <pc:sldChg chg="addSp delSp modSp mod">
        <pc:chgData name="744311194@qq.com" userId="e2a28223f2085f4b" providerId="LiveId" clId="{90B11F2C-7568-4724-B17E-CB56E1301912}" dt="2025-04-16T00:42:24.829" v="5526" actId="1076"/>
        <pc:sldMkLst>
          <pc:docMk/>
          <pc:sldMk cId="0" sldId="955"/>
        </pc:sldMkLst>
        <pc:spChg chg="add mod">
          <ac:chgData name="744311194@qq.com" userId="e2a28223f2085f4b" providerId="LiveId" clId="{90B11F2C-7568-4724-B17E-CB56E1301912}" dt="2025-04-15T12:36:49.547" v="4115" actId="13926"/>
          <ac:spMkLst>
            <pc:docMk/>
            <pc:sldMk cId="0" sldId="955"/>
            <ac:spMk id="2" creationId="{4B416CB8-3FD4-C9B0-70E3-51518E8F67F6}"/>
          </ac:spMkLst>
        </pc:spChg>
        <pc:spChg chg="add mod">
          <ac:chgData name="744311194@qq.com" userId="e2a28223f2085f4b" providerId="LiveId" clId="{90B11F2C-7568-4724-B17E-CB56E1301912}" dt="2025-04-15T12:41:40.758" v="4509" actId="20577"/>
          <ac:spMkLst>
            <pc:docMk/>
            <pc:sldMk cId="0" sldId="955"/>
            <ac:spMk id="3" creationId="{4AE9E759-A796-0269-AF2A-E55A39C6AC61}"/>
          </ac:spMkLst>
        </pc:spChg>
        <pc:spChg chg="add mod">
          <ac:chgData name="744311194@qq.com" userId="e2a28223f2085f4b" providerId="LiveId" clId="{90B11F2C-7568-4724-B17E-CB56E1301912}" dt="2025-04-16T00:41:55.867" v="5456" actId="20577"/>
          <ac:spMkLst>
            <pc:docMk/>
            <pc:sldMk cId="0" sldId="955"/>
            <ac:spMk id="4" creationId="{3A81C1DB-EC83-2E50-AA44-1F2929D4AF72}"/>
          </ac:spMkLst>
        </pc:spChg>
        <pc:spChg chg="add mod">
          <ac:chgData name="744311194@qq.com" userId="e2a28223f2085f4b" providerId="LiveId" clId="{90B11F2C-7568-4724-B17E-CB56E1301912}" dt="2025-04-16T00:42:24.829" v="5526" actId="1076"/>
          <ac:spMkLst>
            <pc:docMk/>
            <pc:sldMk cId="0" sldId="955"/>
            <ac:spMk id="5" creationId="{908DCB6F-D024-A983-BAB6-E835684ACA1F}"/>
          </ac:spMkLst>
        </pc:spChg>
        <pc:spChg chg="mod">
          <ac:chgData name="744311194@qq.com" userId="e2a28223f2085f4b" providerId="LiveId" clId="{90B11F2C-7568-4724-B17E-CB56E1301912}" dt="2025-04-15T12:37:26.761" v="4157" actId="21"/>
          <ac:spMkLst>
            <pc:docMk/>
            <pc:sldMk cId="0" sldId="955"/>
            <ac:spMk id="85002" creationId="{00000000-0000-0000-0000-000000000000}"/>
          </ac:spMkLst>
        </pc:spChg>
        <pc:spChg chg="add del mod">
          <ac:chgData name="744311194@qq.com" userId="e2a28223f2085f4b" providerId="LiveId" clId="{90B11F2C-7568-4724-B17E-CB56E1301912}" dt="2025-04-16T00:41:24.059" v="5454" actId="20577"/>
          <ac:spMkLst>
            <pc:docMk/>
            <pc:sldMk cId="0" sldId="955"/>
            <ac:spMk id="85048" creationId="{00000000-0000-0000-0000-000000000000}"/>
          </ac:spMkLst>
        </pc:spChg>
        <pc:grpChg chg="mod">
          <ac:chgData name="744311194@qq.com" userId="e2a28223f2085f4b" providerId="LiveId" clId="{90B11F2C-7568-4724-B17E-CB56E1301912}" dt="2025-04-15T12:37:22.998" v="4154" actId="1076"/>
          <ac:grpSpMkLst>
            <pc:docMk/>
            <pc:sldMk cId="0" sldId="955"/>
            <ac:grpSpMk id="85003" creationId="{00000000-0000-0000-0000-000000000000}"/>
          </ac:grpSpMkLst>
        </pc:grpChg>
        <pc:grpChg chg="mod">
          <ac:chgData name="744311194@qq.com" userId="e2a28223f2085f4b" providerId="LiveId" clId="{90B11F2C-7568-4724-B17E-CB56E1301912}" dt="2025-04-15T12:46:01.231" v="4810" actId="1076"/>
          <ac:grpSpMkLst>
            <pc:docMk/>
            <pc:sldMk cId="0" sldId="955"/>
            <ac:grpSpMk id="85033" creationId="{00000000-0000-0000-0000-000000000000}"/>
          </ac:grpSpMkLst>
        </pc:grpChg>
        <pc:grpChg chg="mod">
          <ac:chgData name="744311194@qq.com" userId="e2a28223f2085f4b" providerId="LiveId" clId="{90B11F2C-7568-4724-B17E-CB56E1301912}" dt="2025-04-15T12:45:05.367" v="4690" actId="1076"/>
          <ac:grpSpMkLst>
            <pc:docMk/>
            <pc:sldMk cId="0" sldId="955"/>
            <ac:grpSpMk id="85043" creationId="{00000000-0000-0000-0000-000000000000}"/>
          </ac:grpSpMkLst>
        </pc:grpChg>
      </pc:sldChg>
      <pc:sldChg chg="del">
        <pc:chgData name="744311194@qq.com" userId="e2a28223f2085f4b" providerId="LiveId" clId="{90B11F2C-7568-4724-B17E-CB56E1301912}" dt="2025-04-15T11:23:42.634" v="1" actId="47"/>
        <pc:sldMkLst>
          <pc:docMk/>
          <pc:sldMk cId="0" sldId="1088"/>
        </pc:sldMkLst>
      </pc:sldChg>
      <pc:sldChg chg="modSp mod">
        <pc:chgData name="744311194@qq.com" userId="e2a28223f2085f4b" providerId="LiveId" clId="{90B11F2C-7568-4724-B17E-CB56E1301912}" dt="2025-04-15T12:33:04.709" v="3985" actId="13926"/>
        <pc:sldMkLst>
          <pc:docMk/>
          <pc:sldMk cId="0" sldId="1167"/>
        </pc:sldMkLst>
        <pc:spChg chg="mod">
          <ac:chgData name="744311194@qq.com" userId="e2a28223f2085f4b" providerId="LiveId" clId="{90B11F2C-7568-4724-B17E-CB56E1301912}" dt="2025-04-15T12:33:04.709" v="3985" actId="13926"/>
          <ac:spMkLst>
            <pc:docMk/>
            <pc:sldMk cId="0" sldId="1167"/>
            <ac:spMk id="78850" creationId="{00000000-0000-0000-0000-000000000000}"/>
          </ac:spMkLst>
        </pc:spChg>
      </pc:sldChg>
      <pc:sldChg chg="modSp del mod">
        <pc:chgData name="744311194@qq.com" userId="e2a28223f2085f4b" providerId="LiveId" clId="{90B11F2C-7568-4724-B17E-CB56E1301912}" dt="2025-04-15T12:32:19.360" v="3955" actId="47"/>
        <pc:sldMkLst>
          <pc:docMk/>
          <pc:sldMk cId="0" sldId="1168"/>
        </pc:sldMkLst>
      </pc:sldChg>
      <pc:sldChg chg="del">
        <pc:chgData name="744311194@qq.com" userId="e2a28223f2085f4b" providerId="LiveId" clId="{90B11F2C-7568-4724-B17E-CB56E1301912}" dt="2025-04-15T12:47:52.996" v="4863" actId="47"/>
        <pc:sldMkLst>
          <pc:docMk/>
          <pc:sldMk cId="0" sldId="1170"/>
        </pc:sldMkLst>
      </pc:sldChg>
      <pc:sldChg chg="addSp delSp modSp mod">
        <pc:chgData name="744311194@qq.com" userId="e2a28223f2085f4b" providerId="LiveId" clId="{90B11F2C-7568-4724-B17E-CB56E1301912}" dt="2025-04-15T12:14:29.858" v="2928" actId="13926"/>
        <pc:sldMkLst>
          <pc:docMk/>
          <pc:sldMk cId="727030757" sldId="1182"/>
        </pc:sldMkLst>
        <pc:spChg chg="mod">
          <ac:chgData name="744311194@qq.com" userId="e2a28223f2085f4b" providerId="LiveId" clId="{90B11F2C-7568-4724-B17E-CB56E1301912}" dt="2025-04-15T12:14:29.858" v="2928" actId="13926"/>
          <ac:spMkLst>
            <pc:docMk/>
            <pc:sldMk cId="727030757" sldId="1182"/>
            <ac:spMk id="4" creationId="{00000000-0000-0000-0000-000000000000}"/>
          </ac:spMkLst>
        </pc:spChg>
        <pc:spChg chg="add mod">
          <ac:chgData name="744311194@qq.com" userId="e2a28223f2085f4b" providerId="LiveId" clId="{90B11F2C-7568-4724-B17E-CB56E1301912}" dt="2025-04-15T12:07:10.387" v="2705" actId="20577"/>
          <ac:spMkLst>
            <pc:docMk/>
            <pc:sldMk cId="727030757" sldId="1182"/>
            <ac:spMk id="7" creationId="{29F7DC0D-A075-5B47-6681-76711F45739B}"/>
          </ac:spMkLst>
        </pc:spChg>
      </pc:sldChg>
      <pc:sldChg chg="modSp mod">
        <pc:chgData name="744311194@qq.com" userId="e2a28223f2085f4b" providerId="LiveId" clId="{90B11F2C-7568-4724-B17E-CB56E1301912}" dt="2025-04-15T12:48:18.534" v="4866" actId="13926"/>
        <pc:sldMkLst>
          <pc:docMk/>
          <pc:sldMk cId="220652178" sldId="1187"/>
        </pc:sldMkLst>
        <pc:spChg chg="mod">
          <ac:chgData name="744311194@qq.com" userId="e2a28223f2085f4b" providerId="LiveId" clId="{90B11F2C-7568-4724-B17E-CB56E1301912}" dt="2025-04-15T12:48:18.534" v="4866" actId="13926"/>
          <ac:spMkLst>
            <pc:docMk/>
            <pc:sldMk cId="220652178" sldId="1187"/>
            <ac:spMk id="43022" creationId="{00000000-0000-0000-0000-000000000000}"/>
          </ac:spMkLst>
        </pc:spChg>
      </pc:sldChg>
      <pc:sldChg chg="addSp modSp new mod">
        <pc:chgData name="744311194@qq.com" userId="e2a28223f2085f4b" providerId="LiveId" clId="{90B11F2C-7568-4724-B17E-CB56E1301912}" dt="2025-04-15T11:39:37.754" v="882" actId="403"/>
        <pc:sldMkLst>
          <pc:docMk/>
          <pc:sldMk cId="239862991" sldId="1189"/>
        </pc:sldMkLst>
        <pc:spChg chg="add mod">
          <ac:chgData name="744311194@qq.com" userId="e2a28223f2085f4b" providerId="LiveId" clId="{90B11F2C-7568-4724-B17E-CB56E1301912}" dt="2025-04-15T11:35:45.561" v="508" actId="20577"/>
          <ac:spMkLst>
            <pc:docMk/>
            <pc:sldMk cId="239862991" sldId="1189"/>
            <ac:spMk id="2" creationId="{CE1B8BFD-A1AC-9FF9-610B-3BBDE660E2E6}"/>
          </ac:spMkLst>
        </pc:spChg>
        <pc:spChg chg="add mod">
          <ac:chgData name="744311194@qq.com" userId="e2a28223f2085f4b" providerId="LiveId" clId="{90B11F2C-7568-4724-B17E-CB56E1301912}" dt="2025-04-15T11:39:37.754" v="882" actId="403"/>
          <ac:spMkLst>
            <pc:docMk/>
            <pc:sldMk cId="239862991" sldId="1189"/>
            <ac:spMk id="3" creationId="{29B9EBB2-3C55-2BDB-7340-4FCDCB21C8AE}"/>
          </ac:spMkLst>
        </pc:spChg>
      </pc:sldChg>
      <pc:sldChg chg="addSp delSp modSp new mod modClrScheme chgLayout">
        <pc:chgData name="744311194@qq.com" userId="e2a28223f2085f4b" providerId="LiveId" clId="{90B11F2C-7568-4724-B17E-CB56E1301912}" dt="2025-04-15T12:59:58.153" v="5298" actId="1076"/>
        <pc:sldMkLst>
          <pc:docMk/>
          <pc:sldMk cId="757261179" sldId="1190"/>
        </pc:sldMkLst>
        <pc:spChg chg="add mod ord">
          <ac:chgData name="744311194@qq.com" userId="e2a28223f2085f4b" providerId="LiveId" clId="{90B11F2C-7568-4724-B17E-CB56E1301912}" dt="2025-04-15T12:56:33.684" v="4881" actId="1076"/>
          <ac:spMkLst>
            <pc:docMk/>
            <pc:sldMk cId="757261179" sldId="1190"/>
            <ac:spMk id="8" creationId="{A8511966-9395-2D7B-C409-F7E2968B4D7D}"/>
          </ac:spMkLst>
        </pc:spChg>
        <pc:spChg chg="add mod">
          <ac:chgData name="744311194@qq.com" userId="e2a28223f2085f4b" providerId="LiveId" clId="{90B11F2C-7568-4724-B17E-CB56E1301912}" dt="2025-04-15T12:59:58.153" v="5298" actId="1076"/>
          <ac:spMkLst>
            <pc:docMk/>
            <pc:sldMk cId="757261179" sldId="1190"/>
            <ac:spMk id="9" creationId="{FF587980-D221-9206-F240-BF59989D5605}"/>
          </ac:spMkLst>
        </pc:spChg>
      </pc:sldChg>
      <pc:sldMasterChg chg="del delSldLayout">
        <pc:chgData name="744311194@qq.com" userId="e2a28223f2085f4b" providerId="LiveId" clId="{90B11F2C-7568-4724-B17E-CB56E1301912}" dt="2025-04-15T11:23:42.634" v="1" actId="47"/>
        <pc:sldMasterMkLst>
          <pc:docMk/>
          <pc:sldMasterMk cId="0" sldId="2147483664"/>
        </pc:sldMasterMkLst>
        <pc:sldLayoutChg chg="del">
          <pc:chgData name="744311194@qq.com" userId="e2a28223f2085f4b" providerId="LiveId" clId="{90B11F2C-7568-4724-B17E-CB56E1301912}" dt="2025-04-15T11:23:42.634" v="1" actId="47"/>
          <pc:sldLayoutMkLst>
            <pc:docMk/>
            <pc:sldMasterMk cId="0" sldId="2147483664"/>
            <pc:sldLayoutMk cId="0" sldId="2147483665"/>
          </pc:sldLayoutMkLst>
        </pc:sldLayoutChg>
        <pc:sldLayoutChg chg="del">
          <pc:chgData name="744311194@qq.com" userId="e2a28223f2085f4b" providerId="LiveId" clId="{90B11F2C-7568-4724-B17E-CB56E1301912}" dt="2025-04-15T11:23:42.634" v="1" actId="47"/>
          <pc:sldLayoutMkLst>
            <pc:docMk/>
            <pc:sldMasterMk cId="0" sldId="2147483664"/>
            <pc:sldLayoutMk cId="0" sldId="2147483666"/>
          </pc:sldLayoutMkLst>
        </pc:sldLayoutChg>
        <pc:sldLayoutChg chg="del">
          <pc:chgData name="744311194@qq.com" userId="e2a28223f2085f4b" providerId="LiveId" clId="{90B11F2C-7568-4724-B17E-CB56E1301912}" dt="2025-04-15T11:23:42.634" v="1" actId="47"/>
          <pc:sldLayoutMkLst>
            <pc:docMk/>
            <pc:sldMasterMk cId="0" sldId="2147483664"/>
            <pc:sldLayoutMk cId="0" sldId="2147483667"/>
          </pc:sldLayoutMkLst>
        </pc:sldLayoutChg>
        <pc:sldLayoutChg chg="del">
          <pc:chgData name="744311194@qq.com" userId="e2a28223f2085f4b" providerId="LiveId" clId="{90B11F2C-7568-4724-B17E-CB56E1301912}" dt="2025-04-15T11:23:42.634" v="1" actId="47"/>
          <pc:sldLayoutMkLst>
            <pc:docMk/>
            <pc:sldMasterMk cId="0" sldId="2147483664"/>
            <pc:sldLayoutMk cId="0" sldId="2147483668"/>
          </pc:sldLayoutMkLst>
        </pc:sldLayoutChg>
        <pc:sldLayoutChg chg="del">
          <pc:chgData name="744311194@qq.com" userId="e2a28223f2085f4b" providerId="LiveId" clId="{90B11F2C-7568-4724-B17E-CB56E1301912}" dt="2025-04-15T11:23:42.634" v="1" actId="47"/>
          <pc:sldLayoutMkLst>
            <pc:docMk/>
            <pc:sldMasterMk cId="0" sldId="2147483664"/>
            <pc:sldLayoutMk cId="0" sldId="2147483669"/>
          </pc:sldLayoutMkLst>
        </pc:sldLayoutChg>
        <pc:sldLayoutChg chg="del">
          <pc:chgData name="744311194@qq.com" userId="e2a28223f2085f4b" providerId="LiveId" clId="{90B11F2C-7568-4724-B17E-CB56E1301912}" dt="2025-04-15T11:23:42.634" v="1" actId="47"/>
          <pc:sldLayoutMkLst>
            <pc:docMk/>
            <pc:sldMasterMk cId="0" sldId="2147483664"/>
            <pc:sldLayoutMk cId="0" sldId="2147483670"/>
          </pc:sldLayoutMkLst>
        </pc:sldLayoutChg>
        <pc:sldLayoutChg chg="del">
          <pc:chgData name="744311194@qq.com" userId="e2a28223f2085f4b" providerId="LiveId" clId="{90B11F2C-7568-4724-B17E-CB56E1301912}" dt="2025-04-15T11:23:42.634" v="1" actId="47"/>
          <pc:sldLayoutMkLst>
            <pc:docMk/>
            <pc:sldMasterMk cId="0" sldId="2147483664"/>
            <pc:sldLayoutMk cId="0" sldId="2147483671"/>
          </pc:sldLayoutMkLst>
        </pc:sldLayoutChg>
        <pc:sldLayoutChg chg="del">
          <pc:chgData name="744311194@qq.com" userId="e2a28223f2085f4b" providerId="LiveId" clId="{90B11F2C-7568-4724-B17E-CB56E1301912}" dt="2025-04-15T11:23:42.634" v="1" actId="47"/>
          <pc:sldLayoutMkLst>
            <pc:docMk/>
            <pc:sldMasterMk cId="0" sldId="2147483664"/>
            <pc:sldLayoutMk cId="0" sldId="2147483672"/>
          </pc:sldLayoutMkLst>
        </pc:sldLayoutChg>
        <pc:sldLayoutChg chg="del">
          <pc:chgData name="744311194@qq.com" userId="e2a28223f2085f4b" providerId="LiveId" clId="{90B11F2C-7568-4724-B17E-CB56E1301912}" dt="2025-04-15T11:23:42.634" v="1" actId="47"/>
          <pc:sldLayoutMkLst>
            <pc:docMk/>
            <pc:sldMasterMk cId="0" sldId="2147483664"/>
            <pc:sldLayoutMk cId="0" sldId="2147483673"/>
          </pc:sldLayoutMkLst>
        </pc:sldLayoutChg>
        <pc:sldLayoutChg chg="del">
          <pc:chgData name="744311194@qq.com" userId="e2a28223f2085f4b" providerId="LiveId" clId="{90B11F2C-7568-4724-B17E-CB56E1301912}" dt="2025-04-15T11:23:42.634" v="1" actId="47"/>
          <pc:sldLayoutMkLst>
            <pc:docMk/>
            <pc:sldMasterMk cId="0" sldId="2147483664"/>
            <pc:sldLayoutMk cId="0" sldId="2147483674"/>
          </pc:sldLayoutMkLst>
        </pc:sldLayoutChg>
        <pc:sldLayoutChg chg="del">
          <pc:chgData name="744311194@qq.com" userId="e2a28223f2085f4b" providerId="LiveId" clId="{90B11F2C-7568-4724-B17E-CB56E1301912}" dt="2025-04-15T11:23:42.634" v="1" actId="47"/>
          <pc:sldLayoutMkLst>
            <pc:docMk/>
            <pc:sldMasterMk cId="0" sldId="2147483664"/>
            <pc:sldLayoutMk cId="0" sldId="2147483675"/>
          </pc:sldLayoutMkLst>
        </pc:sldLayoutChg>
        <pc:sldLayoutChg chg="del">
          <pc:chgData name="744311194@qq.com" userId="e2a28223f2085f4b" providerId="LiveId" clId="{90B11F2C-7568-4724-B17E-CB56E1301912}" dt="2025-04-15T11:23:42.634" v="1" actId="47"/>
          <pc:sldLayoutMkLst>
            <pc:docMk/>
            <pc:sldMasterMk cId="0" sldId="2147483664"/>
            <pc:sldLayoutMk cId="0" sldId="2147483676"/>
          </pc:sldLayoutMkLst>
        </pc:sldLayoutChg>
        <pc:sldLayoutChg chg="del">
          <pc:chgData name="744311194@qq.com" userId="e2a28223f2085f4b" providerId="LiveId" clId="{90B11F2C-7568-4724-B17E-CB56E1301912}" dt="2025-04-15T11:23:42.634" v="1" actId="47"/>
          <pc:sldLayoutMkLst>
            <pc:docMk/>
            <pc:sldMasterMk cId="0" sldId="2147483664"/>
            <pc:sldLayoutMk cId="0" sldId="2147483677"/>
          </pc:sldLayoutMkLst>
        </pc:sldLayoutChg>
        <pc:sldLayoutChg chg="del">
          <pc:chgData name="744311194@qq.com" userId="e2a28223f2085f4b" providerId="LiveId" clId="{90B11F2C-7568-4724-B17E-CB56E1301912}" dt="2025-04-15T11:23:42.634" v="1" actId="47"/>
          <pc:sldLayoutMkLst>
            <pc:docMk/>
            <pc:sldMasterMk cId="0" sldId="2147483664"/>
            <pc:sldLayoutMk cId="0" sldId="2147483678"/>
          </pc:sldLayoutMkLst>
        </pc:sldLayoutChg>
        <pc:sldLayoutChg chg="del">
          <pc:chgData name="744311194@qq.com" userId="e2a28223f2085f4b" providerId="LiveId" clId="{90B11F2C-7568-4724-B17E-CB56E1301912}" dt="2025-04-15T11:23:42.634" v="1" actId="47"/>
          <pc:sldLayoutMkLst>
            <pc:docMk/>
            <pc:sldMasterMk cId="0" sldId="2147483664"/>
            <pc:sldLayoutMk cId="0" sldId="2147483679"/>
          </pc:sldLayoutMkLst>
        </pc:sldLayoutChg>
      </pc:sldMaster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spcBef>
                <a:spcPct val="0"/>
              </a:spcBef>
              <a:buFontTx/>
              <a:buNone/>
              <a:defRPr kumimoji="1" sz="1200" b="0">
                <a:ea typeface="仿宋_GB2312" panose="02010609030101010101" charset="-122"/>
                <a:cs typeface="+mn-cs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仿宋_GB2312" panose="02010609030101010101" charset="-122"/>
              <a:cs typeface="+mn-cs"/>
            </a:endParaRPr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spcBef>
                <a:spcPct val="0"/>
              </a:spcBef>
              <a:buFontTx/>
              <a:buNone/>
              <a:defRPr kumimoji="1" sz="1200" b="0">
                <a:ea typeface="仿宋_GB2312" panose="02010609030101010101" charset="-122"/>
                <a:cs typeface="+mn-cs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仿宋_GB2312" panose="02010609030101010101" charset="-122"/>
              <a:cs typeface="+mn-cs"/>
            </a:endParaRPr>
          </a:p>
        </p:txBody>
      </p:sp>
      <p:sp>
        <p:nvSpPr>
          <p:cNvPr id="3076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 eaLnBrk="1" hangingPunct="1">
              <a:spcBef>
                <a:spcPct val="0"/>
              </a:spcBef>
              <a:buFontTx/>
              <a:buNone/>
              <a:defRPr kumimoji="1" sz="1200" b="0">
                <a:ea typeface="仿宋_GB2312" panose="02010609030101010101" charset="-122"/>
                <a:cs typeface="+mn-cs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仿宋_GB2312" panose="02010609030101010101" charset="-122"/>
              <a:cs typeface="+mn-cs"/>
            </a:endParaRPr>
          </a:p>
        </p:txBody>
      </p:sp>
      <p:sp>
        <p:nvSpPr>
          <p:cNvPr id="3077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 algn="r">
              <a:spcBef>
                <a:spcPct val="0"/>
              </a:spcBef>
              <a:defRPr sz="1200" b="0" noProof="1" dirty="0">
                <a:ea typeface="仿宋_GB2312" panose="02010609030101010101" charset="-122"/>
                <a:cs typeface="+mn-cs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CD935BEB-9D0A-45A3-B09E-FEEA22472E08}" type="slidenum">
              <a:rPr kumimoji="0" lang="en-US" altLang="zh-CN" sz="1200" b="0" i="0" u="none" strike="noStrike" kern="1200" cap="none" spc="0" normalizeH="0" baseline="0" noProof="1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仿宋_GB2312" panose="02010609030101010101" charset="-122"/>
                <a:cs typeface="+mn-cs"/>
              </a:rPr>
              <a:t>‹#›</a:t>
            </a:fld>
            <a:endParaRPr kumimoji="0" lang="en-US" altLang="zh-CN" sz="12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仿宋_GB2312" panose="02010609030101010101" charset="-122"/>
              <a:cs typeface="楷体_GB231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spcBef>
                <a:spcPct val="0"/>
              </a:spcBef>
              <a:buFontTx/>
              <a:buNone/>
              <a:defRPr kumimoji="1" sz="1200" b="0">
                <a:ea typeface="仿宋_GB2312" panose="02010609030101010101" charset="-122"/>
                <a:cs typeface="+mn-cs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仿宋_GB2312" panose="02010609030101010101" charset="-122"/>
              <a:cs typeface="+mn-cs"/>
            </a:endParaRPr>
          </a:p>
        </p:txBody>
      </p:sp>
      <p:sp>
        <p:nvSpPr>
          <p:cNvPr id="205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spcBef>
                <a:spcPct val="0"/>
              </a:spcBef>
              <a:buFontTx/>
              <a:buNone/>
              <a:defRPr kumimoji="1" sz="1200" b="0">
                <a:ea typeface="仿宋_GB2312" panose="02010609030101010101" charset="-122"/>
                <a:cs typeface="+mn-cs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仿宋_GB2312" panose="02010609030101010101" charset="-122"/>
              <a:cs typeface="+mn-cs"/>
            </a:endParaRPr>
          </a:p>
        </p:txBody>
      </p:sp>
      <p:sp>
        <p:nvSpPr>
          <p:cNvPr id="8196" name="Rectangle 4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2053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rPr>
              <a:t>单击以编辑母版文本样式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rPr>
              <a:t>第二级</a:t>
            </a:r>
          </a:p>
          <a:p>
            <a:pPr marL="914400" marR="0" lvl="2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rPr>
              <a:t>第三级</a:t>
            </a:r>
          </a:p>
          <a:p>
            <a:pPr marL="1371600" marR="0" lvl="3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rPr>
              <a:t>第四级</a:t>
            </a:r>
          </a:p>
          <a:p>
            <a:pPr marL="1828800" marR="0" lvl="4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rPr>
              <a:t>第五级</a:t>
            </a:r>
          </a:p>
        </p:txBody>
      </p:sp>
      <p:sp>
        <p:nvSpPr>
          <p:cNvPr id="2054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 eaLnBrk="1" hangingPunct="1">
              <a:spcBef>
                <a:spcPct val="0"/>
              </a:spcBef>
              <a:buFontTx/>
              <a:buNone/>
              <a:defRPr kumimoji="1" sz="1200" b="0">
                <a:ea typeface="仿宋_GB2312" panose="02010609030101010101" charset="-122"/>
                <a:cs typeface="+mn-cs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仿宋_GB2312" panose="02010609030101010101" charset="-122"/>
              <a:cs typeface="+mn-cs"/>
            </a:endParaRPr>
          </a:p>
        </p:txBody>
      </p:sp>
      <p:sp>
        <p:nvSpPr>
          <p:cNvPr id="205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 algn="r">
              <a:spcBef>
                <a:spcPct val="0"/>
              </a:spcBef>
              <a:defRPr sz="1200" b="0" noProof="1" dirty="0">
                <a:ea typeface="仿宋_GB2312" panose="02010609030101010101" charset="-122"/>
                <a:cs typeface="+mn-cs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76A290CF-FC12-4B1F-AA58-140B5CF201D4}" type="slidenum">
              <a:rPr kumimoji="0" lang="en-US" altLang="zh-CN" sz="1200" b="0" i="0" u="none" strike="noStrike" kern="1200" cap="none" spc="0" normalizeH="0" baseline="0" noProof="1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仿宋_GB2312" panose="02010609030101010101" charset="-122"/>
                <a:cs typeface="+mn-cs"/>
              </a:rPr>
              <a:t>‹#›</a:t>
            </a:fld>
            <a:endParaRPr kumimoji="0" lang="en-US" altLang="zh-CN" sz="12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仿宋_GB2312" panose="02010609030101010101" charset="-122"/>
              <a:cs typeface="楷体_GB2312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仿宋_GB2312" panose="02010609030101010101" charset="-122"/>
        <a:cs typeface="仿宋_GB2312" panose="02010609030101010101" charset="-122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仿宋_GB2312" panose="02010609030101010101" charset="-122"/>
        <a:cs typeface="仿宋_GB2312" panose="02010609030101010101" charset="-122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仿宋_GB2312" panose="02010609030101010101" charset="-122"/>
        <a:cs typeface="仿宋_GB2312" panose="02010609030101010101" charset="-122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仿宋_GB2312" panose="02010609030101010101" charset="-122"/>
        <a:cs typeface="仿宋_GB2312" panose="02010609030101010101" charset="-122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仿宋_GB2312" panose="02010609030101010101" charset="-122"/>
        <a:cs typeface="仿宋_GB2312" panose="02010609030101010101" charset="-122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1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anchor="b" anchorCtr="0"/>
          <a:lstStyle/>
          <a:p>
            <a:pPr lvl="0" algn="r">
              <a:buFont typeface="Arial" panose="020B0604020202020204" pitchFamily="34" charset="0"/>
              <a:buChar char="•"/>
            </a:pPr>
            <a:fld id="{9A0DB2DC-4C9A-4742-B13C-FB6460FD3503}" type="slidenum">
              <a:rPr lang="" altLang="zh-CN" sz="1200" b="0" dirty="0"/>
              <a:t>1</a:t>
            </a:fld>
            <a:endParaRPr lang="" altLang="zh-CN" sz="1200" b="0" dirty="0"/>
          </a:p>
        </p:txBody>
      </p:sp>
      <p:sp>
        <p:nvSpPr>
          <p:cNvPr id="10242" name="Rectangle 2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0243" name="Rectangle 3"/>
          <p:cNvSpPr>
            <a:spLocks noGrp="1"/>
          </p:cNvSpPr>
          <p:nvPr>
            <p:ph type="body"/>
          </p:nvPr>
        </p:nvSpPr>
        <p:spPr>
          <a:ln/>
        </p:spPr>
        <p:txBody>
          <a:bodyPr wrap="square" lIns="91440" tIns="45720" rIns="91440" bIns="45720" anchor="t" anchorCtr="0"/>
          <a:lstStyle/>
          <a:p>
            <a:pPr lvl="0"/>
            <a:endParaRPr lang="zh-CN" altLang="zh-CN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1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anchor="b" anchorCtr="0"/>
          <a:lstStyle/>
          <a:p>
            <a:pPr lvl="0" algn="r">
              <a:buFont typeface="Arial" panose="020B0604020202020204" pitchFamily="34" charset="0"/>
              <a:buChar char="•"/>
            </a:pPr>
            <a:fld id="{9A0DB2DC-4C9A-4742-B13C-FB6460FD3503}" type="slidenum">
              <a:rPr lang="" altLang="zh-CN" sz="1200" b="0" dirty="0">
                <a:latin typeface="Times New Roman" panose="02020603050405020304" pitchFamily="18" charset="0"/>
                <a:ea typeface="仿宋_GB2312" panose="02010609030101010101" charset="-122"/>
              </a:rPr>
              <a:t>3</a:t>
            </a:fld>
            <a:endParaRPr lang="" altLang="zh-CN" sz="1200" b="0" dirty="0">
              <a:latin typeface="Times New Roman" panose="02020603050405020304" pitchFamily="18" charset="0"/>
              <a:ea typeface="仿宋_GB2312" panose="02010609030101010101" charset="-122"/>
            </a:endParaRPr>
          </a:p>
        </p:txBody>
      </p:sp>
      <p:sp>
        <p:nvSpPr>
          <p:cNvPr id="15362" name="Rectangle 2"/>
          <p:cNvSpPr>
            <a:spLocks noGrp="1" noRot="1" noChangeAspect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15363" name="Rectangle 3"/>
          <p:cNvSpPr>
            <a:spLocks noGrp="1"/>
          </p:cNvSpPr>
          <p:nvPr>
            <p:ph type="body"/>
          </p:nvPr>
        </p:nvSpPr>
        <p:spPr>
          <a:solidFill>
            <a:srgbClr val="FFFFFF"/>
          </a:solidFill>
          <a:ln>
            <a:solidFill>
              <a:srgbClr val="000000"/>
            </a:solidFill>
            <a:miter/>
          </a:ln>
        </p:spPr>
        <p:txBody>
          <a:bodyPr wrap="square" lIns="91440" tIns="45720" rIns="91440" bIns="45720" anchor="t" anchorCtr="0"/>
          <a:lstStyle/>
          <a:p>
            <a:pPr lvl="0"/>
            <a:endParaRPr lang="zh-CN" altLang="zh-CN"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anchor="b" anchorCtr="0"/>
          <a:lstStyle/>
          <a:p>
            <a:pPr lvl="0" algn="r">
              <a:buFont typeface="Arial" panose="020B0604020202020204" pitchFamily="34" charset="0"/>
              <a:buChar char="•"/>
            </a:pPr>
            <a:fld id="{9A0DB2DC-4C9A-4742-B13C-FB6460FD3503}" type="slidenum">
              <a:rPr lang="" altLang="zh-CN" sz="1200" b="0" dirty="0"/>
              <a:t>4</a:t>
            </a:fld>
            <a:endParaRPr lang="" altLang="zh-CN" sz="1200" b="0" dirty="0"/>
          </a:p>
        </p:txBody>
      </p:sp>
      <p:sp>
        <p:nvSpPr>
          <p:cNvPr id="17410" name="Rectangle 1026"/>
          <p:cNvSpPr>
            <a:spLocks noGrp="1" noRot="1" noChangeAspect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17411" name="Rectangle 1027"/>
          <p:cNvSpPr>
            <a:spLocks noGrp="1"/>
          </p:cNvSpPr>
          <p:nvPr>
            <p:ph type="body"/>
          </p:nvPr>
        </p:nvSpPr>
        <p:spPr>
          <a:solidFill>
            <a:srgbClr val="FFFFFF"/>
          </a:solidFill>
          <a:ln>
            <a:solidFill>
              <a:srgbClr val="000000"/>
            </a:solidFill>
            <a:miter/>
          </a:ln>
        </p:spPr>
        <p:txBody>
          <a:bodyPr wrap="square" lIns="91440" tIns="45720" rIns="91440" bIns="45720" anchor="t" anchorCtr="0"/>
          <a:lstStyle/>
          <a:p>
            <a:pPr lvl="0"/>
            <a:endParaRPr lang="zh-CN" altLang="zh-CN"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anchor="b" anchorCtr="0"/>
          <a:lstStyle/>
          <a:p>
            <a:pPr lvl="0" algn="r">
              <a:buFont typeface="Arial" panose="020B0604020202020204" pitchFamily="34" charset="0"/>
              <a:buChar char="•"/>
            </a:pPr>
            <a:fld id="{9A0DB2DC-4C9A-4742-B13C-FB6460FD3503}" type="slidenum">
              <a:rPr lang="" altLang="zh-CN" sz="1200" b="0" dirty="0">
                <a:latin typeface="Times New Roman" panose="02020603050405020304" pitchFamily="18" charset="0"/>
                <a:ea typeface="仿宋_GB2312" panose="02010609030101010101" charset="-122"/>
              </a:rPr>
              <a:t>7</a:t>
            </a:fld>
            <a:endParaRPr lang="" altLang="zh-CN" sz="1200" b="0" dirty="0">
              <a:latin typeface="Times New Roman" panose="02020603050405020304" pitchFamily="18" charset="0"/>
              <a:ea typeface="仿宋_GB2312" panose="02010609030101010101" charset="-122"/>
            </a:endParaRPr>
          </a:p>
        </p:txBody>
      </p:sp>
      <p:sp>
        <p:nvSpPr>
          <p:cNvPr id="21506" name="Rectangle 2"/>
          <p:cNvSpPr>
            <a:spLocks noGrp="1" noRot="1" noChangeAspect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21507" name="Rectangle 3"/>
          <p:cNvSpPr>
            <a:spLocks noGrp="1"/>
          </p:cNvSpPr>
          <p:nvPr>
            <p:ph type="body"/>
          </p:nvPr>
        </p:nvSpPr>
        <p:spPr>
          <a:solidFill>
            <a:srgbClr val="FFFFFF"/>
          </a:solidFill>
          <a:ln>
            <a:solidFill>
              <a:srgbClr val="000000"/>
            </a:solidFill>
            <a:miter/>
          </a:ln>
        </p:spPr>
        <p:txBody>
          <a:bodyPr wrap="square" lIns="91440" tIns="45720" rIns="91440" bIns="45720" anchor="t" anchorCtr="0"/>
          <a:lstStyle/>
          <a:p>
            <a:pPr lvl="0"/>
            <a:endParaRPr lang="zh-CN" altLang="zh-CN" dirty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1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anchor="b" anchorCtr="0"/>
          <a:lstStyle/>
          <a:p>
            <a:pPr lvl="0" algn="r">
              <a:buFont typeface="Arial" panose="020B0604020202020204" pitchFamily="34" charset="0"/>
              <a:buChar char="•"/>
            </a:pPr>
            <a:fld id="{9A0DB2DC-4C9A-4742-B13C-FB6460FD3503}" type="slidenum">
              <a:rPr lang="" altLang="zh-CN" sz="1200" b="0" dirty="0"/>
              <a:t>10</a:t>
            </a:fld>
            <a:endParaRPr lang="" altLang="zh-CN" sz="1200" b="0" dirty="0"/>
          </a:p>
        </p:txBody>
      </p:sp>
      <p:sp>
        <p:nvSpPr>
          <p:cNvPr id="25602" name="Rectangle 2"/>
          <p:cNvSpPr>
            <a:spLocks noGrp="1" noRot="1" noChangeAspect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25603" name="Rectangle 3"/>
          <p:cNvSpPr>
            <a:spLocks noGrp="1"/>
          </p:cNvSpPr>
          <p:nvPr>
            <p:ph type="body"/>
          </p:nvPr>
        </p:nvSpPr>
        <p:spPr>
          <a:solidFill>
            <a:srgbClr val="FFFFFF"/>
          </a:solidFill>
          <a:ln>
            <a:solidFill>
              <a:srgbClr val="000000"/>
            </a:solidFill>
            <a:miter/>
          </a:ln>
        </p:spPr>
        <p:txBody>
          <a:bodyPr wrap="square" lIns="91440" tIns="45720" rIns="91440" bIns="45720" anchor="t" anchorCtr="0"/>
          <a:lstStyle/>
          <a:p>
            <a:pPr lvl="0"/>
            <a:endParaRPr lang="zh-CN" altLang="zh-CN" dirty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1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anchor="b" anchorCtr="0"/>
          <a:lstStyle/>
          <a:p>
            <a:pPr lvl="0" algn="r">
              <a:buFont typeface="Arial" panose="020B0604020202020204" pitchFamily="34" charset="0"/>
              <a:buChar char="•"/>
            </a:pPr>
            <a:fld id="{9A0DB2DC-4C9A-4742-B13C-FB6460FD3503}" type="slidenum">
              <a:rPr lang="" altLang="zh-CN" sz="1200" b="0" dirty="0"/>
              <a:t>16</a:t>
            </a:fld>
            <a:endParaRPr lang="" altLang="zh-CN" sz="1200" b="0" dirty="0"/>
          </a:p>
        </p:txBody>
      </p:sp>
      <p:sp>
        <p:nvSpPr>
          <p:cNvPr id="30722" name="Rectangle 2"/>
          <p:cNvSpPr>
            <a:spLocks noGrp="1" noRot="1" noChangeAspect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30723" name="Rectangle 3"/>
          <p:cNvSpPr>
            <a:spLocks noGrp="1"/>
          </p:cNvSpPr>
          <p:nvPr>
            <p:ph type="body"/>
          </p:nvPr>
        </p:nvSpPr>
        <p:spPr>
          <a:solidFill>
            <a:srgbClr val="FFFFFF"/>
          </a:solidFill>
          <a:ln>
            <a:solidFill>
              <a:srgbClr val="000000"/>
            </a:solidFill>
            <a:miter/>
          </a:ln>
        </p:spPr>
        <p:txBody>
          <a:bodyPr wrap="square" lIns="91440" tIns="45720" rIns="91440" bIns="45720" anchor="t" anchorCtr="0"/>
          <a:lstStyle/>
          <a:p>
            <a:pPr lvl="0"/>
            <a:endParaRPr lang="zh-CN" altLang="zh-CN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pPr fontAlgn="base"/>
            <a:r>
              <a:rPr lang="zh-CN" altLang="en-US" strike="noStrike" noProof="1"/>
              <a:t>单击此处编辑母版副标题样式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49288" y="1449388"/>
            <a:ext cx="3914775" cy="4725987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716463" y="1449388"/>
            <a:ext cx="3916362" cy="4725987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vert="horz" wrap="square" lIns="91440" tIns="45720" rIns="91440" bIns="45720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3200" b="0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仿宋_GB2312" panose="02010609030101010101" charset="-122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37338" y="609600"/>
            <a:ext cx="1995487" cy="5565775"/>
          </a:xfrm>
        </p:spPr>
        <p:txBody>
          <a:bodyPr vert="eaVert"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49288" y="609600"/>
            <a:ext cx="5835650" cy="5565775"/>
          </a:xfrm>
        </p:spPr>
        <p:txBody>
          <a:bodyPr vert="eaVert"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标题和表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017588" y="609600"/>
            <a:ext cx="6400800" cy="685800"/>
          </a:xfrm>
        </p:spPr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表格占位符 2"/>
          <p:cNvSpPr>
            <a:spLocks noGrp="1"/>
          </p:cNvSpPr>
          <p:nvPr>
            <p:ph type="tbl" idx="1"/>
          </p:nvPr>
        </p:nvSpPr>
        <p:spPr>
          <a:xfrm>
            <a:off x="649288" y="1449388"/>
            <a:ext cx="7983537" cy="4725987"/>
          </a:xfrm>
        </p:spPr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endParaRPr kumimoji="0" lang="zh-CN" altLang="en-US" sz="3200" b="0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仿宋_GB2312" panose="02010609030101010101" charset="-122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dgm" preserve="1">
  <p:cSld name="标题和图示或组织结构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017588" y="609600"/>
            <a:ext cx="6400800" cy="685800"/>
          </a:xfrm>
        </p:spPr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SmartArt 占位符 2"/>
          <p:cNvSpPr>
            <a:spLocks noGrp="1"/>
          </p:cNvSpPr>
          <p:nvPr>
            <p:ph type="pic" idx="1"/>
          </p:nvPr>
        </p:nvSpPr>
        <p:spPr>
          <a:xfrm>
            <a:off x="649288" y="1449388"/>
            <a:ext cx="7983537" cy="4725987"/>
          </a:xfrm>
        </p:spPr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endParaRPr kumimoji="0" lang="zh-CN" altLang="en-US" sz="3200" b="0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仿宋_GB2312" panose="02010609030101010101" charset="-122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017588" y="609600"/>
            <a:ext cx="6400800" cy="685800"/>
          </a:xfrm>
        </p:spPr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649288" y="1449388"/>
            <a:ext cx="3914775" cy="4725987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716463" y="1449388"/>
            <a:ext cx="3916362" cy="4725987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2_标题和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pPr fontAlgn="base"/>
            <a:r>
              <a:rPr lang="zh-CN" altLang="en-US" strike="noStrike" noProof="1"/>
              <a:t>单击此处编辑母版副标题样式</a:t>
            </a: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49288" y="1449388"/>
            <a:ext cx="3914775" cy="4725987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716463" y="1449388"/>
            <a:ext cx="3916362" cy="4725987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vert="horz" wrap="square" lIns="91440" tIns="45720" rIns="91440" bIns="45720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3200" b="0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仿宋_GB2312" panose="02010609030101010101" charset="-122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37338" y="609600"/>
            <a:ext cx="1995487" cy="5565775"/>
          </a:xfrm>
        </p:spPr>
        <p:txBody>
          <a:bodyPr vert="eaVert"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49288" y="609600"/>
            <a:ext cx="5835650" cy="5565775"/>
          </a:xfrm>
        </p:spPr>
        <p:txBody>
          <a:bodyPr vert="eaVert"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标题和表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017588" y="609600"/>
            <a:ext cx="6400800" cy="685800"/>
          </a:xfrm>
        </p:spPr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表格占位符 2"/>
          <p:cNvSpPr>
            <a:spLocks noGrp="1"/>
          </p:cNvSpPr>
          <p:nvPr>
            <p:ph type="tbl" idx="1"/>
          </p:nvPr>
        </p:nvSpPr>
        <p:spPr>
          <a:xfrm>
            <a:off x="649288" y="1449388"/>
            <a:ext cx="7983537" cy="4725987"/>
          </a:xfrm>
        </p:spPr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endParaRPr kumimoji="0" lang="zh-CN" altLang="en-US" sz="3200" b="0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仿宋_GB2312" panose="02010609030101010101" charset="-122"/>
            </a:endParaRPr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dgm" preserve="1">
  <p:cSld name="标题和图示或组织结构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017588" y="609600"/>
            <a:ext cx="6400800" cy="685800"/>
          </a:xfrm>
        </p:spPr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SmartArt 占位符 2"/>
          <p:cNvSpPr>
            <a:spLocks noGrp="1"/>
          </p:cNvSpPr>
          <p:nvPr>
            <p:ph type="pic" idx="1"/>
          </p:nvPr>
        </p:nvSpPr>
        <p:spPr>
          <a:xfrm>
            <a:off x="649288" y="1449388"/>
            <a:ext cx="7983537" cy="4725987"/>
          </a:xfrm>
        </p:spPr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endParaRPr kumimoji="0" lang="zh-CN" altLang="en-US" sz="3200" b="0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仿宋_GB2312" panose="02010609030101010101" charset="-122"/>
            </a:endParaRPr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017588" y="609600"/>
            <a:ext cx="6400800" cy="685800"/>
          </a:xfrm>
        </p:spPr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649288" y="1449388"/>
            <a:ext cx="3914775" cy="4725987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716463" y="1449388"/>
            <a:ext cx="3916362" cy="4725987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2_标题和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8.xml"/><Relationship Id="rId3" Type="http://schemas.openxmlformats.org/officeDocument/2006/relationships/slideLayout" Target="../slideLayouts/slideLayout18.xml"/><Relationship Id="rId7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7.xml"/><Relationship Id="rId2" Type="http://schemas.openxmlformats.org/officeDocument/2006/relationships/slideLayout" Target="../slideLayouts/slideLayout17.xml"/><Relationship Id="rId16" Type="http://schemas.openxmlformats.org/officeDocument/2006/relationships/theme" Target="../theme/theme2.xml"/><Relationship Id="rId1" Type="http://schemas.openxmlformats.org/officeDocument/2006/relationships/slideLayout" Target="../slideLayouts/slideLayout16.xml"/><Relationship Id="rId6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6.xml"/><Relationship Id="rId5" Type="http://schemas.openxmlformats.org/officeDocument/2006/relationships/slideLayout" Target="../slideLayouts/slideLayout20.xml"/><Relationship Id="rId15" Type="http://schemas.openxmlformats.org/officeDocument/2006/relationships/slideLayout" Target="../slideLayouts/slideLayout30.xml"/><Relationship Id="rId10" Type="http://schemas.openxmlformats.org/officeDocument/2006/relationships/slideLayout" Target="../slideLayouts/slideLayout25.xml"/><Relationship Id="rId4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4.xml"/><Relationship Id="rId14" Type="http://schemas.openxmlformats.org/officeDocument/2006/relationships/slideLayout" Target="../slideLayouts/slideLayout2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1017588" y="609600"/>
            <a:ext cx="6400800" cy="6858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ctr" anchorCtr="0" compatLnSpc="1"/>
          <a:lstStyle/>
          <a:p>
            <a:pPr lvl="0" fontAlgn="base"/>
            <a:r>
              <a:rPr lang="zh-CN" altLang="zh-CN" strike="noStrike" noProof="1"/>
              <a:t>单击以编辑</a:t>
            </a:r>
            <a:r>
              <a:rPr lang="zh-CN" altLang="en-US" strike="noStrike" noProof="1"/>
              <a:t>母版标题样式</a:t>
            </a:r>
          </a:p>
        </p:txBody>
      </p:sp>
      <p:sp>
        <p:nvSpPr>
          <p:cNvPr id="1027" name="Rectangle 3"/>
          <p:cNvSpPr>
            <a:spLocks noGrp="1"/>
          </p:cNvSpPr>
          <p:nvPr>
            <p:ph type="body"/>
          </p:nvPr>
        </p:nvSpPr>
        <p:spPr>
          <a:xfrm>
            <a:off x="649288" y="1449388"/>
            <a:ext cx="7983537" cy="4725987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lstStyle/>
          <a:p>
            <a:pPr lvl="0"/>
            <a:r>
              <a:rPr lang="zh-CN" altLang="en-US" dirty="0"/>
              <a:t>单击以编辑母版文本样式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1028" name="Line 9"/>
          <p:cNvSpPr/>
          <p:nvPr/>
        </p:nvSpPr>
        <p:spPr>
          <a:xfrm>
            <a:off x="0" y="6281738"/>
            <a:ext cx="9144000" cy="0"/>
          </a:xfrm>
          <a:prstGeom prst="line">
            <a:avLst/>
          </a:prstGeom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1029" name="Line 18"/>
          <p:cNvSpPr/>
          <p:nvPr/>
        </p:nvSpPr>
        <p:spPr>
          <a:xfrm>
            <a:off x="1588" y="568325"/>
            <a:ext cx="9142412" cy="0"/>
          </a:xfrm>
          <a:prstGeom prst="line">
            <a:avLst/>
          </a:prstGeom>
          <a:ln w="2857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30" name="WordArt 20"/>
          <p:cNvSpPr>
            <a:spLocks noTextEdit="1"/>
          </p:cNvSpPr>
          <p:nvPr/>
        </p:nvSpPr>
        <p:spPr>
          <a:xfrm rot="46488">
            <a:off x="211138" y="-11112"/>
            <a:ext cx="2095500" cy="4953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  <a:normAutofit fontScale="92500" lnSpcReduction="20000"/>
          </a:bodyPr>
          <a:lstStyle/>
          <a:p>
            <a:pPr algn="ctr"/>
            <a:r>
              <a:rPr lang="zh-CN" altLang="en-US" sz="3200" b="1" i="1">
                <a:ln w="12700" cap="flat" cmpd="sng">
                  <a:solidFill>
                    <a:srgbClr val="EAEAEA"/>
                  </a:solidFill>
                  <a:prstDash val="solid"/>
                  <a:round/>
                  <a:headEnd type="none" w="sm" len="sm"/>
                  <a:tailEnd type="none" w="sm" len="sm"/>
                </a:ln>
                <a:gradFill rotWithShape="1">
                  <a:gsLst>
                    <a:gs pos="0">
                      <a:srgbClr val="A603AB">
                        <a:alpha val="100000"/>
                      </a:srgbClr>
                    </a:gs>
                    <a:gs pos="12000">
                      <a:srgbClr val="E81766">
                        <a:alpha val="100000"/>
                      </a:srgbClr>
                    </a:gs>
                    <a:gs pos="27000">
                      <a:srgbClr val="EE3F17">
                        <a:alpha val="100000"/>
                      </a:srgbClr>
                    </a:gs>
                    <a:gs pos="48000">
                      <a:srgbClr val="FFFF00">
                        <a:alpha val="100000"/>
                      </a:srgbClr>
                    </a:gs>
                    <a:gs pos="64999">
                      <a:srgbClr val="1A8D48">
                        <a:alpha val="100000"/>
                      </a:srgbClr>
                    </a:gs>
                    <a:gs pos="78999">
                      <a:srgbClr val="0819FB">
                        <a:alpha val="100000"/>
                      </a:srgbClr>
                    </a:gs>
                    <a:gs pos="100000">
                      <a:srgbClr val="A603AB">
                        <a:alpha val="100000"/>
                      </a:srgbClr>
                    </a:gs>
                  </a:gsLst>
                  <a:lin ang="21540000" scaled="1"/>
                  <a:tileRect/>
                </a:gradFill>
                <a:effectLst>
                  <a:outerShdw dist="35921" dir="2699999" sy="50000" kx="2115830" algn="bl" rotWithShape="0">
                    <a:srgbClr val="C0C0C0"/>
                  </a:outerShdw>
                </a:effectLst>
                <a:latin typeface="Arial Narrow" panose="020B0606020202030204" charset="0"/>
                <a:ea typeface="Arial Narrow" panose="020B0606020202030204" charset="0"/>
              </a:rPr>
              <a:t>data structure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</p:sldLayoutIdLst>
  <p:hf sldNum="0"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accent1"/>
          </a:solidFill>
          <a:effectLst>
            <a:outerShdw blurRad="38100" dist="38100" dir="2700000" algn="tl">
              <a:srgbClr val="C0C0C0"/>
            </a:outerShdw>
          </a:effectLst>
          <a:latin typeface="+mj-lt"/>
          <a:ea typeface="+mj-ea"/>
          <a:cs typeface="仿宋_GB2312" panose="02010609030101010101" charset="-122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accent1"/>
          </a:solidFill>
          <a:effectLst>
            <a:outerShdw blurRad="38100" dist="38100" dir="2700000" algn="tl">
              <a:srgbClr val="C0C0C0"/>
            </a:outerShdw>
          </a:effectLst>
          <a:latin typeface="Times New Roman" panose="02020603050405020304" pitchFamily="18" charset="0"/>
          <a:ea typeface="仿宋_GB2312" panose="02010609030101010101" charset="-122"/>
          <a:cs typeface="仿宋_GB2312" panose="02010609030101010101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accent1"/>
          </a:solidFill>
          <a:effectLst>
            <a:outerShdw blurRad="38100" dist="38100" dir="2700000" algn="tl">
              <a:srgbClr val="C0C0C0"/>
            </a:outerShdw>
          </a:effectLst>
          <a:latin typeface="Times New Roman" panose="02020603050405020304" pitchFamily="18" charset="0"/>
          <a:ea typeface="仿宋_GB2312" panose="02010609030101010101" charset="-122"/>
          <a:cs typeface="仿宋_GB2312" panose="02010609030101010101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accent1"/>
          </a:solidFill>
          <a:effectLst>
            <a:outerShdw blurRad="38100" dist="38100" dir="2700000" algn="tl">
              <a:srgbClr val="C0C0C0"/>
            </a:outerShdw>
          </a:effectLst>
          <a:latin typeface="Times New Roman" panose="02020603050405020304" pitchFamily="18" charset="0"/>
          <a:ea typeface="仿宋_GB2312" panose="02010609030101010101" charset="-122"/>
          <a:cs typeface="仿宋_GB2312" panose="02010609030101010101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accent1"/>
          </a:solidFill>
          <a:effectLst>
            <a:outerShdw blurRad="38100" dist="38100" dir="2700000" algn="tl">
              <a:srgbClr val="C0C0C0"/>
            </a:outerShdw>
          </a:effectLst>
          <a:latin typeface="Times New Roman" panose="02020603050405020304" pitchFamily="18" charset="0"/>
          <a:ea typeface="仿宋_GB2312" panose="02010609030101010101" charset="-122"/>
          <a:cs typeface="仿宋_GB2312" panose="02010609030101010101" charset="-122"/>
        </a:defRPr>
      </a:lvl5pPr>
      <a:lvl6pPr marL="457200" algn="ctr" rtl="0" eaLnBrk="0" fontAlgn="base" hangingPunct="0">
        <a:spcBef>
          <a:spcPct val="0"/>
        </a:spcBef>
        <a:spcAft>
          <a:spcPct val="0"/>
        </a:spcAft>
        <a:defRPr kumimoji="1" sz="4400" b="1">
          <a:solidFill>
            <a:schemeClr val="accent1"/>
          </a:solidFill>
          <a:effectLst>
            <a:outerShdw blurRad="38100" dist="38100" dir="2700000" algn="tl">
              <a:srgbClr val="C0C0C0"/>
            </a:outerShdw>
          </a:effectLst>
          <a:latin typeface="Times New Roman" panose="02020603050405020304" pitchFamily="18" charset="0"/>
          <a:ea typeface="仿宋_GB2312" panose="02010609030101010101" charset="-122"/>
        </a:defRPr>
      </a:lvl6pPr>
      <a:lvl7pPr marL="914400" algn="ctr" rtl="0" eaLnBrk="0" fontAlgn="base" hangingPunct="0">
        <a:spcBef>
          <a:spcPct val="0"/>
        </a:spcBef>
        <a:spcAft>
          <a:spcPct val="0"/>
        </a:spcAft>
        <a:defRPr kumimoji="1" sz="4400" b="1">
          <a:solidFill>
            <a:schemeClr val="accent1"/>
          </a:solidFill>
          <a:effectLst>
            <a:outerShdw blurRad="38100" dist="38100" dir="2700000" algn="tl">
              <a:srgbClr val="C0C0C0"/>
            </a:outerShdw>
          </a:effectLst>
          <a:latin typeface="Times New Roman" panose="02020603050405020304" pitchFamily="18" charset="0"/>
          <a:ea typeface="仿宋_GB2312" panose="02010609030101010101" charset="-122"/>
        </a:defRPr>
      </a:lvl7pPr>
      <a:lvl8pPr marL="1371600" algn="ctr" rtl="0" eaLnBrk="0" fontAlgn="base" hangingPunct="0">
        <a:spcBef>
          <a:spcPct val="0"/>
        </a:spcBef>
        <a:spcAft>
          <a:spcPct val="0"/>
        </a:spcAft>
        <a:defRPr kumimoji="1" sz="4400" b="1">
          <a:solidFill>
            <a:schemeClr val="accent1"/>
          </a:solidFill>
          <a:effectLst>
            <a:outerShdw blurRad="38100" dist="38100" dir="2700000" algn="tl">
              <a:srgbClr val="C0C0C0"/>
            </a:outerShdw>
          </a:effectLst>
          <a:latin typeface="Times New Roman" panose="02020603050405020304" pitchFamily="18" charset="0"/>
          <a:ea typeface="仿宋_GB2312" panose="02010609030101010101" charset="-122"/>
        </a:defRPr>
      </a:lvl8pPr>
      <a:lvl9pPr marL="1828800" algn="ctr" rtl="0" eaLnBrk="0" fontAlgn="base" hangingPunct="0">
        <a:spcBef>
          <a:spcPct val="0"/>
        </a:spcBef>
        <a:spcAft>
          <a:spcPct val="0"/>
        </a:spcAft>
        <a:defRPr kumimoji="1" sz="4400" b="1">
          <a:solidFill>
            <a:schemeClr val="accent1"/>
          </a:solidFill>
          <a:effectLst>
            <a:outerShdw blurRad="38100" dist="38100" dir="2700000" algn="tl">
              <a:srgbClr val="C0C0C0"/>
            </a:outerShdw>
          </a:effectLst>
          <a:latin typeface="Times New Roman" panose="02020603050405020304" pitchFamily="18" charset="0"/>
          <a:ea typeface="仿宋_GB2312" panose="02010609030101010101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仿宋_GB2312" panose="02010609030101010101" charset="-122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ea typeface="+mn-ea"/>
          <a:cs typeface="仿宋_GB2312" panose="02010609030101010101" charset="-122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+mn-ea"/>
          <a:cs typeface="仿宋_GB2312" panose="02010609030101010101" charset="-122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+mn-ea"/>
          <a:cs typeface="仿宋_GB2312" panose="02010609030101010101" charset="-122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  <a:cs typeface="仿宋_GB2312" panose="02010609030101010101" charset="-122"/>
        </a:defRPr>
      </a:lvl5pPr>
      <a:lvl6pPr marL="2514600" indent="-228600" algn="l" rtl="0" eaLnBrk="0" fontAlgn="base" hangingPunct="0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eaLnBrk="0" fontAlgn="base" hangingPunct="0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eaLnBrk="0" fontAlgn="base" hangingPunct="0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eaLnBrk="0" fontAlgn="base" hangingPunct="0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1017588" y="609600"/>
            <a:ext cx="6400800" cy="6858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ctr" anchorCtr="0" compatLnSpc="1"/>
          <a:lstStyle/>
          <a:p>
            <a:pPr lvl="0" fontAlgn="base"/>
            <a:r>
              <a:rPr lang="zh-CN" altLang="zh-CN" strike="noStrike" noProof="1"/>
              <a:t>单击以编辑</a:t>
            </a:r>
            <a:r>
              <a:rPr lang="zh-CN" altLang="en-US" strike="noStrike" noProof="1"/>
              <a:t>母版标题样式</a:t>
            </a:r>
          </a:p>
        </p:txBody>
      </p:sp>
      <p:sp>
        <p:nvSpPr>
          <p:cNvPr id="1027" name="Rectangle 3"/>
          <p:cNvSpPr>
            <a:spLocks noGrp="1"/>
          </p:cNvSpPr>
          <p:nvPr>
            <p:ph type="body"/>
          </p:nvPr>
        </p:nvSpPr>
        <p:spPr>
          <a:xfrm>
            <a:off x="649288" y="1449388"/>
            <a:ext cx="7983537" cy="4725987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lstStyle/>
          <a:p>
            <a:pPr lvl="0"/>
            <a:r>
              <a:rPr lang="zh-CN" altLang="en-US" dirty="0"/>
              <a:t>单击以编辑母版文本样式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1028" name="Line 9"/>
          <p:cNvSpPr/>
          <p:nvPr/>
        </p:nvSpPr>
        <p:spPr>
          <a:xfrm>
            <a:off x="0" y="6281738"/>
            <a:ext cx="9144000" cy="0"/>
          </a:xfrm>
          <a:prstGeom prst="line">
            <a:avLst/>
          </a:prstGeom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1029" name="Line 18"/>
          <p:cNvSpPr/>
          <p:nvPr/>
        </p:nvSpPr>
        <p:spPr>
          <a:xfrm>
            <a:off x="1588" y="568325"/>
            <a:ext cx="9142412" cy="0"/>
          </a:xfrm>
          <a:prstGeom prst="line">
            <a:avLst/>
          </a:prstGeom>
          <a:ln w="2857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30" name="WordArt 20"/>
          <p:cNvSpPr>
            <a:spLocks noTextEdit="1"/>
          </p:cNvSpPr>
          <p:nvPr/>
        </p:nvSpPr>
        <p:spPr>
          <a:xfrm rot="46488">
            <a:off x="211138" y="-11112"/>
            <a:ext cx="2095500" cy="4953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  <a:normAutofit fontScale="92500" lnSpcReduction="20000"/>
          </a:bodyPr>
          <a:lstStyle/>
          <a:p>
            <a:pPr algn="ctr"/>
            <a:r>
              <a:rPr lang="zh-CN" altLang="en-US" sz="3200" b="1" i="1">
                <a:ln w="12700" cap="flat" cmpd="sng">
                  <a:solidFill>
                    <a:srgbClr val="EAEAEA"/>
                  </a:solidFill>
                  <a:prstDash val="solid"/>
                  <a:round/>
                  <a:headEnd type="none" w="sm" len="sm"/>
                  <a:tailEnd type="none" w="sm" len="sm"/>
                </a:ln>
                <a:gradFill rotWithShape="1">
                  <a:gsLst>
                    <a:gs pos="0">
                      <a:srgbClr val="A603AB">
                        <a:alpha val="100000"/>
                      </a:srgbClr>
                    </a:gs>
                    <a:gs pos="12000">
                      <a:srgbClr val="E81766">
                        <a:alpha val="100000"/>
                      </a:srgbClr>
                    </a:gs>
                    <a:gs pos="27000">
                      <a:srgbClr val="EE3F17">
                        <a:alpha val="100000"/>
                      </a:srgbClr>
                    </a:gs>
                    <a:gs pos="48000">
                      <a:srgbClr val="FFFF00">
                        <a:alpha val="100000"/>
                      </a:srgbClr>
                    </a:gs>
                    <a:gs pos="64999">
                      <a:srgbClr val="1A8D48">
                        <a:alpha val="100000"/>
                      </a:srgbClr>
                    </a:gs>
                    <a:gs pos="78999">
                      <a:srgbClr val="0819FB">
                        <a:alpha val="100000"/>
                      </a:srgbClr>
                    </a:gs>
                    <a:gs pos="100000">
                      <a:srgbClr val="A603AB">
                        <a:alpha val="100000"/>
                      </a:srgbClr>
                    </a:gs>
                  </a:gsLst>
                  <a:lin ang="21540000" scaled="1"/>
                  <a:tileRect/>
                </a:gradFill>
                <a:effectLst>
                  <a:outerShdw dist="35921" dir="2699999" sy="50000" kx="2115830" algn="bl" rotWithShape="0">
                    <a:srgbClr val="C0C0C0"/>
                  </a:outerShdw>
                </a:effectLst>
                <a:latin typeface="Arial Narrow" panose="020B0606020202030204" charset="0"/>
                <a:ea typeface="Arial Narrow" panose="020B0606020202030204" charset="0"/>
              </a:rPr>
              <a:t>data structure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1" r:id="rId1"/>
    <p:sldLayoutId id="2147483682" r:id="rId2"/>
    <p:sldLayoutId id="2147483683" r:id="rId3"/>
    <p:sldLayoutId id="2147483684" r:id="rId4"/>
    <p:sldLayoutId id="2147483685" r:id="rId5"/>
    <p:sldLayoutId id="2147483686" r:id="rId6"/>
    <p:sldLayoutId id="2147483687" r:id="rId7"/>
    <p:sldLayoutId id="2147483688" r:id="rId8"/>
    <p:sldLayoutId id="2147483689" r:id="rId9"/>
    <p:sldLayoutId id="2147483690" r:id="rId10"/>
    <p:sldLayoutId id="2147483691" r:id="rId11"/>
    <p:sldLayoutId id="2147483692" r:id="rId12"/>
    <p:sldLayoutId id="2147483693" r:id="rId13"/>
    <p:sldLayoutId id="2147483694" r:id="rId14"/>
    <p:sldLayoutId id="2147483695" r:id="rId15"/>
  </p:sldLayoutIdLst>
  <p:hf sldNum="0"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accent1"/>
          </a:solidFill>
          <a:effectLst>
            <a:outerShdw blurRad="38100" dist="38100" dir="2700000" algn="tl">
              <a:srgbClr val="C0C0C0"/>
            </a:outerShdw>
          </a:effectLst>
          <a:latin typeface="+mj-lt"/>
          <a:ea typeface="+mj-ea"/>
          <a:cs typeface="仿宋_GB2312" panose="02010609030101010101" charset="-122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accent1"/>
          </a:solidFill>
          <a:effectLst>
            <a:outerShdw blurRad="38100" dist="38100" dir="2700000" algn="tl">
              <a:srgbClr val="C0C0C0"/>
            </a:outerShdw>
          </a:effectLst>
          <a:latin typeface="Times New Roman" panose="02020603050405020304" pitchFamily="18" charset="0"/>
          <a:ea typeface="仿宋_GB2312" panose="02010609030101010101" charset="-122"/>
          <a:cs typeface="仿宋_GB2312" panose="02010609030101010101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accent1"/>
          </a:solidFill>
          <a:effectLst>
            <a:outerShdw blurRad="38100" dist="38100" dir="2700000" algn="tl">
              <a:srgbClr val="C0C0C0"/>
            </a:outerShdw>
          </a:effectLst>
          <a:latin typeface="Times New Roman" panose="02020603050405020304" pitchFamily="18" charset="0"/>
          <a:ea typeface="仿宋_GB2312" panose="02010609030101010101" charset="-122"/>
          <a:cs typeface="仿宋_GB2312" panose="02010609030101010101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accent1"/>
          </a:solidFill>
          <a:effectLst>
            <a:outerShdw blurRad="38100" dist="38100" dir="2700000" algn="tl">
              <a:srgbClr val="C0C0C0"/>
            </a:outerShdw>
          </a:effectLst>
          <a:latin typeface="Times New Roman" panose="02020603050405020304" pitchFamily="18" charset="0"/>
          <a:ea typeface="仿宋_GB2312" panose="02010609030101010101" charset="-122"/>
          <a:cs typeface="仿宋_GB2312" panose="02010609030101010101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accent1"/>
          </a:solidFill>
          <a:effectLst>
            <a:outerShdw blurRad="38100" dist="38100" dir="2700000" algn="tl">
              <a:srgbClr val="C0C0C0"/>
            </a:outerShdw>
          </a:effectLst>
          <a:latin typeface="Times New Roman" panose="02020603050405020304" pitchFamily="18" charset="0"/>
          <a:ea typeface="仿宋_GB2312" panose="02010609030101010101" charset="-122"/>
          <a:cs typeface="仿宋_GB2312" panose="02010609030101010101" charset="-122"/>
        </a:defRPr>
      </a:lvl5pPr>
      <a:lvl6pPr marL="457200" algn="ctr" rtl="0" eaLnBrk="0" fontAlgn="base" hangingPunct="0">
        <a:spcBef>
          <a:spcPct val="0"/>
        </a:spcBef>
        <a:spcAft>
          <a:spcPct val="0"/>
        </a:spcAft>
        <a:defRPr kumimoji="1" sz="4400" b="1">
          <a:solidFill>
            <a:schemeClr val="accent1"/>
          </a:solidFill>
          <a:effectLst>
            <a:outerShdw blurRad="38100" dist="38100" dir="2700000" algn="tl">
              <a:srgbClr val="C0C0C0"/>
            </a:outerShdw>
          </a:effectLst>
          <a:latin typeface="Times New Roman" panose="02020603050405020304" pitchFamily="18" charset="0"/>
          <a:ea typeface="仿宋_GB2312" panose="02010609030101010101" charset="-122"/>
        </a:defRPr>
      </a:lvl6pPr>
      <a:lvl7pPr marL="914400" algn="ctr" rtl="0" eaLnBrk="0" fontAlgn="base" hangingPunct="0">
        <a:spcBef>
          <a:spcPct val="0"/>
        </a:spcBef>
        <a:spcAft>
          <a:spcPct val="0"/>
        </a:spcAft>
        <a:defRPr kumimoji="1" sz="4400" b="1">
          <a:solidFill>
            <a:schemeClr val="accent1"/>
          </a:solidFill>
          <a:effectLst>
            <a:outerShdw blurRad="38100" dist="38100" dir="2700000" algn="tl">
              <a:srgbClr val="C0C0C0"/>
            </a:outerShdw>
          </a:effectLst>
          <a:latin typeface="Times New Roman" panose="02020603050405020304" pitchFamily="18" charset="0"/>
          <a:ea typeface="仿宋_GB2312" panose="02010609030101010101" charset="-122"/>
        </a:defRPr>
      </a:lvl7pPr>
      <a:lvl8pPr marL="1371600" algn="ctr" rtl="0" eaLnBrk="0" fontAlgn="base" hangingPunct="0">
        <a:spcBef>
          <a:spcPct val="0"/>
        </a:spcBef>
        <a:spcAft>
          <a:spcPct val="0"/>
        </a:spcAft>
        <a:defRPr kumimoji="1" sz="4400" b="1">
          <a:solidFill>
            <a:schemeClr val="accent1"/>
          </a:solidFill>
          <a:effectLst>
            <a:outerShdw blurRad="38100" dist="38100" dir="2700000" algn="tl">
              <a:srgbClr val="C0C0C0"/>
            </a:outerShdw>
          </a:effectLst>
          <a:latin typeface="Times New Roman" panose="02020603050405020304" pitchFamily="18" charset="0"/>
          <a:ea typeface="仿宋_GB2312" panose="02010609030101010101" charset="-122"/>
        </a:defRPr>
      </a:lvl8pPr>
      <a:lvl9pPr marL="1828800" algn="ctr" rtl="0" eaLnBrk="0" fontAlgn="base" hangingPunct="0">
        <a:spcBef>
          <a:spcPct val="0"/>
        </a:spcBef>
        <a:spcAft>
          <a:spcPct val="0"/>
        </a:spcAft>
        <a:defRPr kumimoji="1" sz="4400" b="1">
          <a:solidFill>
            <a:schemeClr val="accent1"/>
          </a:solidFill>
          <a:effectLst>
            <a:outerShdw blurRad="38100" dist="38100" dir="2700000" algn="tl">
              <a:srgbClr val="C0C0C0"/>
            </a:outerShdw>
          </a:effectLst>
          <a:latin typeface="Times New Roman" panose="02020603050405020304" pitchFamily="18" charset="0"/>
          <a:ea typeface="仿宋_GB2312" panose="02010609030101010101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仿宋_GB2312" panose="02010609030101010101" charset="-122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ea typeface="+mn-ea"/>
          <a:cs typeface="仿宋_GB2312" panose="02010609030101010101" charset="-122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+mn-ea"/>
          <a:cs typeface="仿宋_GB2312" panose="02010609030101010101" charset="-122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+mn-ea"/>
          <a:cs typeface="仿宋_GB2312" panose="02010609030101010101" charset="-122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  <a:cs typeface="仿宋_GB2312" panose="02010609030101010101" charset="-122"/>
        </a:defRPr>
      </a:lvl5pPr>
      <a:lvl6pPr marL="2514600" indent="-228600" algn="l" rtl="0" eaLnBrk="0" fontAlgn="base" hangingPunct="0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eaLnBrk="0" fontAlgn="base" hangingPunct="0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eaLnBrk="0" fontAlgn="base" hangingPunct="0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eaLnBrk="0" fontAlgn="base" hangingPunct="0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2.xml"/><Relationship Id="rId5" Type="http://schemas.openxmlformats.org/officeDocument/2006/relationships/image" Target="../media/image3.jpe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wmf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w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tags" Target="../tags/tag10.xml"/><Relationship Id="rId13" Type="http://schemas.openxmlformats.org/officeDocument/2006/relationships/tags" Target="../tags/tag15.xml"/><Relationship Id="rId18" Type="http://schemas.openxmlformats.org/officeDocument/2006/relationships/slideLayout" Target="../slideLayouts/slideLayout7.xml"/><Relationship Id="rId3" Type="http://schemas.openxmlformats.org/officeDocument/2006/relationships/tags" Target="../tags/tag5.xml"/><Relationship Id="rId7" Type="http://schemas.openxmlformats.org/officeDocument/2006/relationships/tags" Target="../tags/tag9.xml"/><Relationship Id="rId12" Type="http://schemas.openxmlformats.org/officeDocument/2006/relationships/tags" Target="../tags/tag14.xml"/><Relationship Id="rId17" Type="http://schemas.openxmlformats.org/officeDocument/2006/relationships/tags" Target="../tags/tag19.xml"/><Relationship Id="rId2" Type="http://schemas.openxmlformats.org/officeDocument/2006/relationships/tags" Target="../tags/tag4.xml"/><Relationship Id="rId16" Type="http://schemas.openxmlformats.org/officeDocument/2006/relationships/tags" Target="../tags/tag18.xml"/><Relationship Id="rId20" Type="http://schemas.openxmlformats.org/officeDocument/2006/relationships/image" Target="../media/image5.wmf"/><Relationship Id="rId1" Type="http://schemas.openxmlformats.org/officeDocument/2006/relationships/tags" Target="../tags/tag3.xml"/><Relationship Id="rId6" Type="http://schemas.openxmlformats.org/officeDocument/2006/relationships/tags" Target="../tags/tag8.xml"/><Relationship Id="rId11" Type="http://schemas.openxmlformats.org/officeDocument/2006/relationships/tags" Target="../tags/tag13.xml"/><Relationship Id="rId5" Type="http://schemas.openxmlformats.org/officeDocument/2006/relationships/tags" Target="../tags/tag7.xml"/><Relationship Id="rId15" Type="http://schemas.openxmlformats.org/officeDocument/2006/relationships/tags" Target="../tags/tag17.xml"/><Relationship Id="rId10" Type="http://schemas.openxmlformats.org/officeDocument/2006/relationships/tags" Target="../tags/tag12.xml"/><Relationship Id="rId19" Type="http://schemas.openxmlformats.org/officeDocument/2006/relationships/oleObject" Target="../embeddings/oleObject2.bin"/><Relationship Id="rId4" Type="http://schemas.openxmlformats.org/officeDocument/2006/relationships/tags" Target="../tags/tag6.xml"/><Relationship Id="rId9" Type="http://schemas.openxmlformats.org/officeDocument/2006/relationships/tags" Target="../tags/tag11.xml"/><Relationship Id="rId14" Type="http://schemas.openxmlformats.org/officeDocument/2006/relationships/tags" Target="../tags/tag1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tags" Target="../tags/tag22.xml"/><Relationship Id="rId2" Type="http://schemas.openxmlformats.org/officeDocument/2006/relationships/tags" Target="../tags/tag21.xml"/><Relationship Id="rId1" Type="http://schemas.openxmlformats.org/officeDocument/2006/relationships/tags" Target="../tags/tag20.xml"/><Relationship Id="rId6" Type="http://schemas.openxmlformats.org/officeDocument/2006/relationships/notesSlide" Target="../notesSlides/notesSlide4.xml"/><Relationship Id="rId5" Type="http://schemas.openxmlformats.org/officeDocument/2006/relationships/slideLayout" Target="../slideLayouts/slideLayout7.xml"/><Relationship Id="rId4" Type="http://schemas.openxmlformats.org/officeDocument/2006/relationships/tags" Target="../tags/tag2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24.xml"/></Relationships>
</file>

<file path=ppt/slides/_rels/slide12.xml.rels><?xml version="1.0" encoding="UTF-8" standalone="yes"?>
<Relationships xmlns="http://schemas.openxmlformats.org/package/2006/relationships"><Relationship Id="rId13" Type="http://schemas.openxmlformats.org/officeDocument/2006/relationships/tags" Target="../tags/tag37.xml"/><Relationship Id="rId18" Type="http://schemas.openxmlformats.org/officeDocument/2006/relationships/tags" Target="../tags/tag42.xml"/><Relationship Id="rId26" Type="http://schemas.openxmlformats.org/officeDocument/2006/relationships/tags" Target="../tags/tag50.xml"/><Relationship Id="rId39" Type="http://schemas.openxmlformats.org/officeDocument/2006/relationships/tags" Target="../tags/tag63.xml"/><Relationship Id="rId21" Type="http://schemas.openxmlformats.org/officeDocument/2006/relationships/tags" Target="../tags/tag45.xml"/><Relationship Id="rId34" Type="http://schemas.openxmlformats.org/officeDocument/2006/relationships/tags" Target="../tags/tag58.xml"/><Relationship Id="rId42" Type="http://schemas.openxmlformats.org/officeDocument/2006/relationships/tags" Target="../tags/tag66.xml"/><Relationship Id="rId47" Type="http://schemas.openxmlformats.org/officeDocument/2006/relationships/tags" Target="../tags/tag71.xml"/><Relationship Id="rId50" Type="http://schemas.openxmlformats.org/officeDocument/2006/relationships/tags" Target="../tags/tag74.xml"/><Relationship Id="rId55" Type="http://schemas.openxmlformats.org/officeDocument/2006/relationships/tags" Target="../tags/tag79.xml"/><Relationship Id="rId7" Type="http://schemas.openxmlformats.org/officeDocument/2006/relationships/tags" Target="../tags/tag31.xml"/><Relationship Id="rId2" Type="http://schemas.openxmlformats.org/officeDocument/2006/relationships/tags" Target="../tags/tag26.xml"/><Relationship Id="rId16" Type="http://schemas.openxmlformats.org/officeDocument/2006/relationships/tags" Target="../tags/tag40.xml"/><Relationship Id="rId29" Type="http://schemas.openxmlformats.org/officeDocument/2006/relationships/tags" Target="../tags/tag53.xml"/><Relationship Id="rId11" Type="http://schemas.openxmlformats.org/officeDocument/2006/relationships/tags" Target="../tags/tag35.xml"/><Relationship Id="rId24" Type="http://schemas.openxmlformats.org/officeDocument/2006/relationships/tags" Target="../tags/tag48.xml"/><Relationship Id="rId32" Type="http://schemas.openxmlformats.org/officeDocument/2006/relationships/tags" Target="../tags/tag56.xml"/><Relationship Id="rId37" Type="http://schemas.openxmlformats.org/officeDocument/2006/relationships/tags" Target="../tags/tag61.xml"/><Relationship Id="rId40" Type="http://schemas.openxmlformats.org/officeDocument/2006/relationships/tags" Target="../tags/tag64.xml"/><Relationship Id="rId45" Type="http://schemas.openxmlformats.org/officeDocument/2006/relationships/tags" Target="../tags/tag69.xml"/><Relationship Id="rId53" Type="http://schemas.openxmlformats.org/officeDocument/2006/relationships/tags" Target="../tags/tag77.xml"/><Relationship Id="rId5" Type="http://schemas.openxmlformats.org/officeDocument/2006/relationships/tags" Target="../tags/tag29.xml"/><Relationship Id="rId19" Type="http://schemas.openxmlformats.org/officeDocument/2006/relationships/tags" Target="../tags/tag43.xml"/><Relationship Id="rId4" Type="http://schemas.openxmlformats.org/officeDocument/2006/relationships/tags" Target="../tags/tag28.xml"/><Relationship Id="rId9" Type="http://schemas.openxmlformats.org/officeDocument/2006/relationships/tags" Target="../tags/tag33.xml"/><Relationship Id="rId14" Type="http://schemas.openxmlformats.org/officeDocument/2006/relationships/tags" Target="../tags/tag38.xml"/><Relationship Id="rId22" Type="http://schemas.openxmlformats.org/officeDocument/2006/relationships/tags" Target="../tags/tag46.xml"/><Relationship Id="rId27" Type="http://schemas.openxmlformats.org/officeDocument/2006/relationships/tags" Target="../tags/tag51.xml"/><Relationship Id="rId30" Type="http://schemas.openxmlformats.org/officeDocument/2006/relationships/tags" Target="../tags/tag54.xml"/><Relationship Id="rId35" Type="http://schemas.openxmlformats.org/officeDocument/2006/relationships/tags" Target="../tags/tag59.xml"/><Relationship Id="rId43" Type="http://schemas.openxmlformats.org/officeDocument/2006/relationships/tags" Target="../tags/tag67.xml"/><Relationship Id="rId48" Type="http://schemas.openxmlformats.org/officeDocument/2006/relationships/tags" Target="../tags/tag72.xml"/><Relationship Id="rId56" Type="http://schemas.openxmlformats.org/officeDocument/2006/relationships/tags" Target="../tags/tag80.xml"/><Relationship Id="rId8" Type="http://schemas.openxmlformats.org/officeDocument/2006/relationships/tags" Target="../tags/tag32.xml"/><Relationship Id="rId51" Type="http://schemas.openxmlformats.org/officeDocument/2006/relationships/tags" Target="../tags/tag75.xml"/><Relationship Id="rId3" Type="http://schemas.openxmlformats.org/officeDocument/2006/relationships/tags" Target="../tags/tag27.xml"/><Relationship Id="rId12" Type="http://schemas.openxmlformats.org/officeDocument/2006/relationships/tags" Target="../tags/tag36.xml"/><Relationship Id="rId17" Type="http://schemas.openxmlformats.org/officeDocument/2006/relationships/tags" Target="../tags/tag41.xml"/><Relationship Id="rId25" Type="http://schemas.openxmlformats.org/officeDocument/2006/relationships/tags" Target="../tags/tag49.xml"/><Relationship Id="rId33" Type="http://schemas.openxmlformats.org/officeDocument/2006/relationships/tags" Target="../tags/tag57.xml"/><Relationship Id="rId38" Type="http://schemas.openxmlformats.org/officeDocument/2006/relationships/tags" Target="../tags/tag62.xml"/><Relationship Id="rId46" Type="http://schemas.openxmlformats.org/officeDocument/2006/relationships/tags" Target="../tags/tag70.xml"/><Relationship Id="rId20" Type="http://schemas.openxmlformats.org/officeDocument/2006/relationships/tags" Target="../tags/tag44.xml"/><Relationship Id="rId41" Type="http://schemas.openxmlformats.org/officeDocument/2006/relationships/tags" Target="../tags/tag65.xml"/><Relationship Id="rId54" Type="http://schemas.openxmlformats.org/officeDocument/2006/relationships/tags" Target="../tags/tag78.xml"/><Relationship Id="rId1" Type="http://schemas.openxmlformats.org/officeDocument/2006/relationships/tags" Target="../tags/tag25.xml"/><Relationship Id="rId6" Type="http://schemas.openxmlformats.org/officeDocument/2006/relationships/tags" Target="../tags/tag30.xml"/><Relationship Id="rId15" Type="http://schemas.openxmlformats.org/officeDocument/2006/relationships/tags" Target="../tags/tag39.xml"/><Relationship Id="rId23" Type="http://schemas.openxmlformats.org/officeDocument/2006/relationships/tags" Target="../tags/tag47.xml"/><Relationship Id="rId28" Type="http://schemas.openxmlformats.org/officeDocument/2006/relationships/tags" Target="../tags/tag52.xml"/><Relationship Id="rId36" Type="http://schemas.openxmlformats.org/officeDocument/2006/relationships/tags" Target="../tags/tag60.xml"/><Relationship Id="rId49" Type="http://schemas.openxmlformats.org/officeDocument/2006/relationships/tags" Target="../tags/tag73.xml"/><Relationship Id="rId57" Type="http://schemas.openxmlformats.org/officeDocument/2006/relationships/slideLayout" Target="../slideLayouts/slideLayout22.xml"/><Relationship Id="rId10" Type="http://schemas.openxmlformats.org/officeDocument/2006/relationships/tags" Target="../tags/tag34.xml"/><Relationship Id="rId31" Type="http://schemas.openxmlformats.org/officeDocument/2006/relationships/tags" Target="../tags/tag55.xml"/><Relationship Id="rId44" Type="http://schemas.openxmlformats.org/officeDocument/2006/relationships/tags" Target="../tags/tag68.xml"/><Relationship Id="rId52" Type="http://schemas.openxmlformats.org/officeDocument/2006/relationships/tags" Target="../tags/tag7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2.xml"/><Relationship Id="rId1" Type="http://schemas.openxmlformats.org/officeDocument/2006/relationships/tags" Target="../tags/tag8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tags" Target="../tags/tag89.xml"/><Relationship Id="rId13" Type="http://schemas.openxmlformats.org/officeDocument/2006/relationships/slideLayout" Target="../slideLayouts/slideLayout2.xml"/><Relationship Id="rId3" Type="http://schemas.openxmlformats.org/officeDocument/2006/relationships/tags" Target="../tags/tag84.xml"/><Relationship Id="rId7" Type="http://schemas.openxmlformats.org/officeDocument/2006/relationships/tags" Target="../tags/tag88.xml"/><Relationship Id="rId12" Type="http://schemas.openxmlformats.org/officeDocument/2006/relationships/tags" Target="../tags/tag93.xml"/><Relationship Id="rId2" Type="http://schemas.openxmlformats.org/officeDocument/2006/relationships/tags" Target="../tags/tag83.xml"/><Relationship Id="rId1" Type="http://schemas.openxmlformats.org/officeDocument/2006/relationships/tags" Target="../tags/tag82.xml"/><Relationship Id="rId6" Type="http://schemas.openxmlformats.org/officeDocument/2006/relationships/tags" Target="../tags/tag87.xml"/><Relationship Id="rId11" Type="http://schemas.openxmlformats.org/officeDocument/2006/relationships/tags" Target="../tags/tag92.xml"/><Relationship Id="rId5" Type="http://schemas.openxmlformats.org/officeDocument/2006/relationships/tags" Target="../tags/tag86.xml"/><Relationship Id="rId10" Type="http://schemas.openxmlformats.org/officeDocument/2006/relationships/tags" Target="../tags/tag91.xml"/><Relationship Id="rId4" Type="http://schemas.openxmlformats.org/officeDocument/2006/relationships/tags" Target="../tags/tag85.xml"/><Relationship Id="rId9" Type="http://schemas.openxmlformats.org/officeDocument/2006/relationships/tags" Target="../tags/tag90.xml"/><Relationship Id="rId14" Type="http://schemas.openxmlformats.org/officeDocument/2006/relationships/notesSlide" Target="../notesSlides/notesSlide6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95.xml"/><Relationship Id="rId1" Type="http://schemas.openxmlformats.org/officeDocument/2006/relationships/tags" Target="../tags/tag94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tags" Target="../tags/tag103.xml"/><Relationship Id="rId3" Type="http://schemas.openxmlformats.org/officeDocument/2006/relationships/tags" Target="../tags/tag98.xml"/><Relationship Id="rId7" Type="http://schemas.openxmlformats.org/officeDocument/2006/relationships/tags" Target="../tags/tag102.xml"/><Relationship Id="rId12" Type="http://schemas.openxmlformats.org/officeDocument/2006/relationships/slideLayout" Target="../slideLayouts/slideLayout2.xml"/><Relationship Id="rId2" Type="http://schemas.openxmlformats.org/officeDocument/2006/relationships/tags" Target="../tags/tag97.xml"/><Relationship Id="rId1" Type="http://schemas.openxmlformats.org/officeDocument/2006/relationships/tags" Target="../tags/tag96.xml"/><Relationship Id="rId6" Type="http://schemas.openxmlformats.org/officeDocument/2006/relationships/tags" Target="../tags/tag101.xml"/><Relationship Id="rId11" Type="http://schemas.openxmlformats.org/officeDocument/2006/relationships/tags" Target="../tags/tag106.xml"/><Relationship Id="rId5" Type="http://schemas.openxmlformats.org/officeDocument/2006/relationships/tags" Target="../tags/tag100.xml"/><Relationship Id="rId10" Type="http://schemas.openxmlformats.org/officeDocument/2006/relationships/tags" Target="../tags/tag105.xml"/><Relationship Id="rId4" Type="http://schemas.openxmlformats.org/officeDocument/2006/relationships/tags" Target="../tags/tag99.xml"/><Relationship Id="rId9" Type="http://schemas.openxmlformats.org/officeDocument/2006/relationships/tags" Target="../tags/tag104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10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108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109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tags" Target="../tags/tag117.xml"/><Relationship Id="rId13" Type="http://schemas.openxmlformats.org/officeDocument/2006/relationships/slideLayout" Target="../slideLayouts/slideLayout22.xml"/><Relationship Id="rId3" Type="http://schemas.openxmlformats.org/officeDocument/2006/relationships/tags" Target="../tags/tag112.xml"/><Relationship Id="rId7" Type="http://schemas.openxmlformats.org/officeDocument/2006/relationships/tags" Target="../tags/tag116.xml"/><Relationship Id="rId12" Type="http://schemas.openxmlformats.org/officeDocument/2006/relationships/tags" Target="../tags/tag121.xml"/><Relationship Id="rId2" Type="http://schemas.openxmlformats.org/officeDocument/2006/relationships/tags" Target="../tags/tag111.xml"/><Relationship Id="rId1" Type="http://schemas.openxmlformats.org/officeDocument/2006/relationships/tags" Target="../tags/tag110.xml"/><Relationship Id="rId6" Type="http://schemas.openxmlformats.org/officeDocument/2006/relationships/tags" Target="../tags/tag115.xml"/><Relationship Id="rId11" Type="http://schemas.openxmlformats.org/officeDocument/2006/relationships/tags" Target="../tags/tag120.xml"/><Relationship Id="rId5" Type="http://schemas.openxmlformats.org/officeDocument/2006/relationships/tags" Target="../tags/tag114.xml"/><Relationship Id="rId10" Type="http://schemas.openxmlformats.org/officeDocument/2006/relationships/tags" Target="../tags/tag119.xml"/><Relationship Id="rId4" Type="http://schemas.openxmlformats.org/officeDocument/2006/relationships/tags" Target="../tags/tag113.xml"/><Relationship Id="rId9" Type="http://schemas.openxmlformats.org/officeDocument/2006/relationships/tags" Target="../tags/tag118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2.xml"/><Relationship Id="rId1" Type="http://schemas.openxmlformats.org/officeDocument/2006/relationships/tags" Target="../tags/tag12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2.xml"/><Relationship Id="rId2" Type="http://schemas.openxmlformats.org/officeDocument/2006/relationships/tags" Target="../tags/tag124.xml"/><Relationship Id="rId1" Type="http://schemas.openxmlformats.org/officeDocument/2006/relationships/tags" Target="../tags/tag123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wmf"/><Relationship Id="rId2" Type="http://schemas.openxmlformats.org/officeDocument/2006/relationships/oleObject" Target="../embeddings/oleObject3.bin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wmf"/><Relationship Id="rId4" Type="http://schemas.openxmlformats.org/officeDocument/2006/relationships/oleObject" Target="../embeddings/oleObject4.bin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13" Type="http://schemas.openxmlformats.org/officeDocument/2006/relationships/tags" Target="../tags/tag137.xml"/><Relationship Id="rId18" Type="http://schemas.openxmlformats.org/officeDocument/2006/relationships/tags" Target="../tags/tag142.xml"/><Relationship Id="rId26" Type="http://schemas.openxmlformats.org/officeDocument/2006/relationships/tags" Target="../tags/tag150.xml"/><Relationship Id="rId39" Type="http://schemas.openxmlformats.org/officeDocument/2006/relationships/tags" Target="../tags/tag163.xml"/><Relationship Id="rId21" Type="http://schemas.openxmlformats.org/officeDocument/2006/relationships/tags" Target="../tags/tag145.xml"/><Relationship Id="rId34" Type="http://schemas.openxmlformats.org/officeDocument/2006/relationships/tags" Target="../tags/tag158.xml"/><Relationship Id="rId42" Type="http://schemas.openxmlformats.org/officeDocument/2006/relationships/tags" Target="../tags/tag166.xml"/><Relationship Id="rId7" Type="http://schemas.openxmlformats.org/officeDocument/2006/relationships/tags" Target="../tags/tag131.xml"/><Relationship Id="rId2" Type="http://schemas.openxmlformats.org/officeDocument/2006/relationships/tags" Target="../tags/tag126.xml"/><Relationship Id="rId16" Type="http://schemas.openxmlformats.org/officeDocument/2006/relationships/tags" Target="../tags/tag140.xml"/><Relationship Id="rId20" Type="http://schemas.openxmlformats.org/officeDocument/2006/relationships/tags" Target="../tags/tag144.xml"/><Relationship Id="rId29" Type="http://schemas.openxmlformats.org/officeDocument/2006/relationships/tags" Target="../tags/tag153.xml"/><Relationship Id="rId41" Type="http://schemas.openxmlformats.org/officeDocument/2006/relationships/tags" Target="../tags/tag165.xml"/><Relationship Id="rId1" Type="http://schemas.openxmlformats.org/officeDocument/2006/relationships/tags" Target="../tags/tag125.xml"/><Relationship Id="rId6" Type="http://schemas.openxmlformats.org/officeDocument/2006/relationships/tags" Target="../tags/tag130.xml"/><Relationship Id="rId11" Type="http://schemas.openxmlformats.org/officeDocument/2006/relationships/tags" Target="../tags/tag135.xml"/><Relationship Id="rId24" Type="http://schemas.openxmlformats.org/officeDocument/2006/relationships/tags" Target="../tags/tag148.xml"/><Relationship Id="rId32" Type="http://schemas.openxmlformats.org/officeDocument/2006/relationships/tags" Target="../tags/tag156.xml"/><Relationship Id="rId37" Type="http://schemas.openxmlformats.org/officeDocument/2006/relationships/tags" Target="../tags/tag161.xml"/><Relationship Id="rId40" Type="http://schemas.openxmlformats.org/officeDocument/2006/relationships/tags" Target="../tags/tag164.xml"/><Relationship Id="rId5" Type="http://schemas.openxmlformats.org/officeDocument/2006/relationships/tags" Target="../tags/tag129.xml"/><Relationship Id="rId15" Type="http://schemas.openxmlformats.org/officeDocument/2006/relationships/tags" Target="../tags/tag139.xml"/><Relationship Id="rId23" Type="http://schemas.openxmlformats.org/officeDocument/2006/relationships/tags" Target="../tags/tag147.xml"/><Relationship Id="rId28" Type="http://schemas.openxmlformats.org/officeDocument/2006/relationships/tags" Target="../tags/tag152.xml"/><Relationship Id="rId36" Type="http://schemas.openxmlformats.org/officeDocument/2006/relationships/tags" Target="../tags/tag160.xml"/><Relationship Id="rId10" Type="http://schemas.openxmlformats.org/officeDocument/2006/relationships/tags" Target="../tags/tag134.xml"/><Relationship Id="rId19" Type="http://schemas.openxmlformats.org/officeDocument/2006/relationships/tags" Target="../tags/tag143.xml"/><Relationship Id="rId31" Type="http://schemas.openxmlformats.org/officeDocument/2006/relationships/tags" Target="../tags/tag155.xml"/><Relationship Id="rId44" Type="http://schemas.openxmlformats.org/officeDocument/2006/relationships/slideLayout" Target="../slideLayouts/slideLayout22.xml"/><Relationship Id="rId4" Type="http://schemas.openxmlformats.org/officeDocument/2006/relationships/tags" Target="../tags/tag128.xml"/><Relationship Id="rId9" Type="http://schemas.openxmlformats.org/officeDocument/2006/relationships/tags" Target="../tags/tag133.xml"/><Relationship Id="rId14" Type="http://schemas.openxmlformats.org/officeDocument/2006/relationships/tags" Target="../tags/tag138.xml"/><Relationship Id="rId22" Type="http://schemas.openxmlformats.org/officeDocument/2006/relationships/tags" Target="../tags/tag146.xml"/><Relationship Id="rId27" Type="http://schemas.openxmlformats.org/officeDocument/2006/relationships/tags" Target="../tags/tag151.xml"/><Relationship Id="rId30" Type="http://schemas.openxmlformats.org/officeDocument/2006/relationships/tags" Target="../tags/tag154.xml"/><Relationship Id="rId35" Type="http://schemas.openxmlformats.org/officeDocument/2006/relationships/tags" Target="../tags/tag159.xml"/><Relationship Id="rId43" Type="http://schemas.openxmlformats.org/officeDocument/2006/relationships/tags" Target="../tags/tag167.xml"/><Relationship Id="rId8" Type="http://schemas.openxmlformats.org/officeDocument/2006/relationships/tags" Target="../tags/tag132.xml"/><Relationship Id="rId3" Type="http://schemas.openxmlformats.org/officeDocument/2006/relationships/tags" Target="../tags/tag127.xml"/><Relationship Id="rId12" Type="http://schemas.openxmlformats.org/officeDocument/2006/relationships/tags" Target="../tags/tag136.xml"/><Relationship Id="rId17" Type="http://schemas.openxmlformats.org/officeDocument/2006/relationships/tags" Target="../tags/tag141.xml"/><Relationship Id="rId25" Type="http://schemas.openxmlformats.org/officeDocument/2006/relationships/tags" Target="../tags/tag149.xml"/><Relationship Id="rId33" Type="http://schemas.openxmlformats.org/officeDocument/2006/relationships/tags" Target="../tags/tag157.xml"/><Relationship Id="rId38" Type="http://schemas.openxmlformats.org/officeDocument/2006/relationships/tags" Target="../tags/tag162.xml"/></Relationships>
</file>

<file path=ppt/slides/_rels/slide40.xml.rels><?xml version="1.0" encoding="UTF-8" standalone="yes"?>
<Relationships xmlns="http://schemas.openxmlformats.org/package/2006/relationships"><Relationship Id="rId8" Type="http://schemas.openxmlformats.org/officeDocument/2006/relationships/tags" Target="../tags/tag175.xml"/><Relationship Id="rId13" Type="http://schemas.openxmlformats.org/officeDocument/2006/relationships/tags" Target="../tags/tag180.xml"/><Relationship Id="rId18" Type="http://schemas.openxmlformats.org/officeDocument/2006/relationships/tags" Target="../tags/tag185.xml"/><Relationship Id="rId26" Type="http://schemas.openxmlformats.org/officeDocument/2006/relationships/tags" Target="../tags/tag193.xml"/><Relationship Id="rId3" Type="http://schemas.openxmlformats.org/officeDocument/2006/relationships/tags" Target="../tags/tag170.xml"/><Relationship Id="rId21" Type="http://schemas.openxmlformats.org/officeDocument/2006/relationships/tags" Target="../tags/tag188.xml"/><Relationship Id="rId7" Type="http://schemas.openxmlformats.org/officeDocument/2006/relationships/tags" Target="../tags/tag174.xml"/><Relationship Id="rId12" Type="http://schemas.openxmlformats.org/officeDocument/2006/relationships/tags" Target="../tags/tag179.xml"/><Relationship Id="rId17" Type="http://schemas.openxmlformats.org/officeDocument/2006/relationships/tags" Target="../tags/tag184.xml"/><Relationship Id="rId25" Type="http://schemas.openxmlformats.org/officeDocument/2006/relationships/tags" Target="../tags/tag192.xml"/><Relationship Id="rId2" Type="http://schemas.openxmlformats.org/officeDocument/2006/relationships/tags" Target="../tags/tag169.xml"/><Relationship Id="rId16" Type="http://schemas.openxmlformats.org/officeDocument/2006/relationships/tags" Target="../tags/tag183.xml"/><Relationship Id="rId20" Type="http://schemas.openxmlformats.org/officeDocument/2006/relationships/tags" Target="../tags/tag187.xml"/><Relationship Id="rId1" Type="http://schemas.openxmlformats.org/officeDocument/2006/relationships/tags" Target="../tags/tag168.xml"/><Relationship Id="rId6" Type="http://schemas.openxmlformats.org/officeDocument/2006/relationships/tags" Target="../tags/tag173.xml"/><Relationship Id="rId11" Type="http://schemas.openxmlformats.org/officeDocument/2006/relationships/tags" Target="../tags/tag178.xml"/><Relationship Id="rId24" Type="http://schemas.openxmlformats.org/officeDocument/2006/relationships/tags" Target="../tags/tag191.xml"/><Relationship Id="rId5" Type="http://schemas.openxmlformats.org/officeDocument/2006/relationships/tags" Target="../tags/tag172.xml"/><Relationship Id="rId15" Type="http://schemas.openxmlformats.org/officeDocument/2006/relationships/tags" Target="../tags/tag182.xml"/><Relationship Id="rId23" Type="http://schemas.openxmlformats.org/officeDocument/2006/relationships/tags" Target="../tags/tag190.xml"/><Relationship Id="rId28" Type="http://schemas.openxmlformats.org/officeDocument/2006/relationships/slideLayout" Target="../slideLayouts/slideLayout22.xml"/><Relationship Id="rId10" Type="http://schemas.openxmlformats.org/officeDocument/2006/relationships/tags" Target="../tags/tag177.xml"/><Relationship Id="rId19" Type="http://schemas.openxmlformats.org/officeDocument/2006/relationships/tags" Target="../tags/tag186.xml"/><Relationship Id="rId4" Type="http://schemas.openxmlformats.org/officeDocument/2006/relationships/tags" Target="../tags/tag171.xml"/><Relationship Id="rId9" Type="http://schemas.openxmlformats.org/officeDocument/2006/relationships/tags" Target="../tags/tag176.xml"/><Relationship Id="rId14" Type="http://schemas.openxmlformats.org/officeDocument/2006/relationships/tags" Target="../tags/tag181.xml"/><Relationship Id="rId22" Type="http://schemas.openxmlformats.org/officeDocument/2006/relationships/tags" Target="../tags/tag189.xml"/><Relationship Id="rId27" Type="http://schemas.openxmlformats.org/officeDocument/2006/relationships/tags" Target="../tags/tag194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wmf"/><Relationship Id="rId2" Type="http://schemas.openxmlformats.org/officeDocument/2006/relationships/oleObject" Target="../embeddings/oleObject5.bin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9.bin"/><Relationship Id="rId3" Type="http://schemas.openxmlformats.org/officeDocument/2006/relationships/image" Target="../media/image9.wmf"/><Relationship Id="rId7" Type="http://schemas.openxmlformats.org/officeDocument/2006/relationships/image" Target="../media/image11.emf"/><Relationship Id="rId2" Type="http://schemas.openxmlformats.org/officeDocument/2006/relationships/oleObject" Target="../embeddings/oleObject6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8.bin"/><Relationship Id="rId5" Type="http://schemas.openxmlformats.org/officeDocument/2006/relationships/image" Target="../media/image10.wmf"/><Relationship Id="rId4" Type="http://schemas.openxmlformats.org/officeDocument/2006/relationships/oleObject" Target="../embeddings/oleObject7.bin"/><Relationship Id="rId9" Type="http://schemas.openxmlformats.org/officeDocument/2006/relationships/image" Target="../media/image12.emf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wmf"/><Relationship Id="rId2" Type="http://schemas.openxmlformats.org/officeDocument/2006/relationships/oleObject" Target="../embeddings/oleObject10.bin"/><Relationship Id="rId1" Type="http://schemas.openxmlformats.org/officeDocument/2006/relationships/slideLayout" Target="../slideLayouts/slideLayout14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emf"/><Relationship Id="rId2" Type="http://schemas.openxmlformats.org/officeDocument/2006/relationships/oleObject" Target="../embeddings/oleObject11.bin"/><Relationship Id="rId1" Type="http://schemas.openxmlformats.org/officeDocument/2006/relationships/slideLayout" Target="../slideLayouts/slideLayout14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195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emf"/><Relationship Id="rId2" Type="http://schemas.openxmlformats.org/officeDocument/2006/relationships/oleObject" Target="../embeddings/oleObject12.bin"/><Relationship Id="rId1" Type="http://schemas.openxmlformats.org/officeDocument/2006/relationships/slideLayout" Target="../slideLayouts/slideLayout7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7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196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197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198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199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wmf"/><Relationship Id="rId2" Type="http://schemas.openxmlformats.org/officeDocument/2006/relationships/oleObject" Target="../embeddings/oleObject13.bin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24"/>
          <p:cNvSpPr txBox="1">
            <a:spLocks noChangeArrowheads="1"/>
          </p:cNvSpPr>
          <p:nvPr/>
        </p:nvSpPr>
        <p:spPr>
          <a:xfrm>
            <a:off x="1476375" y="2852738"/>
            <a:ext cx="6335713" cy="1081088"/>
          </a:xfrm>
          <a:prstGeom prst="rect">
            <a:avLst/>
          </a:prstGeom>
        </p:spPr>
        <p:txBody>
          <a:bodyPr/>
          <a:lstStyle/>
          <a:p>
            <a:pPr marR="0" algn="ctr" defTabSz="914400" eaLnBrk="0" hangingPunct="0">
              <a:spcBef>
                <a:spcPct val="20000"/>
              </a:spcBef>
              <a:buClrTx/>
              <a:buSzTx/>
              <a:buFontTx/>
              <a:buNone/>
              <a:defRPr/>
            </a:pPr>
            <a:r>
              <a:rPr kumimoji="1" lang="zh-CN" altLang="en-US" sz="6600" kern="0" cap="none" spc="0" normalizeH="0" baseline="0" noProof="0" dirty="0">
                <a:solidFill>
                  <a:schemeClr val="accent1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华文行楷" panose="02010800040101010101" pitchFamily="2" charset="-122"/>
                <a:ea typeface="华文行楷" panose="02010800040101010101" pitchFamily="2" charset="-122"/>
                <a:cs typeface="+mj-cs"/>
                <a:sym typeface="+mn-ea"/>
              </a:rPr>
              <a:t>第</a:t>
            </a:r>
            <a:r>
              <a:rPr kumimoji="1" lang="en-US" altLang="zh-CN" sz="6600" kern="0" cap="none" spc="0" normalizeH="0" baseline="0" noProof="0" dirty="0">
                <a:solidFill>
                  <a:schemeClr val="accent1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j-lt"/>
                <a:ea typeface="华文行楷" panose="02010800040101010101" pitchFamily="2" charset="-122"/>
                <a:cs typeface="+mj-cs"/>
                <a:sym typeface="+mn-ea"/>
              </a:rPr>
              <a:t>3</a:t>
            </a:r>
            <a:r>
              <a:rPr kumimoji="1" lang="zh-CN" altLang="en-US" sz="6600" kern="0" cap="none" spc="0" normalizeH="0" baseline="0" noProof="0" dirty="0">
                <a:solidFill>
                  <a:schemeClr val="accent1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华文行楷" panose="02010800040101010101" pitchFamily="2" charset="-122"/>
                <a:ea typeface="华文行楷" panose="02010800040101010101" pitchFamily="2" charset="-122"/>
                <a:cs typeface="+mj-cs"/>
                <a:sym typeface="+mn-ea"/>
              </a:rPr>
              <a:t>章 栈和队列</a:t>
            </a:r>
            <a:endParaRPr kumimoji="1" lang="zh-CN" altLang="en-US" sz="6600" i="1" kern="0" cap="none" spc="0" normalizeH="0" baseline="0" noProof="0" dirty="0">
              <a:solidFill>
                <a:schemeClr val="accent1">
                  <a:lumMod val="50000"/>
                </a:schemeClr>
              </a:solidFill>
              <a:effectLst>
                <a:outerShdw blurRad="38100" dist="38100" dir="2700000" algn="tl">
                  <a:srgbClr val="C0C0C0"/>
                </a:outerShdw>
              </a:effectLst>
              <a:latin typeface="华文行楷" panose="02010800040101010101" pitchFamily="2" charset="-122"/>
              <a:ea typeface="华文行楷" panose="02010800040101010101" pitchFamily="2" charset="-122"/>
              <a:cs typeface="+mj-cs"/>
              <a:sym typeface="+mn-e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13" name="Picture 2" descr="0301"/>
          <p:cNvPicPr>
            <a:picLocks noChangeAspect="1"/>
          </p:cNvPicPr>
          <p:nvPr/>
        </p:nvPicPr>
        <p:blipFill>
          <a:blip r:embed="rId3"/>
          <a:srcRect l="40192" b="9897"/>
          <a:stretch>
            <a:fillRect/>
          </a:stretch>
        </p:blipFill>
        <p:spPr>
          <a:xfrm>
            <a:off x="5186363" y="1071563"/>
            <a:ext cx="3343275" cy="342900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3314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3850" y="1671638"/>
            <a:ext cx="4384675" cy="3043237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3315" name="矩形 5"/>
          <p:cNvSpPr/>
          <p:nvPr/>
        </p:nvSpPr>
        <p:spPr>
          <a:xfrm>
            <a:off x="5186363" y="4500563"/>
            <a:ext cx="2954337" cy="461962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lstStyle/>
          <a:p>
            <a:pPr eaLnBrk="0" hangingPunct="0">
              <a:spcBef>
                <a:spcPct val="20000"/>
              </a:spcBef>
            </a:pPr>
            <a:r>
              <a:rPr lang="zh-CN" altLang="en-US" dirty="0">
                <a:solidFill>
                  <a:srgbClr val="FF0000"/>
                </a:solidFill>
                <a:latin typeface="Times New Roman" panose="02020603050405020304" pitchFamily="18" charset="0"/>
                <a:ea typeface="楷体_GB2312" charset="-122"/>
              </a:rPr>
              <a:t>用铁路调度站表示栈</a:t>
            </a:r>
          </a:p>
        </p:txBody>
      </p:sp>
      <p:sp>
        <p:nvSpPr>
          <p:cNvPr id="13316" name="Rectangle 11"/>
          <p:cNvSpPr/>
          <p:nvPr/>
        </p:nvSpPr>
        <p:spPr>
          <a:xfrm>
            <a:off x="2968625" y="812800"/>
            <a:ext cx="2568575" cy="515938"/>
          </a:xfrm>
          <a:prstGeom prst="rect">
            <a:avLst/>
          </a:prstGeom>
          <a:solidFill>
            <a:srgbClr val="FFFF99"/>
          </a:solidFill>
          <a:ln w="9525">
            <a:noFill/>
          </a:ln>
        </p:spPr>
        <p:txBody>
          <a:bodyPr anchor="ctr" anchorCtr="0"/>
          <a:lstStyle/>
          <a:p>
            <a:pPr algn="ctr" eaLnBrk="0" hangingPunct="0"/>
            <a:r>
              <a:rPr lang="zh-CN" altLang="en-US" sz="3200" dirty="0">
                <a:latin typeface="楷体_GB2312" charset="-122"/>
                <a:ea typeface="楷体_GB2312" charset="-122"/>
              </a:rPr>
              <a:t>栈</a:t>
            </a:r>
          </a:p>
        </p:txBody>
      </p:sp>
      <p:pic>
        <p:nvPicPr>
          <p:cNvPr id="53253" name="Picture 2" descr="http://img01.taobaocdn.com/imgextra/etao/T1VVo0XitbXXb1upjX_210x210.jpg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2987675" y="4725035"/>
            <a:ext cx="2000250" cy="200025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7" name="Rectangle 58"/>
          <p:cNvSpPr/>
          <p:nvPr/>
        </p:nvSpPr>
        <p:spPr>
          <a:xfrm>
            <a:off x="0" y="511175"/>
            <a:ext cx="7143750" cy="68580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lstStyle/>
          <a:p>
            <a:pPr eaLnBrk="0" hangingPunct="0"/>
            <a:r>
              <a:rPr lang="en-US" altLang="zh-CN" sz="4000" dirty="0">
                <a:solidFill>
                  <a:srgbClr val="CC00CC"/>
                </a:solidFill>
                <a:latin typeface="楷体_GB2312" charset="-122"/>
                <a:ea typeface="楷体_GB2312" charset="-122"/>
              </a:rPr>
              <a:t>3.1 </a:t>
            </a:r>
            <a:r>
              <a:rPr lang="zh-CN" altLang="en-US" sz="4000" dirty="0">
                <a:solidFill>
                  <a:srgbClr val="CC00CC"/>
                </a:solidFill>
                <a:latin typeface="楷体_GB2312" charset="-122"/>
                <a:ea typeface="楷体_GB2312" charset="-122"/>
              </a:rPr>
              <a:t>　栈和队列的定义和特点</a:t>
            </a:r>
          </a:p>
        </p:txBody>
      </p:sp>
      <p:sp>
        <p:nvSpPr>
          <p:cNvPr id="14338" name="Line 59"/>
          <p:cNvSpPr/>
          <p:nvPr/>
        </p:nvSpPr>
        <p:spPr>
          <a:xfrm>
            <a:off x="0" y="1268413"/>
            <a:ext cx="9144000" cy="0"/>
          </a:xfrm>
          <a:prstGeom prst="line">
            <a:avLst/>
          </a:prstGeom>
          <a:ln w="12700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pic>
        <p:nvPicPr>
          <p:cNvPr id="14339" name="Picture 60"/>
          <p:cNvPicPr/>
          <p:nvPr/>
        </p:nvPicPr>
        <p:blipFill>
          <a:blip r:embed="rId3"/>
          <a:stretch>
            <a:fillRect/>
          </a:stretch>
        </p:blipFill>
        <p:spPr>
          <a:xfrm>
            <a:off x="7850188" y="509588"/>
            <a:ext cx="811212" cy="75882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4340" name="Rectangle 1104"/>
          <p:cNvSpPr/>
          <p:nvPr/>
        </p:nvSpPr>
        <p:spPr>
          <a:xfrm>
            <a:off x="127000" y="2043113"/>
            <a:ext cx="2730500" cy="712787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lstStyle/>
          <a:p>
            <a:pPr eaLnBrk="0" hangingPunct="0"/>
            <a:r>
              <a:rPr lang="en-US" altLang="zh-CN" sz="3200" dirty="0">
                <a:solidFill>
                  <a:schemeClr val="accent2"/>
                </a:solidFill>
                <a:latin typeface="楷体_GB2312" charset="-122"/>
                <a:ea typeface="楷体_GB2312" charset="-122"/>
              </a:rPr>
              <a:t>1. </a:t>
            </a:r>
            <a:r>
              <a:rPr lang="zh-CN" altLang="en-US" sz="3200" dirty="0">
                <a:solidFill>
                  <a:schemeClr val="accent2"/>
                </a:solidFill>
                <a:latin typeface="楷体_GB2312" charset="-122"/>
                <a:ea typeface="楷体_GB2312" charset="-122"/>
              </a:rPr>
              <a:t>定义</a:t>
            </a:r>
          </a:p>
        </p:txBody>
      </p:sp>
      <p:grpSp>
        <p:nvGrpSpPr>
          <p:cNvPr id="14341" name="Group 1117"/>
          <p:cNvGrpSpPr/>
          <p:nvPr/>
        </p:nvGrpSpPr>
        <p:grpSpPr>
          <a:xfrm>
            <a:off x="47625" y="4349750"/>
            <a:ext cx="8943975" cy="793750"/>
            <a:chOff x="30" y="2432"/>
            <a:chExt cx="5634" cy="500"/>
          </a:xfrm>
        </p:grpSpPr>
        <p:sp>
          <p:nvSpPr>
            <p:cNvPr id="14342" name="Rectangle 1106"/>
            <p:cNvSpPr/>
            <p:nvPr/>
          </p:nvSpPr>
          <p:spPr>
            <a:xfrm>
              <a:off x="1658" y="2478"/>
              <a:ext cx="4006" cy="232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/>
            <a:lstStyle/>
            <a:p>
              <a:pPr>
                <a:spcBef>
                  <a:spcPct val="20000"/>
                </a:spcBef>
              </a:pPr>
              <a:r>
                <a:rPr lang="zh-CN" altLang="en-US" sz="3200" dirty="0">
                  <a:latin typeface="楷体_GB2312" charset="-122"/>
                  <a:ea typeface="楷体_GB2312" charset="-122"/>
                </a:rPr>
                <a:t>用</a:t>
              </a:r>
              <a:r>
                <a:rPr lang="zh-CN" altLang="en-US" sz="3200" dirty="0">
                  <a:solidFill>
                    <a:srgbClr val="FF0000"/>
                  </a:solidFill>
                  <a:latin typeface="楷体_GB2312" charset="-122"/>
                  <a:ea typeface="楷体_GB2312" charset="-122"/>
                </a:rPr>
                <a:t>顺序栈</a:t>
              </a:r>
              <a:r>
                <a:rPr lang="zh-CN" altLang="en-US" sz="3200" dirty="0">
                  <a:latin typeface="楷体_GB2312" charset="-122"/>
                  <a:ea typeface="楷体_GB2312" charset="-122"/>
                </a:rPr>
                <a:t>或</a:t>
              </a:r>
              <a:r>
                <a:rPr lang="zh-CN" altLang="en-US" sz="3200" dirty="0">
                  <a:solidFill>
                    <a:srgbClr val="FF0000"/>
                  </a:solidFill>
                  <a:latin typeface="楷体_GB2312" charset="-122"/>
                  <a:ea typeface="楷体_GB2312" charset="-122"/>
                </a:rPr>
                <a:t>链栈</a:t>
              </a:r>
              <a:r>
                <a:rPr lang="zh-CN" altLang="en-US" sz="3200" dirty="0">
                  <a:latin typeface="楷体_GB2312" charset="-122"/>
                  <a:ea typeface="楷体_GB2312" charset="-122"/>
                </a:rPr>
                <a:t>存储均可，但以顺序栈更常见</a:t>
              </a:r>
            </a:p>
          </p:txBody>
        </p:sp>
        <p:sp>
          <p:nvSpPr>
            <p:cNvPr id="14343" name="Rectangle 1110"/>
            <p:cNvSpPr/>
            <p:nvPr/>
          </p:nvSpPr>
          <p:spPr>
            <a:xfrm>
              <a:off x="30" y="2432"/>
              <a:ext cx="1618" cy="500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ctr" anchorCtr="0"/>
            <a:lstStyle/>
            <a:p>
              <a:r>
                <a:rPr lang="en-US" altLang="zh-CN" sz="3200" dirty="0">
                  <a:solidFill>
                    <a:schemeClr val="accent2"/>
                  </a:solidFill>
                  <a:latin typeface="楷体_GB2312" charset="-122"/>
                  <a:ea typeface="楷体_GB2312" charset="-122"/>
                </a:rPr>
                <a:t>3. </a:t>
              </a:r>
              <a:r>
                <a:rPr lang="zh-CN" altLang="en-US" sz="3200" dirty="0">
                  <a:solidFill>
                    <a:schemeClr val="accent2"/>
                  </a:solidFill>
                  <a:latin typeface="楷体_GB2312" charset="-122"/>
                  <a:ea typeface="楷体_GB2312" charset="-122"/>
                </a:rPr>
                <a:t>存储结构</a:t>
              </a:r>
            </a:p>
          </p:txBody>
        </p:sp>
      </p:grpSp>
      <p:grpSp>
        <p:nvGrpSpPr>
          <p:cNvPr id="14344" name="Group 1115"/>
          <p:cNvGrpSpPr/>
          <p:nvPr/>
        </p:nvGrpSpPr>
        <p:grpSpPr>
          <a:xfrm>
            <a:off x="-36512" y="3295650"/>
            <a:ext cx="8488362" cy="704850"/>
            <a:chOff x="-23" y="1964"/>
            <a:chExt cx="5347" cy="444"/>
          </a:xfrm>
        </p:grpSpPr>
        <p:sp>
          <p:nvSpPr>
            <p:cNvPr id="14345" name="Rectangle 1105"/>
            <p:cNvSpPr/>
            <p:nvPr/>
          </p:nvSpPr>
          <p:spPr>
            <a:xfrm>
              <a:off x="1610" y="2024"/>
              <a:ext cx="3714" cy="334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lstStyle/>
            <a:p>
              <a:pPr>
                <a:lnSpc>
                  <a:spcPct val="90000"/>
                </a:lnSpc>
                <a:spcBef>
                  <a:spcPct val="20000"/>
                </a:spcBef>
              </a:pPr>
              <a:r>
                <a:rPr lang="zh-CN" altLang="en-US" sz="3200" dirty="0">
                  <a:latin typeface="楷体_GB2312" charset="-122"/>
                  <a:ea typeface="楷体_GB2312" charset="-122"/>
                </a:rPr>
                <a:t>与线性表相同，仍为</a:t>
              </a:r>
              <a:r>
                <a:rPr lang="zh-CN" altLang="en-US" sz="3200" dirty="0">
                  <a:solidFill>
                    <a:srgbClr val="FF0000"/>
                  </a:solidFill>
                  <a:latin typeface="楷体_GB2312" charset="-122"/>
                  <a:ea typeface="楷体_GB2312" charset="-122"/>
                </a:rPr>
                <a:t>一对一</a:t>
              </a:r>
              <a:r>
                <a:rPr lang="zh-CN" altLang="en-US" sz="3200" dirty="0">
                  <a:latin typeface="楷体_GB2312" charset="-122"/>
                  <a:ea typeface="楷体_GB2312" charset="-122"/>
                </a:rPr>
                <a:t>关系</a:t>
              </a:r>
            </a:p>
          </p:txBody>
        </p:sp>
        <p:sp>
          <p:nvSpPr>
            <p:cNvPr id="14346" name="Rectangle 1113"/>
            <p:cNvSpPr/>
            <p:nvPr/>
          </p:nvSpPr>
          <p:spPr>
            <a:xfrm>
              <a:off x="-23" y="1964"/>
              <a:ext cx="1628" cy="444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ctr" anchorCtr="0"/>
            <a:lstStyle/>
            <a:p>
              <a:pPr algn="ctr"/>
              <a:r>
                <a:rPr lang="en-US" altLang="zh-CN" sz="3200" dirty="0">
                  <a:solidFill>
                    <a:schemeClr val="accent2"/>
                  </a:solidFill>
                  <a:latin typeface="楷体_GB2312" charset="-122"/>
                  <a:ea typeface="楷体_GB2312" charset="-122"/>
                </a:rPr>
                <a:t>2. </a:t>
              </a:r>
              <a:r>
                <a:rPr lang="zh-CN" altLang="en-US" sz="3200" dirty="0">
                  <a:solidFill>
                    <a:schemeClr val="accent2"/>
                  </a:solidFill>
                  <a:latin typeface="楷体_GB2312" charset="-122"/>
                  <a:ea typeface="楷体_GB2312" charset="-122"/>
                </a:rPr>
                <a:t>逻辑结构</a:t>
              </a:r>
            </a:p>
          </p:txBody>
        </p:sp>
      </p:grpSp>
      <p:sp>
        <p:nvSpPr>
          <p:cNvPr id="14347" name="Rectangle 1114"/>
          <p:cNvSpPr/>
          <p:nvPr/>
        </p:nvSpPr>
        <p:spPr>
          <a:xfrm>
            <a:off x="2568575" y="1978025"/>
            <a:ext cx="6423025" cy="106680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r>
              <a:rPr lang="zh-CN" altLang="en-US" sz="3200" dirty="0">
                <a:latin typeface="楷体_GB2312" charset="-122"/>
                <a:ea typeface="楷体_GB2312" charset="-122"/>
              </a:rPr>
              <a:t>只能在</a:t>
            </a:r>
            <a:r>
              <a:rPr lang="zh-CN" altLang="en-US" sz="3200" dirty="0">
                <a:solidFill>
                  <a:srgbClr val="FF0000"/>
                </a:solidFill>
                <a:latin typeface="楷体_GB2312" charset="-122"/>
                <a:ea typeface="楷体_GB2312" charset="-122"/>
              </a:rPr>
              <a:t>表的一端</a:t>
            </a:r>
            <a:r>
              <a:rPr lang="zh-CN" altLang="en-US" sz="3200" dirty="0">
                <a:latin typeface="楷体_GB2312" charset="-122"/>
                <a:ea typeface="楷体_GB2312" charset="-122"/>
              </a:rPr>
              <a:t>（</a:t>
            </a:r>
            <a:r>
              <a:rPr lang="zh-CN" altLang="en-US" sz="3200" dirty="0">
                <a:solidFill>
                  <a:srgbClr val="FF0000"/>
                </a:solidFill>
                <a:highlight>
                  <a:srgbClr val="FFFF00"/>
                </a:highlight>
                <a:latin typeface="楷体_GB2312" charset="-122"/>
                <a:ea typeface="楷体_GB2312" charset="-122"/>
              </a:rPr>
              <a:t>栈顶</a:t>
            </a:r>
            <a:r>
              <a:rPr lang="zh-CN" altLang="en-US" sz="3200" dirty="0">
                <a:latin typeface="楷体_GB2312" charset="-122"/>
                <a:ea typeface="楷体_GB2312" charset="-122"/>
              </a:rPr>
              <a:t>）进行插入和删除运算的</a:t>
            </a:r>
            <a:r>
              <a:rPr lang="zh-CN" altLang="en-US" sz="3200" dirty="0">
                <a:solidFill>
                  <a:srgbClr val="FF0000"/>
                </a:solidFill>
                <a:latin typeface="楷体_GB2312" charset="-122"/>
                <a:ea typeface="楷体_GB2312" charset="-122"/>
              </a:rPr>
              <a:t>线性表</a:t>
            </a:r>
          </a:p>
        </p:txBody>
      </p:sp>
      <p:sp>
        <p:nvSpPr>
          <p:cNvPr id="14348" name="Rectangle 11"/>
          <p:cNvSpPr/>
          <p:nvPr/>
        </p:nvSpPr>
        <p:spPr>
          <a:xfrm>
            <a:off x="3143250" y="1341438"/>
            <a:ext cx="2568575" cy="515937"/>
          </a:xfrm>
          <a:prstGeom prst="rect">
            <a:avLst/>
          </a:prstGeom>
          <a:solidFill>
            <a:srgbClr val="FFFF99"/>
          </a:solidFill>
          <a:ln w="9525">
            <a:noFill/>
          </a:ln>
        </p:spPr>
        <p:txBody>
          <a:bodyPr anchor="ctr" anchorCtr="0"/>
          <a:lstStyle/>
          <a:p>
            <a:pPr algn="ctr" eaLnBrk="0" hangingPunct="0"/>
            <a:r>
              <a:rPr lang="zh-CN" altLang="en-US" sz="3200" dirty="0">
                <a:latin typeface="楷体_GB2312" charset="-122"/>
                <a:ea typeface="楷体_GB2312" charset="-122"/>
              </a:rPr>
              <a:t>栈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Rectangle 2103"/>
          <p:cNvSpPr/>
          <p:nvPr/>
        </p:nvSpPr>
        <p:spPr>
          <a:xfrm>
            <a:off x="2530475" y="858838"/>
            <a:ext cx="6343650" cy="1554162"/>
          </a:xfrm>
          <a:prstGeom prst="rect">
            <a:avLst/>
          </a:prstGeom>
          <a:solidFill>
            <a:srgbClr val="FFFFE7"/>
          </a:solidFill>
          <a:ln w="9525">
            <a:noFill/>
          </a:ln>
        </p:spPr>
        <p:txBody>
          <a:bodyPr anchor="t" anchorCtr="0">
            <a:spAutoFit/>
          </a:bodyPr>
          <a:lstStyle/>
          <a:p>
            <a:r>
              <a:rPr lang="zh-CN" altLang="en-US" sz="3200" dirty="0">
                <a:latin typeface="楷体_GB2312" charset="-122"/>
                <a:ea typeface="楷体_GB2312" charset="-122"/>
              </a:rPr>
              <a:t>只能在</a:t>
            </a:r>
            <a:r>
              <a:rPr lang="zh-CN" altLang="en-US" sz="3200" dirty="0">
                <a:solidFill>
                  <a:srgbClr val="FF0000"/>
                </a:solidFill>
                <a:latin typeface="楷体_GB2312" charset="-122"/>
                <a:ea typeface="楷体_GB2312" charset="-122"/>
              </a:rPr>
              <a:t>栈顶</a:t>
            </a:r>
            <a:r>
              <a:rPr lang="zh-CN" altLang="en-US" sz="3200" dirty="0">
                <a:latin typeface="楷体_GB2312" charset="-122"/>
                <a:ea typeface="楷体_GB2312" charset="-122"/>
              </a:rPr>
              <a:t>运算，且访问结点时依照</a:t>
            </a:r>
            <a:r>
              <a:rPr lang="zh-CN" altLang="en-US" sz="3200" dirty="0">
                <a:solidFill>
                  <a:srgbClr val="FF0000"/>
                </a:solidFill>
                <a:latin typeface="楷体_GB2312" charset="-122"/>
                <a:ea typeface="楷体_GB2312" charset="-122"/>
              </a:rPr>
              <a:t>后进先出</a:t>
            </a:r>
            <a:r>
              <a:rPr lang="zh-CN" altLang="en-US" sz="3200" dirty="0">
                <a:solidFill>
                  <a:schemeClr val="accent1"/>
                </a:solidFill>
                <a:latin typeface="楷体_GB2312" charset="-122"/>
                <a:ea typeface="楷体_GB2312" charset="-122"/>
              </a:rPr>
              <a:t>（</a:t>
            </a:r>
            <a:r>
              <a:rPr lang="en-US" altLang="zh-CN" sz="3200" dirty="0">
                <a:solidFill>
                  <a:schemeClr val="accent1"/>
                </a:solidFill>
                <a:latin typeface="楷体_GB2312" charset="-122"/>
                <a:ea typeface="楷体_GB2312" charset="-122"/>
              </a:rPr>
              <a:t>LIFO</a:t>
            </a:r>
            <a:r>
              <a:rPr lang="zh-CN" altLang="en-US" sz="3200" dirty="0">
                <a:solidFill>
                  <a:schemeClr val="accent1"/>
                </a:solidFill>
                <a:latin typeface="楷体_GB2312" charset="-122"/>
                <a:ea typeface="楷体_GB2312" charset="-122"/>
              </a:rPr>
              <a:t>）</a:t>
            </a:r>
            <a:r>
              <a:rPr lang="zh-CN" altLang="en-US" sz="3200" dirty="0">
                <a:latin typeface="楷体_GB2312" charset="-122"/>
                <a:ea typeface="楷体_GB2312" charset="-122"/>
              </a:rPr>
              <a:t>或</a:t>
            </a:r>
            <a:r>
              <a:rPr lang="zh-CN" altLang="en-US" sz="3200" dirty="0">
                <a:solidFill>
                  <a:srgbClr val="FF0000"/>
                </a:solidFill>
                <a:latin typeface="楷体_GB2312" charset="-122"/>
                <a:ea typeface="楷体_GB2312" charset="-122"/>
              </a:rPr>
              <a:t>先进后出</a:t>
            </a:r>
            <a:r>
              <a:rPr lang="zh-CN" altLang="en-US" sz="3200" dirty="0">
                <a:solidFill>
                  <a:schemeClr val="accent1"/>
                </a:solidFill>
                <a:latin typeface="楷体_GB2312" charset="-122"/>
                <a:ea typeface="楷体_GB2312" charset="-122"/>
              </a:rPr>
              <a:t>（</a:t>
            </a:r>
            <a:r>
              <a:rPr lang="en-US" altLang="zh-CN" sz="3200" dirty="0">
                <a:solidFill>
                  <a:schemeClr val="accent1"/>
                </a:solidFill>
                <a:latin typeface="楷体_GB2312" charset="-122"/>
                <a:ea typeface="楷体_GB2312" charset="-122"/>
              </a:rPr>
              <a:t>FILO</a:t>
            </a:r>
            <a:r>
              <a:rPr lang="zh-CN" altLang="en-US" sz="3200" dirty="0">
                <a:solidFill>
                  <a:schemeClr val="accent1"/>
                </a:solidFill>
                <a:latin typeface="楷体_GB2312" charset="-122"/>
                <a:ea typeface="楷体_GB2312" charset="-122"/>
              </a:rPr>
              <a:t>）</a:t>
            </a:r>
            <a:r>
              <a:rPr lang="zh-CN" altLang="en-US" sz="3200" dirty="0">
                <a:latin typeface="楷体_GB2312" charset="-122"/>
                <a:ea typeface="楷体_GB2312" charset="-122"/>
              </a:rPr>
              <a:t>的原则</a:t>
            </a:r>
          </a:p>
        </p:txBody>
      </p:sp>
      <p:sp>
        <p:nvSpPr>
          <p:cNvPr id="16386" name="Rectangle 2112"/>
          <p:cNvSpPr/>
          <p:nvPr/>
        </p:nvSpPr>
        <p:spPr>
          <a:xfrm>
            <a:off x="112713" y="858838"/>
            <a:ext cx="2730500" cy="712787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lstStyle/>
          <a:p>
            <a:pPr eaLnBrk="0" hangingPunct="0"/>
            <a:r>
              <a:rPr lang="en-US" altLang="zh-CN" sz="3200" dirty="0">
                <a:solidFill>
                  <a:schemeClr val="accent2"/>
                </a:solidFill>
                <a:latin typeface="楷体_GB2312" charset="-122"/>
                <a:ea typeface="楷体_GB2312" charset="-122"/>
              </a:rPr>
              <a:t>4.</a:t>
            </a:r>
            <a:r>
              <a:rPr lang="zh-CN" altLang="en-US" sz="3200" dirty="0">
                <a:solidFill>
                  <a:schemeClr val="accent2"/>
                </a:solidFill>
                <a:latin typeface="楷体_GB2312" charset="-122"/>
                <a:ea typeface="楷体_GB2312" charset="-122"/>
              </a:rPr>
              <a:t>运算规则</a:t>
            </a:r>
          </a:p>
        </p:txBody>
      </p:sp>
      <p:grpSp>
        <p:nvGrpSpPr>
          <p:cNvPr id="16387" name="Group 2114"/>
          <p:cNvGrpSpPr/>
          <p:nvPr/>
        </p:nvGrpSpPr>
        <p:grpSpPr>
          <a:xfrm>
            <a:off x="107950" y="2544763"/>
            <a:ext cx="8766175" cy="2286000"/>
            <a:chOff x="68" y="1603"/>
            <a:chExt cx="5522" cy="1440"/>
          </a:xfrm>
        </p:grpSpPr>
        <p:sp>
          <p:nvSpPr>
            <p:cNvPr id="16388" name="Text Box 2104"/>
            <p:cNvSpPr txBox="1"/>
            <p:nvPr/>
          </p:nvSpPr>
          <p:spPr>
            <a:xfrm>
              <a:off x="1618" y="1603"/>
              <a:ext cx="3972" cy="1440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3200" dirty="0">
                  <a:latin typeface="楷体_GB2312" charset="-122"/>
                  <a:ea typeface="楷体_GB2312" charset="-122"/>
                </a:rPr>
                <a:t>关键是编写</a:t>
              </a:r>
              <a:r>
                <a:rPr lang="zh-CN" altLang="en-US" sz="3200" dirty="0">
                  <a:solidFill>
                    <a:srgbClr val="FF0000"/>
                  </a:solidFill>
                  <a:latin typeface="楷体_GB2312" charset="-122"/>
                  <a:ea typeface="楷体_GB2312" charset="-122"/>
                </a:rPr>
                <a:t>入栈</a:t>
              </a:r>
              <a:r>
                <a:rPr lang="zh-CN" altLang="en-US" sz="3200" dirty="0">
                  <a:latin typeface="楷体_GB2312" charset="-122"/>
                  <a:ea typeface="楷体_GB2312" charset="-122"/>
                </a:rPr>
                <a:t>和</a:t>
              </a:r>
              <a:r>
                <a:rPr lang="zh-CN" altLang="en-US" sz="3200" dirty="0">
                  <a:solidFill>
                    <a:srgbClr val="FF0000"/>
                  </a:solidFill>
                  <a:latin typeface="楷体_GB2312" charset="-122"/>
                  <a:ea typeface="楷体_GB2312" charset="-122"/>
                </a:rPr>
                <a:t>出栈</a:t>
              </a:r>
              <a:r>
                <a:rPr lang="zh-CN" altLang="en-US" sz="3200" dirty="0">
                  <a:latin typeface="楷体_GB2312" charset="-122"/>
                  <a:ea typeface="楷体_GB2312" charset="-122"/>
                </a:rPr>
                <a:t>函数，具体实现依顺序栈或链栈的不同而不同</a:t>
              </a:r>
            </a:p>
            <a:p>
              <a:pPr>
                <a:spcBef>
                  <a:spcPct val="50000"/>
                </a:spcBef>
              </a:pPr>
              <a:r>
                <a:rPr lang="zh-CN" altLang="en-US" sz="3200" dirty="0">
                  <a:latin typeface="楷体_GB2312" charset="-122"/>
                  <a:ea typeface="楷体_GB2312" charset="-122"/>
                </a:rPr>
                <a:t>基本操作有</a:t>
              </a:r>
              <a:r>
                <a:rPr lang="zh-CN" altLang="en-US" sz="3200" dirty="0">
                  <a:solidFill>
                    <a:srgbClr val="FF0000"/>
                  </a:solidFill>
                  <a:latin typeface="楷体_GB2312" charset="-122"/>
                  <a:ea typeface="楷体_GB2312" charset="-122"/>
                </a:rPr>
                <a:t>入栈、出栈、读栈顶元素值、建栈、判断栈满、栈空</a:t>
              </a:r>
              <a:r>
                <a:rPr lang="zh-CN" altLang="en-US" sz="3200" dirty="0">
                  <a:latin typeface="楷体_GB2312" charset="-122"/>
                  <a:ea typeface="楷体_GB2312" charset="-122"/>
                </a:rPr>
                <a:t>等</a:t>
              </a:r>
            </a:p>
          </p:txBody>
        </p:sp>
        <p:sp>
          <p:nvSpPr>
            <p:cNvPr id="16389" name="Rectangle 2113"/>
            <p:cNvSpPr/>
            <p:nvPr/>
          </p:nvSpPr>
          <p:spPr>
            <a:xfrm>
              <a:off x="68" y="1752"/>
              <a:ext cx="1720" cy="449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ctr" anchorCtr="0"/>
            <a:lstStyle/>
            <a:p>
              <a:pPr eaLnBrk="0" hangingPunct="0"/>
              <a:r>
                <a:rPr lang="en-US" altLang="zh-CN" sz="3200" dirty="0">
                  <a:solidFill>
                    <a:schemeClr val="accent2"/>
                  </a:solidFill>
                  <a:latin typeface="楷体_GB2312" charset="-122"/>
                  <a:ea typeface="楷体_GB2312" charset="-122"/>
                </a:rPr>
                <a:t>5.</a:t>
              </a:r>
              <a:r>
                <a:rPr lang="zh-CN" altLang="en-US" sz="3200" dirty="0">
                  <a:solidFill>
                    <a:schemeClr val="accent2"/>
                  </a:solidFill>
                  <a:latin typeface="楷体_GB2312" charset="-122"/>
                  <a:ea typeface="楷体_GB2312" charset="-122"/>
                </a:rPr>
                <a:t>实现方式</a:t>
              </a: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Rectangle 8"/>
          <p:cNvSpPr/>
          <p:nvPr/>
        </p:nvSpPr>
        <p:spPr>
          <a:xfrm>
            <a:off x="0" y="862013"/>
            <a:ext cx="5294313" cy="1244600"/>
          </a:xfrm>
          <a:prstGeom prst="rect">
            <a:avLst/>
          </a:prstGeom>
          <a:solidFill>
            <a:srgbClr val="CCFFFF"/>
          </a:solidFill>
          <a:ln w="38100" cap="flat" cmpd="sng">
            <a:solidFill>
              <a:srgbClr val="FF00FF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lstStyle/>
          <a:p>
            <a:pPr marL="342900" indent="-342900" algn="just" eaLnBrk="0" hangingPunct="0">
              <a:lnSpc>
                <a:spcPct val="90000"/>
              </a:lnSpc>
              <a:spcBef>
                <a:spcPct val="20000"/>
              </a:spcBef>
            </a:pPr>
            <a:r>
              <a:rPr lang="zh-CN" altLang="en-US" sz="2800" b="0" dirty="0">
                <a:solidFill>
                  <a:schemeClr val="bg1"/>
                </a:solidFill>
                <a:latin typeface="Times New Roman" panose="02020603050405020304" pitchFamily="18" charset="0"/>
                <a:ea typeface="仿宋_GB2312" panose="02010609030101010101" charset="-122"/>
              </a:rPr>
              <a:t>　</a:t>
            </a:r>
            <a:r>
              <a:rPr lang="zh-CN" altLang="en-US" sz="2800" dirty="0">
                <a:latin typeface="Times New Roman" panose="02020603050405020304" pitchFamily="18" charset="0"/>
                <a:ea typeface="仿宋_GB2312" panose="02010609030101010101" charset="-122"/>
              </a:rPr>
              <a:t>队列是一种先进先出</a:t>
            </a:r>
            <a:r>
              <a:rPr lang="en-US" altLang="zh-CN" sz="2800" dirty="0">
                <a:latin typeface="Times New Roman" panose="02020603050405020304" pitchFamily="18" charset="0"/>
                <a:ea typeface="仿宋_GB2312" panose="02010609030101010101" charset="-122"/>
              </a:rPr>
              <a:t>(FIFO) </a:t>
            </a:r>
            <a:r>
              <a:rPr lang="zh-CN" altLang="en-US" sz="2800" dirty="0">
                <a:latin typeface="Times New Roman" panose="02020603050405020304" pitchFamily="18" charset="0"/>
                <a:ea typeface="仿宋_GB2312" panose="02010609030101010101" charset="-122"/>
              </a:rPr>
              <a:t>的线性表</a:t>
            </a:r>
            <a:r>
              <a:rPr lang="en-US" altLang="zh-CN" sz="2800" dirty="0">
                <a:latin typeface="Times New Roman" panose="02020603050405020304" pitchFamily="18" charset="0"/>
                <a:ea typeface="仿宋_GB2312" panose="02010609030101010101" charset="-122"/>
              </a:rPr>
              <a:t>. </a:t>
            </a:r>
            <a:r>
              <a:rPr lang="zh-CN" altLang="en-US" sz="2800" dirty="0">
                <a:latin typeface="Times New Roman" panose="02020603050405020304" pitchFamily="18" charset="0"/>
                <a:ea typeface="仿宋_GB2312" panose="02010609030101010101" charset="-122"/>
              </a:rPr>
              <a:t>在表一端插入</a:t>
            </a:r>
            <a:r>
              <a:rPr lang="en-US" altLang="zh-CN" sz="2800" dirty="0">
                <a:latin typeface="Times New Roman" panose="02020603050405020304" pitchFamily="18" charset="0"/>
                <a:ea typeface="仿宋_GB2312" panose="02010609030101010101" charset="-122"/>
              </a:rPr>
              <a:t>,</a:t>
            </a:r>
            <a:r>
              <a:rPr lang="zh-CN" altLang="en-US" sz="2800" dirty="0">
                <a:latin typeface="Times New Roman" panose="02020603050405020304" pitchFamily="18" charset="0"/>
                <a:ea typeface="仿宋_GB2312" panose="02010609030101010101" charset="-122"/>
              </a:rPr>
              <a:t>在另一端删除</a:t>
            </a:r>
          </a:p>
        </p:txBody>
      </p:sp>
      <p:graphicFrame>
        <p:nvGraphicFramePr>
          <p:cNvPr id="18434" name="Object 9"/>
          <p:cNvGraphicFramePr/>
          <p:nvPr>
            <p:extLst>
              <p:ext uri="{D42A27DB-BD31-4B8C-83A1-F6EECF244321}">
                <p14:modId xmlns:p14="http://schemas.microsoft.com/office/powerpoint/2010/main" val="1510351248"/>
              </p:ext>
            </p:extLst>
          </p:nvPr>
        </p:nvGraphicFramePr>
        <p:xfrm>
          <a:off x="4765675" y="2728913"/>
          <a:ext cx="3663950" cy="812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" imgW="1028700" imgH="228600" progId="Equation.3">
                  <p:embed/>
                </p:oleObj>
              </mc:Choice>
              <mc:Fallback>
                <p:oleObj r:id="rId2" imgW="1028700" imgH="228600" progId="Equation.3">
                  <p:embed/>
                  <p:pic>
                    <p:nvPicPr>
                      <p:cNvPr id="18434" name="Object 9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4765675" y="2728913"/>
                        <a:ext cx="3663950" cy="812800"/>
                      </a:xfrm>
                      <a:prstGeom prst="rect">
                        <a:avLst/>
                      </a:prstGeom>
                      <a:solidFill>
                        <a:schemeClr val="accent1"/>
                      </a:solidFill>
                      <a:ln w="9525" cap="flat" cmpd="sng">
                        <a:solidFill>
                          <a:schemeClr val="tx1"/>
                        </a:solidFill>
                        <a:prstDash val="solid"/>
                        <a:miter/>
                        <a:headEnd type="none" w="med" len="med"/>
                        <a:tailEnd type="none" w="med" len="med"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435" name="Line 10"/>
          <p:cNvSpPr/>
          <p:nvPr/>
        </p:nvSpPr>
        <p:spPr>
          <a:xfrm>
            <a:off x="1952625" y="3590925"/>
            <a:ext cx="525780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436" name="Line 11"/>
          <p:cNvSpPr/>
          <p:nvPr/>
        </p:nvSpPr>
        <p:spPr>
          <a:xfrm>
            <a:off x="1952625" y="4505325"/>
            <a:ext cx="525780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437" name="Text Box 12"/>
          <p:cNvSpPr txBox="1"/>
          <p:nvPr/>
        </p:nvSpPr>
        <p:spPr>
          <a:xfrm>
            <a:off x="2257425" y="3633788"/>
            <a:ext cx="593725" cy="701675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lstStyle/>
          <a:p>
            <a:r>
              <a:rPr lang="en-US" altLang="zh-CN" sz="4000" dirty="0">
                <a:latin typeface="楷体_GB2312" charset="-122"/>
                <a:ea typeface="楷体_GB2312" charset="-122"/>
              </a:rPr>
              <a:t>a</a:t>
            </a:r>
            <a:r>
              <a:rPr lang="en-US" altLang="zh-CN" dirty="0">
                <a:latin typeface="楷体_GB2312" charset="-122"/>
                <a:ea typeface="楷体_GB2312" charset="-122"/>
              </a:rPr>
              <a:t>1</a:t>
            </a:r>
          </a:p>
        </p:txBody>
      </p:sp>
      <p:sp>
        <p:nvSpPr>
          <p:cNvPr id="18438" name="Text Box 13"/>
          <p:cNvSpPr txBox="1"/>
          <p:nvPr/>
        </p:nvSpPr>
        <p:spPr>
          <a:xfrm>
            <a:off x="3067050" y="3633788"/>
            <a:ext cx="593725" cy="701675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lstStyle/>
          <a:p>
            <a:r>
              <a:rPr lang="en-US" altLang="zh-CN" sz="4000" dirty="0">
                <a:latin typeface="楷体_GB2312" charset="-122"/>
                <a:ea typeface="楷体_GB2312" charset="-122"/>
              </a:rPr>
              <a:t>a</a:t>
            </a:r>
            <a:r>
              <a:rPr lang="en-US" altLang="zh-CN" dirty="0">
                <a:latin typeface="楷体_GB2312" charset="-122"/>
                <a:ea typeface="楷体_GB2312" charset="-122"/>
              </a:rPr>
              <a:t>2</a:t>
            </a:r>
          </a:p>
        </p:txBody>
      </p:sp>
      <p:sp>
        <p:nvSpPr>
          <p:cNvPr id="18439" name="Text Box 14"/>
          <p:cNvSpPr txBox="1"/>
          <p:nvPr/>
        </p:nvSpPr>
        <p:spPr>
          <a:xfrm>
            <a:off x="3981450" y="3667125"/>
            <a:ext cx="714375" cy="701675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r>
              <a:rPr lang="en-US" altLang="zh-CN" sz="4000" dirty="0">
                <a:latin typeface="楷体_GB2312" charset="-122"/>
                <a:ea typeface="楷体_GB2312" charset="-122"/>
              </a:rPr>
              <a:t>a</a:t>
            </a:r>
            <a:r>
              <a:rPr lang="en-US" altLang="zh-CN" dirty="0">
                <a:latin typeface="楷体_GB2312" charset="-122"/>
                <a:ea typeface="楷体_GB2312" charset="-122"/>
              </a:rPr>
              <a:t>3</a:t>
            </a:r>
          </a:p>
        </p:txBody>
      </p:sp>
      <p:sp>
        <p:nvSpPr>
          <p:cNvPr id="18440" name="Text Box 15"/>
          <p:cNvSpPr txBox="1"/>
          <p:nvPr/>
        </p:nvSpPr>
        <p:spPr>
          <a:xfrm>
            <a:off x="5610225" y="3617913"/>
            <a:ext cx="593725" cy="701675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lstStyle/>
          <a:p>
            <a:r>
              <a:rPr lang="en-US" altLang="zh-CN" sz="4000" dirty="0">
                <a:latin typeface="楷体_GB2312" charset="-122"/>
                <a:ea typeface="楷体_GB2312" charset="-122"/>
              </a:rPr>
              <a:t>a</a:t>
            </a:r>
            <a:r>
              <a:rPr lang="en-US" altLang="zh-CN" dirty="0">
                <a:latin typeface="楷体_GB2312" charset="-122"/>
                <a:ea typeface="楷体_GB2312" charset="-122"/>
              </a:rPr>
              <a:t>n</a:t>
            </a:r>
          </a:p>
        </p:txBody>
      </p:sp>
      <p:sp>
        <p:nvSpPr>
          <p:cNvPr id="18441" name="Text Box 16"/>
          <p:cNvSpPr txBox="1"/>
          <p:nvPr/>
        </p:nvSpPr>
        <p:spPr>
          <a:xfrm>
            <a:off x="4695825" y="3541713"/>
            <a:ext cx="950913" cy="701675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lstStyle/>
          <a:p>
            <a:r>
              <a:rPr lang="en-US" altLang="en-US" sz="4000" dirty="0">
                <a:latin typeface="楷体_GB2312" charset="-122"/>
                <a:ea typeface="楷体_GB2312" charset="-122"/>
              </a:rPr>
              <a:t>...</a:t>
            </a:r>
            <a:endParaRPr lang="en-US" altLang="zh-CN" dirty="0">
              <a:latin typeface="楷体_GB2312" charset="-122"/>
              <a:ea typeface="楷体_GB2312" charset="-122"/>
            </a:endParaRPr>
          </a:p>
        </p:txBody>
      </p:sp>
      <p:sp>
        <p:nvSpPr>
          <p:cNvPr id="18442" name="Line 17"/>
          <p:cNvSpPr/>
          <p:nvPr/>
        </p:nvSpPr>
        <p:spPr>
          <a:xfrm flipH="1">
            <a:off x="7286625" y="4124325"/>
            <a:ext cx="1143000" cy="0"/>
          </a:xfrm>
          <a:prstGeom prst="line">
            <a:avLst/>
          </a:prstGeom>
          <a:ln w="57150" cap="flat" cmpd="sng">
            <a:solidFill>
              <a:srgbClr val="0000FF"/>
            </a:solidFill>
            <a:prstDash val="solid"/>
            <a:round/>
            <a:headEnd type="none" w="med" len="med"/>
            <a:tailEnd type="triangl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443" name="Text Box 18"/>
          <p:cNvSpPr txBox="1"/>
          <p:nvPr/>
        </p:nvSpPr>
        <p:spPr>
          <a:xfrm>
            <a:off x="7210425" y="3590925"/>
            <a:ext cx="1103313" cy="457200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lstStyle/>
          <a:p>
            <a:r>
              <a:rPr lang="zh-CN" altLang="en-US" dirty="0">
                <a:latin typeface="楷体_GB2312" charset="-122"/>
                <a:ea typeface="楷体_GB2312" charset="-122"/>
              </a:rPr>
              <a:t>入队列</a:t>
            </a:r>
          </a:p>
        </p:txBody>
      </p:sp>
      <p:sp>
        <p:nvSpPr>
          <p:cNvPr id="18444" name="Line 19"/>
          <p:cNvSpPr/>
          <p:nvPr/>
        </p:nvSpPr>
        <p:spPr>
          <a:xfrm>
            <a:off x="2486025" y="4505325"/>
            <a:ext cx="0" cy="381000"/>
          </a:xfrm>
          <a:prstGeom prst="line">
            <a:avLst/>
          </a:prstGeom>
          <a:ln w="38100" cap="flat" cmpd="sng">
            <a:solidFill>
              <a:srgbClr val="FF0066"/>
            </a:solidFill>
            <a:prstDash val="solid"/>
            <a:round/>
            <a:headEnd type="triangl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445" name="Line 20"/>
          <p:cNvSpPr/>
          <p:nvPr/>
        </p:nvSpPr>
        <p:spPr>
          <a:xfrm>
            <a:off x="6444208" y="4505325"/>
            <a:ext cx="0" cy="381000"/>
          </a:xfrm>
          <a:prstGeom prst="line">
            <a:avLst/>
          </a:prstGeom>
          <a:ln w="38100" cap="flat" cmpd="sng">
            <a:solidFill>
              <a:srgbClr val="FF0066"/>
            </a:solidFill>
            <a:prstDash val="solid"/>
            <a:round/>
            <a:headEnd type="triangl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446" name="Text Box 21"/>
          <p:cNvSpPr txBox="1"/>
          <p:nvPr/>
        </p:nvSpPr>
        <p:spPr>
          <a:xfrm>
            <a:off x="2266950" y="4992688"/>
            <a:ext cx="549275" cy="692150"/>
          </a:xfrm>
          <a:prstGeom prst="rect">
            <a:avLst/>
          </a:prstGeom>
          <a:noFill/>
          <a:ln w="9525">
            <a:noFill/>
          </a:ln>
        </p:spPr>
        <p:txBody>
          <a:bodyPr vert="eaVert" wrap="none" anchor="t" anchorCtr="0">
            <a:spAutoFit/>
          </a:bodyPr>
          <a:lstStyle/>
          <a:p>
            <a:r>
              <a:rPr lang="zh-CN" altLang="en-US" dirty="0">
                <a:latin typeface="楷体_GB2312" charset="-122"/>
                <a:ea typeface="楷体_GB2312" charset="-122"/>
              </a:rPr>
              <a:t>队头</a:t>
            </a:r>
          </a:p>
        </p:txBody>
      </p:sp>
      <p:sp>
        <p:nvSpPr>
          <p:cNvPr id="18447" name="Text Box 22"/>
          <p:cNvSpPr txBox="1"/>
          <p:nvPr/>
        </p:nvSpPr>
        <p:spPr>
          <a:xfrm>
            <a:off x="6048375" y="4992688"/>
            <a:ext cx="549275" cy="692150"/>
          </a:xfrm>
          <a:prstGeom prst="rect">
            <a:avLst/>
          </a:prstGeom>
          <a:noFill/>
          <a:ln w="9525">
            <a:noFill/>
          </a:ln>
        </p:spPr>
        <p:txBody>
          <a:bodyPr vert="eaVert" wrap="none" anchor="t" anchorCtr="0">
            <a:spAutoFit/>
          </a:bodyPr>
          <a:lstStyle/>
          <a:p>
            <a:r>
              <a:rPr lang="zh-CN" altLang="en-US" dirty="0">
                <a:latin typeface="楷体_GB2312" charset="-122"/>
                <a:ea typeface="楷体_GB2312" charset="-122"/>
              </a:rPr>
              <a:t>队尾</a:t>
            </a:r>
          </a:p>
        </p:txBody>
      </p:sp>
    </p:spTree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9457" name="Object 5"/>
          <p:cNvGraphicFramePr/>
          <p:nvPr/>
        </p:nvGraphicFramePr>
        <p:xfrm>
          <a:off x="1990725" y="657225"/>
          <a:ext cx="3663950" cy="812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9" imgW="1028700" imgH="228600" progId="Equation.3">
                  <p:embed/>
                </p:oleObj>
              </mc:Choice>
              <mc:Fallback>
                <p:oleObj r:id="rId19" imgW="1028700" imgH="228600" progId="Equation.3">
                  <p:embed/>
                  <p:pic>
                    <p:nvPicPr>
                      <p:cNvPr id="19457" name="Object 5"/>
                      <p:cNvPicPr/>
                      <p:nvPr/>
                    </p:nvPicPr>
                    <p:blipFill>
                      <a:blip r:embed="rId20"/>
                      <a:stretch>
                        <a:fillRect/>
                      </a:stretch>
                    </p:blipFill>
                    <p:spPr>
                      <a:xfrm>
                        <a:off x="1990725" y="657225"/>
                        <a:ext cx="3663950" cy="812800"/>
                      </a:xfrm>
                      <a:prstGeom prst="rect">
                        <a:avLst/>
                      </a:prstGeom>
                      <a:solidFill>
                        <a:schemeClr val="accent1"/>
                      </a:solidFill>
                      <a:ln w="9525" cap="flat" cmpd="sng">
                        <a:solidFill>
                          <a:schemeClr val="tx1"/>
                        </a:solidFill>
                        <a:prstDash val="solid"/>
                        <a:miter/>
                        <a:headEnd type="none" w="med" len="med"/>
                        <a:tailEnd type="none" w="med" len="med"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458" name="Line 6"/>
          <p:cNvSpPr/>
          <p:nvPr/>
        </p:nvSpPr>
        <p:spPr>
          <a:xfrm>
            <a:off x="2708275" y="1689100"/>
            <a:ext cx="525780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9459" name="Line 7"/>
          <p:cNvSpPr/>
          <p:nvPr/>
        </p:nvSpPr>
        <p:spPr>
          <a:xfrm>
            <a:off x="2708275" y="2603500"/>
            <a:ext cx="525780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9460" name="Text Box 8"/>
          <p:cNvSpPr txBox="1"/>
          <p:nvPr/>
        </p:nvSpPr>
        <p:spPr>
          <a:xfrm>
            <a:off x="3013075" y="1731963"/>
            <a:ext cx="593725" cy="701675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lstStyle/>
          <a:p>
            <a:r>
              <a:rPr lang="en-US" altLang="zh-CN" sz="4000" dirty="0">
                <a:latin typeface="楷体_GB2312" charset="-122"/>
                <a:ea typeface="楷体_GB2312" charset="-122"/>
              </a:rPr>
              <a:t>a</a:t>
            </a:r>
            <a:r>
              <a:rPr lang="en-US" altLang="zh-CN" dirty="0">
                <a:latin typeface="楷体_GB2312" charset="-122"/>
                <a:ea typeface="楷体_GB2312" charset="-122"/>
              </a:rPr>
              <a:t>1</a:t>
            </a:r>
          </a:p>
        </p:txBody>
      </p:sp>
      <p:sp>
        <p:nvSpPr>
          <p:cNvPr id="19461" name="Text Box 9"/>
          <p:cNvSpPr txBox="1"/>
          <p:nvPr/>
        </p:nvSpPr>
        <p:spPr>
          <a:xfrm>
            <a:off x="3822700" y="1731963"/>
            <a:ext cx="593725" cy="701675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lstStyle/>
          <a:p>
            <a:r>
              <a:rPr lang="en-US" altLang="zh-CN" sz="4000" dirty="0">
                <a:latin typeface="楷体_GB2312" charset="-122"/>
                <a:ea typeface="楷体_GB2312" charset="-122"/>
              </a:rPr>
              <a:t>a</a:t>
            </a:r>
            <a:r>
              <a:rPr lang="en-US" altLang="zh-CN" dirty="0">
                <a:latin typeface="楷体_GB2312" charset="-122"/>
                <a:ea typeface="楷体_GB2312" charset="-122"/>
              </a:rPr>
              <a:t>2</a:t>
            </a:r>
          </a:p>
        </p:txBody>
      </p:sp>
      <p:sp>
        <p:nvSpPr>
          <p:cNvPr id="19462" name="Text Box 10"/>
          <p:cNvSpPr txBox="1"/>
          <p:nvPr/>
        </p:nvSpPr>
        <p:spPr>
          <a:xfrm>
            <a:off x="4737100" y="1765300"/>
            <a:ext cx="714375" cy="701675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r>
              <a:rPr lang="en-US" altLang="zh-CN" sz="4000" dirty="0">
                <a:latin typeface="楷体_GB2312" charset="-122"/>
                <a:ea typeface="楷体_GB2312" charset="-122"/>
              </a:rPr>
              <a:t>a</a:t>
            </a:r>
            <a:r>
              <a:rPr lang="en-US" altLang="zh-CN" dirty="0">
                <a:latin typeface="楷体_GB2312" charset="-122"/>
                <a:ea typeface="楷体_GB2312" charset="-122"/>
              </a:rPr>
              <a:t>3</a:t>
            </a:r>
          </a:p>
        </p:txBody>
      </p:sp>
      <p:sp>
        <p:nvSpPr>
          <p:cNvPr id="19463" name="Text Box 11"/>
          <p:cNvSpPr txBox="1"/>
          <p:nvPr/>
        </p:nvSpPr>
        <p:spPr>
          <a:xfrm>
            <a:off x="6365875" y="1716088"/>
            <a:ext cx="593725" cy="701675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lstStyle/>
          <a:p>
            <a:r>
              <a:rPr lang="en-US" altLang="zh-CN" sz="4000" dirty="0">
                <a:latin typeface="楷体_GB2312" charset="-122"/>
                <a:ea typeface="楷体_GB2312" charset="-122"/>
              </a:rPr>
              <a:t>a</a:t>
            </a:r>
            <a:r>
              <a:rPr lang="en-US" altLang="zh-CN" dirty="0">
                <a:latin typeface="楷体_GB2312" charset="-122"/>
                <a:ea typeface="楷体_GB2312" charset="-122"/>
              </a:rPr>
              <a:t>n</a:t>
            </a:r>
          </a:p>
        </p:txBody>
      </p:sp>
      <p:sp>
        <p:nvSpPr>
          <p:cNvPr id="19464" name="Text Box 12"/>
          <p:cNvSpPr txBox="1"/>
          <p:nvPr/>
        </p:nvSpPr>
        <p:spPr>
          <a:xfrm>
            <a:off x="5451475" y="1639888"/>
            <a:ext cx="950913" cy="701675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lstStyle/>
          <a:p>
            <a:r>
              <a:rPr lang="en-US" altLang="en-US" sz="4000" dirty="0">
                <a:latin typeface="楷体_GB2312" charset="-122"/>
                <a:ea typeface="楷体_GB2312" charset="-122"/>
              </a:rPr>
              <a:t>...</a:t>
            </a:r>
            <a:endParaRPr lang="en-US" altLang="zh-CN" dirty="0">
              <a:latin typeface="楷体_GB2312" charset="-122"/>
              <a:ea typeface="楷体_GB2312" charset="-122"/>
            </a:endParaRPr>
          </a:p>
        </p:txBody>
      </p:sp>
      <p:sp>
        <p:nvSpPr>
          <p:cNvPr id="19465" name="Line 15"/>
          <p:cNvSpPr/>
          <p:nvPr/>
        </p:nvSpPr>
        <p:spPr>
          <a:xfrm>
            <a:off x="3241675" y="2603500"/>
            <a:ext cx="0" cy="381000"/>
          </a:xfrm>
          <a:prstGeom prst="line">
            <a:avLst/>
          </a:prstGeom>
          <a:ln w="38100" cap="flat" cmpd="sng">
            <a:solidFill>
              <a:srgbClr val="FF0066"/>
            </a:solidFill>
            <a:prstDash val="solid"/>
            <a:round/>
            <a:headEnd type="triangl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9466" name="Line 16"/>
          <p:cNvSpPr/>
          <p:nvPr/>
        </p:nvSpPr>
        <p:spPr>
          <a:xfrm>
            <a:off x="7092280" y="2438400"/>
            <a:ext cx="0" cy="381000"/>
          </a:xfrm>
          <a:prstGeom prst="line">
            <a:avLst/>
          </a:prstGeom>
          <a:ln w="38100" cap="flat" cmpd="sng">
            <a:solidFill>
              <a:srgbClr val="FF0066"/>
            </a:solidFill>
            <a:prstDash val="solid"/>
            <a:round/>
            <a:headEnd type="triangl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9467" name="Text Box 17"/>
          <p:cNvSpPr txBox="1"/>
          <p:nvPr/>
        </p:nvSpPr>
        <p:spPr>
          <a:xfrm>
            <a:off x="3359150" y="2620963"/>
            <a:ext cx="549275" cy="692150"/>
          </a:xfrm>
          <a:prstGeom prst="rect">
            <a:avLst/>
          </a:prstGeom>
          <a:noFill/>
          <a:ln w="9525">
            <a:noFill/>
          </a:ln>
        </p:spPr>
        <p:txBody>
          <a:bodyPr vert="eaVert" wrap="none" anchor="t" anchorCtr="0">
            <a:spAutoFit/>
          </a:bodyPr>
          <a:lstStyle/>
          <a:p>
            <a:r>
              <a:rPr lang="zh-CN" altLang="en-US" dirty="0">
                <a:latin typeface="楷体_GB2312" charset="-122"/>
                <a:ea typeface="楷体_GB2312" charset="-122"/>
              </a:rPr>
              <a:t>队头</a:t>
            </a:r>
          </a:p>
        </p:txBody>
      </p:sp>
      <p:sp>
        <p:nvSpPr>
          <p:cNvPr id="19468" name="Text Box 18"/>
          <p:cNvSpPr txBox="1"/>
          <p:nvPr/>
        </p:nvSpPr>
        <p:spPr>
          <a:xfrm>
            <a:off x="6815138" y="2628900"/>
            <a:ext cx="549275" cy="692150"/>
          </a:xfrm>
          <a:prstGeom prst="rect">
            <a:avLst/>
          </a:prstGeom>
          <a:noFill/>
          <a:ln w="9525">
            <a:noFill/>
          </a:ln>
        </p:spPr>
        <p:txBody>
          <a:bodyPr vert="eaVert" wrap="none" anchor="t" anchorCtr="0">
            <a:spAutoFit/>
          </a:bodyPr>
          <a:lstStyle/>
          <a:p>
            <a:r>
              <a:rPr lang="zh-CN" altLang="en-US" dirty="0">
                <a:latin typeface="楷体_GB2312" charset="-122"/>
                <a:ea typeface="楷体_GB2312" charset="-122"/>
              </a:rPr>
              <a:t>队尾</a:t>
            </a:r>
          </a:p>
        </p:txBody>
      </p:sp>
      <p:sp>
        <p:nvSpPr>
          <p:cNvPr id="19469" name="Line 20"/>
          <p:cNvSpPr/>
          <p:nvPr/>
        </p:nvSpPr>
        <p:spPr>
          <a:xfrm flipH="1">
            <a:off x="1397000" y="2222500"/>
            <a:ext cx="1143000" cy="0"/>
          </a:xfrm>
          <a:prstGeom prst="line">
            <a:avLst/>
          </a:prstGeom>
          <a:ln w="57150" cap="flat" cmpd="sng">
            <a:solidFill>
              <a:srgbClr val="0000FF"/>
            </a:solidFill>
            <a:prstDash val="solid"/>
            <a:round/>
            <a:headEnd type="none" w="med" len="med"/>
            <a:tailEnd type="triangl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9470" name="Text Box 21"/>
          <p:cNvSpPr txBox="1"/>
          <p:nvPr/>
        </p:nvSpPr>
        <p:spPr>
          <a:xfrm>
            <a:off x="1441450" y="1689100"/>
            <a:ext cx="1103313" cy="457200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lstStyle/>
          <a:p>
            <a:r>
              <a:rPr lang="zh-CN" altLang="en-US" dirty="0">
                <a:latin typeface="Times New Roman" panose="02020603050405020304" pitchFamily="18" charset="0"/>
                <a:ea typeface="楷体_GB2312" charset="-122"/>
              </a:rPr>
              <a:t>出队列</a:t>
            </a:r>
          </a:p>
        </p:txBody>
      </p:sp>
      <p:sp>
        <p:nvSpPr>
          <p:cNvPr id="19471" name="Rectangle 22"/>
          <p:cNvSpPr/>
          <p:nvPr/>
        </p:nvSpPr>
        <p:spPr>
          <a:xfrm>
            <a:off x="2997200" y="1841500"/>
            <a:ext cx="609600" cy="685800"/>
          </a:xfrm>
          <a:prstGeom prst="rect">
            <a:avLst/>
          </a:prstGeom>
          <a:noFill/>
          <a:ln w="38100" cap="flat" cmpd="sng">
            <a:solidFill>
              <a:srgbClr val="FF0000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/>
          <a:p>
            <a:pPr eaLnBrk="0" hangingPunct="0">
              <a:spcBef>
                <a:spcPct val="20000"/>
              </a:spcBef>
            </a:pPr>
            <a:endParaRPr lang="zh-CN" altLang="en-US" dirty="0">
              <a:latin typeface="Times New Roman" panose="02020603050405020304" pitchFamily="18" charset="0"/>
              <a:ea typeface="楷体_GB2312" charset="-122"/>
            </a:endParaRPr>
          </a:p>
        </p:txBody>
      </p:sp>
      <p:graphicFrame>
        <p:nvGraphicFramePr>
          <p:cNvPr id="19472" name="Object 26"/>
          <p:cNvGraphicFramePr/>
          <p:nvPr>
            <p:custDataLst>
              <p:tags r:id="rId1"/>
            </p:custDataLst>
          </p:nvPr>
        </p:nvGraphicFramePr>
        <p:xfrm>
          <a:off x="1979613" y="3538538"/>
          <a:ext cx="3663950" cy="812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9" imgW="1028700" imgH="228600" progId="Equation.3">
                  <p:embed/>
                </p:oleObj>
              </mc:Choice>
              <mc:Fallback>
                <p:oleObj r:id="rId19" imgW="1028700" imgH="228600" progId="Equation.3">
                  <p:embed/>
                  <p:pic>
                    <p:nvPicPr>
                      <p:cNvPr id="19472" name="Object 26"/>
                      <p:cNvPicPr/>
                      <p:nvPr/>
                    </p:nvPicPr>
                    <p:blipFill>
                      <a:blip r:embed="rId20"/>
                      <a:stretch>
                        <a:fillRect/>
                      </a:stretch>
                    </p:blipFill>
                    <p:spPr>
                      <a:xfrm>
                        <a:off x="1979613" y="3538538"/>
                        <a:ext cx="3663950" cy="812800"/>
                      </a:xfrm>
                      <a:prstGeom prst="rect">
                        <a:avLst/>
                      </a:prstGeom>
                      <a:solidFill>
                        <a:schemeClr val="accent1"/>
                      </a:solidFill>
                      <a:ln w="9525" cap="flat" cmpd="sng">
                        <a:solidFill>
                          <a:schemeClr val="tx1"/>
                        </a:solidFill>
                        <a:prstDash val="solid"/>
                        <a:miter/>
                        <a:headEnd type="none" w="med" len="med"/>
                        <a:tailEnd type="none" w="med" len="med"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473" name="Line 27"/>
          <p:cNvSpPr/>
          <p:nvPr>
            <p:custDataLst>
              <p:tags r:id="rId2"/>
            </p:custDataLst>
          </p:nvPr>
        </p:nvSpPr>
        <p:spPr>
          <a:xfrm>
            <a:off x="2900363" y="4510088"/>
            <a:ext cx="525780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9474" name="Line 28"/>
          <p:cNvSpPr/>
          <p:nvPr>
            <p:custDataLst>
              <p:tags r:id="rId3"/>
            </p:custDataLst>
          </p:nvPr>
        </p:nvSpPr>
        <p:spPr>
          <a:xfrm>
            <a:off x="2900363" y="5424488"/>
            <a:ext cx="525780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9475" name="Text Box 29"/>
          <p:cNvSpPr txBox="1"/>
          <p:nvPr>
            <p:custDataLst>
              <p:tags r:id="rId4"/>
            </p:custDataLst>
          </p:nvPr>
        </p:nvSpPr>
        <p:spPr>
          <a:xfrm>
            <a:off x="3205163" y="4552950"/>
            <a:ext cx="593725" cy="701675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lstStyle/>
          <a:p>
            <a:r>
              <a:rPr lang="en-US" altLang="zh-CN" sz="4000" dirty="0">
                <a:latin typeface="楷体_GB2312" charset="-122"/>
                <a:ea typeface="楷体_GB2312" charset="-122"/>
              </a:rPr>
              <a:t>a</a:t>
            </a:r>
            <a:r>
              <a:rPr lang="en-US" altLang="zh-CN" dirty="0">
                <a:latin typeface="楷体_GB2312" charset="-122"/>
                <a:ea typeface="楷体_GB2312" charset="-122"/>
              </a:rPr>
              <a:t>1</a:t>
            </a:r>
          </a:p>
        </p:txBody>
      </p:sp>
      <p:sp>
        <p:nvSpPr>
          <p:cNvPr id="19476" name="Text Box 30"/>
          <p:cNvSpPr txBox="1"/>
          <p:nvPr>
            <p:custDataLst>
              <p:tags r:id="rId5"/>
            </p:custDataLst>
          </p:nvPr>
        </p:nvSpPr>
        <p:spPr>
          <a:xfrm>
            <a:off x="4014788" y="4552950"/>
            <a:ext cx="593725" cy="701675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lstStyle/>
          <a:p>
            <a:r>
              <a:rPr lang="en-US" altLang="zh-CN" sz="4000" dirty="0">
                <a:latin typeface="楷体_GB2312" charset="-122"/>
                <a:ea typeface="楷体_GB2312" charset="-122"/>
              </a:rPr>
              <a:t>a</a:t>
            </a:r>
            <a:r>
              <a:rPr lang="en-US" altLang="zh-CN" dirty="0">
                <a:latin typeface="楷体_GB2312" charset="-122"/>
                <a:ea typeface="楷体_GB2312" charset="-122"/>
              </a:rPr>
              <a:t>2</a:t>
            </a:r>
          </a:p>
        </p:txBody>
      </p:sp>
      <p:sp>
        <p:nvSpPr>
          <p:cNvPr id="19477" name="Text Box 31"/>
          <p:cNvSpPr txBox="1"/>
          <p:nvPr>
            <p:custDataLst>
              <p:tags r:id="rId6"/>
            </p:custDataLst>
          </p:nvPr>
        </p:nvSpPr>
        <p:spPr>
          <a:xfrm>
            <a:off x="4929188" y="4586288"/>
            <a:ext cx="714375" cy="701675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r>
              <a:rPr lang="en-US" altLang="zh-CN" sz="4000" dirty="0">
                <a:latin typeface="楷体_GB2312" charset="-122"/>
                <a:ea typeface="楷体_GB2312" charset="-122"/>
              </a:rPr>
              <a:t>a</a:t>
            </a:r>
            <a:r>
              <a:rPr lang="en-US" altLang="zh-CN" dirty="0">
                <a:latin typeface="楷体_GB2312" charset="-122"/>
                <a:ea typeface="楷体_GB2312" charset="-122"/>
              </a:rPr>
              <a:t>3</a:t>
            </a:r>
          </a:p>
        </p:txBody>
      </p:sp>
      <p:sp>
        <p:nvSpPr>
          <p:cNvPr id="19478" name="Text Box 32"/>
          <p:cNvSpPr txBox="1"/>
          <p:nvPr>
            <p:custDataLst>
              <p:tags r:id="rId7"/>
            </p:custDataLst>
          </p:nvPr>
        </p:nvSpPr>
        <p:spPr>
          <a:xfrm>
            <a:off x="6557963" y="4537075"/>
            <a:ext cx="593725" cy="701675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lstStyle/>
          <a:p>
            <a:r>
              <a:rPr lang="en-US" altLang="zh-CN" sz="4000" dirty="0">
                <a:latin typeface="楷体_GB2312" charset="-122"/>
                <a:ea typeface="楷体_GB2312" charset="-122"/>
              </a:rPr>
              <a:t>a</a:t>
            </a:r>
            <a:r>
              <a:rPr lang="en-US" altLang="zh-CN" dirty="0">
                <a:latin typeface="楷体_GB2312" charset="-122"/>
                <a:ea typeface="楷体_GB2312" charset="-122"/>
              </a:rPr>
              <a:t>n</a:t>
            </a:r>
          </a:p>
        </p:txBody>
      </p:sp>
      <p:sp>
        <p:nvSpPr>
          <p:cNvPr id="19479" name="Text Box 33"/>
          <p:cNvSpPr txBox="1"/>
          <p:nvPr>
            <p:custDataLst>
              <p:tags r:id="rId8"/>
            </p:custDataLst>
          </p:nvPr>
        </p:nvSpPr>
        <p:spPr>
          <a:xfrm>
            <a:off x="5643563" y="4460875"/>
            <a:ext cx="950912" cy="701675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lstStyle/>
          <a:p>
            <a:r>
              <a:rPr lang="en-US" altLang="en-US" sz="4000" dirty="0">
                <a:latin typeface="楷体_GB2312" charset="-122"/>
                <a:ea typeface="楷体_GB2312" charset="-122"/>
              </a:rPr>
              <a:t>...</a:t>
            </a:r>
            <a:endParaRPr lang="en-US" altLang="zh-CN" dirty="0">
              <a:latin typeface="楷体_GB2312" charset="-122"/>
              <a:ea typeface="楷体_GB2312" charset="-122"/>
            </a:endParaRPr>
          </a:p>
        </p:txBody>
      </p:sp>
      <p:sp>
        <p:nvSpPr>
          <p:cNvPr id="19480" name="Line 35"/>
          <p:cNvSpPr/>
          <p:nvPr>
            <p:custDataLst>
              <p:tags r:id="rId9"/>
            </p:custDataLst>
          </p:nvPr>
        </p:nvSpPr>
        <p:spPr>
          <a:xfrm>
            <a:off x="7236296" y="5226050"/>
            <a:ext cx="0" cy="381000"/>
          </a:xfrm>
          <a:prstGeom prst="line">
            <a:avLst/>
          </a:prstGeom>
          <a:ln w="38100" cap="flat" cmpd="sng">
            <a:solidFill>
              <a:srgbClr val="FF0066"/>
            </a:solidFill>
            <a:prstDash val="solid"/>
            <a:round/>
            <a:headEnd type="triangl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grpSp>
        <p:nvGrpSpPr>
          <p:cNvPr id="19481" name="Group 45"/>
          <p:cNvGrpSpPr/>
          <p:nvPr/>
        </p:nvGrpSpPr>
        <p:grpSpPr>
          <a:xfrm>
            <a:off x="4252913" y="5416550"/>
            <a:ext cx="676275" cy="692150"/>
            <a:chOff x="2082" y="2354"/>
            <a:chExt cx="426" cy="436"/>
          </a:xfrm>
        </p:grpSpPr>
        <p:sp>
          <p:nvSpPr>
            <p:cNvPr id="19482" name="Line 34"/>
            <p:cNvSpPr/>
            <p:nvPr>
              <p:custDataLst>
                <p:tags r:id="rId16"/>
              </p:custDataLst>
            </p:nvPr>
          </p:nvSpPr>
          <p:spPr>
            <a:xfrm>
              <a:off x="2082" y="2359"/>
              <a:ext cx="0" cy="240"/>
            </a:xfrm>
            <a:prstGeom prst="line">
              <a:avLst/>
            </a:prstGeom>
            <a:ln w="38100" cap="flat" cmpd="sng">
              <a:solidFill>
                <a:srgbClr val="FF0066"/>
              </a:solidFill>
              <a:prstDash val="solid"/>
              <a:round/>
              <a:headEnd type="triangl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483" name="Text Box 36"/>
            <p:cNvSpPr txBox="1"/>
            <p:nvPr>
              <p:custDataLst>
                <p:tags r:id="rId17"/>
              </p:custDataLst>
            </p:nvPr>
          </p:nvSpPr>
          <p:spPr>
            <a:xfrm>
              <a:off x="2162" y="2354"/>
              <a:ext cx="346" cy="436"/>
            </a:xfrm>
            <a:prstGeom prst="rect">
              <a:avLst/>
            </a:prstGeom>
            <a:noFill/>
            <a:ln w="9525">
              <a:noFill/>
            </a:ln>
          </p:spPr>
          <p:txBody>
            <a:bodyPr vert="eaVert" wrap="none" anchor="t" anchorCtr="0">
              <a:spAutoFit/>
            </a:bodyPr>
            <a:lstStyle/>
            <a:p>
              <a:r>
                <a:rPr lang="zh-CN" altLang="en-US" dirty="0">
                  <a:latin typeface="楷体_GB2312" charset="-122"/>
                  <a:ea typeface="楷体_GB2312" charset="-122"/>
                </a:rPr>
                <a:t>队头</a:t>
              </a:r>
            </a:p>
          </p:txBody>
        </p:sp>
      </p:grpSp>
      <p:sp>
        <p:nvSpPr>
          <p:cNvPr id="19484" name="Text Box 37"/>
          <p:cNvSpPr txBox="1"/>
          <p:nvPr>
            <p:custDataLst>
              <p:tags r:id="rId10"/>
            </p:custDataLst>
          </p:nvPr>
        </p:nvSpPr>
        <p:spPr>
          <a:xfrm>
            <a:off x="6948488" y="5424488"/>
            <a:ext cx="549275" cy="692150"/>
          </a:xfrm>
          <a:prstGeom prst="rect">
            <a:avLst/>
          </a:prstGeom>
          <a:noFill/>
          <a:ln w="9525">
            <a:noFill/>
          </a:ln>
        </p:spPr>
        <p:txBody>
          <a:bodyPr vert="eaVert" wrap="none" anchor="t" anchorCtr="0">
            <a:spAutoFit/>
          </a:bodyPr>
          <a:lstStyle/>
          <a:p>
            <a:r>
              <a:rPr lang="zh-CN" altLang="en-US" dirty="0">
                <a:latin typeface="楷体_GB2312" charset="-122"/>
                <a:ea typeface="楷体_GB2312" charset="-122"/>
              </a:rPr>
              <a:t>队尾</a:t>
            </a:r>
          </a:p>
        </p:txBody>
      </p:sp>
      <p:sp>
        <p:nvSpPr>
          <p:cNvPr id="19485" name="Line 39"/>
          <p:cNvSpPr/>
          <p:nvPr>
            <p:custDataLst>
              <p:tags r:id="rId11"/>
            </p:custDataLst>
          </p:nvPr>
        </p:nvSpPr>
        <p:spPr>
          <a:xfrm flipH="1">
            <a:off x="1589088" y="5043488"/>
            <a:ext cx="1143000" cy="0"/>
          </a:xfrm>
          <a:prstGeom prst="line">
            <a:avLst/>
          </a:prstGeom>
          <a:ln w="57150" cap="flat" cmpd="sng">
            <a:solidFill>
              <a:srgbClr val="0000FF"/>
            </a:solidFill>
            <a:prstDash val="solid"/>
            <a:round/>
            <a:headEnd type="none" w="med" len="med"/>
            <a:tailEnd type="triangl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9486" name="Text Box 40"/>
          <p:cNvSpPr txBox="1"/>
          <p:nvPr>
            <p:custDataLst>
              <p:tags r:id="rId12"/>
            </p:custDataLst>
          </p:nvPr>
        </p:nvSpPr>
        <p:spPr>
          <a:xfrm>
            <a:off x="1633538" y="4510088"/>
            <a:ext cx="1103312" cy="457200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lstStyle/>
          <a:p>
            <a:r>
              <a:rPr lang="zh-CN" altLang="en-US" dirty="0">
                <a:latin typeface="Times New Roman" panose="02020603050405020304" pitchFamily="18" charset="0"/>
                <a:ea typeface="楷体_GB2312" charset="-122"/>
              </a:rPr>
              <a:t>出队列</a:t>
            </a:r>
          </a:p>
        </p:txBody>
      </p:sp>
      <p:sp>
        <p:nvSpPr>
          <p:cNvPr id="19487" name="Rectangle 41"/>
          <p:cNvSpPr/>
          <p:nvPr>
            <p:custDataLst>
              <p:tags r:id="rId13"/>
            </p:custDataLst>
          </p:nvPr>
        </p:nvSpPr>
        <p:spPr>
          <a:xfrm>
            <a:off x="3189288" y="4662488"/>
            <a:ext cx="609600" cy="685800"/>
          </a:xfrm>
          <a:prstGeom prst="rect">
            <a:avLst/>
          </a:prstGeom>
          <a:noFill/>
          <a:ln w="38100" cap="flat" cmpd="sng">
            <a:solidFill>
              <a:srgbClr val="FF0000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/>
          <a:p>
            <a:pPr eaLnBrk="0" hangingPunct="0">
              <a:spcBef>
                <a:spcPct val="20000"/>
              </a:spcBef>
            </a:pPr>
            <a:endParaRPr lang="zh-CN" altLang="en-US" dirty="0">
              <a:latin typeface="Times New Roman" panose="02020603050405020304" pitchFamily="18" charset="0"/>
              <a:ea typeface="楷体_GB2312" charset="-122"/>
            </a:endParaRPr>
          </a:p>
        </p:txBody>
      </p:sp>
      <p:grpSp>
        <p:nvGrpSpPr>
          <p:cNvPr id="19488" name="Group 44"/>
          <p:cNvGrpSpPr/>
          <p:nvPr/>
        </p:nvGrpSpPr>
        <p:grpSpPr>
          <a:xfrm>
            <a:off x="3214688" y="4662488"/>
            <a:ext cx="609600" cy="685800"/>
            <a:chOff x="1428" y="1879"/>
            <a:chExt cx="384" cy="432"/>
          </a:xfrm>
        </p:grpSpPr>
        <p:sp>
          <p:nvSpPr>
            <p:cNvPr id="19489" name="Line 42"/>
            <p:cNvSpPr/>
            <p:nvPr>
              <p:custDataLst>
                <p:tags r:id="rId14"/>
              </p:custDataLst>
            </p:nvPr>
          </p:nvSpPr>
          <p:spPr>
            <a:xfrm>
              <a:off x="1428" y="1879"/>
              <a:ext cx="384" cy="432"/>
            </a:xfrm>
            <a:prstGeom prst="line">
              <a:avLst/>
            </a:prstGeom>
            <a:ln w="38100" cap="flat" cmpd="sng">
              <a:solidFill>
                <a:srgbClr val="FF0066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490" name="Line 43"/>
            <p:cNvSpPr/>
            <p:nvPr>
              <p:custDataLst>
                <p:tags r:id="rId15"/>
              </p:custDataLst>
            </p:nvPr>
          </p:nvSpPr>
          <p:spPr>
            <a:xfrm flipV="1">
              <a:off x="1428" y="1879"/>
              <a:ext cx="384" cy="432"/>
            </a:xfrm>
            <a:prstGeom prst="line">
              <a:avLst/>
            </a:prstGeom>
            <a:ln w="38100" cap="flat" cmpd="sng">
              <a:solidFill>
                <a:srgbClr val="FF0066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1" name="Rectangle 58"/>
          <p:cNvSpPr/>
          <p:nvPr/>
        </p:nvSpPr>
        <p:spPr>
          <a:xfrm>
            <a:off x="0" y="511175"/>
            <a:ext cx="7143750" cy="68580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lstStyle/>
          <a:p>
            <a:pPr eaLnBrk="0" hangingPunct="0"/>
            <a:r>
              <a:rPr lang="en-US" altLang="zh-CN" sz="4000" dirty="0">
                <a:solidFill>
                  <a:srgbClr val="CC00CC"/>
                </a:solidFill>
                <a:latin typeface="楷体_GB2312" charset="-122"/>
                <a:ea typeface="楷体_GB2312" charset="-122"/>
              </a:rPr>
              <a:t>3.1 </a:t>
            </a:r>
            <a:r>
              <a:rPr lang="zh-CN" altLang="en-US" sz="4000" dirty="0">
                <a:solidFill>
                  <a:srgbClr val="CC00CC"/>
                </a:solidFill>
                <a:latin typeface="楷体_GB2312" charset="-122"/>
                <a:ea typeface="楷体_GB2312" charset="-122"/>
              </a:rPr>
              <a:t>　栈和队列的定义和特点</a:t>
            </a:r>
          </a:p>
        </p:txBody>
      </p:sp>
      <p:sp>
        <p:nvSpPr>
          <p:cNvPr id="20482" name="Line 59"/>
          <p:cNvSpPr/>
          <p:nvPr/>
        </p:nvSpPr>
        <p:spPr>
          <a:xfrm>
            <a:off x="0" y="1268413"/>
            <a:ext cx="9144000" cy="0"/>
          </a:xfrm>
          <a:prstGeom prst="line">
            <a:avLst/>
          </a:prstGeom>
          <a:ln w="12700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0483" name="Rectangle 1104"/>
          <p:cNvSpPr/>
          <p:nvPr/>
        </p:nvSpPr>
        <p:spPr>
          <a:xfrm>
            <a:off x="47625" y="2044700"/>
            <a:ext cx="2730500" cy="712788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lstStyle/>
          <a:p>
            <a:pPr eaLnBrk="0" hangingPunct="0"/>
            <a:r>
              <a:rPr lang="en-US" altLang="zh-CN" sz="3200" dirty="0">
                <a:solidFill>
                  <a:schemeClr val="accent2"/>
                </a:solidFill>
                <a:latin typeface="楷体_GB2312" charset="-122"/>
                <a:ea typeface="楷体_GB2312" charset="-122"/>
              </a:rPr>
              <a:t>1. </a:t>
            </a:r>
            <a:r>
              <a:rPr lang="zh-CN" altLang="en-US" sz="3200" dirty="0">
                <a:solidFill>
                  <a:schemeClr val="accent2"/>
                </a:solidFill>
                <a:latin typeface="楷体_GB2312" charset="-122"/>
                <a:ea typeface="楷体_GB2312" charset="-122"/>
              </a:rPr>
              <a:t>定义</a:t>
            </a:r>
          </a:p>
        </p:txBody>
      </p:sp>
      <p:grpSp>
        <p:nvGrpSpPr>
          <p:cNvPr id="20484" name="Group 1117"/>
          <p:cNvGrpSpPr/>
          <p:nvPr/>
        </p:nvGrpSpPr>
        <p:grpSpPr>
          <a:xfrm>
            <a:off x="23813" y="3857625"/>
            <a:ext cx="8943975" cy="793750"/>
            <a:chOff x="30" y="2432"/>
            <a:chExt cx="5634" cy="500"/>
          </a:xfrm>
        </p:grpSpPr>
        <p:sp>
          <p:nvSpPr>
            <p:cNvPr id="20485" name="Rectangle 1106"/>
            <p:cNvSpPr/>
            <p:nvPr/>
          </p:nvSpPr>
          <p:spPr>
            <a:xfrm>
              <a:off x="1658" y="2478"/>
              <a:ext cx="4006" cy="232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/>
            <a:lstStyle/>
            <a:p>
              <a:pPr>
                <a:spcBef>
                  <a:spcPct val="20000"/>
                </a:spcBef>
              </a:pPr>
              <a:r>
                <a:rPr lang="zh-CN" altLang="en-US" sz="3200" dirty="0">
                  <a:latin typeface="楷体_GB2312" charset="-122"/>
                  <a:ea typeface="楷体_GB2312" charset="-122"/>
                </a:rPr>
                <a:t>用</a:t>
              </a:r>
              <a:r>
                <a:rPr lang="zh-CN" altLang="en-US" sz="3200" dirty="0">
                  <a:solidFill>
                    <a:srgbClr val="FF0000"/>
                  </a:solidFill>
                  <a:latin typeface="楷体_GB2312" charset="-122"/>
                  <a:ea typeface="楷体_GB2312" charset="-122"/>
                </a:rPr>
                <a:t>顺序队列</a:t>
              </a:r>
              <a:r>
                <a:rPr lang="zh-CN" altLang="en-US" sz="3200" dirty="0">
                  <a:latin typeface="楷体_GB2312" charset="-122"/>
                  <a:ea typeface="楷体_GB2312" charset="-122"/>
                </a:rPr>
                <a:t>或</a:t>
              </a:r>
              <a:r>
                <a:rPr lang="zh-CN" altLang="en-US" sz="3200" dirty="0">
                  <a:solidFill>
                    <a:srgbClr val="FF0000"/>
                  </a:solidFill>
                  <a:latin typeface="楷体_GB2312" charset="-122"/>
                  <a:ea typeface="楷体_GB2312" charset="-122"/>
                </a:rPr>
                <a:t>链队</a:t>
              </a:r>
              <a:r>
                <a:rPr lang="zh-CN" altLang="en-US" sz="3200" dirty="0">
                  <a:latin typeface="楷体_GB2312" charset="-122"/>
                  <a:ea typeface="楷体_GB2312" charset="-122"/>
                </a:rPr>
                <a:t>存储均可</a:t>
              </a:r>
            </a:p>
          </p:txBody>
        </p:sp>
        <p:sp>
          <p:nvSpPr>
            <p:cNvPr id="20486" name="Rectangle 1110"/>
            <p:cNvSpPr/>
            <p:nvPr/>
          </p:nvSpPr>
          <p:spPr>
            <a:xfrm>
              <a:off x="30" y="2432"/>
              <a:ext cx="1618" cy="500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ctr" anchorCtr="0"/>
            <a:lstStyle/>
            <a:p>
              <a:r>
                <a:rPr lang="en-US" altLang="zh-CN" sz="3200" dirty="0">
                  <a:solidFill>
                    <a:schemeClr val="accent2"/>
                  </a:solidFill>
                  <a:latin typeface="楷体_GB2312" charset="-122"/>
                  <a:ea typeface="楷体_GB2312" charset="-122"/>
                </a:rPr>
                <a:t>3. </a:t>
              </a:r>
              <a:r>
                <a:rPr lang="zh-CN" altLang="en-US" sz="3200" dirty="0">
                  <a:solidFill>
                    <a:schemeClr val="accent2"/>
                  </a:solidFill>
                  <a:latin typeface="楷体_GB2312" charset="-122"/>
                  <a:ea typeface="楷体_GB2312" charset="-122"/>
                </a:rPr>
                <a:t>存储结构</a:t>
              </a:r>
            </a:p>
          </p:txBody>
        </p:sp>
      </p:grpSp>
      <p:grpSp>
        <p:nvGrpSpPr>
          <p:cNvPr id="20487" name="Group 1115"/>
          <p:cNvGrpSpPr/>
          <p:nvPr/>
        </p:nvGrpSpPr>
        <p:grpSpPr>
          <a:xfrm>
            <a:off x="-60325" y="3017838"/>
            <a:ext cx="8488363" cy="704850"/>
            <a:chOff x="-23" y="1964"/>
            <a:chExt cx="5347" cy="444"/>
          </a:xfrm>
        </p:grpSpPr>
        <p:sp>
          <p:nvSpPr>
            <p:cNvPr id="20488" name="Rectangle 1105"/>
            <p:cNvSpPr/>
            <p:nvPr/>
          </p:nvSpPr>
          <p:spPr>
            <a:xfrm>
              <a:off x="1610" y="2024"/>
              <a:ext cx="3714" cy="334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lstStyle/>
            <a:p>
              <a:pPr>
                <a:lnSpc>
                  <a:spcPct val="90000"/>
                </a:lnSpc>
                <a:spcBef>
                  <a:spcPct val="20000"/>
                </a:spcBef>
              </a:pPr>
              <a:r>
                <a:rPr lang="zh-CN" altLang="en-US" sz="3200" dirty="0">
                  <a:latin typeface="楷体_GB2312" charset="-122"/>
                  <a:ea typeface="楷体_GB2312" charset="-122"/>
                </a:rPr>
                <a:t>与线性表相同，仍为</a:t>
              </a:r>
              <a:r>
                <a:rPr lang="zh-CN" altLang="en-US" sz="3200" dirty="0">
                  <a:solidFill>
                    <a:srgbClr val="FF0000"/>
                  </a:solidFill>
                  <a:latin typeface="楷体_GB2312" charset="-122"/>
                  <a:ea typeface="楷体_GB2312" charset="-122"/>
                </a:rPr>
                <a:t>一对一</a:t>
              </a:r>
              <a:r>
                <a:rPr lang="zh-CN" altLang="en-US" sz="3200" dirty="0">
                  <a:latin typeface="楷体_GB2312" charset="-122"/>
                  <a:ea typeface="楷体_GB2312" charset="-122"/>
                </a:rPr>
                <a:t>关系</a:t>
              </a:r>
            </a:p>
          </p:txBody>
        </p:sp>
        <p:sp>
          <p:nvSpPr>
            <p:cNvPr id="20489" name="Rectangle 1113"/>
            <p:cNvSpPr/>
            <p:nvPr/>
          </p:nvSpPr>
          <p:spPr>
            <a:xfrm>
              <a:off x="-23" y="1964"/>
              <a:ext cx="1628" cy="444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ctr" anchorCtr="0"/>
            <a:lstStyle/>
            <a:p>
              <a:pPr algn="ctr"/>
              <a:r>
                <a:rPr lang="en-US" altLang="zh-CN" sz="3200" dirty="0">
                  <a:solidFill>
                    <a:schemeClr val="accent2"/>
                  </a:solidFill>
                  <a:latin typeface="楷体_GB2312" charset="-122"/>
                  <a:ea typeface="楷体_GB2312" charset="-122"/>
                </a:rPr>
                <a:t>2. </a:t>
              </a:r>
              <a:r>
                <a:rPr lang="zh-CN" altLang="en-US" sz="3200" dirty="0">
                  <a:solidFill>
                    <a:schemeClr val="accent2"/>
                  </a:solidFill>
                  <a:latin typeface="楷体_GB2312" charset="-122"/>
                  <a:ea typeface="楷体_GB2312" charset="-122"/>
                </a:rPr>
                <a:t>逻辑结构</a:t>
              </a:r>
            </a:p>
          </p:txBody>
        </p:sp>
      </p:grpSp>
      <p:sp>
        <p:nvSpPr>
          <p:cNvPr id="20490" name="Rectangle 1114"/>
          <p:cNvSpPr/>
          <p:nvPr/>
        </p:nvSpPr>
        <p:spPr>
          <a:xfrm>
            <a:off x="1871663" y="1978025"/>
            <a:ext cx="7272337" cy="1076325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lstStyle/>
          <a:p>
            <a:r>
              <a:rPr lang="zh-CN" altLang="en-US" sz="3200" dirty="0">
                <a:latin typeface="楷体_GB2312" charset="-122"/>
                <a:ea typeface="楷体_GB2312" charset="-122"/>
              </a:rPr>
              <a:t>只能在表的一端（</a:t>
            </a:r>
            <a:r>
              <a:rPr lang="zh-CN" altLang="en-US" sz="3200" dirty="0">
                <a:solidFill>
                  <a:srgbClr val="FF0000"/>
                </a:solidFill>
                <a:latin typeface="楷体_GB2312" charset="-122"/>
                <a:ea typeface="楷体_GB2312" charset="-122"/>
              </a:rPr>
              <a:t>队尾</a:t>
            </a:r>
            <a:r>
              <a:rPr lang="zh-CN" altLang="en-US" sz="3200" dirty="0">
                <a:latin typeface="楷体_GB2312" charset="-122"/>
                <a:ea typeface="楷体_GB2312" charset="-122"/>
              </a:rPr>
              <a:t>）进行插入，在另一端（</a:t>
            </a:r>
            <a:r>
              <a:rPr lang="zh-CN" altLang="en-US" sz="3200" dirty="0">
                <a:solidFill>
                  <a:srgbClr val="FF0000"/>
                </a:solidFill>
                <a:latin typeface="楷体_GB2312" charset="-122"/>
                <a:ea typeface="楷体_GB2312" charset="-122"/>
              </a:rPr>
              <a:t>队头</a:t>
            </a:r>
            <a:r>
              <a:rPr lang="zh-CN" altLang="en-US" sz="3200" dirty="0">
                <a:latin typeface="楷体_GB2312" charset="-122"/>
                <a:ea typeface="楷体_GB2312" charset="-122"/>
              </a:rPr>
              <a:t>）进行删除运算的</a:t>
            </a:r>
            <a:r>
              <a:rPr lang="zh-CN" altLang="en-US" sz="3200" dirty="0">
                <a:solidFill>
                  <a:srgbClr val="FF0000"/>
                </a:solidFill>
                <a:latin typeface="楷体_GB2312" charset="-122"/>
                <a:ea typeface="楷体_GB2312" charset="-122"/>
              </a:rPr>
              <a:t>线性表</a:t>
            </a:r>
          </a:p>
        </p:txBody>
      </p:sp>
      <p:sp>
        <p:nvSpPr>
          <p:cNvPr id="20491" name="Rectangle 11"/>
          <p:cNvSpPr/>
          <p:nvPr/>
        </p:nvSpPr>
        <p:spPr>
          <a:xfrm>
            <a:off x="3143250" y="1341438"/>
            <a:ext cx="2568575" cy="515937"/>
          </a:xfrm>
          <a:prstGeom prst="rect">
            <a:avLst/>
          </a:prstGeom>
          <a:solidFill>
            <a:srgbClr val="FFFF99"/>
          </a:solidFill>
          <a:ln w="9525">
            <a:noFill/>
          </a:ln>
        </p:spPr>
        <p:txBody>
          <a:bodyPr anchor="ctr" anchorCtr="0"/>
          <a:lstStyle/>
          <a:p>
            <a:pPr algn="ctr" eaLnBrk="0" hangingPunct="0"/>
            <a:r>
              <a:rPr lang="zh-CN" altLang="en-US" sz="3200" dirty="0">
                <a:latin typeface="楷体_GB2312" charset="-122"/>
                <a:ea typeface="楷体_GB2312" charset="-122"/>
              </a:rPr>
              <a:t>队列</a:t>
            </a:r>
          </a:p>
        </p:txBody>
      </p:sp>
      <p:sp>
        <p:nvSpPr>
          <p:cNvPr id="20492" name="Rectangle 2103"/>
          <p:cNvSpPr/>
          <p:nvPr>
            <p:custDataLst>
              <p:tags r:id="rId1"/>
            </p:custDataLst>
          </p:nvPr>
        </p:nvSpPr>
        <p:spPr>
          <a:xfrm>
            <a:off x="2628900" y="4679950"/>
            <a:ext cx="6343650" cy="584200"/>
          </a:xfrm>
          <a:prstGeom prst="rect">
            <a:avLst/>
          </a:prstGeom>
          <a:solidFill>
            <a:srgbClr val="FFFFE7"/>
          </a:solidFill>
          <a:ln w="9525">
            <a:noFill/>
          </a:ln>
        </p:spPr>
        <p:txBody>
          <a:bodyPr anchor="t" anchorCtr="0">
            <a:spAutoFit/>
          </a:bodyPr>
          <a:lstStyle/>
          <a:p>
            <a:r>
              <a:rPr lang="zh-CN" altLang="en-US" sz="3200" dirty="0">
                <a:solidFill>
                  <a:srgbClr val="FF0000"/>
                </a:solidFill>
                <a:latin typeface="楷体_GB2312" charset="-122"/>
                <a:ea typeface="楷体_GB2312" charset="-122"/>
              </a:rPr>
              <a:t>先进先出</a:t>
            </a:r>
            <a:r>
              <a:rPr lang="zh-CN" altLang="en-US" sz="3200" dirty="0">
                <a:solidFill>
                  <a:schemeClr val="accent1"/>
                </a:solidFill>
                <a:latin typeface="楷体_GB2312" charset="-122"/>
                <a:ea typeface="楷体_GB2312" charset="-122"/>
              </a:rPr>
              <a:t>（</a:t>
            </a:r>
            <a:r>
              <a:rPr lang="en-US" altLang="zh-CN" sz="3200" dirty="0">
                <a:solidFill>
                  <a:schemeClr val="accent1"/>
                </a:solidFill>
                <a:latin typeface="楷体_GB2312" charset="-122"/>
                <a:ea typeface="楷体_GB2312" charset="-122"/>
              </a:rPr>
              <a:t>FIFO</a:t>
            </a:r>
            <a:r>
              <a:rPr lang="zh-CN" altLang="en-US" sz="3200" dirty="0">
                <a:solidFill>
                  <a:schemeClr val="accent1"/>
                </a:solidFill>
                <a:latin typeface="楷体_GB2312" charset="-122"/>
                <a:ea typeface="楷体_GB2312" charset="-122"/>
              </a:rPr>
              <a:t>）</a:t>
            </a:r>
            <a:endParaRPr lang="zh-CN" altLang="en-US" sz="3200" dirty="0">
              <a:latin typeface="楷体_GB2312" charset="-122"/>
              <a:ea typeface="楷体_GB2312" charset="-122"/>
            </a:endParaRPr>
          </a:p>
        </p:txBody>
      </p:sp>
      <p:sp>
        <p:nvSpPr>
          <p:cNvPr id="20493" name="Rectangle 2112"/>
          <p:cNvSpPr/>
          <p:nvPr>
            <p:custDataLst>
              <p:tags r:id="rId2"/>
            </p:custDataLst>
          </p:nvPr>
        </p:nvSpPr>
        <p:spPr>
          <a:xfrm>
            <a:off x="0" y="4679950"/>
            <a:ext cx="2730500" cy="712788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lstStyle/>
          <a:p>
            <a:pPr eaLnBrk="0" hangingPunct="0"/>
            <a:r>
              <a:rPr lang="en-US" altLang="zh-CN" sz="3200" dirty="0">
                <a:solidFill>
                  <a:schemeClr val="accent2"/>
                </a:solidFill>
                <a:latin typeface="楷体_GB2312" charset="-122"/>
                <a:ea typeface="楷体_GB2312" charset="-122"/>
              </a:rPr>
              <a:t>4.</a:t>
            </a:r>
            <a:r>
              <a:rPr lang="zh-CN" altLang="en-US" sz="3200" dirty="0">
                <a:solidFill>
                  <a:schemeClr val="accent2"/>
                </a:solidFill>
                <a:latin typeface="楷体_GB2312" charset="-122"/>
                <a:ea typeface="楷体_GB2312" charset="-122"/>
              </a:rPr>
              <a:t>运算规则</a:t>
            </a:r>
          </a:p>
        </p:txBody>
      </p:sp>
      <p:grpSp>
        <p:nvGrpSpPr>
          <p:cNvPr id="20494" name="Group 2114"/>
          <p:cNvGrpSpPr/>
          <p:nvPr/>
        </p:nvGrpSpPr>
        <p:grpSpPr>
          <a:xfrm>
            <a:off x="36513" y="5302250"/>
            <a:ext cx="9050337" cy="1076325"/>
            <a:chOff x="-27" y="554"/>
            <a:chExt cx="5701" cy="678"/>
          </a:xfrm>
        </p:grpSpPr>
        <p:sp>
          <p:nvSpPr>
            <p:cNvPr id="20495" name="Text Box 2104"/>
            <p:cNvSpPr txBox="1"/>
            <p:nvPr>
              <p:custDataLst>
                <p:tags r:id="rId3"/>
              </p:custDataLst>
            </p:nvPr>
          </p:nvSpPr>
          <p:spPr>
            <a:xfrm>
              <a:off x="1424" y="554"/>
              <a:ext cx="4250" cy="67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 anchor="t" anchorCtr="0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3200" dirty="0">
                  <a:latin typeface="楷体_GB2312" charset="-122"/>
                  <a:ea typeface="楷体_GB2312" charset="-122"/>
                </a:rPr>
                <a:t>关键是编写</a:t>
              </a:r>
              <a:r>
                <a:rPr lang="zh-CN" altLang="en-US" sz="3200" dirty="0">
                  <a:solidFill>
                    <a:srgbClr val="FF0000"/>
                  </a:solidFill>
                  <a:latin typeface="楷体_GB2312" charset="-122"/>
                  <a:ea typeface="楷体_GB2312" charset="-122"/>
                </a:rPr>
                <a:t>入队</a:t>
              </a:r>
              <a:r>
                <a:rPr lang="zh-CN" altLang="en-US" sz="3200" dirty="0">
                  <a:latin typeface="楷体_GB2312" charset="-122"/>
                  <a:ea typeface="楷体_GB2312" charset="-122"/>
                </a:rPr>
                <a:t>和</a:t>
              </a:r>
              <a:r>
                <a:rPr lang="zh-CN" altLang="en-US" sz="3200" dirty="0">
                  <a:solidFill>
                    <a:srgbClr val="FF0000"/>
                  </a:solidFill>
                  <a:latin typeface="楷体_GB2312" charset="-122"/>
                  <a:ea typeface="楷体_GB2312" charset="-122"/>
                </a:rPr>
                <a:t>出队</a:t>
              </a:r>
              <a:r>
                <a:rPr lang="zh-CN" altLang="en-US" sz="3200" dirty="0">
                  <a:latin typeface="楷体_GB2312" charset="-122"/>
                  <a:ea typeface="楷体_GB2312" charset="-122"/>
                </a:rPr>
                <a:t>函数，具体实现依顺序队或链队的不同而不同</a:t>
              </a:r>
            </a:p>
          </p:txBody>
        </p:sp>
        <p:sp>
          <p:nvSpPr>
            <p:cNvPr id="20496" name="Rectangle 2113"/>
            <p:cNvSpPr/>
            <p:nvPr>
              <p:custDataLst>
                <p:tags r:id="rId4"/>
              </p:custDataLst>
            </p:nvPr>
          </p:nvSpPr>
          <p:spPr>
            <a:xfrm>
              <a:off x="-27" y="668"/>
              <a:ext cx="1720" cy="449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ctr" anchorCtr="0"/>
            <a:lstStyle/>
            <a:p>
              <a:pPr eaLnBrk="0" hangingPunct="0"/>
              <a:r>
                <a:rPr lang="en-US" altLang="zh-CN" sz="3200" dirty="0">
                  <a:solidFill>
                    <a:schemeClr val="accent2"/>
                  </a:solidFill>
                  <a:latin typeface="楷体_GB2312" charset="-122"/>
                  <a:ea typeface="楷体_GB2312" charset="-122"/>
                </a:rPr>
                <a:t>5.</a:t>
              </a:r>
              <a:r>
                <a:rPr lang="zh-CN" altLang="en-US" sz="3200" dirty="0">
                  <a:solidFill>
                    <a:schemeClr val="accent2"/>
                  </a:solidFill>
                  <a:latin typeface="楷体_GB2312" charset="-122"/>
                  <a:ea typeface="楷体_GB2312" charset="-122"/>
                </a:rPr>
                <a:t>实现方式</a:t>
              </a:r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5186" name="Rectangle 2"/>
          <p:cNvSpPr>
            <a:spLocks noChangeArrowheads="1"/>
          </p:cNvSpPr>
          <p:nvPr/>
        </p:nvSpPr>
        <p:spPr bwMode="auto">
          <a:xfrm>
            <a:off x="393700" y="760413"/>
            <a:ext cx="8324850" cy="595313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zh-CN" sz="28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楷体_GB2312" charset="-122"/>
              <a:ea typeface="楷体_GB2312" charset="-122"/>
              <a:cs typeface="+mn-cs"/>
            </a:endParaRPr>
          </a:p>
        </p:txBody>
      </p:sp>
      <p:sp>
        <p:nvSpPr>
          <p:cNvPr id="22530" name="Rectangle 4"/>
          <p:cNvSpPr/>
          <p:nvPr/>
        </p:nvSpPr>
        <p:spPr>
          <a:xfrm>
            <a:off x="393700" y="760413"/>
            <a:ext cx="8275638" cy="954087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r>
              <a:rPr lang="zh-CN" altLang="en-US" sz="2800" dirty="0">
                <a:latin typeface="楷体_GB2312" charset="-122"/>
                <a:ea typeface="楷体_GB2312" charset="-122"/>
              </a:rPr>
              <a:t>栈、队列是一种特殊（</a:t>
            </a:r>
            <a:r>
              <a:rPr lang="zh-CN" altLang="en-US" sz="2800" dirty="0">
                <a:solidFill>
                  <a:srgbClr val="FF0000"/>
                </a:solidFill>
                <a:latin typeface="楷体_GB2312" charset="-122"/>
                <a:ea typeface="楷体_GB2312" charset="-122"/>
              </a:rPr>
              <a:t>操作受限</a:t>
            </a:r>
            <a:r>
              <a:rPr lang="zh-CN" altLang="en-US" sz="2800" dirty="0">
                <a:latin typeface="楷体_GB2312" charset="-122"/>
                <a:ea typeface="楷体_GB2312" charset="-122"/>
              </a:rPr>
              <a:t>）的线性表</a:t>
            </a:r>
          </a:p>
          <a:p>
            <a:r>
              <a:rPr lang="zh-CN" altLang="en-US" sz="2800" dirty="0">
                <a:latin typeface="楷体_GB2312" charset="-122"/>
                <a:ea typeface="楷体_GB2312" charset="-122"/>
              </a:rPr>
              <a:t>区别：仅在于</a:t>
            </a:r>
            <a:r>
              <a:rPr lang="zh-CN" altLang="en-US" sz="2800" dirty="0">
                <a:solidFill>
                  <a:srgbClr val="FF0000"/>
                </a:solidFill>
                <a:latin typeface="楷体_GB2312" charset="-122"/>
                <a:ea typeface="楷体_GB2312" charset="-122"/>
              </a:rPr>
              <a:t>运算规则</a:t>
            </a:r>
            <a:r>
              <a:rPr lang="zh-CN" altLang="en-US" sz="2800" dirty="0">
                <a:latin typeface="楷体_GB2312" charset="-122"/>
                <a:ea typeface="楷体_GB2312" charset="-122"/>
              </a:rPr>
              <a:t>不同</a:t>
            </a:r>
          </a:p>
        </p:txBody>
      </p:sp>
      <p:sp>
        <p:nvSpPr>
          <p:cNvPr id="22531" name="Rectangle 5"/>
          <p:cNvSpPr/>
          <p:nvPr/>
        </p:nvSpPr>
        <p:spPr>
          <a:xfrm>
            <a:off x="179388" y="2349500"/>
            <a:ext cx="4592637" cy="1958975"/>
          </a:xfrm>
          <a:prstGeom prst="rect">
            <a:avLst/>
          </a:prstGeom>
          <a:solidFill>
            <a:srgbClr val="CCFFFF"/>
          </a:solidFill>
          <a:ln w="38100" cap="flat" cmpd="sng">
            <a:solidFill>
              <a:srgbClr val="FF0000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>
            <a:spAutoFit/>
          </a:bodyPr>
          <a:lstStyle/>
          <a:p>
            <a:r>
              <a:rPr lang="zh-CN" altLang="en-US" sz="3200" dirty="0">
                <a:solidFill>
                  <a:schemeClr val="hlink"/>
                </a:solidFill>
                <a:latin typeface="楷体_GB2312" charset="-122"/>
                <a:ea typeface="楷体_GB2312" charset="-122"/>
              </a:rPr>
              <a:t>一般线性表</a:t>
            </a:r>
            <a:r>
              <a:rPr lang="zh-CN" altLang="en-US" sz="2800" dirty="0">
                <a:latin typeface="楷体_GB2312" charset="-122"/>
                <a:ea typeface="楷体_GB2312" charset="-122"/>
              </a:rPr>
              <a:t>                                            </a:t>
            </a:r>
          </a:p>
          <a:p>
            <a:r>
              <a:rPr lang="zh-CN" altLang="en-US" sz="2800" dirty="0">
                <a:latin typeface="楷体_GB2312" charset="-122"/>
                <a:ea typeface="楷体_GB2312" charset="-122"/>
              </a:rPr>
              <a:t>逻辑结构：一对一                     </a:t>
            </a:r>
          </a:p>
          <a:p>
            <a:r>
              <a:rPr lang="zh-CN" altLang="en-US" sz="2800" dirty="0">
                <a:latin typeface="楷体_GB2312" charset="-122"/>
                <a:ea typeface="楷体_GB2312" charset="-122"/>
              </a:rPr>
              <a:t>存储结构：顺序表、链表         </a:t>
            </a:r>
          </a:p>
          <a:p>
            <a:r>
              <a:rPr lang="zh-CN" altLang="en-US" sz="2800" dirty="0">
                <a:latin typeface="楷体_GB2312" charset="-122"/>
                <a:ea typeface="楷体_GB2312" charset="-122"/>
              </a:rPr>
              <a:t>运算规则：</a:t>
            </a:r>
            <a:r>
              <a:rPr lang="zh-CN" altLang="en-US" sz="2800" dirty="0">
                <a:solidFill>
                  <a:srgbClr val="FF0000"/>
                </a:solidFill>
                <a:latin typeface="楷体_GB2312" charset="-122"/>
                <a:ea typeface="楷体_GB2312" charset="-122"/>
              </a:rPr>
              <a:t>随机</a:t>
            </a:r>
            <a:r>
              <a:rPr lang="zh-CN" altLang="en-US" sz="3200" dirty="0">
                <a:solidFill>
                  <a:srgbClr val="FF0000"/>
                </a:solidFill>
                <a:latin typeface="Times New Roman" panose="02020603050405020304" pitchFamily="18" charset="0"/>
                <a:ea typeface="仿宋_GB2312" panose="02010609030101010101" charset="-122"/>
              </a:rPr>
              <a:t>、</a:t>
            </a:r>
            <a:r>
              <a:rPr lang="zh-CN" altLang="en-US" sz="2800" dirty="0">
                <a:solidFill>
                  <a:srgbClr val="FF0000"/>
                </a:solidFill>
                <a:latin typeface="楷体_GB2312" charset="-122"/>
                <a:ea typeface="楷体_GB2312" charset="-122"/>
              </a:rPr>
              <a:t>顺序存取</a:t>
            </a:r>
          </a:p>
        </p:txBody>
      </p:sp>
      <p:sp>
        <p:nvSpPr>
          <p:cNvPr id="22532" name="Rectangle 9"/>
          <p:cNvSpPr/>
          <p:nvPr/>
        </p:nvSpPr>
        <p:spPr>
          <a:xfrm>
            <a:off x="4845050" y="1714500"/>
            <a:ext cx="4178300" cy="1898650"/>
          </a:xfrm>
          <a:prstGeom prst="rect">
            <a:avLst/>
          </a:prstGeom>
          <a:solidFill>
            <a:srgbClr val="FFFFE7"/>
          </a:solidFill>
          <a:ln w="38100" cap="flat" cmpd="sng">
            <a:solidFill>
              <a:srgbClr val="FF0000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>
            <a:spAutoFit/>
          </a:bodyPr>
          <a:lstStyle/>
          <a:p>
            <a:r>
              <a:rPr lang="zh-CN" altLang="en-US" sz="3200" dirty="0">
                <a:solidFill>
                  <a:schemeClr val="hlink"/>
                </a:solidFill>
                <a:latin typeface="楷体_GB2312" charset="-122"/>
                <a:ea typeface="楷体_GB2312" charset="-122"/>
              </a:rPr>
              <a:t>栈</a:t>
            </a:r>
          </a:p>
          <a:p>
            <a:r>
              <a:rPr lang="zh-CN" altLang="en-US" sz="2800" dirty="0">
                <a:latin typeface="楷体_GB2312" charset="-122"/>
                <a:ea typeface="楷体_GB2312" charset="-122"/>
              </a:rPr>
              <a:t>逻辑结构：一对一                     </a:t>
            </a:r>
          </a:p>
          <a:p>
            <a:r>
              <a:rPr lang="zh-CN" altLang="en-US" sz="2800" dirty="0">
                <a:latin typeface="楷体_GB2312" charset="-122"/>
                <a:ea typeface="楷体_GB2312" charset="-122"/>
              </a:rPr>
              <a:t>存储结构：顺序</a:t>
            </a:r>
            <a:r>
              <a:rPr lang="zh-CN" altLang="en-US" sz="2800" dirty="0">
                <a:latin typeface="Times New Roman" panose="02020603050405020304" pitchFamily="18" charset="0"/>
                <a:ea typeface="仿宋_GB2312" panose="02010609030101010101" charset="-122"/>
              </a:rPr>
              <a:t>栈</a:t>
            </a:r>
            <a:r>
              <a:rPr lang="zh-CN" altLang="en-US" sz="2800" dirty="0">
                <a:latin typeface="楷体_GB2312" charset="-122"/>
                <a:ea typeface="楷体_GB2312" charset="-122"/>
              </a:rPr>
              <a:t>、链</a:t>
            </a:r>
            <a:r>
              <a:rPr lang="zh-CN" altLang="en-US" sz="2800" dirty="0">
                <a:latin typeface="Times New Roman" panose="02020603050405020304" pitchFamily="18" charset="0"/>
                <a:ea typeface="仿宋_GB2312" panose="02010609030101010101" charset="-122"/>
              </a:rPr>
              <a:t>栈</a:t>
            </a:r>
            <a:endParaRPr lang="zh-CN" altLang="en-US" sz="2800" dirty="0">
              <a:latin typeface="楷体_GB2312" charset="-122"/>
              <a:ea typeface="楷体_GB2312" charset="-122"/>
            </a:endParaRPr>
          </a:p>
          <a:p>
            <a:r>
              <a:rPr lang="zh-CN" altLang="en-US" sz="2800" dirty="0">
                <a:latin typeface="楷体_GB2312" charset="-122"/>
                <a:ea typeface="楷体_GB2312" charset="-122"/>
              </a:rPr>
              <a:t>运算规则：</a:t>
            </a:r>
            <a:r>
              <a:rPr lang="zh-CN" altLang="en-US" sz="2800" dirty="0">
                <a:solidFill>
                  <a:srgbClr val="FF0000"/>
                </a:solidFill>
                <a:latin typeface="Times New Roman" panose="02020603050405020304" pitchFamily="18" charset="0"/>
                <a:ea typeface="仿宋_GB2312" panose="02010609030101010101" charset="-122"/>
              </a:rPr>
              <a:t>后进先出</a:t>
            </a:r>
          </a:p>
        </p:txBody>
      </p:sp>
      <p:sp>
        <p:nvSpPr>
          <p:cNvPr id="22533" name="Rectangle 11"/>
          <p:cNvSpPr/>
          <p:nvPr/>
        </p:nvSpPr>
        <p:spPr>
          <a:xfrm>
            <a:off x="39688" y="0"/>
            <a:ext cx="5818187" cy="515938"/>
          </a:xfrm>
          <a:prstGeom prst="rect">
            <a:avLst/>
          </a:prstGeom>
          <a:solidFill>
            <a:srgbClr val="FFFF99"/>
          </a:solidFill>
          <a:ln w="9525">
            <a:noFill/>
          </a:ln>
        </p:spPr>
        <p:txBody>
          <a:bodyPr anchor="ctr" anchorCtr="0"/>
          <a:lstStyle/>
          <a:p>
            <a:pPr eaLnBrk="0" hangingPunct="0"/>
            <a:r>
              <a:rPr lang="zh-CN" altLang="en-US" sz="3200" dirty="0">
                <a:latin typeface="楷体_GB2312" charset="-122"/>
                <a:ea typeface="楷体_GB2312" charset="-122"/>
              </a:rPr>
              <a:t>栈、队列与一般线性表的区别</a:t>
            </a:r>
          </a:p>
        </p:txBody>
      </p:sp>
      <p:sp>
        <p:nvSpPr>
          <p:cNvPr id="22534" name="Rectangle 9"/>
          <p:cNvSpPr/>
          <p:nvPr/>
        </p:nvSpPr>
        <p:spPr>
          <a:xfrm>
            <a:off x="4845050" y="3765550"/>
            <a:ext cx="4178300" cy="1878013"/>
          </a:xfrm>
          <a:prstGeom prst="rect">
            <a:avLst/>
          </a:prstGeom>
          <a:solidFill>
            <a:srgbClr val="FFFFE7"/>
          </a:solidFill>
          <a:ln w="38100" cap="flat" cmpd="sng">
            <a:solidFill>
              <a:srgbClr val="FF0000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>
            <a:spAutoFit/>
          </a:bodyPr>
          <a:lstStyle/>
          <a:p>
            <a:r>
              <a:rPr lang="zh-CN" altLang="en-US" sz="3200" dirty="0">
                <a:solidFill>
                  <a:schemeClr val="hlink"/>
                </a:solidFill>
                <a:latin typeface="楷体_GB2312" charset="-122"/>
                <a:ea typeface="楷体_GB2312" charset="-122"/>
              </a:rPr>
              <a:t>队列</a:t>
            </a:r>
          </a:p>
          <a:p>
            <a:r>
              <a:rPr lang="zh-CN" altLang="en-US" sz="2800" dirty="0">
                <a:latin typeface="楷体_GB2312" charset="-122"/>
                <a:ea typeface="楷体_GB2312" charset="-122"/>
              </a:rPr>
              <a:t>逻辑结构：一对一                     </a:t>
            </a:r>
          </a:p>
          <a:p>
            <a:r>
              <a:rPr lang="zh-CN" altLang="en-US" sz="2800" dirty="0">
                <a:latin typeface="楷体_GB2312" charset="-122"/>
                <a:ea typeface="楷体_GB2312" charset="-122"/>
              </a:rPr>
              <a:t>存储结构：顺序队、链</a:t>
            </a:r>
            <a:r>
              <a:rPr lang="zh-CN" altLang="en-US" sz="2800" dirty="0">
                <a:latin typeface="仿宋_GB2312" panose="02010609030101010101" charset="-122"/>
                <a:ea typeface="楷体_GB2312" charset="-122"/>
              </a:rPr>
              <a:t>队</a:t>
            </a:r>
            <a:endParaRPr lang="zh-CN" altLang="en-US" sz="2800" dirty="0">
              <a:latin typeface="楷体_GB2312" charset="-122"/>
              <a:ea typeface="楷体_GB2312" charset="-122"/>
            </a:endParaRPr>
          </a:p>
          <a:p>
            <a:r>
              <a:rPr lang="zh-CN" altLang="en-US" sz="2800" dirty="0">
                <a:latin typeface="楷体_GB2312" charset="-122"/>
                <a:ea typeface="楷体_GB2312" charset="-122"/>
              </a:rPr>
              <a:t>运算规则：</a:t>
            </a:r>
            <a:r>
              <a:rPr lang="zh-CN" altLang="en-US" sz="2800" dirty="0">
                <a:solidFill>
                  <a:srgbClr val="FF0000"/>
                </a:solidFill>
                <a:latin typeface="楷体_GB2312" charset="-122"/>
                <a:ea typeface="楷体_GB2312" charset="-122"/>
              </a:rPr>
              <a:t>先</a:t>
            </a:r>
            <a:r>
              <a:rPr lang="zh-CN" altLang="en-US" sz="2800" dirty="0">
                <a:solidFill>
                  <a:srgbClr val="FF0000"/>
                </a:solidFill>
                <a:latin typeface="Times New Roman" panose="02020603050405020304" pitchFamily="18" charset="0"/>
                <a:ea typeface="仿宋_GB2312" panose="02010609030101010101" charset="-122"/>
              </a:rPr>
              <a:t>进先出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3" name="Rectangle 58"/>
          <p:cNvSpPr/>
          <p:nvPr/>
        </p:nvSpPr>
        <p:spPr>
          <a:xfrm>
            <a:off x="0" y="511175"/>
            <a:ext cx="6775450" cy="68580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lstStyle/>
          <a:p>
            <a:pPr eaLnBrk="0" hangingPunct="0">
              <a:spcBef>
                <a:spcPct val="20000"/>
              </a:spcBef>
            </a:pPr>
            <a:r>
              <a:rPr lang="en-US" altLang="zh-CN" sz="4000" dirty="0">
                <a:solidFill>
                  <a:srgbClr val="CC00CC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3.2 </a:t>
            </a:r>
            <a:r>
              <a:rPr lang="zh-CN" altLang="en-US" sz="4000" dirty="0">
                <a:solidFill>
                  <a:srgbClr val="CC00CC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栈的表示和操作的实现</a:t>
            </a:r>
          </a:p>
        </p:txBody>
      </p:sp>
      <p:sp>
        <p:nvSpPr>
          <p:cNvPr id="23554" name="Line 59"/>
          <p:cNvSpPr/>
          <p:nvPr/>
        </p:nvSpPr>
        <p:spPr>
          <a:xfrm>
            <a:off x="0" y="1268413"/>
            <a:ext cx="9144000" cy="0"/>
          </a:xfrm>
          <a:prstGeom prst="line">
            <a:avLst/>
          </a:prstGeom>
          <a:ln w="12700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pic>
        <p:nvPicPr>
          <p:cNvPr id="23555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63713" y="1628775"/>
            <a:ext cx="5105400" cy="35433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3556" name="Rectangle 6"/>
          <p:cNvSpPr/>
          <p:nvPr/>
        </p:nvSpPr>
        <p:spPr>
          <a:xfrm>
            <a:off x="2266950" y="5300663"/>
            <a:ext cx="4206875" cy="946150"/>
          </a:xfrm>
          <a:prstGeom prst="rect">
            <a:avLst/>
          </a:prstGeom>
          <a:solidFill>
            <a:srgbClr val="CC99FF"/>
          </a:solidFill>
          <a:ln w="9525">
            <a:noFill/>
          </a:ln>
        </p:spPr>
        <p:txBody>
          <a:bodyPr anchor="t" anchorCtr="0">
            <a:spAutoFit/>
          </a:bodyPr>
          <a:lstStyle/>
          <a:p>
            <a:r>
              <a:rPr lang="en-US" altLang="zh-CN" sz="2800" dirty="0">
                <a:latin typeface="Times New Roman" panose="02020603050405020304" pitchFamily="18" charset="0"/>
                <a:ea typeface="楷体_GB2312" charset="-122"/>
              </a:rPr>
              <a:t>“</a:t>
            </a:r>
            <a:r>
              <a:rPr lang="zh-CN" altLang="en-US" sz="2800" dirty="0">
                <a:latin typeface="楷体_GB2312" charset="-122"/>
                <a:ea typeface="楷体_GB2312" charset="-122"/>
              </a:rPr>
              <a:t>进</a:t>
            </a:r>
            <a:r>
              <a:rPr lang="zh-CN" altLang="en-US" sz="2800" dirty="0">
                <a:latin typeface="Times New Roman" panose="02020603050405020304" pitchFamily="18" charset="0"/>
                <a:ea typeface="楷体_GB2312" charset="-122"/>
              </a:rPr>
              <a:t>”</a:t>
            </a:r>
            <a:r>
              <a:rPr lang="zh-CN" altLang="en-US" sz="2800" dirty="0">
                <a:latin typeface="楷体_GB2312" charset="-122"/>
                <a:ea typeface="楷体_GB2312" charset="-122"/>
              </a:rPr>
              <a:t> ＝压入</a:t>
            </a:r>
            <a:r>
              <a:rPr lang="en-US" altLang="zh-CN" sz="2800" dirty="0">
                <a:latin typeface="楷体_GB2312" charset="-122"/>
                <a:ea typeface="楷体_GB2312" charset="-122"/>
              </a:rPr>
              <a:t>=PUSH</a:t>
            </a:r>
            <a:r>
              <a:rPr lang="zh-CN" altLang="en-US" sz="2800" dirty="0">
                <a:latin typeface="楷体_GB2312" charset="-122"/>
                <a:ea typeface="楷体_GB2312" charset="-122"/>
              </a:rPr>
              <a:t>（</a:t>
            </a:r>
            <a:r>
              <a:rPr lang="en-US" altLang="zh-CN" sz="2800" dirty="0">
                <a:latin typeface="楷体_GB2312" charset="-122"/>
                <a:ea typeface="楷体_GB2312" charset="-122"/>
              </a:rPr>
              <a:t>)</a:t>
            </a:r>
          </a:p>
          <a:p>
            <a:r>
              <a:rPr lang="en-US" altLang="zh-CN" sz="2800" dirty="0">
                <a:latin typeface="Times New Roman" panose="02020603050405020304" pitchFamily="18" charset="0"/>
                <a:ea typeface="楷体_GB2312" charset="-122"/>
              </a:rPr>
              <a:t>“</a:t>
            </a:r>
            <a:r>
              <a:rPr lang="zh-CN" altLang="en-US" sz="2800" dirty="0">
                <a:latin typeface="楷体_GB2312" charset="-122"/>
                <a:ea typeface="楷体_GB2312" charset="-122"/>
              </a:rPr>
              <a:t>出</a:t>
            </a:r>
            <a:r>
              <a:rPr lang="zh-CN" altLang="en-US" sz="2800" dirty="0">
                <a:latin typeface="Times New Roman" panose="02020603050405020304" pitchFamily="18" charset="0"/>
                <a:ea typeface="楷体_GB2312" charset="-122"/>
              </a:rPr>
              <a:t>”</a:t>
            </a:r>
            <a:r>
              <a:rPr lang="zh-CN" altLang="en-US" sz="2800" dirty="0">
                <a:latin typeface="楷体_GB2312" charset="-122"/>
                <a:ea typeface="楷体_GB2312" charset="-122"/>
              </a:rPr>
              <a:t> ＝弹出</a:t>
            </a:r>
            <a:r>
              <a:rPr lang="en-US" altLang="zh-CN" sz="2800" dirty="0">
                <a:latin typeface="楷体_GB2312" charset="-122"/>
                <a:ea typeface="楷体_GB2312" charset="-122"/>
              </a:rPr>
              <a:t>=POP( 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577" name="Group 1029"/>
          <p:cNvGrpSpPr/>
          <p:nvPr/>
        </p:nvGrpSpPr>
        <p:grpSpPr>
          <a:xfrm>
            <a:off x="5494338" y="560388"/>
            <a:ext cx="1752600" cy="3625850"/>
            <a:chOff x="3439" y="595"/>
            <a:chExt cx="1104" cy="2284"/>
          </a:xfrm>
        </p:grpSpPr>
        <p:sp>
          <p:nvSpPr>
            <p:cNvPr id="24578" name="Rectangle 1030"/>
            <p:cNvSpPr/>
            <p:nvPr/>
          </p:nvSpPr>
          <p:spPr>
            <a:xfrm>
              <a:off x="3466" y="2592"/>
              <a:ext cx="1056" cy="287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/>
            <a:lstStyle/>
            <a:p>
              <a:pPr algn="ctr">
                <a:spcBef>
                  <a:spcPct val="50000"/>
                </a:spcBef>
              </a:pPr>
              <a:r>
                <a:rPr lang="en-US" altLang="zh-CN" dirty="0">
                  <a:latin typeface="楷体_GB2312" charset="-122"/>
                  <a:ea typeface="楷体_GB2312" charset="-122"/>
                </a:rPr>
                <a:t> a</a:t>
              </a:r>
              <a:r>
                <a:rPr lang="en-US" altLang="zh-CN" baseline="-10000" dirty="0">
                  <a:latin typeface="楷体_GB2312" charset="-122"/>
                  <a:ea typeface="楷体_GB2312" charset="-122"/>
                </a:rPr>
                <a:t>1</a:t>
              </a:r>
              <a:endParaRPr lang="en-US" altLang="zh-CN" dirty="0">
                <a:latin typeface="楷体_GB2312" charset="-122"/>
                <a:ea typeface="楷体_GB2312" charset="-122"/>
              </a:endParaRPr>
            </a:p>
          </p:txBody>
        </p:sp>
        <p:sp>
          <p:nvSpPr>
            <p:cNvPr id="24579" name="Rectangle 1031"/>
            <p:cNvSpPr/>
            <p:nvPr/>
          </p:nvSpPr>
          <p:spPr>
            <a:xfrm>
              <a:off x="3466" y="2305"/>
              <a:ext cx="1056" cy="287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/>
            <a:lstStyle/>
            <a:p>
              <a:pPr algn="ctr">
                <a:spcBef>
                  <a:spcPct val="50000"/>
                </a:spcBef>
              </a:pPr>
              <a:r>
                <a:rPr lang="en-US" altLang="zh-CN" dirty="0">
                  <a:latin typeface="楷体_GB2312" charset="-122"/>
                  <a:ea typeface="楷体_GB2312" charset="-122"/>
                </a:rPr>
                <a:t> a</a:t>
              </a:r>
              <a:r>
                <a:rPr lang="en-US" altLang="zh-CN" baseline="-10000" dirty="0">
                  <a:latin typeface="楷体_GB2312" charset="-122"/>
                  <a:ea typeface="楷体_GB2312" charset="-122"/>
                </a:rPr>
                <a:t>2</a:t>
              </a:r>
              <a:endParaRPr lang="en-US" altLang="zh-CN" dirty="0">
                <a:latin typeface="楷体_GB2312" charset="-122"/>
                <a:ea typeface="楷体_GB2312" charset="-122"/>
              </a:endParaRPr>
            </a:p>
          </p:txBody>
        </p:sp>
        <p:sp>
          <p:nvSpPr>
            <p:cNvPr id="24580" name="Rectangle 1032"/>
            <p:cNvSpPr/>
            <p:nvPr/>
          </p:nvSpPr>
          <p:spPr>
            <a:xfrm>
              <a:off x="3466" y="2018"/>
              <a:ext cx="1056" cy="287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/>
            <a:lstStyle/>
            <a:p>
              <a:pPr algn="ctr">
                <a:spcBef>
                  <a:spcPct val="50000"/>
                </a:spcBef>
              </a:pPr>
              <a:r>
                <a:rPr lang="en-US" altLang="zh-CN" dirty="0">
                  <a:latin typeface="Times New Roman" panose="02020603050405020304" pitchFamily="18" charset="0"/>
                  <a:ea typeface="楷体_GB2312" charset="-122"/>
                </a:rPr>
                <a:t>……</a:t>
              </a:r>
              <a:endParaRPr lang="en-US" altLang="zh-CN" dirty="0">
                <a:latin typeface="楷体_GB2312" charset="-122"/>
                <a:ea typeface="楷体_GB2312" charset="-122"/>
              </a:endParaRPr>
            </a:p>
          </p:txBody>
        </p:sp>
        <p:sp>
          <p:nvSpPr>
            <p:cNvPr id="24581" name="Rectangle 1033"/>
            <p:cNvSpPr/>
            <p:nvPr/>
          </p:nvSpPr>
          <p:spPr>
            <a:xfrm>
              <a:off x="3466" y="1158"/>
              <a:ext cx="1056" cy="240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/>
            <a:lstStyle/>
            <a:p>
              <a:pPr algn="ctr">
                <a:spcBef>
                  <a:spcPct val="50000"/>
                </a:spcBef>
              </a:pPr>
              <a:r>
                <a:rPr lang="en-US" altLang="zh-CN" dirty="0">
                  <a:latin typeface="楷体_GB2312" charset="-122"/>
                  <a:ea typeface="楷体_GB2312" charset="-122"/>
                </a:rPr>
                <a:t> a</a:t>
              </a:r>
              <a:r>
                <a:rPr lang="en-US" altLang="zh-CN" baseline="-10000" dirty="0">
                  <a:latin typeface="楷体_GB2312" charset="-122"/>
                  <a:ea typeface="楷体_GB2312" charset="-122"/>
                </a:rPr>
                <a:t>n</a:t>
              </a:r>
              <a:endParaRPr lang="en-US" altLang="zh-CN" dirty="0">
                <a:latin typeface="楷体_GB2312" charset="-122"/>
                <a:ea typeface="楷体_GB2312" charset="-122"/>
              </a:endParaRPr>
            </a:p>
          </p:txBody>
        </p:sp>
        <p:sp>
          <p:nvSpPr>
            <p:cNvPr id="24582" name="Line 1034"/>
            <p:cNvSpPr/>
            <p:nvPr/>
          </p:nvSpPr>
          <p:spPr>
            <a:xfrm>
              <a:off x="3466" y="928"/>
              <a:ext cx="1056" cy="0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583" name="Line 1035"/>
            <p:cNvSpPr/>
            <p:nvPr/>
          </p:nvSpPr>
          <p:spPr>
            <a:xfrm>
              <a:off x="3466" y="1468"/>
              <a:ext cx="1056" cy="0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584" name="Line 1036"/>
            <p:cNvSpPr/>
            <p:nvPr/>
          </p:nvSpPr>
          <p:spPr>
            <a:xfrm>
              <a:off x="3466" y="2018"/>
              <a:ext cx="1056" cy="0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585" name="Line 1037"/>
            <p:cNvSpPr/>
            <p:nvPr/>
          </p:nvSpPr>
          <p:spPr>
            <a:xfrm>
              <a:off x="3466" y="2305"/>
              <a:ext cx="1056" cy="0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586" name="Line 1038"/>
            <p:cNvSpPr/>
            <p:nvPr/>
          </p:nvSpPr>
          <p:spPr>
            <a:xfrm>
              <a:off x="3466" y="2592"/>
              <a:ext cx="1056" cy="0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587" name="Line 1039"/>
            <p:cNvSpPr/>
            <p:nvPr/>
          </p:nvSpPr>
          <p:spPr>
            <a:xfrm>
              <a:off x="3466" y="2879"/>
              <a:ext cx="1056" cy="0"/>
            </a:xfrm>
            <a:prstGeom prst="line">
              <a:avLst/>
            </a:prstGeom>
            <a:ln w="28575" cap="sq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588" name="Line 1040"/>
            <p:cNvSpPr/>
            <p:nvPr/>
          </p:nvSpPr>
          <p:spPr>
            <a:xfrm>
              <a:off x="3466" y="928"/>
              <a:ext cx="0" cy="1951"/>
            </a:xfrm>
            <a:prstGeom prst="line">
              <a:avLst/>
            </a:prstGeom>
            <a:ln w="28575" cap="sq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589" name="Line 1041"/>
            <p:cNvSpPr/>
            <p:nvPr/>
          </p:nvSpPr>
          <p:spPr>
            <a:xfrm>
              <a:off x="4522" y="918"/>
              <a:ext cx="0" cy="1961"/>
            </a:xfrm>
            <a:prstGeom prst="line">
              <a:avLst/>
            </a:prstGeom>
            <a:ln w="28575" cap="sq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590" name="Rectangle 1042"/>
            <p:cNvSpPr/>
            <p:nvPr/>
          </p:nvSpPr>
          <p:spPr>
            <a:xfrm>
              <a:off x="3604" y="595"/>
              <a:ext cx="792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lstStyle/>
            <a:p>
              <a:r>
                <a:rPr lang="zh-CN" altLang="en-US" dirty="0">
                  <a:solidFill>
                    <a:schemeClr val="tx2"/>
                  </a:solidFill>
                  <a:latin typeface="楷体_GB2312" charset="-122"/>
                  <a:ea typeface="楷体_GB2312" charset="-122"/>
                </a:rPr>
                <a:t>顺序栈</a:t>
              </a:r>
              <a:r>
                <a:rPr lang="en-US" altLang="zh-CN" dirty="0">
                  <a:solidFill>
                    <a:schemeClr val="tx2"/>
                  </a:solidFill>
                  <a:latin typeface="楷体_GB2312" charset="-122"/>
                  <a:ea typeface="楷体_GB2312" charset="-122"/>
                </a:rPr>
                <a:t>S</a:t>
              </a:r>
            </a:p>
          </p:txBody>
        </p:sp>
        <p:sp>
          <p:nvSpPr>
            <p:cNvPr id="24591" name="Rectangle 1043"/>
            <p:cNvSpPr/>
            <p:nvPr/>
          </p:nvSpPr>
          <p:spPr>
            <a:xfrm>
              <a:off x="3466" y="1731"/>
              <a:ext cx="1056" cy="287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/>
            <a:lstStyle/>
            <a:p>
              <a:pPr algn="ctr">
                <a:spcBef>
                  <a:spcPct val="50000"/>
                </a:spcBef>
              </a:pPr>
              <a:r>
                <a:rPr lang="en-US" altLang="zh-CN" dirty="0">
                  <a:latin typeface="楷体_GB2312" charset="-122"/>
                  <a:ea typeface="楷体_GB2312" charset="-122"/>
                </a:rPr>
                <a:t> a</a:t>
              </a:r>
              <a:r>
                <a:rPr lang="en-US" altLang="zh-CN" baseline="-10000" dirty="0">
                  <a:latin typeface="楷体_GB2312" charset="-122"/>
                  <a:ea typeface="楷体_GB2312" charset="-122"/>
                </a:rPr>
                <a:t>i</a:t>
              </a:r>
              <a:endParaRPr lang="en-US" altLang="zh-CN" dirty="0">
                <a:latin typeface="楷体_GB2312" charset="-122"/>
                <a:ea typeface="楷体_GB2312" charset="-122"/>
              </a:endParaRPr>
            </a:p>
          </p:txBody>
        </p:sp>
        <p:sp>
          <p:nvSpPr>
            <p:cNvPr id="24592" name="Line 1044"/>
            <p:cNvSpPr/>
            <p:nvPr/>
          </p:nvSpPr>
          <p:spPr>
            <a:xfrm>
              <a:off x="3471" y="1745"/>
              <a:ext cx="1056" cy="0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593" name="Rectangle 1045"/>
            <p:cNvSpPr/>
            <p:nvPr/>
          </p:nvSpPr>
          <p:spPr>
            <a:xfrm>
              <a:off x="3439" y="1421"/>
              <a:ext cx="1056" cy="287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/>
            <a:lstStyle/>
            <a:p>
              <a:pPr algn="ctr">
                <a:spcBef>
                  <a:spcPct val="50000"/>
                </a:spcBef>
              </a:pPr>
              <a:r>
                <a:rPr lang="en-US" altLang="zh-CN" dirty="0">
                  <a:latin typeface="Times New Roman" panose="02020603050405020304" pitchFamily="18" charset="0"/>
                  <a:ea typeface="楷体_GB2312" charset="-122"/>
                </a:rPr>
                <a:t>……</a:t>
              </a:r>
              <a:endParaRPr lang="en-US" altLang="zh-CN" dirty="0">
                <a:latin typeface="楷体_GB2312" charset="-122"/>
                <a:ea typeface="楷体_GB2312" charset="-122"/>
              </a:endParaRPr>
            </a:p>
          </p:txBody>
        </p:sp>
        <p:sp>
          <p:nvSpPr>
            <p:cNvPr id="24594" name="Line 1046"/>
            <p:cNvSpPr/>
            <p:nvPr/>
          </p:nvSpPr>
          <p:spPr>
            <a:xfrm>
              <a:off x="3459" y="1168"/>
              <a:ext cx="1056" cy="0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595" name="Rectangle 1047"/>
            <p:cNvSpPr/>
            <p:nvPr/>
          </p:nvSpPr>
          <p:spPr>
            <a:xfrm>
              <a:off x="3487" y="918"/>
              <a:ext cx="1056" cy="287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/>
            <a:lstStyle/>
            <a:p>
              <a:pPr algn="ctr">
                <a:spcBef>
                  <a:spcPct val="50000"/>
                </a:spcBef>
              </a:pPr>
              <a:endParaRPr lang="zh-CN" altLang="zh-CN" dirty="0">
                <a:solidFill>
                  <a:schemeClr val="accent1"/>
                </a:solidFill>
                <a:latin typeface="楷体_GB2312" charset="-122"/>
                <a:ea typeface="楷体_GB2312" charset="-122"/>
              </a:endParaRPr>
            </a:p>
          </p:txBody>
        </p:sp>
      </p:grpSp>
      <p:grpSp>
        <p:nvGrpSpPr>
          <p:cNvPr id="24596" name="Group 1049"/>
          <p:cNvGrpSpPr/>
          <p:nvPr/>
        </p:nvGrpSpPr>
        <p:grpSpPr>
          <a:xfrm>
            <a:off x="2660650" y="962025"/>
            <a:ext cx="869950" cy="3184525"/>
            <a:chOff x="1654" y="848"/>
            <a:chExt cx="548" cy="2006"/>
          </a:xfrm>
        </p:grpSpPr>
        <p:sp>
          <p:nvSpPr>
            <p:cNvPr id="24597" name="Text Box 1050"/>
            <p:cNvSpPr txBox="1"/>
            <p:nvPr/>
          </p:nvSpPr>
          <p:spPr>
            <a:xfrm>
              <a:off x="1654" y="2564"/>
              <a:ext cx="500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 anchorCtr="0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zh-CN" altLang="en-US" dirty="0">
                  <a:latin typeface="楷体_GB2312" charset="-122"/>
                  <a:ea typeface="楷体_GB2312" charset="-122"/>
                </a:rPr>
                <a:t>表头</a:t>
              </a:r>
            </a:p>
          </p:txBody>
        </p:sp>
        <p:sp>
          <p:nvSpPr>
            <p:cNvPr id="24598" name="Text Box 1051"/>
            <p:cNvSpPr txBox="1"/>
            <p:nvPr/>
          </p:nvSpPr>
          <p:spPr>
            <a:xfrm>
              <a:off x="1700" y="848"/>
              <a:ext cx="500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 anchorCtr="0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zh-CN" altLang="en-US" dirty="0">
                  <a:latin typeface="楷体_GB2312" charset="-122"/>
                  <a:ea typeface="楷体_GB2312" charset="-122"/>
                </a:rPr>
                <a:t>表尾</a:t>
              </a:r>
            </a:p>
          </p:txBody>
        </p:sp>
        <p:sp>
          <p:nvSpPr>
            <p:cNvPr id="24599" name="Line 1052"/>
            <p:cNvSpPr/>
            <p:nvPr/>
          </p:nvSpPr>
          <p:spPr>
            <a:xfrm flipH="1">
              <a:off x="1698" y="2854"/>
              <a:ext cx="429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sm" len="lg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600" name="Line 1053"/>
            <p:cNvSpPr/>
            <p:nvPr/>
          </p:nvSpPr>
          <p:spPr>
            <a:xfrm flipH="1">
              <a:off x="1698" y="1132"/>
              <a:ext cx="504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sm" len="lg"/>
            </a:ln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24601" name="Group 1054"/>
          <p:cNvGrpSpPr/>
          <p:nvPr/>
        </p:nvGrpSpPr>
        <p:grpSpPr>
          <a:xfrm>
            <a:off x="7200900" y="1273175"/>
            <a:ext cx="1695450" cy="2851150"/>
            <a:chOff x="4514" y="1044"/>
            <a:chExt cx="1068" cy="1796"/>
          </a:xfrm>
        </p:grpSpPr>
        <p:sp>
          <p:nvSpPr>
            <p:cNvPr id="24602" name="Text Box 1055"/>
            <p:cNvSpPr txBox="1"/>
            <p:nvPr/>
          </p:nvSpPr>
          <p:spPr>
            <a:xfrm>
              <a:off x="4595" y="2552"/>
              <a:ext cx="890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 anchorCtr="0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zh-CN" altLang="en-US" dirty="0">
                  <a:latin typeface="楷体_GB2312" charset="-122"/>
                  <a:ea typeface="楷体_GB2312" charset="-122"/>
                </a:rPr>
                <a:t>栈底</a:t>
              </a:r>
              <a:r>
                <a:rPr lang="en-US" altLang="zh-CN" dirty="0">
                  <a:solidFill>
                    <a:srgbClr val="FF0000"/>
                  </a:solidFill>
                  <a:latin typeface="楷体_GB2312" charset="-122"/>
                  <a:ea typeface="楷体_GB2312" charset="-122"/>
                </a:rPr>
                <a:t>base</a:t>
              </a:r>
            </a:p>
          </p:txBody>
        </p:sp>
        <p:sp>
          <p:nvSpPr>
            <p:cNvPr id="24603" name="Line 1056"/>
            <p:cNvSpPr/>
            <p:nvPr/>
          </p:nvSpPr>
          <p:spPr>
            <a:xfrm flipH="1">
              <a:off x="4577" y="2806"/>
              <a:ext cx="1005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sm" len="lg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604" name="Text Box 1057"/>
            <p:cNvSpPr txBox="1"/>
            <p:nvPr/>
          </p:nvSpPr>
          <p:spPr>
            <a:xfrm>
              <a:off x="4514" y="1044"/>
              <a:ext cx="793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 anchorCtr="0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zh-CN" altLang="en-US" dirty="0">
                  <a:latin typeface="楷体_GB2312" charset="-122"/>
                  <a:ea typeface="楷体_GB2312" charset="-122"/>
                </a:rPr>
                <a:t>栈顶</a:t>
              </a:r>
              <a:r>
                <a:rPr lang="en-US" altLang="zh-CN" dirty="0">
                  <a:solidFill>
                    <a:srgbClr val="FF0000"/>
                  </a:solidFill>
                  <a:latin typeface="楷体_GB2312" charset="-122"/>
                  <a:ea typeface="楷体_GB2312" charset="-122"/>
                </a:rPr>
                <a:t>top</a:t>
              </a:r>
            </a:p>
          </p:txBody>
        </p:sp>
        <p:sp>
          <p:nvSpPr>
            <p:cNvPr id="24605" name="Line 1058"/>
            <p:cNvSpPr/>
            <p:nvPr/>
          </p:nvSpPr>
          <p:spPr>
            <a:xfrm flipH="1">
              <a:off x="4543" y="1338"/>
              <a:ext cx="813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sm" len="lg"/>
            </a:ln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24606" name="Group 1059"/>
          <p:cNvGrpSpPr/>
          <p:nvPr/>
        </p:nvGrpSpPr>
        <p:grpSpPr>
          <a:xfrm>
            <a:off x="4481513" y="1189038"/>
            <a:ext cx="1012825" cy="2978150"/>
            <a:chOff x="2801" y="991"/>
            <a:chExt cx="638" cy="1876"/>
          </a:xfrm>
        </p:grpSpPr>
        <p:sp>
          <p:nvSpPr>
            <p:cNvPr id="24607" name="Text Box 1060"/>
            <p:cNvSpPr txBox="1"/>
            <p:nvPr/>
          </p:nvSpPr>
          <p:spPr>
            <a:xfrm>
              <a:off x="2821" y="2617"/>
              <a:ext cx="618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ctr" anchorCtr="0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zh-CN" altLang="en-US" sz="2000" dirty="0">
                  <a:latin typeface="楷体_GB2312" charset="-122"/>
                  <a:ea typeface="楷体_GB2312" charset="-122"/>
                </a:rPr>
                <a:t>低地址</a:t>
              </a:r>
            </a:p>
          </p:txBody>
        </p:sp>
        <p:sp>
          <p:nvSpPr>
            <p:cNvPr id="24608" name="Text Box 1061"/>
            <p:cNvSpPr txBox="1"/>
            <p:nvPr/>
          </p:nvSpPr>
          <p:spPr>
            <a:xfrm>
              <a:off x="2801" y="991"/>
              <a:ext cx="618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ctr" anchorCtr="0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zh-CN" altLang="en-US" sz="2000" dirty="0">
                  <a:latin typeface="楷体_GB2312" charset="-122"/>
                  <a:ea typeface="楷体_GB2312" charset="-122"/>
                </a:rPr>
                <a:t>高地址</a:t>
              </a:r>
            </a:p>
          </p:txBody>
        </p:sp>
      </p:grpSp>
      <p:sp>
        <p:nvSpPr>
          <p:cNvPr id="24609" name="Rectangle 1062"/>
          <p:cNvSpPr/>
          <p:nvPr/>
        </p:nvSpPr>
        <p:spPr>
          <a:xfrm>
            <a:off x="611188" y="4422775"/>
            <a:ext cx="2690812" cy="946150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lstStyle/>
          <a:p>
            <a:r>
              <a:rPr lang="zh-CN" altLang="en-US" sz="2800" dirty="0">
                <a:latin typeface="楷体_GB2312" charset="-122"/>
                <a:ea typeface="楷体_GB2312" charset="-122"/>
              </a:rPr>
              <a:t>写入：</a:t>
            </a:r>
            <a:r>
              <a:rPr lang="en-US" altLang="zh-CN" sz="2800" dirty="0">
                <a:latin typeface="楷体_GB2312" charset="-122"/>
                <a:ea typeface="楷体_GB2312" charset="-122"/>
              </a:rPr>
              <a:t>v[i]= </a:t>
            </a:r>
            <a:r>
              <a:rPr lang="en-US" altLang="zh-CN" sz="2800" dirty="0">
                <a:solidFill>
                  <a:srgbClr val="FF0000"/>
                </a:solidFill>
                <a:latin typeface="楷体_GB2312" charset="-122"/>
                <a:ea typeface="楷体_GB2312" charset="-122"/>
              </a:rPr>
              <a:t>a</a:t>
            </a:r>
            <a:r>
              <a:rPr lang="en-US" altLang="zh-CN" sz="2800" baseline="-10000" dirty="0">
                <a:solidFill>
                  <a:srgbClr val="FF0000"/>
                </a:solidFill>
                <a:latin typeface="楷体_GB2312" charset="-122"/>
                <a:ea typeface="楷体_GB2312" charset="-122"/>
              </a:rPr>
              <a:t>i</a:t>
            </a:r>
            <a:endParaRPr lang="en-US" altLang="zh-CN" sz="2800" dirty="0">
              <a:solidFill>
                <a:srgbClr val="FF0000"/>
              </a:solidFill>
              <a:latin typeface="楷体_GB2312" charset="-122"/>
              <a:ea typeface="楷体_GB2312" charset="-122"/>
            </a:endParaRPr>
          </a:p>
          <a:p>
            <a:r>
              <a:rPr lang="zh-CN" altLang="en-US" sz="2800" dirty="0">
                <a:latin typeface="楷体_GB2312" charset="-122"/>
                <a:ea typeface="楷体_GB2312" charset="-122"/>
              </a:rPr>
              <a:t>读出： </a:t>
            </a:r>
            <a:r>
              <a:rPr lang="en-US" altLang="zh-CN" sz="2800" dirty="0">
                <a:latin typeface="楷体_GB2312" charset="-122"/>
                <a:ea typeface="楷体_GB2312" charset="-122"/>
              </a:rPr>
              <a:t>x= v[i]</a:t>
            </a:r>
          </a:p>
        </p:txBody>
      </p:sp>
      <p:sp>
        <p:nvSpPr>
          <p:cNvPr id="24610" name="Rectangle 1063"/>
          <p:cNvSpPr/>
          <p:nvPr/>
        </p:nvSpPr>
        <p:spPr>
          <a:xfrm>
            <a:off x="5064125" y="4495800"/>
            <a:ext cx="3009900" cy="822325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r>
              <a:rPr lang="zh-CN" altLang="en-US" dirty="0">
                <a:latin typeface="楷体_GB2312" charset="-122"/>
                <a:ea typeface="楷体_GB2312" charset="-122"/>
              </a:rPr>
              <a:t>压入：</a:t>
            </a:r>
            <a:r>
              <a:rPr lang="en-US" altLang="zh-CN" dirty="0">
                <a:latin typeface="楷体_GB2312" charset="-122"/>
                <a:ea typeface="楷体_GB2312" charset="-122"/>
                <a:hlinkClick r:id="" action="ppaction://hlinkshowjump?jump=nextslide"/>
              </a:rPr>
              <a:t>PUSH (</a:t>
            </a:r>
            <a:r>
              <a:rPr lang="en-US" altLang="zh-CN" dirty="0">
                <a:solidFill>
                  <a:schemeClr val="accent1"/>
                </a:solidFill>
                <a:latin typeface="楷体_GB2312" charset="-122"/>
                <a:ea typeface="楷体_GB2312" charset="-122"/>
                <a:hlinkClick r:id="" action="ppaction://hlinkshowjump?jump=nextslide"/>
              </a:rPr>
              <a:t>a</a:t>
            </a:r>
            <a:r>
              <a:rPr lang="en-US" altLang="zh-CN" baseline="-10000" dirty="0">
                <a:solidFill>
                  <a:schemeClr val="accent1"/>
                </a:solidFill>
                <a:latin typeface="楷体_GB2312" charset="-122"/>
                <a:ea typeface="楷体_GB2312" charset="-122"/>
                <a:hlinkClick r:id="" action="ppaction://hlinkshowjump?jump=nextslide"/>
              </a:rPr>
              <a:t>n+1</a:t>
            </a:r>
            <a:r>
              <a:rPr lang="en-US" altLang="zh-CN" dirty="0">
                <a:latin typeface="楷体_GB2312" charset="-122"/>
                <a:ea typeface="楷体_GB2312" charset="-122"/>
                <a:hlinkClick r:id="" action="ppaction://hlinkshowjump?jump=nextslide"/>
              </a:rPr>
              <a:t>)</a:t>
            </a:r>
            <a:endParaRPr lang="en-US" altLang="zh-CN" dirty="0">
              <a:latin typeface="楷体_GB2312" charset="-122"/>
              <a:ea typeface="楷体_GB2312" charset="-122"/>
            </a:endParaRPr>
          </a:p>
          <a:p>
            <a:r>
              <a:rPr lang="zh-CN" altLang="en-US" dirty="0">
                <a:latin typeface="楷体_GB2312" charset="-122"/>
                <a:ea typeface="楷体_GB2312" charset="-122"/>
              </a:rPr>
              <a:t>弹出： </a:t>
            </a:r>
            <a:r>
              <a:rPr lang="en-US" altLang="zh-CN" dirty="0">
                <a:latin typeface="楷体_GB2312" charset="-122"/>
                <a:ea typeface="楷体_GB2312" charset="-122"/>
              </a:rPr>
              <a:t>POP  (x)</a:t>
            </a:r>
          </a:p>
        </p:txBody>
      </p:sp>
      <p:sp>
        <p:nvSpPr>
          <p:cNvPr id="24611" name="Rectangle 1064"/>
          <p:cNvSpPr/>
          <p:nvPr/>
        </p:nvSpPr>
        <p:spPr>
          <a:xfrm>
            <a:off x="1547813" y="5546725"/>
            <a:ext cx="6192837" cy="579438"/>
          </a:xfrm>
          <a:prstGeom prst="rect">
            <a:avLst/>
          </a:prstGeom>
          <a:solidFill>
            <a:srgbClr val="CCFFFF"/>
          </a:solidFill>
          <a:ln w="9525">
            <a:noFill/>
          </a:ln>
        </p:spPr>
        <p:txBody>
          <a:bodyPr anchor="t" anchorCtr="0">
            <a:spAutoFit/>
          </a:bodyPr>
          <a:lstStyle/>
          <a:p>
            <a:r>
              <a:rPr lang="zh-CN" altLang="en-US" sz="3200" dirty="0">
                <a:latin typeface="楷体_GB2312" charset="-122"/>
                <a:ea typeface="楷体_GB2312" charset="-122"/>
              </a:rPr>
              <a:t>前提：一定要</a:t>
            </a:r>
            <a:r>
              <a:rPr lang="zh-CN" altLang="en-US" sz="3200" dirty="0">
                <a:highlight>
                  <a:srgbClr val="00FF00"/>
                </a:highlight>
                <a:latin typeface="楷体_GB2312" charset="-122"/>
                <a:ea typeface="楷体_GB2312" charset="-122"/>
              </a:rPr>
              <a:t>预设栈顶指针</a:t>
            </a:r>
            <a:r>
              <a:rPr lang="en-US" altLang="zh-CN" sz="3200" dirty="0">
                <a:solidFill>
                  <a:srgbClr val="FF0000"/>
                </a:solidFill>
                <a:highlight>
                  <a:srgbClr val="00FF00"/>
                </a:highlight>
                <a:latin typeface="楷体_GB2312" charset="-122"/>
                <a:ea typeface="楷体_GB2312" charset="-122"/>
              </a:rPr>
              <a:t>top</a:t>
            </a:r>
            <a:r>
              <a:rPr lang="zh-CN" altLang="en-US" sz="3200" dirty="0">
                <a:latin typeface="楷体_GB2312" charset="-122"/>
                <a:ea typeface="楷体_GB2312" charset="-122"/>
              </a:rPr>
              <a:t>！</a:t>
            </a:r>
          </a:p>
        </p:txBody>
      </p:sp>
      <p:grpSp>
        <p:nvGrpSpPr>
          <p:cNvPr id="24612" name="Group 1065"/>
          <p:cNvGrpSpPr/>
          <p:nvPr/>
        </p:nvGrpSpPr>
        <p:grpSpPr>
          <a:xfrm>
            <a:off x="0" y="1073150"/>
            <a:ext cx="1016000" cy="3117850"/>
            <a:chOff x="-22" y="918"/>
            <a:chExt cx="640" cy="1964"/>
          </a:xfrm>
        </p:grpSpPr>
        <p:sp>
          <p:nvSpPr>
            <p:cNvPr id="24613" name="Text Box 1066"/>
            <p:cNvSpPr txBox="1"/>
            <p:nvPr/>
          </p:nvSpPr>
          <p:spPr>
            <a:xfrm>
              <a:off x="-22" y="2632"/>
              <a:ext cx="618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ctr" anchorCtr="0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zh-CN" altLang="en-US" sz="2000" dirty="0">
                  <a:latin typeface="楷体_GB2312" charset="-122"/>
                  <a:ea typeface="楷体_GB2312" charset="-122"/>
                </a:rPr>
                <a:t>低地址</a:t>
              </a:r>
            </a:p>
          </p:txBody>
        </p:sp>
        <p:sp>
          <p:nvSpPr>
            <p:cNvPr id="24614" name="Text Box 1067"/>
            <p:cNvSpPr txBox="1"/>
            <p:nvPr/>
          </p:nvSpPr>
          <p:spPr>
            <a:xfrm>
              <a:off x="0" y="918"/>
              <a:ext cx="618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ctr" anchorCtr="0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zh-CN" altLang="en-US" sz="2000" dirty="0">
                  <a:latin typeface="楷体_GB2312" charset="-122"/>
                  <a:ea typeface="楷体_GB2312" charset="-122"/>
                </a:rPr>
                <a:t>高地址</a:t>
              </a:r>
            </a:p>
          </p:txBody>
        </p:sp>
        <p:sp>
          <p:nvSpPr>
            <p:cNvPr id="24615" name="Rectangle 1068"/>
            <p:cNvSpPr/>
            <p:nvPr/>
          </p:nvSpPr>
          <p:spPr>
            <a:xfrm>
              <a:off x="113" y="1695"/>
              <a:ext cx="504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lstStyle/>
            <a:p>
              <a:r>
                <a:rPr lang="en-US" altLang="zh-CN" dirty="0">
                  <a:latin typeface="楷体_GB2312" charset="-122"/>
                  <a:ea typeface="楷体_GB2312" charset="-122"/>
                </a:rPr>
                <a:t>v[i]</a:t>
              </a:r>
            </a:p>
          </p:txBody>
        </p:sp>
      </p:grpSp>
      <p:grpSp>
        <p:nvGrpSpPr>
          <p:cNvPr id="24616" name="Group 1069"/>
          <p:cNvGrpSpPr/>
          <p:nvPr/>
        </p:nvGrpSpPr>
        <p:grpSpPr>
          <a:xfrm>
            <a:off x="955675" y="550863"/>
            <a:ext cx="1736725" cy="3698875"/>
            <a:chOff x="580" y="589"/>
            <a:chExt cx="1094" cy="2330"/>
          </a:xfrm>
        </p:grpSpPr>
        <p:sp>
          <p:nvSpPr>
            <p:cNvPr id="24617" name="Rectangle 1070"/>
            <p:cNvSpPr/>
            <p:nvPr/>
          </p:nvSpPr>
          <p:spPr>
            <a:xfrm>
              <a:off x="596" y="2632"/>
              <a:ext cx="1056" cy="287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/>
            <a:lstStyle/>
            <a:p>
              <a:pPr algn="ctr">
                <a:spcBef>
                  <a:spcPct val="50000"/>
                </a:spcBef>
              </a:pPr>
              <a:r>
                <a:rPr lang="en-US" altLang="zh-CN" dirty="0">
                  <a:latin typeface="楷体_GB2312" charset="-122"/>
                  <a:ea typeface="楷体_GB2312" charset="-122"/>
                </a:rPr>
                <a:t> a</a:t>
              </a:r>
              <a:r>
                <a:rPr lang="en-US" altLang="zh-CN" baseline="-10000" dirty="0">
                  <a:latin typeface="楷体_GB2312" charset="-122"/>
                  <a:ea typeface="楷体_GB2312" charset="-122"/>
                </a:rPr>
                <a:t>1</a:t>
              </a:r>
              <a:endParaRPr lang="en-US" altLang="zh-CN" dirty="0">
                <a:latin typeface="楷体_GB2312" charset="-122"/>
                <a:ea typeface="楷体_GB2312" charset="-122"/>
              </a:endParaRPr>
            </a:p>
          </p:txBody>
        </p:sp>
        <p:sp>
          <p:nvSpPr>
            <p:cNvPr id="24618" name="Rectangle 1071"/>
            <p:cNvSpPr/>
            <p:nvPr/>
          </p:nvSpPr>
          <p:spPr>
            <a:xfrm>
              <a:off x="596" y="2345"/>
              <a:ext cx="1056" cy="287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/>
            <a:lstStyle/>
            <a:p>
              <a:pPr algn="ctr">
                <a:spcBef>
                  <a:spcPct val="50000"/>
                </a:spcBef>
              </a:pPr>
              <a:r>
                <a:rPr lang="en-US" altLang="zh-CN" dirty="0">
                  <a:latin typeface="楷体_GB2312" charset="-122"/>
                  <a:ea typeface="楷体_GB2312" charset="-122"/>
                </a:rPr>
                <a:t> a</a:t>
              </a:r>
              <a:r>
                <a:rPr lang="en-US" altLang="zh-CN" baseline="-10000" dirty="0">
                  <a:latin typeface="楷体_GB2312" charset="-122"/>
                  <a:ea typeface="楷体_GB2312" charset="-122"/>
                </a:rPr>
                <a:t>2</a:t>
              </a:r>
              <a:endParaRPr lang="en-US" altLang="zh-CN" dirty="0">
                <a:latin typeface="楷体_GB2312" charset="-122"/>
                <a:ea typeface="楷体_GB2312" charset="-122"/>
              </a:endParaRPr>
            </a:p>
          </p:txBody>
        </p:sp>
        <p:sp>
          <p:nvSpPr>
            <p:cNvPr id="24619" name="Rectangle 1072"/>
            <p:cNvSpPr/>
            <p:nvPr/>
          </p:nvSpPr>
          <p:spPr>
            <a:xfrm>
              <a:off x="580" y="1730"/>
              <a:ext cx="1056" cy="287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/>
            <a:lstStyle/>
            <a:p>
              <a:pPr algn="ctr">
                <a:spcBef>
                  <a:spcPct val="50000"/>
                </a:spcBef>
              </a:pPr>
              <a:r>
                <a:rPr lang="en-US" altLang="zh-CN" dirty="0">
                  <a:latin typeface="楷体_GB2312" charset="-122"/>
                  <a:ea typeface="楷体_GB2312" charset="-122"/>
                </a:rPr>
                <a:t> </a:t>
              </a:r>
              <a:r>
                <a:rPr lang="en-US" altLang="zh-CN" sz="2800" dirty="0">
                  <a:solidFill>
                    <a:srgbClr val="FF0000"/>
                  </a:solidFill>
                  <a:latin typeface="楷体_GB2312" charset="-122"/>
                  <a:ea typeface="楷体_GB2312" charset="-122"/>
                </a:rPr>
                <a:t>a</a:t>
              </a:r>
              <a:r>
                <a:rPr lang="en-US" altLang="zh-CN" sz="2800" baseline="-10000" dirty="0">
                  <a:solidFill>
                    <a:srgbClr val="FF0000"/>
                  </a:solidFill>
                  <a:latin typeface="楷体_GB2312" charset="-122"/>
                  <a:ea typeface="楷体_GB2312" charset="-122"/>
                </a:rPr>
                <a:t>i</a:t>
              </a:r>
              <a:endParaRPr lang="en-US" altLang="zh-CN" sz="2800" dirty="0">
                <a:solidFill>
                  <a:srgbClr val="FF0000"/>
                </a:solidFill>
                <a:latin typeface="楷体_GB2312" charset="-122"/>
                <a:ea typeface="楷体_GB2312" charset="-122"/>
              </a:endParaRPr>
            </a:p>
          </p:txBody>
        </p:sp>
        <p:sp>
          <p:nvSpPr>
            <p:cNvPr id="24620" name="Rectangle 1073"/>
            <p:cNvSpPr/>
            <p:nvPr/>
          </p:nvSpPr>
          <p:spPr>
            <a:xfrm>
              <a:off x="618" y="1146"/>
              <a:ext cx="1056" cy="258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/>
            <a:lstStyle/>
            <a:p>
              <a:pPr algn="ctr">
                <a:spcBef>
                  <a:spcPct val="50000"/>
                </a:spcBef>
              </a:pPr>
              <a:r>
                <a:rPr lang="en-US" altLang="zh-CN" dirty="0">
                  <a:latin typeface="楷体_GB2312" charset="-122"/>
                  <a:ea typeface="楷体_GB2312" charset="-122"/>
                </a:rPr>
                <a:t> a</a:t>
              </a:r>
              <a:r>
                <a:rPr lang="en-US" altLang="zh-CN" baseline="-10000" dirty="0">
                  <a:latin typeface="楷体_GB2312" charset="-122"/>
                  <a:ea typeface="楷体_GB2312" charset="-122"/>
                </a:rPr>
                <a:t>n</a:t>
              </a:r>
              <a:endParaRPr lang="en-US" altLang="zh-CN" dirty="0">
                <a:latin typeface="楷体_GB2312" charset="-122"/>
                <a:ea typeface="楷体_GB2312" charset="-122"/>
              </a:endParaRPr>
            </a:p>
          </p:txBody>
        </p:sp>
        <p:sp>
          <p:nvSpPr>
            <p:cNvPr id="24621" name="Line 1074"/>
            <p:cNvSpPr/>
            <p:nvPr/>
          </p:nvSpPr>
          <p:spPr>
            <a:xfrm>
              <a:off x="596" y="928"/>
              <a:ext cx="1056" cy="0"/>
            </a:xfrm>
            <a:prstGeom prst="line">
              <a:avLst/>
            </a:prstGeom>
            <a:ln w="28575" cap="sq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622" name="Line 1075"/>
            <p:cNvSpPr/>
            <p:nvPr/>
          </p:nvSpPr>
          <p:spPr>
            <a:xfrm>
              <a:off x="596" y="1412"/>
              <a:ext cx="1056" cy="0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623" name="Line 1076"/>
            <p:cNvSpPr/>
            <p:nvPr/>
          </p:nvSpPr>
          <p:spPr>
            <a:xfrm>
              <a:off x="596" y="1718"/>
              <a:ext cx="1056" cy="0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624" name="Line 1077"/>
            <p:cNvSpPr/>
            <p:nvPr/>
          </p:nvSpPr>
          <p:spPr>
            <a:xfrm>
              <a:off x="596" y="2025"/>
              <a:ext cx="1056" cy="0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625" name="Line 1078"/>
            <p:cNvSpPr/>
            <p:nvPr/>
          </p:nvSpPr>
          <p:spPr>
            <a:xfrm>
              <a:off x="596" y="2345"/>
              <a:ext cx="1056" cy="0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626" name="Line 1079"/>
            <p:cNvSpPr/>
            <p:nvPr/>
          </p:nvSpPr>
          <p:spPr>
            <a:xfrm>
              <a:off x="596" y="2632"/>
              <a:ext cx="1056" cy="0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627" name="Line 1080"/>
            <p:cNvSpPr/>
            <p:nvPr/>
          </p:nvSpPr>
          <p:spPr>
            <a:xfrm>
              <a:off x="596" y="2919"/>
              <a:ext cx="1056" cy="0"/>
            </a:xfrm>
            <a:prstGeom prst="line">
              <a:avLst/>
            </a:prstGeom>
            <a:ln w="28575" cap="sq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628" name="Line 1081"/>
            <p:cNvSpPr/>
            <p:nvPr/>
          </p:nvSpPr>
          <p:spPr>
            <a:xfrm>
              <a:off x="596" y="928"/>
              <a:ext cx="0" cy="1991"/>
            </a:xfrm>
            <a:prstGeom prst="line">
              <a:avLst/>
            </a:prstGeom>
            <a:ln w="28575" cap="sq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629" name="Line 1082"/>
            <p:cNvSpPr/>
            <p:nvPr/>
          </p:nvSpPr>
          <p:spPr>
            <a:xfrm>
              <a:off x="1652" y="928"/>
              <a:ext cx="0" cy="1991"/>
            </a:xfrm>
            <a:prstGeom prst="line">
              <a:avLst/>
            </a:prstGeom>
            <a:ln w="28575" cap="sq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630" name="Rectangle 1083"/>
            <p:cNvSpPr/>
            <p:nvPr/>
          </p:nvSpPr>
          <p:spPr>
            <a:xfrm>
              <a:off x="596" y="2038"/>
              <a:ext cx="1056" cy="326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/>
            <a:lstStyle/>
            <a:p>
              <a:r>
                <a:rPr lang="en-US" altLang="zh-CN" dirty="0">
                  <a:latin typeface="楷体_GB2312" charset="-122"/>
                  <a:ea typeface="楷体_GB2312" charset="-122"/>
                </a:rPr>
                <a:t>     </a:t>
              </a:r>
              <a:r>
                <a:rPr lang="en-US" altLang="zh-CN" dirty="0">
                  <a:latin typeface="Times New Roman" panose="02020603050405020304" pitchFamily="18" charset="0"/>
                  <a:ea typeface="楷体_GB2312" charset="-122"/>
                </a:rPr>
                <a:t>……</a:t>
              </a:r>
              <a:endParaRPr lang="en-US" altLang="zh-CN" dirty="0">
                <a:latin typeface="楷体_GB2312" charset="-122"/>
                <a:ea typeface="楷体_GB2312" charset="-122"/>
              </a:endParaRPr>
            </a:p>
          </p:txBody>
        </p:sp>
        <p:sp>
          <p:nvSpPr>
            <p:cNvPr id="24631" name="Rectangle 1084"/>
            <p:cNvSpPr/>
            <p:nvPr/>
          </p:nvSpPr>
          <p:spPr>
            <a:xfrm>
              <a:off x="580" y="589"/>
              <a:ext cx="1083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lstStyle/>
            <a:p>
              <a:r>
                <a:rPr lang="zh-CN" altLang="en-US" dirty="0">
                  <a:solidFill>
                    <a:schemeClr val="tx2"/>
                  </a:solidFill>
                  <a:latin typeface="楷体_GB2312" charset="-122"/>
                  <a:ea typeface="楷体_GB2312" charset="-122"/>
                </a:rPr>
                <a:t>顺序表</a:t>
              </a:r>
              <a:r>
                <a:rPr lang="en-US" altLang="zh-CN" dirty="0">
                  <a:solidFill>
                    <a:schemeClr val="tx2"/>
                  </a:solidFill>
                  <a:latin typeface="楷体_GB2312" charset="-122"/>
                  <a:ea typeface="楷体_GB2312" charset="-122"/>
                </a:rPr>
                <a:t>V[n]</a:t>
              </a:r>
            </a:p>
          </p:txBody>
        </p:sp>
        <p:sp>
          <p:nvSpPr>
            <p:cNvPr id="24632" name="Rectangle 1085"/>
            <p:cNvSpPr/>
            <p:nvPr/>
          </p:nvSpPr>
          <p:spPr>
            <a:xfrm>
              <a:off x="596" y="1404"/>
              <a:ext cx="1056" cy="326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/>
            <a:lstStyle/>
            <a:p>
              <a:r>
                <a:rPr lang="en-US" altLang="zh-CN" dirty="0">
                  <a:latin typeface="楷体_GB2312" charset="-122"/>
                  <a:ea typeface="楷体_GB2312" charset="-122"/>
                </a:rPr>
                <a:t>     </a:t>
              </a:r>
              <a:r>
                <a:rPr lang="en-US" altLang="zh-CN" dirty="0">
                  <a:latin typeface="Times New Roman" panose="02020603050405020304" pitchFamily="18" charset="0"/>
                  <a:ea typeface="楷体_GB2312" charset="-122"/>
                </a:rPr>
                <a:t>……</a:t>
              </a:r>
              <a:endParaRPr lang="en-US" altLang="zh-CN" dirty="0">
                <a:latin typeface="楷体_GB2312" charset="-122"/>
                <a:ea typeface="楷体_GB2312" charset="-122"/>
              </a:endParaRPr>
            </a:p>
          </p:txBody>
        </p:sp>
        <p:sp>
          <p:nvSpPr>
            <p:cNvPr id="24633" name="Line 1086"/>
            <p:cNvSpPr/>
            <p:nvPr/>
          </p:nvSpPr>
          <p:spPr>
            <a:xfrm>
              <a:off x="596" y="1138"/>
              <a:ext cx="1056" cy="0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24634" name="Rectangle 1088"/>
          <p:cNvSpPr/>
          <p:nvPr/>
        </p:nvSpPr>
        <p:spPr>
          <a:xfrm>
            <a:off x="5929313" y="965200"/>
            <a:ext cx="969962" cy="519113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r>
              <a:rPr lang="en-US" altLang="zh-CN" sz="2800" dirty="0">
                <a:solidFill>
                  <a:srgbClr val="FF0000"/>
                </a:solidFill>
                <a:latin typeface="楷体_GB2312" charset="-122"/>
                <a:ea typeface="楷体_GB2312" charset="-122"/>
              </a:rPr>
              <a:t>a</a:t>
            </a:r>
            <a:r>
              <a:rPr lang="en-US" altLang="zh-CN" sz="2800" baseline="-10000" dirty="0">
                <a:solidFill>
                  <a:srgbClr val="FF0000"/>
                </a:solidFill>
                <a:latin typeface="楷体_GB2312" charset="-122"/>
                <a:ea typeface="楷体_GB2312" charset="-122"/>
              </a:rPr>
              <a:t>n+1</a:t>
            </a:r>
          </a:p>
        </p:txBody>
      </p:sp>
      <p:sp>
        <p:nvSpPr>
          <p:cNvPr id="24635" name="Rectangle 1089"/>
          <p:cNvSpPr/>
          <p:nvPr/>
        </p:nvSpPr>
        <p:spPr>
          <a:xfrm>
            <a:off x="7938" y="-22225"/>
            <a:ext cx="5486400" cy="573088"/>
          </a:xfrm>
          <a:prstGeom prst="rect">
            <a:avLst/>
          </a:prstGeom>
          <a:solidFill>
            <a:srgbClr val="FFFF99"/>
          </a:solidFill>
          <a:ln w="9525">
            <a:noFill/>
          </a:ln>
        </p:spPr>
        <p:txBody>
          <a:bodyPr anchor="ctr" anchorCtr="0"/>
          <a:lstStyle/>
          <a:p>
            <a:pPr eaLnBrk="0" hangingPunct="0"/>
            <a:r>
              <a:rPr lang="zh-CN" altLang="en-US" sz="3200" dirty="0">
                <a:latin typeface="楷体_GB2312" charset="-122"/>
                <a:ea typeface="楷体_GB2312" charset="-122"/>
              </a:rPr>
              <a:t>顺序栈与顺序表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5" name="Rectangle 5"/>
          <p:cNvSpPr/>
          <p:nvPr/>
        </p:nvSpPr>
        <p:spPr>
          <a:xfrm>
            <a:off x="0" y="-20637"/>
            <a:ext cx="3590925" cy="534987"/>
          </a:xfrm>
          <a:prstGeom prst="rect">
            <a:avLst/>
          </a:prstGeom>
          <a:solidFill>
            <a:srgbClr val="FFFF99"/>
          </a:solidFill>
          <a:ln w="9525">
            <a:noFill/>
          </a:ln>
        </p:spPr>
        <p:txBody>
          <a:bodyPr anchor="ctr" anchorCtr="0"/>
          <a:lstStyle/>
          <a:p>
            <a:pPr eaLnBrk="0" hangingPunct="0"/>
            <a:r>
              <a:rPr lang="zh-CN" altLang="en-US" sz="3200" dirty="0">
                <a:latin typeface="楷体_GB2312" charset="-122"/>
                <a:ea typeface="楷体_GB2312" charset="-122"/>
              </a:rPr>
              <a:t>顺序栈的表示</a:t>
            </a:r>
          </a:p>
        </p:txBody>
      </p:sp>
      <p:sp>
        <p:nvSpPr>
          <p:cNvPr id="26626" name="Text Box 17"/>
          <p:cNvSpPr txBox="1"/>
          <p:nvPr/>
        </p:nvSpPr>
        <p:spPr>
          <a:xfrm>
            <a:off x="179388" y="5445125"/>
            <a:ext cx="2911475" cy="831850"/>
          </a:xfrm>
          <a:prstGeom prst="rect">
            <a:avLst/>
          </a:prstGeom>
          <a:noFill/>
          <a:ln w="38100" cap="flat" cmpd="sng">
            <a:solidFill>
              <a:srgbClr val="FF0000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square" anchor="t" anchorCtr="0"/>
          <a:lstStyle/>
          <a:p>
            <a:pPr algn="ctr" eaLnBrk="0" hangingPunct="0">
              <a:spcBef>
                <a:spcPct val="50000"/>
              </a:spcBef>
            </a:pPr>
            <a:r>
              <a:rPr lang="zh-CN" altLang="en-US" dirty="0">
                <a:latin typeface="楷体_GB2312" charset="-122"/>
                <a:ea typeface="楷体_GB2312" charset="-122"/>
              </a:rPr>
              <a:t>空栈</a:t>
            </a:r>
            <a:r>
              <a:rPr lang="en-US" altLang="zh-CN" dirty="0">
                <a:solidFill>
                  <a:srgbClr val="FF0000"/>
                </a:solidFill>
                <a:highlight>
                  <a:srgbClr val="00FF00"/>
                </a:highlight>
                <a:latin typeface="楷体_GB2312" charset="-122"/>
                <a:ea typeface="楷体_GB2312" charset="-122"/>
              </a:rPr>
              <a:t>base == top</a:t>
            </a:r>
            <a:r>
              <a:rPr lang="en-US" altLang="zh-CN" dirty="0">
                <a:highlight>
                  <a:srgbClr val="00FF00"/>
                </a:highlight>
                <a:latin typeface="楷体_GB2312" charset="-122"/>
                <a:ea typeface="楷体_GB2312" charset="-122"/>
              </a:rPr>
              <a:t> </a:t>
            </a:r>
            <a:r>
              <a:rPr lang="zh-CN" altLang="en-US" dirty="0">
                <a:latin typeface="楷体_GB2312" charset="-122"/>
                <a:ea typeface="楷体_GB2312" charset="-122"/>
              </a:rPr>
              <a:t>是栈空标志</a:t>
            </a:r>
          </a:p>
          <a:p>
            <a:pPr algn="ctr" eaLnBrk="0" hangingPunct="0">
              <a:spcBef>
                <a:spcPct val="50000"/>
              </a:spcBef>
            </a:pPr>
            <a:endParaRPr lang="en-US" altLang="zh-CN" dirty="0">
              <a:latin typeface="楷体_GB2312" charset="-122"/>
              <a:ea typeface="楷体_GB2312" charset="-122"/>
            </a:endParaRPr>
          </a:p>
        </p:txBody>
      </p:sp>
      <p:grpSp>
        <p:nvGrpSpPr>
          <p:cNvPr id="26627" name="Group 18"/>
          <p:cNvGrpSpPr/>
          <p:nvPr/>
        </p:nvGrpSpPr>
        <p:grpSpPr>
          <a:xfrm>
            <a:off x="2047875" y="744538"/>
            <a:ext cx="1828800" cy="2193925"/>
            <a:chOff x="1056" y="1440"/>
            <a:chExt cx="1152" cy="1382"/>
          </a:xfrm>
        </p:grpSpPr>
        <p:sp>
          <p:nvSpPr>
            <p:cNvPr id="26628" name="Text Box 19"/>
            <p:cNvSpPr txBox="1"/>
            <p:nvPr/>
          </p:nvSpPr>
          <p:spPr>
            <a:xfrm>
              <a:off x="1104" y="2140"/>
              <a:ext cx="768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lstStyle/>
            <a:p>
              <a:pPr algn="ctr" eaLnBrk="0" hangingPunct="0">
                <a:spcBef>
                  <a:spcPct val="50000"/>
                </a:spcBef>
              </a:pPr>
              <a:r>
                <a:rPr lang="en-US" altLang="zh-CN" sz="2000" dirty="0">
                  <a:latin typeface="Arial" panose="020B0604020202020204" pitchFamily="34" charset="0"/>
                  <a:ea typeface="宋体" panose="02010600030101010101" pitchFamily="2" charset="-122"/>
                </a:rPr>
                <a:t>top</a:t>
              </a:r>
            </a:p>
          </p:txBody>
        </p:sp>
        <p:sp>
          <p:nvSpPr>
            <p:cNvPr id="26629" name="Rectangle 20"/>
            <p:cNvSpPr/>
            <p:nvPr/>
          </p:nvSpPr>
          <p:spPr>
            <a:xfrm>
              <a:off x="1776" y="1440"/>
              <a:ext cx="432" cy="1296"/>
            </a:xfrm>
            <a:prstGeom prst="rect">
              <a:avLst/>
            </a:prstGeom>
            <a:solidFill>
              <a:srgbClr val="FFFFFF"/>
            </a:solidFill>
            <a:ln w="38100" cap="flat" cmpd="sng">
              <a:solidFill>
                <a:srgbClr val="00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/>
            <a:p>
              <a:pPr eaLnBrk="0" hangingPunct="0">
                <a:spcBef>
                  <a:spcPct val="20000"/>
                </a:spcBef>
              </a:pPr>
              <a:endParaRPr lang="zh-CN" altLang="en-US" dirty="0">
                <a:latin typeface="Times New Roman" panose="02020603050405020304" pitchFamily="18" charset="0"/>
                <a:ea typeface="楷体_GB2312" charset="-122"/>
              </a:endParaRPr>
            </a:p>
          </p:txBody>
        </p:sp>
        <p:sp>
          <p:nvSpPr>
            <p:cNvPr id="26630" name="Line 21"/>
            <p:cNvSpPr/>
            <p:nvPr/>
          </p:nvSpPr>
          <p:spPr>
            <a:xfrm>
              <a:off x="1776" y="2112"/>
              <a:ext cx="432" cy="0"/>
            </a:xfrm>
            <a:prstGeom prst="line">
              <a:avLst/>
            </a:prstGeom>
            <a:ln w="3810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6631" name="Line 22"/>
            <p:cNvSpPr/>
            <p:nvPr/>
          </p:nvSpPr>
          <p:spPr>
            <a:xfrm>
              <a:off x="1776" y="2400"/>
              <a:ext cx="432" cy="0"/>
            </a:xfrm>
            <a:prstGeom prst="line">
              <a:avLst/>
            </a:prstGeom>
            <a:ln w="3810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6632" name="Line 23"/>
            <p:cNvSpPr/>
            <p:nvPr/>
          </p:nvSpPr>
          <p:spPr>
            <a:xfrm>
              <a:off x="1776" y="1776"/>
              <a:ext cx="432" cy="0"/>
            </a:xfrm>
            <a:prstGeom prst="line">
              <a:avLst/>
            </a:prstGeom>
            <a:ln w="3810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6633" name="Line 24"/>
            <p:cNvSpPr/>
            <p:nvPr/>
          </p:nvSpPr>
          <p:spPr>
            <a:xfrm>
              <a:off x="1584" y="2688"/>
              <a:ext cx="192" cy="0"/>
            </a:xfrm>
            <a:prstGeom prst="line">
              <a:avLst/>
            </a:prstGeom>
            <a:ln w="19050" cap="flat" cmpd="sng">
              <a:solidFill>
                <a:schemeClr val="folHlink"/>
              </a:solidFill>
              <a:prstDash val="solid"/>
              <a:round/>
              <a:headEnd type="none" w="med" len="med"/>
              <a:tailEnd type="triangl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6634" name="Line 25"/>
            <p:cNvSpPr/>
            <p:nvPr/>
          </p:nvSpPr>
          <p:spPr>
            <a:xfrm>
              <a:off x="1584" y="2256"/>
              <a:ext cx="192" cy="0"/>
            </a:xfrm>
            <a:prstGeom prst="line">
              <a:avLst/>
            </a:prstGeom>
            <a:ln w="19050" cap="flat" cmpd="sng">
              <a:solidFill>
                <a:srgbClr val="000000"/>
              </a:solidFill>
              <a:prstDash val="solid"/>
              <a:round/>
              <a:headEnd type="none" w="med" len="med"/>
              <a:tailEnd type="triangl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6635" name="Text Box 26"/>
            <p:cNvSpPr txBox="1"/>
            <p:nvPr/>
          </p:nvSpPr>
          <p:spPr>
            <a:xfrm>
              <a:off x="1824" y="2448"/>
              <a:ext cx="384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lstStyle/>
            <a:p>
              <a:pPr algn="ctr" eaLnBrk="0" hangingPunct="0">
                <a:spcBef>
                  <a:spcPct val="50000"/>
                </a:spcBef>
              </a:pPr>
              <a:r>
                <a:rPr lang="en-US" altLang="zh-CN" sz="2000" dirty="0">
                  <a:latin typeface="Arial" panose="020B0604020202020204" pitchFamily="34" charset="0"/>
                  <a:ea typeface="宋体" panose="02010600030101010101" pitchFamily="2" charset="-122"/>
                </a:rPr>
                <a:t>A</a:t>
              </a:r>
            </a:p>
          </p:txBody>
        </p:sp>
        <p:sp>
          <p:nvSpPr>
            <p:cNvPr id="26636" name="Text Box 27"/>
            <p:cNvSpPr txBox="1"/>
            <p:nvPr/>
          </p:nvSpPr>
          <p:spPr>
            <a:xfrm>
              <a:off x="1056" y="2572"/>
              <a:ext cx="768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lstStyle/>
            <a:p>
              <a:pPr algn="ctr" eaLnBrk="0" hangingPunct="0">
                <a:spcBef>
                  <a:spcPct val="50000"/>
                </a:spcBef>
              </a:pPr>
              <a:r>
                <a:rPr lang="en-US" altLang="zh-CN" sz="2000" dirty="0">
                  <a:solidFill>
                    <a:schemeClr val="folHlink"/>
                  </a:solidFill>
                  <a:latin typeface="Arial" panose="020B0604020202020204" pitchFamily="34" charset="0"/>
                  <a:ea typeface="宋体" panose="02010600030101010101" pitchFamily="2" charset="-122"/>
                </a:rPr>
                <a:t>base</a:t>
              </a:r>
            </a:p>
          </p:txBody>
        </p:sp>
      </p:grpSp>
      <p:grpSp>
        <p:nvGrpSpPr>
          <p:cNvPr id="26637" name="Group 28"/>
          <p:cNvGrpSpPr/>
          <p:nvPr/>
        </p:nvGrpSpPr>
        <p:grpSpPr>
          <a:xfrm>
            <a:off x="3657600" y="744538"/>
            <a:ext cx="1828800" cy="2193925"/>
            <a:chOff x="2304" y="1440"/>
            <a:chExt cx="1152" cy="1382"/>
          </a:xfrm>
        </p:grpSpPr>
        <p:sp>
          <p:nvSpPr>
            <p:cNvPr id="26638" name="Text Box 29"/>
            <p:cNvSpPr txBox="1"/>
            <p:nvPr/>
          </p:nvSpPr>
          <p:spPr>
            <a:xfrm>
              <a:off x="2304" y="2572"/>
              <a:ext cx="768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lstStyle/>
            <a:p>
              <a:pPr algn="ctr" eaLnBrk="0" hangingPunct="0">
                <a:spcBef>
                  <a:spcPct val="50000"/>
                </a:spcBef>
              </a:pPr>
              <a:r>
                <a:rPr lang="en-US" altLang="zh-CN" sz="2000" dirty="0">
                  <a:solidFill>
                    <a:schemeClr val="folHlink"/>
                  </a:solidFill>
                  <a:latin typeface="Arial" panose="020B0604020202020204" pitchFamily="34" charset="0"/>
                  <a:ea typeface="宋体" panose="02010600030101010101" pitchFamily="2" charset="-122"/>
                </a:rPr>
                <a:t>base</a:t>
              </a:r>
            </a:p>
          </p:txBody>
        </p:sp>
        <p:sp>
          <p:nvSpPr>
            <p:cNvPr id="26639" name="Text Box 30"/>
            <p:cNvSpPr txBox="1"/>
            <p:nvPr/>
          </p:nvSpPr>
          <p:spPr>
            <a:xfrm>
              <a:off x="2352" y="1852"/>
              <a:ext cx="768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lstStyle/>
            <a:p>
              <a:pPr algn="ctr" eaLnBrk="0" hangingPunct="0">
                <a:spcBef>
                  <a:spcPct val="50000"/>
                </a:spcBef>
              </a:pPr>
              <a:r>
                <a:rPr lang="en-US" altLang="zh-CN" sz="2000" dirty="0">
                  <a:latin typeface="Arial" panose="020B0604020202020204" pitchFamily="34" charset="0"/>
                  <a:ea typeface="宋体" panose="02010600030101010101" pitchFamily="2" charset="-122"/>
                </a:rPr>
                <a:t>top</a:t>
              </a:r>
            </a:p>
          </p:txBody>
        </p:sp>
        <p:grpSp>
          <p:nvGrpSpPr>
            <p:cNvPr id="26640" name="Group 31"/>
            <p:cNvGrpSpPr/>
            <p:nvPr/>
          </p:nvGrpSpPr>
          <p:grpSpPr>
            <a:xfrm>
              <a:off x="2832" y="1440"/>
              <a:ext cx="624" cy="1296"/>
              <a:chOff x="2832" y="1440"/>
              <a:chExt cx="624" cy="1296"/>
            </a:xfrm>
          </p:grpSpPr>
          <p:sp>
            <p:nvSpPr>
              <p:cNvPr id="26641" name="Rectangle 32"/>
              <p:cNvSpPr/>
              <p:nvPr/>
            </p:nvSpPr>
            <p:spPr>
              <a:xfrm>
                <a:off x="3024" y="1440"/>
                <a:ext cx="432" cy="1296"/>
              </a:xfrm>
              <a:prstGeom prst="rect">
                <a:avLst/>
              </a:prstGeom>
              <a:solidFill>
                <a:srgbClr val="FFFFFF"/>
              </a:solidFill>
              <a:ln w="38100" cap="flat" cmpd="sng">
                <a:solidFill>
                  <a:srgbClr val="000000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lstStyle/>
              <a:p>
                <a:pPr eaLnBrk="0" hangingPunct="0">
                  <a:spcBef>
                    <a:spcPct val="20000"/>
                  </a:spcBef>
                </a:pPr>
                <a:endParaRPr lang="zh-CN" altLang="en-US" dirty="0">
                  <a:latin typeface="Times New Roman" panose="02020603050405020304" pitchFamily="18" charset="0"/>
                  <a:ea typeface="楷体_GB2312" charset="-122"/>
                </a:endParaRPr>
              </a:p>
            </p:txBody>
          </p:sp>
          <p:sp>
            <p:nvSpPr>
              <p:cNvPr id="26642" name="Line 33"/>
              <p:cNvSpPr/>
              <p:nvPr/>
            </p:nvSpPr>
            <p:spPr>
              <a:xfrm>
                <a:off x="3024" y="2112"/>
                <a:ext cx="432" cy="0"/>
              </a:xfrm>
              <a:prstGeom prst="line">
                <a:avLst/>
              </a:prstGeom>
              <a:ln w="38100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6643" name="Line 34"/>
              <p:cNvSpPr/>
              <p:nvPr/>
            </p:nvSpPr>
            <p:spPr>
              <a:xfrm>
                <a:off x="3024" y="2400"/>
                <a:ext cx="432" cy="0"/>
              </a:xfrm>
              <a:prstGeom prst="line">
                <a:avLst/>
              </a:prstGeom>
              <a:ln w="38100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6644" name="Line 35"/>
              <p:cNvSpPr/>
              <p:nvPr/>
            </p:nvSpPr>
            <p:spPr>
              <a:xfrm>
                <a:off x="3024" y="1776"/>
                <a:ext cx="432" cy="0"/>
              </a:xfrm>
              <a:prstGeom prst="line">
                <a:avLst/>
              </a:prstGeom>
              <a:ln w="38100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6645" name="Line 36"/>
              <p:cNvSpPr/>
              <p:nvPr/>
            </p:nvSpPr>
            <p:spPr>
              <a:xfrm>
                <a:off x="2832" y="2688"/>
                <a:ext cx="192" cy="0"/>
              </a:xfrm>
              <a:prstGeom prst="line">
                <a:avLst/>
              </a:prstGeom>
              <a:ln w="19050" cap="flat" cmpd="sng">
                <a:solidFill>
                  <a:schemeClr val="folHlink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6646" name="Text Box 37"/>
              <p:cNvSpPr txBox="1"/>
              <p:nvPr/>
            </p:nvSpPr>
            <p:spPr>
              <a:xfrm>
                <a:off x="3072" y="2448"/>
                <a:ext cx="384" cy="25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anchor="t" anchorCtr="0">
                <a:spAutoFit/>
              </a:bodyPr>
              <a:lstStyle/>
              <a:p>
                <a:pPr algn="ctr" eaLnBrk="0" hangingPunct="0">
                  <a:spcBef>
                    <a:spcPct val="50000"/>
                  </a:spcBef>
                </a:pPr>
                <a:r>
                  <a:rPr lang="en-US" altLang="zh-CN" sz="2000" dirty="0">
                    <a:latin typeface="Arial" panose="020B0604020202020204" pitchFamily="34" charset="0"/>
                    <a:ea typeface="宋体" panose="02010600030101010101" pitchFamily="2" charset="-122"/>
                  </a:rPr>
                  <a:t>A</a:t>
                </a:r>
              </a:p>
            </p:txBody>
          </p:sp>
          <p:sp>
            <p:nvSpPr>
              <p:cNvPr id="26647" name="Line 38"/>
              <p:cNvSpPr/>
              <p:nvPr/>
            </p:nvSpPr>
            <p:spPr>
              <a:xfrm>
                <a:off x="2832" y="1968"/>
                <a:ext cx="192" cy="0"/>
              </a:xfrm>
              <a:prstGeom prst="line">
                <a:avLst/>
              </a:prstGeom>
              <a:ln w="19050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6648" name="Text Box 39"/>
              <p:cNvSpPr txBox="1"/>
              <p:nvPr/>
            </p:nvSpPr>
            <p:spPr>
              <a:xfrm>
                <a:off x="3072" y="2160"/>
                <a:ext cx="384" cy="25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anchor="t" anchorCtr="0">
                <a:spAutoFit/>
              </a:bodyPr>
              <a:lstStyle/>
              <a:p>
                <a:pPr algn="ctr" eaLnBrk="0" hangingPunct="0">
                  <a:spcBef>
                    <a:spcPct val="50000"/>
                  </a:spcBef>
                </a:pPr>
                <a:r>
                  <a:rPr lang="en-US" altLang="zh-CN" sz="2000" dirty="0">
                    <a:latin typeface="Arial" panose="020B0604020202020204" pitchFamily="34" charset="0"/>
                    <a:ea typeface="宋体" panose="02010600030101010101" pitchFamily="2" charset="-122"/>
                  </a:rPr>
                  <a:t>B</a:t>
                </a:r>
              </a:p>
            </p:txBody>
          </p:sp>
        </p:grpSp>
      </p:grpSp>
      <p:grpSp>
        <p:nvGrpSpPr>
          <p:cNvPr id="26649" name="Group 40"/>
          <p:cNvGrpSpPr/>
          <p:nvPr/>
        </p:nvGrpSpPr>
        <p:grpSpPr>
          <a:xfrm>
            <a:off x="5410200" y="744538"/>
            <a:ext cx="1828800" cy="2193925"/>
            <a:chOff x="3456" y="1440"/>
            <a:chExt cx="1152" cy="1382"/>
          </a:xfrm>
        </p:grpSpPr>
        <p:grpSp>
          <p:nvGrpSpPr>
            <p:cNvPr id="26650" name="Group 41"/>
            <p:cNvGrpSpPr/>
            <p:nvPr/>
          </p:nvGrpSpPr>
          <p:grpSpPr>
            <a:xfrm>
              <a:off x="3984" y="1440"/>
              <a:ext cx="624" cy="1296"/>
              <a:chOff x="3984" y="1440"/>
              <a:chExt cx="624" cy="1296"/>
            </a:xfrm>
          </p:grpSpPr>
          <p:sp>
            <p:nvSpPr>
              <p:cNvPr id="26651" name="Rectangle 42"/>
              <p:cNvSpPr/>
              <p:nvPr/>
            </p:nvSpPr>
            <p:spPr>
              <a:xfrm>
                <a:off x="4176" y="1440"/>
                <a:ext cx="432" cy="1296"/>
              </a:xfrm>
              <a:prstGeom prst="rect">
                <a:avLst/>
              </a:prstGeom>
              <a:solidFill>
                <a:srgbClr val="FFFFFF"/>
              </a:solidFill>
              <a:ln w="38100" cap="flat" cmpd="sng">
                <a:solidFill>
                  <a:srgbClr val="000000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lstStyle/>
              <a:p>
                <a:pPr eaLnBrk="0" hangingPunct="0">
                  <a:spcBef>
                    <a:spcPct val="20000"/>
                  </a:spcBef>
                </a:pPr>
                <a:endParaRPr lang="zh-CN" altLang="en-US" dirty="0">
                  <a:latin typeface="Times New Roman" panose="02020603050405020304" pitchFamily="18" charset="0"/>
                  <a:ea typeface="楷体_GB2312" charset="-122"/>
                </a:endParaRPr>
              </a:p>
            </p:txBody>
          </p:sp>
          <p:sp>
            <p:nvSpPr>
              <p:cNvPr id="26652" name="Line 43"/>
              <p:cNvSpPr/>
              <p:nvPr/>
            </p:nvSpPr>
            <p:spPr>
              <a:xfrm>
                <a:off x="4176" y="2112"/>
                <a:ext cx="432" cy="0"/>
              </a:xfrm>
              <a:prstGeom prst="line">
                <a:avLst/>
              </a:prstGeom>
              <a:ln w="38100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6653" name="Line 44"/>
              <p:cNvSpPr/>
              <p:nvPr/>
            </p:nvSpPr>
            <p:spPr>
              <a:xfrm>
                <a:off x="4176" y="2400"/>
                <a:ext cx="432" cy="0"/>
              </a:xfrm>
              <a:prstGeom prst="line">
                <a:avLst/>
              </a:prstGeom>
              <a:ln w="38100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6654" name="Line 45"/>
              <p:cNvSpPr/>
              <p:nvPr/>
            </p:nvSpPr>
            <p:spPr>
              <a:xfrm>
                <a:off x="4176" y="1776"/>
                <a:ext cx="432" cy="0"/>
              </a:xfrm>
              <a:prstGeom prst="line">
                <a:avLst/>
              </a:prstGeom>
              <a:ln w="38100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6655" name="Line 46"/>
              <p:cNvSpPr/>
              <p:nvPr/>
            </p:nvSpPr>
            <p:spPr>
              <a:xfrm>
                <a:off x="3984" y="2688"/>
                <a:ext cx="192" cy="0"/>
              </a:xfrm>
              <a:prstGeom prst="line">
                <a:avLst/>
              </a:prstGeom>
              <a:ln w="19050" cap="flat" cmpd="sng">
                <a:solidFill>
                  <a:schemeClr val="folHlink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6656" name="Text Box 47"/>
              <p:cNvSpPr txBox="1"/>
              <p:nvPr/>
            </p:nvSpPr>
            <p:spPr>
              <a:xfrm>
                <a:off x="4224" y="2448"/>
                <a:ext cx="384" cy="25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anchor="t" anchorCtr="0">
                <a:spAutoFit/>
              </a:bodyPr>
              <a:lstStyle/>
              <a:p>
                <a:pPr algn="ctr" eaLnBrk="0" hangingPunct="0">
                  <a:spcBef>
                    <a:spcPct val="50000"/>
                  </a:spcBef>
                </a:pPr>
                <a:r>
                  <a:rPr lang="en-US" altLang="zh-CN" sz="2000" dirty="0">
                    <a:latin typeface="Arial" panose="020B0604020202020204" pitchFamily="34" charset="0"/>
                    <a:ea typeface="宋体" panose="02010600030101010101" pitchFamily="2" charset="-122"/>
                  </a:rPr>
                  <a:t>A</a:t>
                </a:r>
              </a:p>
            </p:txBody>
          </p:sp>
          <p:sp>
            <p:nvSpPr>
              <p:cNvPr id="26657" name="Text Box 48"/>
              <p:cNvSpPr txBox="1"/>
              <p:nvPr/>
            </p:nvSpPr>
            <p:spPr>
              <a:xfrm>
                <a:off x="4224" y="2160"/>
                <a:ext cx="384" cy="25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anchor="t" anchorCtr="0">
                <a:spAutoFit/>
              </a:bodyPr>
              <a:lstStyle/>
              <a:p>
                <a:pPr algn="ctr" eaLnBrk="0" hangingPunct="0">
                  <a:spcBef>
                    <a:spcPct val="50000"/>
                  </a:spcBef>
                </a:pPr>
                <a:r>
                  <a:rPr lang="en-US" altLang="zh-CN" sz="2000" dirty="0">
                    <a:latin typeface="Arial" panose="020B0604020202020204" pitchFamily="34" charset="0"/>
                    <a:ea typeface="宋体" panose="02010600030101010101" pitchFamily="2" charset="-122"/>
                  </a:rPr>
                  <a:t>B</a:t>
                </a:r>
              </a:p>
            </p:txBody>
          </p:sp>
          <p:sp>
            <p:nvSpPr>
              <p:cNvPr id="26658" name="Text Box 49"/>
              <p:cNvSpPr txBox="1"/>
              <p:nvPr/>
            </p:nvSpPr>
            <p:spPr>
              <a:xfrm>
                <a:off x="4224" y="1872"/>
                <a:ext cx="384" cy="25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anchor="t" anchorCtr="0">
                <a:spAutoFit/>
              </a:bodyPr>
              <a:lstStyle/>
              <a:p>
                <a:pPr algn="ctr" eaLnBrk="0" hangingPunct="0">
                  <a:spcBef>
                    <a:spcPct val="50000"/>
                  </a:spcBef>
                </a:pPr>
                <a:r>
                  <a:rPr lang="en-US" altLang="zh-CN" sz="2000" dirty="0">
                    <a:latin typeface="Arial" panose="020B0604020202020204" pitchFamily="34" charset="0"/>
                    <a:ea typeface="宋体" panose="02010600030101010101" pitchFamily="2" charset="-122"/>
                  </a:rPr>
                  <a:t>C</a:t>
                </a:r>
              </a:p>
            </p:txBody>
          </p:sp>
          <p:sp>
            <p:nvSpPr>
              <p:cNvPr id="26659" name="Line 50"/>
              <p:cNvSpPr/>
              <p:nvPr/>
            </p:nvSpPr>
            <p:spPr>
              <a:xfrm>
                <a:off x="3984" y="1584"/>
                <a:ext cx="192" cy="0"/>
              </a:xfrm>
              <a:prstGeom prst="line">
                <a:avLst/>
              </a:prstGeom>
              <a:ln w="19050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26660" name="Text Box 51"/>
            <p:cNvSpPr txBox="1"/>
            <p:nvPr/>
          </p:nvSpPr>
          <p:spPr>
            <a:xfrm>
              <a:off x="3456" y="1468"/>
              <a:ext cx="768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lstStyle/>
            <a:p>
              <a:pPr algn="ctr" eaLnBrk="0" hangingPunct="0">
                <a:spcBef>
                  <a:spcPct val="50000"/>
                </a:spcBef>
              </a:pPr>
              <a:r>
                <a:rPr lang="en-US" altLang="zh-CN" sz="2000" dirty="0">
                  <a:latin typeface="Arial" panose="020B0604020202020204" pitchFamily="34" charset="0"/>
                  <a:ea typeface="宋体" panose="02010600030101010101" pitchFamily="2" charset="-122"/>
                </a:rPr>
                <a:t>top</a:t>
              </a:r>
            </a:p>
          </p:txBody>
        </p:sp>
        <p:sp>
          <p:nvSpPr>
            <p:cNvPr id="26661" name="Text Box 52"/>
            <p:cNvSpPr txBox="1"/>
            <p:nvPr/>
          </p:nvSpPr>
          <p:spPr>
            <a:xfrm>
              <a:off x="3456" y="2572"/>
              <a:ext cx="768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lstStyle/>
            <a:p>
              <a:pPr algn="ctr" eaLnBrk="0" hangingPunct="0">
                <a:spcBef>
                  <a:spcPct val="50000"/>
                </a:spcBef>
              </a:pPr>
              <a:r>
                <a:rPr lang="en-US" altLang="zh-CN" sz="2000" dirty="0">
                  <a:solidFill>
                    <a:schemeClr val="folHlink"/>
                  </a:solidFill>
                  <a:latin typeface="Arial" panose="020B0604020202020204" pitchFamily="34" charset="0"/>
                  <a:ea typeface="宋体" panose="02010600030101010101" pitchFamily="2" charset="-122"/>
                </a:rPr>
                <a:t>base</a:t>
              </a:r>
            </a:p>
          </p:txBody>
        </p:sp>
      </p:grpSp>
      <p:grpSp>
        <p:nvGrpSpPr>
          <p:cNvPr id="26662" name="Group 53"/>
          <p:cNvGrpSpPr/>
          <p:nvPr/>
        </p:nvGrpSpPr>
        <p:grpSpPr>
          <a:xfrm>
            <a:off x="7162800" y="255588"/>
            <a:ext cx="1828800" cy="2682875"/>
            <a:chOff x="4560" y="1132"/>
            <a:chExt cx="1152" cy="1690"/>
          </a:xfrm>
        </p:grpSpPr>
        <p:sp>
          <p:nvSpPr>
            <p:cNvPr id="26663" name="Text Box 54"/>
            <p:cNvSpPr txBox="1"/>
            <p:nvPr/>
          </p:nvSpPr>
          <p:spPr>
            <a:xfrm>
              <a:off x="4608" y="1132"/>
              <a:ext cx="768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lstStyle/>
            <a:p>
              <a:pPr algn="ctr" eaLnBrk="0" hangingPunct="0">
                <a:spcBef>
                  <a:spcPct val="50000"/>
                </a:spcBef>
              </a:pPr>
              <a:r>
                <a:rPr lang="en-US" altLang="zh-CN" sz="2000" dirty="0">
                  <a:latin typeface="Arial" panose="020B0604020202020204" pitchFamily="34" charset="0"/>
                  <a:ea typeface="宋体" panose="02010600030101010101" pitchFamily="2" charset="-122"/>
                </a:rPr>
                <a:t>top</a:t>
              </a:r>
            </a:p>
          </p:txBody>
        </p:sp>
        <p:sp>
          <p:nvSpPr>
            <p:cNvPr id="26664" name="Text Box 55"/>
            <p:cNvSpPr txBox="1"/>
            <p:nvPr/>
          </p:nvSpPr>
          <p:spPr>
            <a:xfrm>
              <a:off x="4560" y="2572"/>
              <a:ext cx="768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lstStyle/>
            <a:p>
              <a:pPr algn="ctr" eaLnBrk="0" hangingPunct="0">
                <a:spcBef>
                  <a:spcPct val="50000"/>
                </a:spcBef>
              </a:pPr>
              <a:r>
                <a:rPr lang="en-US" altLang="zh-CN" sz="2000" dirty="0">
                  <a:solidFill>
                    <a:schemeClr val="folHlink"/>
                  </a:solidFill>
                  <a:latin typeface="Arial" panose="020B0604020202020204" pitchFamily="34" charset="0"/>
                  <a:ea typeface="宋体" panose="02010600030101010101" pitchFamily="2" charset="-122"/>
                </a:rPr>
                <a:t>base</a:t>
              </a:r>
            </a:p>
          </p:txBody>
        </p:sp>
        <p:grpSp>
          <p:nvGrpSpPr>
            <p:cNvPr id="26665" name="Group 56"/>
            <p:cNvGrpSpPr/>
            <p:nvPr/>
          </p:nvGrpSpPr>
          <p:grpSpPr>
            <a:xfrm>
              <a:off x="5088" y="1248"/>
              <a:ext cx="624" cy="1488"/>
              <a:chOff x="5088" y="1248"/>
              <a:chExt cx="624" cy="1488"/>
            </a:xfrm>
          </p:grpSpPr>
          <p:sp>
            <p:nvSpPr>
              <p:cNvPr id="26666" name="Rectangle 57"/>
              <p:cNvSpPr/>
              <p:nvPr/>
            </p:nvSpPr>
            <p:spPr>
              <a:xfrm>
                <a:off x="5280" y="1440"/>
                <a:ext cx="432" cy="1296"/>
              </a:xfrm>
              <a:prstGeom prst="rect">
                <a:avLst/>
              </a:prstGeom>
              <a:solidFill>
                <a:srgbClr val="FFFFFF"/>
              </a:solidFill>
              <a:ln w="38100" cap="flat" cmpd="sng">
                <a:solidFill>
                  <a:srgbClr val="000000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lstStyle/>
              <a:p>
                <a:pPr eaLnBrk="0" hangingPunct="0">
                  <a:spcBef>
                    <a:spcPct val="20000"/>
                  </a:spcBef>
                </a:pPr>
                <a:endParaRPr lang="zh-CN" altLang="en-US" dirty="0">
                  <a:latin typeface="Times New Roman" panose="02020603050405020304" pitchFamily="18" charset="0"/>
                  <a:ea typeface="楷体_GB2312" charset="-122"/>
                </a:endParaRPr>
              </a:p>
            </p:txBody>
          </p:sp>
          <p:sp>
            <p:nvSpPr>
              <p:cNvPr id="26667" name="Line 58"/>
              <p:cNvSpPr/>
              <p:nvPr/>
            </p:nvSpPr>
            <p:spPr>
              <a:xfrm>
                <a:off x="5280" y="2112"/>
                <a:ext cx="432" cy="0"/>
              </a:xfrm>
              <a:prstGeom prst="line">
                <a:avLst/>
              </a:prstGeom>
              <a:ln w="38100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6668" name="Line 59"/>
              <p:cNvSpPr/>
              <p:nvPr/>
            </p:nvSpPr>
            <p:spPr>
              <a:xfrm>
                <a:off x="5280" y="2400"/>
                <a:ext cx="432" cy="0"/>
              </a:xfrm>
              <a:prstGeom prst="line">
                <a:avLst/>
              </a:prstGeom>
              <a:ln w="38100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6669" name="Line 60"/>
              <p:cNvSpPr/>
              <p:nvPr/>
            </p:nvSpPr>
            <p:spPr>
              <a:xfrm>
                <a:off x="5280" y="1776"/>
                <a:ext cx="432" cy="0"/>
              </a:xfrm>
              <a:prstGeom prst="line">
                <a:avLst/>
              </a:prstGeom>
              <a:ln w="38100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6670" name="Line 61"/>
              <p:cNvSpPr/>
              <p:nvPr/>
            </p:nvSpPr>
            <p:spPr>
              <a:xfrm>
                <a:off x="5088" y="2688"/>
                <a:ext cx="192" cy="0"/>
              </a:xfrm>
              <a:prstGeom prst="line">
                <a:avLst/>
              </a:prstGeom>
              <a:ln w="19050" cap="flat" cmpd="sng">
                <a:solidFill>
                  <a:schemeClr val="folHlink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6671" name="Text Box 62"/>
              <p:cNvSpPr txBox="1"/>
              <p:nvPr/>
            </p:nvSpPr>
            <p:spPr>
              <a:xfrm>
                <a:off x="5328" y="2448"/>
                <a:ext cx="384" cy="25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anchor="t" anchorCtr="0">
                <a:spAutoFit/>
              </a:bodyPr>
              <a:lstStyle/>
              <a:p>
                <a:pPr algn="ctr" eaLnBrk="0" hangingPunct="0">
                  <a:spcBef>
                    <a:spcPct val="50000"/>
                  </a:spcBef>
                </a:pPr>
                <a:r>
                  <a:rPr lang="en-US" altLang="zh-CN" sz="2000" dirty="0">
                    <a:latin typeface="Arial" panose="020B0604020202020204" pitchFamily="34" charset="0"/>
                    <a:ea typeface="宋体" panose="02010600030101010101" pitchFamily="2" charset="-122"/>
                  </a:rPr>
                  <a:t>A</a:t>
                </a:r>
              </a:p>
            </p:txBody>
          </p:sp>
          <p:sp>
            <p:nvSpPr>
              <p:cNvPr id="26672" name="Text Box 63"/>
              <p:cNvSpPr txBox="1"/>
              <p:nvPr/>
            </p:nvSpPr>
            <p:spPr>
              <a:xfrm>
                <a:off x="5328" y="2160"/>
                <a:ext cx="384" cy="25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anchor="t" anchorCtr="0">
                <a:spAutoFit/>
              </a:bodyPr>
              <a:lstStyle/>
              <a:p>
                <a:pPr algn="ctr" eaLnBrk="0" hangingPunct="0">
                  <a:spcBef>
                    <a:spcPct val="50000"/>
                  </a:spcBef>
                </a:pPr>
                <a:r>
                  <a:rPr lang="en-US" altLang="zh-CN" sz="2000" dirty="0">
                    <a:latin typeface="Arial" panose="020B0604020202020204" pitchFamily="34" charset="0"/>
                    <a:ea typeface="宋体" panose="02010600030101010101" pitchFamily="2" charset="-122"/>
                  </a:rPr>
                  <a:t>B</a:t>
                </a:r>
              </a:p>
            </p:txBody>
          </p:sp>
          <p:sp>
            <p:nvSpPr>
              <p:cNvPr id="26673" name="Text Box 64"/>
              <p:cNvSpPr txBox="1"/>
              <p:nvPr/>
            </p:nvSpPr>
            <p:spPr>
              <a:xfrm>
                <a:off x="5328" y="1872"/>
                <a:ext cx="384" cy="25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anchor="t" anchorCtr="0">
                <a:spAutoFit/>
              </a:bodyPr>
              <a:lstStyle/>
              <a:p>
                <a:pPr algn="ctr" eaLnBrk="0" hangingPunct="0">
                  <a:spcBef>
                    <a:spcPct val="50000"/>
                  </a:spcBef>
                </a:pPr>
                <a:r>
                  <a:rPr lang="en-US" altLang="zh-CN" sz="2000" dirty="0">
                    <a:latin typeface="Arial" panose="020B0604020202020204" pitchFamily="34" charset="0"/>
                    <a:ea typeface="宋体" panose="02010600030101010101" pitchFamily="2" charset="-122"/>
                  </a:rPr>
                  <a:t>C</a:t>
                </a:r>
              </a:p>
            </p:txBody>
          </p:sp>
          <p:sp>
            <p:nvSpPr>
              <p:cNvPr id="26674" name="Line 65"/>
              <p:cNvSpPr/>
              <p:nvPr/>
            </p:nvSpPr>
            <p:spPr>
              <a:xfrm>
                <a:off x="5136" y="1248"/>
                <a:ext cx="192" cy="0"/>
              </a:xfrm>
              <a:prstGeom prst="line">
                <a:avLst/>
              </a:prstGeom>
              <a:ln w="19050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6675" name="Text Box 66"/>
              <p:cNvSpPr txBox="1"/>
              <p:nvPr/>
            </p:nvSpPr>
            <p:spPr>
              <a:xfrm>
                <a:off x="5328" y="1497"/>
                <a:ext cx="384" cy="25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anchor="t" anchorCtr="0">
                <a:spAutoFit/>
              </a:bodyPr>
              <a:lstStyle/>
              <a:p>
                <a:pPr algn="ctr" eaLnBrk="0" hangingPunct="0">
                  <a:spcBef>
                    <a:spcPct val="50000"/>
                  </a:spcBef>
                </a:pPr>
                <a:r>
                  <a:rPr lang="en-US" altLang="zh-CN" sz="2000" dirty="0">
                    <a:latin typeface="Arial" panose="020B0604020202020204" pitchFamily="34" charset="0"/>
                    <a:ea typeface="宋体" panose="02010600030101010101" pitchFamily="2" charset="-122"/>
                  </a:rPr>
                  <a:t>D</a:t>
                </a:r>
              </a:p>
            </p:txBody>
          </p:sp>
        </p:grpSp>
      </p:grpSp>
      <p:grpSp>
        <p:nvGrpSpPr>
          <p:cNvPr id="26676" name="Group 73"/>
          <p:cNvGrpSpPr/>
          <p:nvPr/>
        </p:nvGrpSpPr>
        <p:grpSpPr>
          <a:xfrm>
            <a:off x="-252412" y="744538"/>
            <a:ext cx="2300287" cy="2166937"/>
            <a:chOff x="207" y="614"/>
            <a:chExt cx="1449" cy="1365"/>
          </a:xfrm>
        </p:grpSpPr>
        <p:sp>
          <p:nvSpPr>
            <p:cNvPr id="26677" name="Text Box 15"/>
            <p:cNvSpPr txBox="1"/>
            <p:nvPr/>
          </p:nvSpPr>
          <p:spPr>
            <a:xfrm>
              <a:off x="207" y="1729"/>
              <a:ext cx="768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lstStyle/>
            <a:p>
              <a:pPr algn="ctr" eaLnBrk="0" hangingPunct="0">
                <a:spcBef>
                  <a:spcPct val="50000"/>
                </a:spcBef>
              </a:pPr>
              <a:r>
                <a:rPr lang="en-US" altLang="zh-CN" sz="2000" dirty="0">
                  <a:solidFill>
                    <a:schemeClr val="folHlink"/>
                  </a:solidFill>
                  <a:latin typeface="Arial" panose="020B0604020202020204" pitchFamily="34" charset="0"/>
                  <a:ea typeface="宋体" panose="02010600030101010101" pitchFamily="2" charset="-122"/>
                </a:rPr>
                <a:t>base</a:t>
              </a:r>
            </a:p>
          </p:txBody>
        </p:sp>
        <p:grpSp>
          <p:nvGrpSpPr>
            <p:cNvPr id="26678" name="Group 72"/>
            <p:cNvGrpSpPr/>
            <p:nvPr/>
          </p:nvGrpSpPr>
          <p:grpSpPr>
            <a:xfrm>
              <a:off x="264" y="614"/>
              <a:ext cx="1392" cy="1306"/>
              <a:chOff x="-240" y="624"/>
              <a:chExt cx="1392" cy="1306"/>
            </a:xfrm>
          </p:grpSpPr>
          <p:sp>
            <p:nvSpPr>
              <p:cNvPr id="26679" name="Rectangle 9"/>
              <p:cNvSpPr/>
              <p:nvPr/>
            </p:nvSpPr>
            <p:spPr>
              <a:xfrm>
                <a:off x="528" y="624"/>
                <a:ext cx="432" cy="1296"/>
              </a:xfrm>
              <a:prstGeom prst="rect">
                <a:avLst/>
              </a:prstGeom>
              <a:solidFill>
                <a:srgbClr val="FFFFFF"/>
              </a:solidFill>
              <a:ln w="38100" cap="flat" cmpd="sng">
                <a:solidFill>
                  <a:srgbClr val="000000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lstStyle/>
              <a:p>
                <a:pPr eaLnBrk="0" hangingPunct="0">
                  <a:spcBef>
                    <a:spcPct val="20000"/>
                  </a:spcBef>
                </a:pPr>
                <a:endParaRPr lang="zh-CN" altLang="en-US" dirty="0">
                  <a:latin typeface="Times New Roman" panose="02020603050405020304" pitchFamily="18" charset="0"/>
                  <a:ea typeface="楷体_GB2312" charset="-122"/>
                </a:endParaRPr>
              </a:p>
            </p:txBody>
          </p:sp>
          <p:sp>
            <p:nvSpPr>
              <p:cNvPr id="26680" name="Line 10"/>
              <p:cNvSpPr/>
              <p:nvPr/>
            </p:nvSpPr>
            <p:spPr>
              <a:xfrm>
                <a:off x="528" y="1296"/>
                <a:ext cx="432" cy="0"/>
              </a:xfrm>
              <a:prstGeom prst="line">
                <a:avLst/>
              </a:prstGeom>
              <a:ln w="38100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6681" name="Line 11"/>
              <p:cNvSpPr/>
              <p:nvPr/>
            </p:nvSpPr>
            <p:spPr>
              <a:xfrm>
                <a:off x="528" y="1584"/>
                <a:ext cx="432" cy="0"/>
              </a:xfrm>
              <a:prstGeom prst="line">
                <a:avLst/>
              </a:prstGeom>
              <a:ln w="38100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6682" name="Line 12"/>
              <p:cNvSpPr/>
              <p:nvPr/>
            </p:nvSpPr>
            <p:spPr>
              <a:xfrm>
                <a:off x="528" y="960"/>
                <a:ext cx="432" cy="0"/>
              </a:xfrm>
              <a:prstGeom prst="line">
                <a:avLst/>
              </a:prstGeom>
              <a:ln w="38100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6683" name="Line 13"/>
              <p:cNvSpPr/>
              <p:nvPr/>
            </p:nvSpPr>
            <p:spPr>
              <a:xfrm>
                <a:off x="288" y="1728"/>
                <a:ext cx="240" cy="0"/>
              </a:xfrm>
              <a:prstGeom prst="line">
                <a:avLst/>
              </a:prstGeom>
              <a:ln w="19050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6684" name="Line 14"/>
              <p:cNvSpPr/>
              <p:nvPr/>
            </p:nvSpPr>
            <p:spPr>
              <a:xfrm>
                <a:off x="288" y="1872"/>
                <a:ext cx="240" cy="0"/>
              </a:xfrm>
              <a:prstGeom prst="line">
                <a:avLst/>
              </a:prstGeom>
              <a:ln w="19050" cap="flat" cmpd="sng">
                <a:solidFill>
                  <a:schemeClr val="folHlink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6685" name="Text Box 16"/>
              <p:cNvSpPr txBox="1"/>
              <p:nvPr/>
            </p:nvSpPr>
            <p:spPr>
              <a:xfrm>
                <a:off x="-240" y="1612"/>
                <a:ext cx="768" cy="25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anchor="t" anchorCtr="0">
                <a:spAutoFit/>
              </a:bodyPr>
              <a:lstStyle/>
              <a:p>
                <a:pPr algn="ctr" eaLnBrk="0" hangingPunct="0">
                  <a:spcBef>
                    <a:spcPct val="50000"/>
                  </a:spcBef>
                </a:pPr>
                <a:r>
                  <a:rPr lang="en-US" altLang="zh-CN" sz="2000" dirty="0">
                    <a:latin typeface="Arial" panose="020B0604020202020204" pitchFamily="34" charset="0"/>
                    <a:ea typeface="宋体" panose="02010600030101010101" pitchFamily="2" charset="-122"/>
                  </a:rPr>
                  <a:t>top</a:t>
                </a:r>
              </a:p>
            </p:txBody>
          </p:sp>
          <p:sp>
            <p:nvSpPr>
              <p:cNvPr id="26686" name="Text Box 68"/>
              <p:cNvSpPr txBox="1"/>
              <p:nvPr/>
            </p:nvSpPr>
            <p:spPr>
              <a:xfrm>
                <a:off x="960" y="672"/>
                <a:ext cx="192" cy="25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anchor="t" anchorCtr="0">
                <a:spAutoFit/>
              </a:bodyPr>
              <a:lstStyle/>
              <a:p>
                <a:pPr eaLnBrk="0" hangingPunct="0">
                  <a:spcBef>
                    <a:spcPct val="50000"/>
                  </a:spcBef>
                </a:pPr>
                <a:r>
                  <a:rPr lang="en-US" altLang="zh-CN" sz="2000" dirty="0">
                    <a:latin typeface="Arial" panose="020B0604020202020204" pitchFamily="34" charset="0"/>
                    <a:ea typeface="宋体" panose="02010600030101010101" pitchFamily="2" charset="-122"/>
                  </a:rPr>
                  <a:t>3</a:t>
                </a:r>
              </a:p>
            </p:txBody>
          </p:sp>
          <p:sp>
            <p:nvSpPr>
              <p:cNvPr id="26687" name="Text Box 69"/>
              <p:cNvSpPr txBox="1"/>
              <p:nvPr/>
            </p:nvSpPr>
            <p:spPr>
              <a:xfrm>
                <a:off x="960" y="1344"/>
                <a:ext cx="192" cy="25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anchor="t" anchorCtr="0">
                <a:spAutoFit/>
              </a:bodyPr>
              <a:lstStyle/>
              <a:p>
                <a:pPr eaLnBrk="0" hangingPunct="0">
                  <a:spcBef>
                    <a:spcPct val="50000"/>
                  </a:spcBef>
                </a:pPr>
                <a:r>
                  <a:rPr lang="en-US" altLang="zh-CN" sz="2000" dirty="0">
                    <a:latin typeface="Arial" panose="020B0604020202020204" pitchFamily="34" charset="0"/>
                    <a:ea typeface="宋体" panose="02010600030101010101" pitchFamily="2" charset="-122"/>
                  </a:rPr>
                  <a:t>1</a:t>
                </a:r>
              </a:p>
            </p:txBody>
          </p:sp>
          <p:sp>
            <p:nvSpPr>
              <p:cNvPr id="26688" name="Text Box 70"/>
              <p:cNvSpPr txBox="1"/>
              <p:nvPr/>
            </p:nvSpPr>
            <p:spPr>
              <a:xfrm>
                <a:off x="960" y="1008"/>
                <a:ext cx="192" cy="25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anchor="t" anchorCtr="0">
                <a:spAutoFit/>
              </a:bodyPr>
              <a:lstStyle/>
              <a:p>
                <a:pPr eaLnBrk="0" hangingPunct="0">
                  <a:spcBef>
                    <a:spcPct val="50000"/>
                  </a:spcBef>
                </a:pPr>
                <a:r>
                  <a:rPr lang="en-US" altLang="zh-CN" sz="2000" dirty="0">
                    <a:latin typeface="Arial" panose="020B0604020202020204" pitchFamily="34" charset="0"/>
                    <a:ea typeface="宋体" panose="02010600030101010101" pitchFamily="2" charset="-122"/>
                  </a:rPr>
                  <a:t>2</a:t>
                </a:r>
              </a:p>
            </p:txBody>
          </p:sp>
          <p:sp>
            <p:nvSpPr>
              <p:cNvPr id="26689" name="Text Box 71"/>
              <p:cNvSpPr txBox="1"/>
              <p:nvPr/>
            </p:nvSpPr>
            <p:spPr>
              <a:xfrm>
                <a:off x="960" y="1680"/>
                <a:ext cx="192" cy="25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anchor="t" anchorCtr="0">
                <a:spAutoFit/>
              </a:bodyPr>
              <a:lstStyle/>
              <a:p>
                <a:pPr eaLnBrk="0" hangingPunct="0">
                  <a:spcBef>
                    <a:spcPct val="50000"/>
                  </a:spcBef>
                </a:pPr>
                <a:r>
                  <a:rPr lang="en-US" altLang="zh-CN" sz="2000" dirty="0">
                    <a:latin typeface="Arial" panose="020B0604020202020204" pitchFamily="34" charset="0"/>
                    <a:ea typeface="宋体" panose="02010600030101010101" pitchFamily="2" charset="-122"/>
                  </a:rPr>
                  <a:t>0</a:t>
                </a:r>
              </a:p>
            </p:txBody>
          </p:sp>
        </p:grpSp>
      </p:grpSp>
      <p:sp>
        <p:nvSpPr>
          <p:cNvPr id="26690" name="Text Box 74"/>
          <p:cNvSpPr txBox="1"/>
          <p:nvPr/>
        </p:nvSpPr>
        <p:spPr>
          <a:xfrm>
            <a:off x="193675" y="3184525"/>
            <a:ext cx="5121275" cy="460375"/>
          </a:xfrm>
          <a:prstGeom prst="rect">
            <a:avLst/>
          </a:prstGeom>
          <a:solidFill>
            <a:srgbClr val="CCFFFF"/>
          </a:solidFill>
          <a:ln w="9525">
            <a:noFill/>
          </a:ln>
        </p:spPr>
        <p:txBody>
          <a:bodyPr wrap="square" anchor="t" anchorCtr="0"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altLang="zh-CN" sz="2000" dirty="0">
                <a:latin typeface="楷体_GB2312" charset="-122"/>
                <a:ea typeface="楷体_GB2312" charset="-122"/>
              </a:rPr>
              <a:t>top </a:t>
            </a:r>
            <a:r>
              <a:rPr lang="zh-CN" altLang="zh-CN" sz="2000" dirty="0">
                <a:latin typeface="楷体_GB2312" charset="-122"/>
                <a:ea typeface="楷体_GB2312" charset="-122"/>
              </a:rPr>
              <a:t>指示真正的</a:t>
            </a:r>
            <a:r>
              <a:rPr lang="zh-CN" altLang="zh-CN" dirty="0">
                <a:solidFill>
                  <a:srgbClr val="FF0000"/>
                </a:solidFill>
                <a:highlight>
                  <a:srgbClr val="00FF00"/>
                </a:highlight>
                <a:latin typeface="楷体_GB2312" charset="-122"/>
                <a:ea typeface="楷体_GB2312" charset="-122"/>
              </a:rPr>
              <a:t>栈顶元素之上</a:t>
            </a:r>
            <a:r>
              <a:rPr lang="zh-CN" altLang="zh-CN" sz="2000" dirty="0">
                <a:latin typeface="楷体_GB2312" charset="-122"/>
                <a:ea typeface="楷体_GB2312" charset="-122"/>
              </a:rPr>
              <a:t>的下标地址</a:t>
            </a:r>
          </a:p>
        </p:txBody>
      </p:sp>
      <p:sp>
        <p:nvSpPr>
          <p:cNvPr id="26691" name="Text Box 75"/>
          <p:cNvSpPr txBox="1"/>
          <p:nvPr/>
        </p:nvSpPr>
        <p:spPr>
          <a:xfrm>
            <a:off x="179388" y="3644900"/>
            <a:ext cx="5135562" cy="1630363"/>
          </a:xfrm>
          <a:prstGeom prst="rect">
            <a:avLst/>
          </a:prstGeom>
          <a:solidFill>
            <a:srgbClr val="CCFFFF"/>
          </a:solidFill>
          <a:ln w="9525">
            <a:noFill/>
          </a:ln>
        </p:spPr>
        <p:txBody>
          <a:bodyPr wrap="square" anchor="t" anchorCtr="0"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zh-CN" altLang="zh-CN" sz="2000" dirty="0">
                <a:latin typeface="楷体_GB2312" charset="-122"/>
                <a:ea typeface="楷体_GB2312" charset="-122"/>
              </a:rPr>
              <a:t>栈满时的处理方法：</a:t>
            </a:r>
            <a:endParaRPr lang="zh-CN" altLang="en-US" sz="2000" dirty="0">
              <a:latin typeface="楷体_GB2312" charset="-122"/>
              <a:ea typeface="楷体_GB2312" charset="-122"/>
            </a:endParaRPr>
          </a:p>
          <a:p>
            <a:pPr eaLnBrk="0" hangingPunct="0">
              <a:spcBef>
                <a:spcPct val="50000"/>
              </a:spcBef>
            </a:pPr>
            <a:r>
              <a:rPr lang="zh-CN" altLang="zh-CN" sz="2000" dirty="0">
                <a:latin typeface="楷体_GB2312" charset="-122"/>
                <a:ea typeface="楷体_GB2312" charset="-122"/>
              </a:rPr>
              <a:t>1、</a:t>
            </a:r>
            <a:r>
              <a:rPr lang="zh-CN" altLang="zh-CN" sz="2000" dirty="0">
                <a:solidFill>
                  <a:srgbClr val="FF0000"/>
                </a:solidFill>
                <a:latin typeface="楷体_GB2312" charset="-122"/>
                <a:ea typeface="楷体_GB2312" charset="-122"/>
              </a:rPr>
              <a:t>报错</a:t>
            </a:r>
            <a:r>
              <a:rPr lang="en-US" altLang="zh-CN" sz="2000" dirty="0">
                <a:latin typeface="楷体_GB2312" charset="-122"/>
                <a:ea typeface="楷体_GB2312" charset="-122"/>
              </a:rPr>
              <a:t>,</a:t>
            </a:r>
            <a:r>
              <a:rPr lang="zh-CN" altLang="zh-CN" sz="2000" dirty="0">
                <a:latin typeface="楷体_GB2312" charset="-122"/>
                <a:ea typeface="楷体_GB2312" charset="-122"/>
              </a:rPr>
              <a:t>返回操作系统。</a:t>
            </a:r>
          </a:p>
          <a:p>
            <a:pPr eaLnBrk="0" hangingPunct="0">
              <a:spcBef>
                <a:spcPct val="50000"/>
              </a:spcBef>
            </a:pPr>
            <a:r>
              <a:rPr lang="zh-CN" altLang="zh-CN" sz="2000" dirty="0">
                <a:latin typeface="楷体_GB2312" charset="-122"/>
                <a:ea typeface="楷体_GB2312" charset="-122"/>
              </a:rPr>
              <a:t>2、</a:t>
            </a:r>
            <a:r>
              <a:rPr lang="zh-CN" altLang="zh-CN" sz="2000" dirty="0">
                <a:solidFill>
                  <a:srgbClr val="FF0000"/>
                </a:solidFill>
                <a:latin typeface="楷体_GB2312" charset="-122"/>
                <a:ea typeface="楷体_GB2312" charset="-122"/>
              </a:rPr>
              <a:t>分配更大的空间</a:t>
            </a:r>
            <a:r>
              <a:rPr lang="zh-CN" altLang="zh-CN" sz="2000" dirty="0">
                <a:latin typeface="楷体_GB2312" charset="-122"/>
                <a:ea typeface="楷体_GB2312" charset="-122"/>
              </a:rPr>
              <a:t>，作为栈的存储空间</a:t>
            </a:r>
            <a:r>
              <a:rPr lang="en-US" altLang="zh-CN" sz="2000" dirty="0">
                <a:latin typeface="楷体_GB2312" charset="-122"/>
                <a:ea typeface="楷体_GB2312" charset="-122"/>
              </a:rPr>
              <a:t>,</a:t>
            </a:r>
            <a:r>
              <a:rPr lang="zh-CN" altLang="zh-CN" sz="2000" dirty="0">
                <a:latin typeface="楷体_GB2312" charset="-122"/>
                <a:ea typeface="楷体_GB2312" charset="-122"/>
              </a:rPr>
              <a:t>将原栈的内容移入新栈。</a:t>
            </a:r>
          </a:p>
        </p:txBody>
      </p:sp>
      <p:sp>
        <p:nvSpPr>
          <p:cNvPr id="26692" name="Rectangle 2"/>
          <p:cNvSpPr/>
          <p:nvPr>
            <p:custDataLst>
              <p:tags r:id="rId1"/>
            </p:custDataLst>
          </p:nvPr>
        </p:nvSpPr>
        <p:spPr>
          <a:xfrm>
            <a:off x="5435600" y="3141663"/>
            <a:ext cx="3570288" cy="2414587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lstStyle/>
          <a:p>
            <a:pPr marL="342900" indent="-342900" eaLnBrk="0" hangingPunct="0">
              <a:lnSpc>
                <a:spcPct val="90000"/>
              </a:lnSpc>
              <a:spcBef>
                <a:spcPct val="20000"/>
              </a:spcBef>
            </a:pPr>
            <a:r>
              <a:rPr lang="en-US" altLang="zh-CN" b="0" dirty="0">
                <a:latin typeface="Times New Roman" panose="02020603050405020304" pitchFamily="18" charset="0"/>
                <a:ea typeface="仿宋_GB2312" panose="02010609030101010101" charset="-122"/>
              </a:rPr>
              <a:t>#define  MAXSIZE  100</a:t>
            </a:r>
          </a:p>
          <a:p>
            <a:pPr marL="342900" indent="-342900" eaLnBrk="0" hangingPunct="0">
              <a:lnSpc>
                <a:spcPct val="90000"/>
              </a:lnSpc>
              <a:spcBef>
                <a:spcPct val="20000"/>
              </a:spcBef>
            </a:pPr>
            <a:r>
              <a:rPr lang="en-US" altLang="zh-CN" b="0" dirty="0">
                <a:latin typeface="Times New Roman" panose="02020603050405020304" pitchFamily="18" charset="0"/>
                <a:ea typeface="仿宋_GB2312" panose="02010609030101010101" charset="-122"/>
              </a:rPr>
              <a:t>typedef int </a:t>
            </a:r>
            <a:r>
              <a:rPr lang="en-US" altLang="zh-CN" b="0" dirty="0">
                <a:solidFill>
                  <a:srgbClr val="FF0000"/>
                </a:solidFill>
                <a:latin typeface="Times New Roman" panose="02020603050405020304" pitchFamily="18" charset="0"/>
                <a:ea typeface="仿宋_GB2312" panose="02010609030101010101" charset="-122"/>
              </a:rPr>
              <a:t>SElemType</a:t>
            </a:r>
            <a:r>
              <a:rPr lang="en-US" altLang="zh-CN" b="0" dirty="0">
                <a:latin typeface="Times New Roman" panose="02020603050405020304" pitchFamily="18" charset="0"/>
                <a:ea typeface="仿宋_GB2312" panose="02010609030101010101" charset="-122"/>
              </a:rPr>
              <a:t>; </a:t>
            </a:r>
          </a:p>
          <a:p>
            <a:pPr marL="342900" indent="-342900" eaLnBrk="0" hangingPunct="0">
              <a:lnSpc>
                <a:spcPct val="90000"/>
              </a:lnSpc>
              <a:spcBef>
                <a:spcPct val="20000"/>
              </a:spcBef>
            </a:pPr>
            <a:r>
              <a:rPr lang="en-US" altLang="zh-CN" b="0" dirty="0">
                <a:latin typeface="Times New Roman" panose="02020603050405020304" pitchFamily="18" charset="0"/>
                <a:ea typeface="仿宋_GB2312" panose="02010609030101010101" charset="-122"/>
              </a:rPr>
              <a:t>typedef struct</a:t>
            </a:r>
          </a:p>
          <a:p>
            <a:pPr marL="342900" indent="-342900" eaLnBrk="0" hangingPunct="0">
              <a:lnSpc>
                <a:spcPct val="90000"/>
              </a:lnSpc>
              <a:spcBef>
                <a:spcPct val="20000"/>
              </a:spcBef>
            </a:pPr>
            <a:r>
              <a:rPr lang="en-US" altLang="zh-CN" b="0" dirty="0">
                <a:latin typeface="Times New Roman" panose="02020603050405020304" pitchFamily="18" charset="0"/>
                <a:ea typeface="仿宋_GB2312" panose="02010609030101010101" charset="-122"/>
              </a:rPr>
              <a:t>{</a:t>
            </a:r>
          </a:p>
          <a:p>
            <a:pPr marL="342900" indent="-342900" eaLnBrk="0" hangingPunct="0">
              <a:lnSpc>
                <a:spcPct val="90000"/>
              </a:lnSpc>
              <a:spcBef>
                <a:spcPct val="20000"/>
              </a:spcBef>
            </a:pPr>
            <a:r>
              <a:rPr lang="en-US" altLang="zh-CN" b="0" dirty="0">
                <a:latin typeface="Times New Roman" panose="02020603050405020304" pitchFamily="18" charset="0"/>
                <a:ea typeface="仿宋_GB2312" panose="02010609030101010101" charset="-122"/>
              </a:rPr>
              <a:t>		</a:t>
            </a:r>
            <a:r>
              <a:rPr lang="en-US" altLang="zh-CN" b="0" dirty="0">
                <a:solidFill>
                  <a:srgbClr val="FF0000"/>
                </a:solidFill>
                <a:highlight>
                  <a:srgbClr val="00FF00"/>
                </a:highlight>
                <a:latin typeface="Times New Roman" panose="02020603050405020304" pitchFamily="18" charset="0"/>
                <a:ea typeface="仿宋_GB2312" panose="02010609030101010101" charset="-122"/>
              </a:rPr>
              <a:t>SElemType   *base;</a:t>
            </a:r>
          </a:p>
          <a:p>
            <a:pPr marL="342900" indent="-342900" eaLnBrk="0" hangingPunct="0">
              <a:lnSpc>
                <a:spcPct val="90000"/>
              </a:lnSpc>
              <a:spcBef>
                <a:spcPct val="20000"/>
              </a:spcBef>
            </a:pPr>
            <a:r>
              <a:rPr lang="en-US" altLang="zh-CN" b="0" dirty="0">
                <a:solidFill>
                  <a:srgbClr val="FF0000"/>
                </a:solidFill>
                <a:latin typeface="Times New Roman" panose="02020603050405020304" pitchFamily="18" charset="0"/>
                <a:ea typeface="仿宋_GB2312" panose="02010609030101010101" charset="-122"/>
              </a:rPr>
              <a:t>		</a:t>
            </a:r>
            <a:r>
              <a:rPr lang="en-US" altLang="zh-CN" b="0" dirty="0">
                <a:solidFill>
                  <a:srgbClr val="FF0000"/>
                </a:solidFill>
                <a:highlight>
                  <a:srgbClr val="00FF00"/>
                </a:highlight>
                <a:latin typeface="Times New Roman" panose="02020603050405020304" pitchFamily="18" charset="0"/>
                <a:ea typeface="仿宋_GB2312" panose="02010609030101010101" charset="-122"/>
              </a:rPr>
              <a:t>SElemType   *top;</a:t>
            </a:r>
          </a:p>
          <a:p>
            <a:pPr marL="342900" indent="-342900" eaLnBrk="0" hangingPunct="0">
              <a:lnSpc>
                <a:spcPct val="90000"/>
              </a:lnSpc>
              <a:spcBef>
                <a:spcPct val="20000"/>
              </a:spcBef>
            </a:pPr>
            <a:r>
              <a:rPr lang="en-US" altLang="zh-CN" b="0" dirty="0">
                <a:latin typeface="Times New Roman" panose="02020603050405020304" pitchFamily="18" charset="0"/>
                <a:ea typeface="仿宋_GB2312" panose="02010609030101010101" charset="-122"/>
              </a:rPr>
              <a:t>		</a:t>
            </a:r>
            <a:r>
              <a:rPr lang="en-US" altLang="zh-CN" b="0" dirty="0">
                <a:highlight>
                  <a:srgbClr val="00FF00"/>
                </a:highlight>
                <a:latin typeface="Times New Roman" panose="02020603050405020304" pitchFamily="18" charset="0"/>
                <a:ea typeface="仿宋_GB2312" panose="02010609030101010101" charset="-122"/>
              </a:rPr>
              <a:t>int stacksize;</a:t>
            </a:r>
          </a:p>
          <a:p>
            <a:pPr marL="342900" indent="-342900" eaLnBrk="0" hangingPunct="0">
              <a:lnSpc>
                <a:spcPct val="90000"/>
              </a:lnSpc>
              <a:spcBef>
                <a:spcPct val="20000"/>
              </a:spcBef>
            </a:pPr>
            <a:r>
              <a:rPr lang="en-US" altLang="zh-CN" b="0" dirty="0">
                <a:latin typeface="Times New Roman" panose="02020603050405020304" pitchFamily="18" charset="0"/>
                <a:ea typeface="仿宋_GB2312" panose="02010609030101010101" charset="-122"/>
              </a:rPr>
              <a:t>}SqStack;</a:t>
            </a:r>
          </a:p>
        </p:txBody>
      </p:sp>
      <p:sp>
        <p:nvSpPr>
          <p:cNvPr id="26693" name="文本框 5"/>
          <p:cNvSpPr txBox="1"/>
          <p:nvPr/>
        </p:nvSpPr>
        <p:spPr>
          <a:xfrm>
            <a:off x="7261225" y="1855788"/>
            <a:ext cx="1120775" cy="58420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lstStyle/>
          <a:p>
            <a:pPr algn="ctr" eaLnBrk="0" hangingPunct="0">
              <a:spcBef>
                <a:spcPct val="50000"/>
              </a:spcBef>
            </a:pPr>
            <a:r>
              <a:rPr lang="en-US" altLang="zh-CN" sz="1600" dirty="0">
                <a:solidFill>
                  <a:srgbClr val="FF0000"/>
                </a:solidFill>
                <a:latin typeface="楷体_GB2312" charset="-122"/>
                <a:ea typeface="楷体_GB2312" charset="-122"/>
              </a:rPr>
              <a:t>stacksize = 4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5" name="Rectangle 5"/>
          <p:cNvSpPr/>
          <p:nvPr/>
        </p:nvSpPr>
        <p:spPr>
          <a:xfrm>
            <a:off x="0" y="-20637"/>
            <a:ext cx="3590925" cy="534987"/>
          </a:xfrm>
          <a:prstGeom prst="rect">
            <a:avLst/>
          </a:prstGeom>
          <a:solidFill>
            <a:srgbClr val="FFFF99"/>
          </a:solidFill>
          <a:ln w="9525">
            <a:noFill/>
          </a:ln>
        </p:spPr>
        <p:txBody>
          <a:bodyPr anchor="ctr" anchorCtr="0"/>
          <a:lstStyle/>
          <a:p>
            <a:pPr eaLnBrk="0" hangingPunct="0"/>
            <a:r>
              <a:rPr lang="zh-CN" altLang="en-US" sz="3200" dirty="0">
                <a:latin typeface="楷体_GB2312" charset="-122"/>
                <a:ea typeface="楷体_GB2312" charset="-122"/>
              </a:rPr>
              <a:t>顺序栈的表示</a:t>
            </a:r>
          </a:p>
        </p:txBody>
      </p:sp>
      <p:grpSp>
        <p:nvGrpSpPr>
          <p:cNvPr id="57347" name="Group 3"/>
          <p:cNvGrpSpPr/>
          <p:nvPr/>
        </p:nvGrpSpPr>
        <p:grpSpPr>
          <a:xfrm>
            <a:off x="2133600" y="1447800"/>
            <a:ext cx="5029200" cy="1905000"/>
            <a:chOff x="1680" y="912"/>
            <a:chExt cx="3168" cy="1200"/>
          </a:xfrm>
        </p:grpSpPr>
        <p:sp>
          <p:nvSpPr>
            <p:cNvPr id="57399" name="Text Box 4"/>
            <p:cNvSpPr txBox="1"/>
            <p:nvPr>
              <p:custDataLst>
                <p:tags r:id="rId45"/>
              </p:custDataLst>
            </p:nvPr>
          </p:nvSpPr>
          <p:spPr>
            <a:xfrm>
              <a:off x="1680" y="1780"/>
              <a:ext cx="502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lnSpc>
                  <a:spcPct val="115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rgbClr val="333399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lnSpc>
                  <a:spcPct val="115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+mn-ea"/>
                </a:defRPr>
              </a:lvl2pPr>
              <a:lvl3pPr marL="1143000" indent="-228600" algn="l" rtl="0" eaLnBrk="0" fontAlgn="base" hangingPunct="0">
                <a:lnSpc>
                  <a:spcPct val="115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+mn-ea"/>
                </a:defRPr>
              </a:lvl3pPr>
              <a:lvl4pPr marL="1600200" indent="-228600" algn="l" rtl="0" eaLnBrk="0" fontAlgn="base" hangingPunct="0">
                <a:lnSpc>
                  <a:spcPct val="115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+mn-ea"/>
                </a:defRPr>
              </a:lvl4pPr>
              <a:lvl5pPr marL="2057400" indent="-228600" algn="l" rtl="0" eaLnBrk="0" fontAlgn="base" hangingPunct="0">
                <a:lnSpc>
                  <a:spcPct val="115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+mn-ea"/>
                </a:defRPr>
              </a:lvl5pPr>
            </a:lstStyle>
            <a:p>
              <a:pPr marL="0" lvl="0" indent="0" eaLnBrk="1" hangingPunct="1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2400" dirty="0">
                  <a:solidFill>
                    <a:srgbClr val="660033"/>
                  </a:solidFill>
                  <a:latin typeface="Times New Roman" panose="02020603050405020304" pitchFamily="18" charset="0"/>
                  <a:ea typeface="隶书" panose="02010509060101010101" pitchFamily="49" charset="-122"/>
                </a:rPr>
                <a:t>栈底</a:t>
              </a:r>
            </a:p>
          </p:txBody>
        </p:sp>
        <p:sp>
          <p:nvSpPr>
            <p:cNvPr id="57400" name="Text Box 5"/>
            <p:cNvSpPr txBox="1"/>
            <p:nvPr>
              <p:custDataLst>
                <p:tags r:id="rId46"/>
              </p:custDataLst>
            </p:nvPr>
          </p:nvSpPr>
          <p:spPr>
            <a:xfrm>
              <a:off x="3274" y="1824"/>
              <a:ext cx="528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lnSpc>
                  <a:spcPct val="115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rgbClr val="333399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lnSpc>
                  <a:spcPct val="115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+mn-ea"/>
                </a:defRPr>
              </a:lvl2pPr>
              <a:lvl3pPr marL="1143000" indent="-228600" algn="l" rtl="0" eaLnBrk="0" fontAlgn="base" hangingPunct="0">
                <a:lnSpc>
                  <a:spcPct val="115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+mn-ea"/>
                </a:defRPr>
              </a:lvl3pPr>
              <a:lvl4pPr marL="1600200" indent="-228600" algn="l" rtl="0" eaLnBrk="0" fontAlgn="base" hangingPunct="0">
                <a:lnSpc>
                  <a:spcPct val="115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+mn-ea"/>
                </a:defRPr>
              </a:lvl4pPr>
              <a:lvl5pPr marL="2057400" indent="-228600" algn="l" rtl="0" eaLnBrk="0" fontAlgn="base" hangingPunct="0">
                <a:lnSpc>
                  <a:spcPct val="115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+mn-ea"/>
                </a:defRPr>
              </a:lvl5pPr>
            </a:lstStyle>
            <a:p>
              <a:pPr marL="0" lvl="0" indent="0" eaLnBrk="1" hangingPunct="1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2400" dirty="0">
                  <a:solidFill>
                    <a:srgbClr val="800000"/>
                  </a:solidFill>
                  <a:latin typeface="Times New Roman" panose="02020603050405020304" pitchFamily="18" charset="0"/>
                  <a:ea typeface="隶书" panose="02010509060101010101" pitchFamily="49" charset="-122"/>
                </a:rPr>
                <a:t>栈顶</a:t>
              </a:r>
              <a:endParaRPr lang="zh-CN" altLang="en-US" sz="2800" dirty="0">
                <a:solidFill>
                  <a:srgbClr val="800000"/>
                </a:solidFill>
                <a:latin typeface="Times New Roman" panose="02020603050405020304" pitchFamily="18" charset="0"/>
                <a:ea typeface="隶书" panose="02010509060101010101" pitchFamily="49" charset="-122"/>
              </a:endParaRPr>
            </a:p>
          </p:txBody>
        </p:sp>
        <p:grpSp>
          <p:nvGrpSpPr>
            <p:cNvPr id="57401" name="Group 6"/>
            <p:cNvGrpSpPr/>
            <p:nvPr/>
          </p:nvGrpSpPr>
          <p:grpSpPr>
            <a:xfrm>
              <a:off x="1882" y="912"/>
              <a:ext cx="2966" cy="1008"/>
              <a:chOff x="1882" y="807"/>
              <a:chExt cx="2966" cy="1008"/>
            </a:xfrm>
          </p:grpSpPr>
          <p:sp>
            <p:nvSpPr>
              <p:cNvPr id="43015" name="Rectangle 7"/>
              <p:cNvSpPr>
                <a:spLocks noChangeArrowheads="1"/>
              </p:cNvSpPr>
              <p:nvPr>
                <p:custDataLst>
                  <p:tags r:id="rId47"/>
                </p:custDataLst>
              </p:nvPr>
            </p:nvSpPr>
            <p:spPr bwMode="auto">
              <a:xfrm>
                <a:off x="1882" y="1095"/>
                <a:ext cx="2160" cy="384"/>
              </a:xfrm>
              <a:prstGeom prst="rect">
                <a:avLst/>
              </a:prstGeom>
              <a:solidFill>
                <a:schemeClr val="accent1"/>
              </a:solidFill>
              <a:ln w="9525">
                <a:noFill/>
                <a:miter lim="800000"/>
              </a:ln>
              <a:effectLst>
                <a:prstShdw prst="shdw17" dist="17961" dir="2700000">
                  <a:schemeClr val="accent1">
                    <a:gamma/>
                    <a:shade val="60000"/>
                    <a:invGamma/>
                  </a:schemeClr>
                </a:prstShdw>
              </a:effectLst>
            </p:spPr>
            <p:txBody>
              <a:bodyPr wrap="none" anchor="ctr"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kumimoji="1" lang="en-US" altLang="zh-CN" sz="2400" b="1" i="0" u="none" strike="noStrike" kern="1200" cap="none" spc="0" normalizeH="0" baseline="0" noProof="0">
                    <a:ln>
                      <a:noFill/>
                    </a:ln>
                    <a:solidFill>
                      <a:srgbClr val="8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隶书" panose="02010509060101010101" pitchFamily="49" charset="-122"/>
                    <a:cs typeface="+mn-cs"/>
                  </a:rPr>
                  <a:t>a</a:t>
                </a:r>
                <a:r>
                  <a:rPr kumimoji="1" lang="en-US" altLang="zh-CN" sz="2400" b="1" i="0" u="none" strike="noStrike" kern="1200" cap="none" spc="0" normalizeH="0" baseline="-25000" noProof="0">
                    <a:ln>
                      <a:noFill/>
                    </a:ln>
                    <a:solidFill>
                      <a:srgbClr val="8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隶书" panose="02010509060101010101" pitchFamily="49" charset="-122"/>
                    <a:cs typeface="+mn-cs"/>
                  </a:rPr>
                  <a:t>1</a:t>
                </a:r>
                <a:r>
                  <a:rPr kumimoji="1" lang="en-US" altLang="zh-CN" sz="2400" b="1" i="0" u="none" strike="noStrike" kern="1200" cap="none" spc="0" normalizeH="0" baseline="0" noProof="0">
                    <a:ln>
                      <a:noFill/>
                    </a:ln>
                    <a:solidFill>
                      <a:srgbClr val="8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隶书" panose="02010509060101010101" pitchFamily="49" charset="-122"/>
                    <a:cs typeface="+mn-cs"/>
                  </a:rPr>
                  <a:t>  a</a:t>
                </a:r>
                <a:r>
                  <a:rPr kumimoji="1" lang="en-US" altLang="zh-CN" sz="2400" b="1" i="0" u="none" strike="noStrike" kern="1200" cap="none" spc="0" normalizeH="0" baseline="-25000" noProof="0">
                    <a:ln>
                      <a:noFill/>
                    </a:ln>
                    <a:solidFill>
                      <a:srgbClr val="8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隶书" panose="02010509060101010101" pitchFamily="49" charset="-122"/>
                    <a:cs typeface="+mn-cs"/>
                  </a:rPr>
                  <a:t>2</a:t>
                </a:r>
                <a:r>
                  <a:rPr kumimoji="1" lang="en-US" altLang="zh-CN" sz="2400" b="1" i="0" u="none" strike="noStrike" kern="1200" cap="none" spc="0" normalizeH="0" baseline="0" noProof="0">
                    <a:ln>
                      <a:noFill/>
                    </a:ln>
                    <a:solidFill>
                      <a:srgbClr val="8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隶书" panose="02010509060101010101" pitchFamily="49" charset="-122"/>
                    <a:cs typeface="+mn-cs"/>
                  </a:rPr>
                  <a:t> ……            a</a:t>
                </a:r>
                <a:r>
                  <a:rPr kumimoji="1" lang="en-US" altLang="zh-CN" sz="2400" b="1" i="0" u="none" strike="noStrike" kern="1200" cap="none" spc="0" normalizeH="0" baseline="-25000" noProof="0">
                    <a:ln>
                      <a:noFill/>
                    </a:ln>
                    <a:solidFill>
                      <a:srgbClr val="8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隶书" panose="02010509060101010101" pitchFamily="49" charset="-122"/>
                    <a:cs typeface="+mn-cs"/>
                  </a:rPr>
                  <a:t>n</a:t>
                </a:r>
              </a:p>
            </p:txBody>
          </p:sp>
          <p:sp>
            <p:nvSpPr>
              <p:cNvPr id="57403" name="Line 8"/>
              <p:cNvSpPr/>
              <p:nvPr>
                <p:custDataLst>
                  <p:tags r:id="rId48"/>
                </p:custDataLst>
              </p:nvPr>
            </p:nvSpPr>
            <p:spPr>
              <a:xfrm>
                <a:off x="2170" y="1095"/>
                <a:ext cx="0" cy="384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7404" name="Line 9"/>
              <p:cNvSpPr/>
              <p:nvPr>
                <p:custDataLst>
                  <p:tags r:id="rId49"/>
                </p:custDataLst>
              </p:nvPr>
            </p:nvSpPr>
            <p:spPr>
              <a:xfrm>
                <a:off x="2458" y="1095"/>
                <a:ext cx="0" cy="384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7405" name="Line 10"/>
              <p:cNvSpPr/>
              <p:nvPr>
                <p:custDataLst>
                  <p:tags r:id="rId50"/>
                </p:custDataLst>
              </p:nvPr>
            </p:nvSpPr>
            <p:spPr>
              <a:xfrm>
                <a:off x="3562" y="1095"/>
                <a:ext cx="0" cy="384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7406" name="Line 11"/>
              <p:cNvSpPr/>
              <p:nvPr>
                <p:custDataLst>
                  <p:tags r:id="rId51"/>
                </p:custDataLst>
              </p:nvPr>
            </p:nvSpPr>
            <p:spPr>
              <a:xfrm>
                <a:off x="3274" y="1095"/>
                <a:ext cx="0" cy="384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7407" name="Line 12"/>
              <p:cNvSpPr/>
              <p:nvPr>
                <p:custDataLst>
                  <p:tags r:id="rId52"/>
                </p:custDataLst>
              </p:nvPr>
            </p:nvSpPr>
            <p:spPr>
              <a:xfrm flipV="1">
                <a:off x="2154" y="1527"/>
                <a:ext cx="0" cy="288"/>
              </a:xfrm>
              <a:prstGeom prst="line">
                <a:avLst/>
              </a:prstGeom>
              <a:ln w="9525" cap="flat" cmpd="sng">
                <a:solidFill>
                  <a:srgbClr val="660033"/>
                </a:solidFill>
                <a:prstDash val="solid"/>
                <a:headEnd type="none" w="med" len="med"/>
                <a:tailEnd type="triangl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7408" name="Line 13"/>
              <p:cNvSpPr/>
              <p:nvPr>
                <p:custDataLst>
                  <p:tags r:id="rId53"/>
                </p:custDataLst>
              </p:nvPr>
            </p:nvSpPr>
            <p:spPr>
              <a:xfrm flipV="1">
                <a:off x="3562" y="1479"/>
                <a:ext cx="0" cy="288"/>
              </a:xfrm>
              <a:prstGeom prst="line">
                <a:avLst/>
              </a:prstGeom>
              <a:ln w="9525" cap="flat" cmpd="sng">
                <a:solidFill>
                  <a:srgbClr val="660033"/>
                </a:solidFill>
                <a:prstDash val="solid"/>
                <a:headEnd type="none" w="med" len="med"/>
                <a:tailEnd type="triangl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7409" name="Text Box 14"/>
              <p:cNvSpPr txBox="1"/>
              <p:nvPr>
                <p:custDataLst>
                  <p:tags r:id="rId54"/>
                </p:custDataLst>
              </p:nvPr>
            </p:nvSpPr>
            <p:spPr>
              <a:xfrm>
                <a:off x="3984" y="1488"/>
                <a:ext cx="864" cy="25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lstStyle>
                <a:lvl1pPr marL="342900" indent="-342900" algn="l" rtl="0" eaLnBrk="0" fontAlgn="base" hangingPunct="0">
                  <a:lnSpc>
                    <a:spcPct val="11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>
                    <a:solidFill>
                      <a:srgbClr val="333399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lnSpc>
                    <a:spcPct val="11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+mn-ea"/>
                  </a:defRPr>
                </a:lvl2pPr>
                <a:lvl3pPr marL="1143000" indent="-228600" algn="l" rtl="0" eaLnBrk="0" fontAlgn="base" hangingPunct="0">
                  <a:lnSpc>
                    <a:spcPct val="11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+mn-ea"/>
                  </a:defRPr>
                </a:lvl3pPr>
                <a:lvl4pPr marL="1600200" indent="-228600" algn="l" rtl="0" eaLnBrk="0" fontAlgn="base" hangingPunct="0">
                  <a:lnSpc>
                    <a:spcPct val="11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+mn-ea"/>
                  </a:defRPr>
                </a:lvl4pPr>
                <a:lvl5pPr marL="2057400" indent="-228600" algn="l" rtl="0" eaLnBrk="0" fontAlgn="base" hangingPunct="0">
                  <a:lnSpc>
                    <a:spcPct val="11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+mn-ea"/>
                  </a:defRPr>
                </a:lvl5pPr>
              </a:lstStyle>
              <a:p>
                <a:pPr marL="0" lvl="0" indent="0" eaLnBrk="1" hangingPunct="1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2000" dirty="0">
                    <a:solidFill>
                      <a:srgbClr val="660033"/>
                    </a:solidFill>
                    <a:latin typeface="Times New Roman" panose="02020603050405020304" pitchFamily="18" charset="0"/>
                    <a:ea typeface="隶书" panose="02010509060101010101" pitchFamily="49" charset="-122"/>
                  </a:rPr>
                  <a:t>MAXSIZE</a:t>
                </a:r>
                <a:endParaRPr lang="en-US" altLang="zh-CN" sz="2800" dirty="0">
                  <a:solidFill>
                    <a:srgbClr val="660033"/>
                  </a:solidFill>
                  <a:latin typeface="Times New Roman" panose="02020603050405020304" pitchFamily="18" charset="0"/>
                  <a:ea typeface="隶书" panose="02010509060101010101" pitchFamily="49" charset="-122"/>
                </a:endParaRPr>
              </a:p>
            </p:txBody>
          </p:sp>
          <p:sp>
            <p:nvSpPr>
              <p:cNvPr id="57410" name="Line 15"/>
              <p:cNvSpPr/>
              <p:nvPr>
                <p:custDataLst>
                  <p:tags r:id="rId55"/>
                </p:custDataLst>
              </p:nvPr>
            </p:nvSpPr>
            <p:spPr>
              <a:xfrm>
                <a:off x="3562" y="807"/>
                <a:ext cx="0" cy="240"/>
              </a:xfrm>
              <a:prstGeom prst="line">
                <a:avLst/>
              </a:prstGeom>
              <a:ln w="9525" cap="flat" cmpd="sng">
                <a:solidFill>
                  <a:srgbClr val="660033"/>
                </a:solidFill>
                <a:prstDash val="solid"/>
                <a:headEnd type="none" w="med" len="med"/>
                <a:tailEnd type="triangl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7411" name="Text Box 16"/>
              <p:cNvSpPr txBox="1"/>
              <p:nvPr>
                <p:custDataLst>
                  <p:tags r:id="rId56"/>
                </p:custDataLst>
              </p:nvPr>
            </p:nvSpPr>
            <p:spPr>
              <a:xfrm>
                <a:off x="3658" y="807"/>
                <a:ext cx="445" cy="25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lstStyle>
                <a:lvl1pPr marL="342900" indent="-342900" algn="l" rtl="0" eaLnBrk="0" fontAlgn="base" hangingPunct="0">
                  <a:lnSpc>
                    <a:spcPct val="11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>
                    <a:solidFill>
                      <a:srgbClr val="333399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lnSpc>
                    <a:spcPct val="11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+mn-ea"/>
                  </a:defRPr>
                </a:lvl2pPr>
                <a:lvl3pPr marL="1143000" indent="-228600" algn="l" rtl="0" eaLnBrk="0" fontAlgn="base" hangingPunct="0">
                  <a:lnSpc>
                    <a:spcPct val="11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+mn-ea"/>
                  </a:defRPr>
                </a:lvl3pPr>
                <a:lvl4pPr marL="1600200" indent="-228600" algn="l" rtl="0" eaLnBrk="0" fontAlgn="base" hangingPunct="0">
                  <a:lnSpc>
                    <a:spcPct val="11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+mn-ea"/>
                  </a:defRPr>
                </a:lvl4pPr>
                <a:lvl5pPr marL="2057400" indent="-228600" algn="l" rtl="0" eaLnBrk="0" fontAlgn="base" hangingPunct="0">
                  <a:lnSpc>
                    <a:spcPct val="11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+mn-ea"/>
                  </a:defRPr>
                </a:lvl5pPr>
              </a:lstStyle>
              <a:p>
                <a:pPr marL="0" lvl="0" indent="0" eaLnBrk="1" hangingPunct="1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2000" dirty="0">
                    <a:solidFill>
                      <a:srgbClr val="660033"/>
                    </a:solidFill>
                    <a:latin typeface="Times New Roman" panose="02020603050405020304" pitchFamily="18" charset="0"/>
                    <a:ea typeface="隶书" panose="02010509060101010101" pitchFamily="49" charset="-122"/>
                  </a:rPr>
                  <a:t>TOP</a:t>
                </a:r>
              </a:p>
            </p:txBody>
          </p:sp>
        </p:grpSp>
      </p:grpSp>
      <p:grpSp>
        <p:nvGrpSpPr>
          <p:cNvPr id="57348" name="Group 17"/>
          <p:cNvGrpSpPr/>
          <p:nvPr/>
        </p:nvGrpSpPr>
        <p:grpSpPr>
          <a:xfrm>
            <a:off x="1050925" y="3622675"/>
            <a:ext cx="3216275" cy="1041400"/>
            <a:chOff x="998" y="2282"/>
            <a:chExt cx="2026" cy="656"/>
          </a:xfrm>
        </p:grpSpPr>
        <p:sp>
          <p:nvSpPr>
            <p:cNvPr id="57388" name="Text Box 18"/>
            <p:cNvSpPr txBox="1"/>
            <p:nvPr>
              <p:custDataLst>
                <p:tags r:id="rId35"/>
              </p:custDataLst>
            </p:nvPr>
          </p:nvSpPr>
          <p:spPr>
            <a:xfrm>
              <a:off x="1440" y="2688"/>
              <a:ext cx="720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lnSpc>
                  <a:spcPct val="115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rgbClr val="333399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lnSpc>
                  <a:spcPct val="115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+mn-ea"/>
                </a:defRPr>
              </a:lvl2pPr>
              <a:lvl3pPr marL="1143000" indent="-228600" algn="l" rtl="0" eaLnBrk="0" fontAlgn="base" hangingPunct="0">
                <a:lnSpc>
                  <a:spcPct val="115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+mn-ea"/>
                </a:defRPr>
              </a:lvl3pPr>
              <a:lvl4pPr marL="1600200" indent="-228600" algn="l" rtl="0" eaLnBrk="0" fontAlgn="base" hangingPunct="0">
                <a:lnSpc>
                  <a:spcPct val="115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+mn-ea"/>
                </a:defRPr>
              </a:lvl4pPr>
              <a:lvl5pPr marL="2057400" indent="-228600" algn="l" rtl="0" eaLnBrk="0" fontAlgn="base" hangingPunct="0">
                <a:lnSpc>
                  <a:spcPct val="115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+mn-ea"/>
                </a:defRPr>
              </a:lvl5pPr>
            </a:lstStyle>
            <a:p>
              <a:pPr marL="0" lvl="0" indent="0" eaLnBrk="1" hangingPunct="1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000" dirty="0">
                  <a:solidFill>
                    <a:srgbClr val="0000FF"/>
                  </a:solidFill>
                  <a:latin typeface="Times New Roman" panose="02020603050405020304" pitchFamily="18" charset="0"/>
                  <a:ea typeface="隶书" panose="02010509060101010101" pitchFamily="49" charset="-122"/>
                </a:rPr>
                <a:t>top=0</a:t>
              </a:r>
              <a:endParaRPr lang="en-US" altLang="zh-CN" sz="2800" dirty="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endParaRPr>
            </a:p>
          </p:txBody>
        </p:sp>
        <p:grpSp>
          <p:nvGrpSpPr>
            <p:cNvPr id="57389" name="Group 19"/>
            <p:cNvGrpSpPr/>
            <p:nvPr/>
          </p:nvGrpSpPr>
          <p:grpSpPr>
            <a:xfrm>
              <a:off x="998" y="2282"/>
              <a:ext cx="2026" cy="608"/>
              <a:chOff x="998" y="2282"/>
              <a:chExt cx="2026" cy="608"/>
            </a:xfrm>
          </p:grpSpPr>
          <p:sp>
            <p:nvSpPr>
              <p:cNvPr id="43028" name="Rectangle 20"/>
              <p:cNvSpPr>
                <a:spLocks noChangeArrowheads="1"/>
              </p:cNvSpPr>
              <p:nvPr>
                <p:custDataLst>
                  <p:tags r:id="rId36"/>
                </p:custDataLst>
              </p:nvPr>
            </p:nvSpPr>
            <p:spPr bwMode="auto">
              <a:xfrm>
                <a:off x="1296" y="2304"/>
                <a:ext cx="1728" cy="288"/>
              </a:xfrm>
              <a:prstGeom prst="rect">
                <a:avLst/>
              </a:prstGeom>
              <a:solidFill>
                <a:schemeClr val="accent1"/>
              </a:solidFill>
              <a:ln w="9525">
                <a:noFill/>
                <a:miter lim="800000"/>
              </a:ln>
              <a:effectLst>
                <a:prstShdw prst="shdw17" dist="17961" dir="2700000">
                  <a:schemeClr val="accent1">
                    <a:gamma/>
                    <a:shade val="60000"/>
                    <a:invGamma/>
                  </a:schemeClr>
                </a:prstShdw>
              </a:effectLst>
            </p:spPr>
            <p:txBody>
              <a:bodyPr wrap="none" anchor="ctr"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0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隶书" panose="02010509060101010101" pitchFamily="49" charset="-122"/>
                  <a:cs typeface="+mn-cs"/>
                </a:endParaRPr>
              </a:p>
            </p:txBody>
          </p:sp>
          <p:sp>
            <p:nvSpPr>
              <p:cNvPr id="57391" name="Line 21"/>
              <p:cNvSpPr/>
              <p:nvPr>
                <p:custDataLst>
                  <p:tags r:id="rId37"/>
                </p:custDataLst>
              </p:nvPr>
            </p:nvSpPr>
            <p:spPr>
              <a:xfrm>
                <a:off x="2448" y="2304"/>
                <a:ext cx="0" cy="288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7392" name="Line 22"/>
              <p:cNvSpPr/>
              <p:nvPr>
                <p:custDataLst>
                  <p:tags r:id="rId38"/>
                </p:custDataLst>
              </p:nvPr>
            </p:nvSpPr>
            <p:spPr>
              <a:xfrm>
                <a:off x="2160" y="2304"/>
                <a:ext cx="0" cy="288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7393" name="Line 23"/>
              <p:cNvSpPr/>
              <p:nvPr>
                <p:custDataLst>
                  <p:tags r:id="rId39"/>
                </p:custDataLst>
              </p:nvPr>
            </p:nvSpPr>
            <p:spPr>
              <a:xfrm>
                <a:off x="2736" y="2304"/>
                <a:ext cx="0" cy="288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7394" name="Line 24"/>
              <p:cNvSpPr/>
              <p:nvPr>
                <p:custDataLst>
                  <p:tags r:id="rId40"/>
                </p:custDataLst>
              </p:nvPr>
            </p:nvSpPr>
            <p:spPr>
              <a:xfrm>
                <a:off x="1872" y="2304"/>
                <a:ext cx="0" cy="288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7395" name="Line 25"/>
              <p:cNvSpPr/>
              <p:nvPr>
                <p:custDataLst>
                  <p:tags r:id="rId41"/>
                </p:custDataLst>
              </p:nvPr>
            </p:nvSpPr>
            <p:spPr>
              <a:xfrm>
                <a:off x="1584" y="2304"/>
                <a:ext cx="0" cy="288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7396" name="Line 26"/>
              <p:cNvSpPr/>
              <p:nvPr>
                <p:custDataLst>
                  <p:tags r:id="rId42"/>
                </p:custDataLst>
              </p:nvPr>
            </p:nvSpPr>
            <p:spPr>
              <a:xfrm flipV="1">
                <a:off x="1292" y="2640"/>
                <a:ext cx="0" cy="192"/>
              </a:xfrm>
              <a:prstGeom prst="line">
                <a:avLst/>
              </a:prstGeom>
              <a:ln w="9525" cap="flat" cmpd="sng">
                <a:solidFill>
                  <a:srgbClr val="660033"/>
                </a:solidFill>
                <a:prstDash val="solid"/>
                <a:headEnd type="none" w="med" len="med"/>
                <a:tailEnd type="triangl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7397" name="Text Box 27"/>
              <p:cNvSpPr txBox="1"/>
              <p:nvPr>
                <p:custDataLst>
                  <p:tags r:id="rId43"/>
                </p:custDataLst>
              </p:nvPr>
            </p:nvSpPr>
            <p:spPr>
              <a:xfrm>
                <a:off x="998" y="2282"/>
                <a:ext cx="260" cy="28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lstStyle>
                <a:lvl1pPr marL="342900" indent="-342900" algn="l" rtl="0" eaLnBrk="0" fontAlgn="base" hangingPunct="0">
                  <a:lnSpc>
                    <a:spcPct val="11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>
                    <a:solidFill>
                      <a:srgbClr val="333399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lnSpc>
                    <a:spcPct val="11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+mn-ea"/>
                  </a:defRPr>
                </a:lvl2pPr>
                <a:lvl3pPr marL="1143000" indent="-228600" algn="l" rtl="0" eaLnBrk="0" fontAlgn="base" hangingPunct="0">
                  <a:lnSpc>
                    <a:spcPct val="11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+mn-ea"/>
                  </a:defRPr>
                </a:lvl3pPr>
                <a:lvl4pPr marL="1600200" indent="-228600" algn="l" rtl="0" eaLnBrk="0" fontAlgn="base" hangingPunct="0">
                  <a:lnSpc>
                    <a:spcPct val="11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+mn-ea"/>
                  </a:defRPr>
                </a:lvl4pPr>
                <a:lvl5pPr marL="2057400" indent="-228600" algn="l" rtl="0" eaLnBrk="0" fontAlgn="base" hangingPunct="0">
                  <a:lnSpc>
                    <a:spcPct val="11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+mn-ea"/>
                  </a:defRPr>
                </a:lvl5pPr>
              </a:lstStyle>
              <a:p>
                <a:pPr marL="0" lvl="0" indent="0" eaLnBrk="1" hangingPunct="1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zh-CN" altLang="zh-CN" sz="2400" dirty="0">
                    <a:solidFill>
                      <a:srgbClr val="0000FF"/>
                    </a:solidFill>
                    <a:latin typeface="Times New Roman" panose="02020603050405020304" pitchFamily="18" charset="0"/>
                    <a:ea typeface="隶书" panose="02010509060101010101" pitchFamily="49" charset="-122"/>
                  </a:rPr>
                  <a:t>1.</a:t>
                </a:r>
                <a:endParaRPr lang="zh-CN" altLang="zh-CN" sz="2800" dirty="0">
                  <a:solidFill>
                    <a:srgbClr val="0000FF"/>
                  </a:solidFill>
                  <a:latin typeface="Times New Roman" panose="02020603050405020304" pitchFamily="18" charset="0"/>
                  <a:ea typeface="隶书" panose="02010509060101010101" pitchFamily="49" charset="-122"/>
                </a:endParaRPr>
              </a:p>
            </p:txBody>
          </p:sp>
          <p:sp>
            <p:nvSpPr>
              <p:cNvPr id="57398" name="Text Box 28"/>
              <p:cNvSpPr txBox="1"/>
              <p:nvPr>
                <p:custDataLst>
                  <p:tags r:id="rId44"/>
                </p:custDataLst>
              </p:nvPr>
            </p:nvSpPr>
            <p:spPr>
              <a:xfrm>
                <a:off x="2160" y="2640"/>
                <a:ext cx="544" cy="25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lstStyle>
                <a:lvl1pPr marL="342900" indent="-342900" algn="l" rtl="0" eaLnBrk="0" fontAlgn="base" hangingPunct="0">
                  <a:lnSpc>
                    <a:spcPct val="11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>
                    <a:solidFill>
                      <a:srgbClr val="333399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lnSpc>
                    <a:spcPct val="11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+mn-ea"/>
                  </a:defRPr>
                </a:lvl2pPr>
                <a:lvl3pPr marL="1143000" indent="-228600" algn="l" rtl="0" eaLnBrk="0" fontAlgn="base" hangingPunct="0">
                  <a:lnSpc>
                    <a:spcPct val="11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+mn-ea"/>
                  </a:defRPr>
                </a:lvl3pPr>
                <a:lvl4pPr marL="1600200" indent="-228600" algn="l" rtl="0" eaLnBrk="0" fontAlgn="base" hangingPunct="0">
                  <a:lnSpc>
                    <a:spcPct val="11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+mn-ea"/>
                  </a:defRPr>
                </a:lvl4pPr>
                <a:lvl5pPr marL="2057400" indent="-228600" algn="l" rtl="0" eaLnBrk="0" fontAlgn="base" hangingPunct="0">
                  <a:lnSpc>
                    <a:spcPct val="11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+mn-ea"/>
                  </a:defRPr>
                </a:lvl5pPr>
              </a:lstStyle>
              <a:p>
                <a:pPr marL="0" lvl="0" indent="0" eaLnBrk="1" hangingPunct="1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2000" dirty="0">
                    <a:solidFill>
                      <a:srgbClr val="800000"/>
                    </a:solidFill>
                    <a:latin typeface="Times New Roman" panose="02020603050405020304" pitchFamily="18" charset="0"/>
                    <a:ea typeface="隶书" panose="02010509060101010101" pitchFamily="49" charset="-122"/>
                  </a:rPr>
                  <a:t>(</a:t>
                </a:r>
                <a:r>
                  <a:rPr lang="zh-CN" altLang="en-US" sz="2000" dirty="0">
                    <a:solidFill>
                      <a:srgbClr val="800000"/>
                    </a:solidFill>
                    <a:latin typeface="Times New Roman" panose="02020603050405020304" pitchFamily="18" charset="0"/>
                    <a:ea typeface="隶书" panose="02010509060101010101" pitchFamily="49" charset="-122"/>
                  </a:rPr>
                  <a:t>空栈</a:t>
                </a:r>
                <a:r>
                  <a:rPr lang="en-US" altLang="zh-CN" sz="2000" dirty="0">
                    <a:solidFill>
                      <a:srgbClr val="800000"/>
                    </a:solidFill>
                    <a:latin typeface="Times New Roman" panose="02020603050405020304" pitchFamily="18" charset="0"/>
                    <a:ea typeface="隶书" panose="02010509060101010101" pitchFamily="49" charset="-122"/>
                  </a:rPr>
                  <a:t>)</a:t>
                </a:r>
                <a:endParaRPr lang="en-US" altLang="zh-CN" sz="2800" dirty="0">
                  <a:solidFill>
                    <a:srgbClr val="800000"/>
                  </a:solidFill>
                  <a:latin typeface="Times New Roman" panose="02020603050405020304" pitchFamily="18" charset="0"/>
                  <a:ea typeface="隶书" panose="02010509060101010101" pitchFamily="49" charset="-122"/>
                </a:endParaRPr>
              </a:p>
            </p:txBody>
          </p:sp>
        </p:grpSp>
      </p:grpSp>
      <p:sp>
        <p:nvSpPr>
          <p:cNvPr id="57349" name="Text Box 29"/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457200" y="1600200"/>
            <a:ext cx="7315200" cy="480060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anchor="t" anchorCtr="0"/>
          <a:lstStyle>
            <a:lvl1pPr marL="342900" indent="-342900" algn="l" rtl="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 b="1">
                <a:solidFill>
                  <a:srgbClr val="333399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+mn-ea"/>
              </a:defRPr>
            </a:lvl2pPr>
            <a:lvl3pPr marL="1143000" indent="-228600" algn="l" rtl="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+mn-ea"/>
              </a:defRPr>
            </a:lvl3pPr>
            <a:lvl4pPr marL="1600200" indent="-228600" algn="l" rtl="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+mn-ea"/>
              </a:defRPr>
            </a:lvl4pPr>
            <a:lvl5pPr marL="2057400" indent="-228600" algn="l" rtl="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+mn-ea"/>
              </a:defRPr>
            </a:lvl5pPr>
            <a:lvl6pPr marL="2514600" indent="-228600" algn="l" rtl="0" fontAlgn="base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+mn-ea"/>
              </a:defRPr>
            </a:lvl6pPr>
            <a:lvl7pPr marL="2971800" indent="-228600" algn="l" rtl="0" fontAlgn="base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+mn-ea"/>
              </a:defRPr>
            </a:lvl7pPr>
            <a:lvl8pPr marL="3429000" indent="-228600" algn="l" rtl="0" fontAlgn="base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+mn-ea"/>
              </a:defRPr>
            </a:lvl8pPr>
            <a:lvl9pPr marL="3886200" indent="-228600" algn="l" rtl="0" fontAlgn="base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+mn-ea"/>
              </a:defRPr>
            </a:lvl9pPr>
          </a:lstStyle>
          <a:p>
            <a:pPr eaLnBrk="1" hangingPunct="1">
              <a:buFontTx/>
              <a:buNone/>
            </a:pPr>
            <a:r>
              <a:rPr lang="en-US" altLang="zh-CN" sz="3600" dirty="0">
                <a:latin typeface="Times New Roman" panose="02020603050405020304" pitchFamily="18" charset="0"/>
              </a:rPr>
              <a:t> </a:t>
            </a:r>
          </a:p>
        </p:txBody>
      </p:sp>
      <p:grpSp>
        <p:nvGrpSpPr>
          <p:cNvPr id="57350" name="Group 30"/>
          <p:cNvGrpSpPr/>
          <p:nvPr/>
        </p:nvGrpSpPr>
        <p:grpSpPr>
          <a:xfrm>
            <a:off x="4495800" y="3643313"/>
            <a:ext cx="4108450" cy="1020762"/>
            <a:chOff x="2832" y="2295"/>
            <a:chExt cx="2588" cy="643"/>
          </a:xfrm>
        </p:grpSpPr>
        <p:grpSp>
          <p:nvGrpSpPr>
            <p:cNvPr id="57376" name="Group 31"/>
            <p:cNvGrpSpPr/>
            <p:nvPr/>
          </p:nvGrpSpPr>
          <p:grpSpPr>
            <a:xfrm>
              <a:off x="2832" y="2295"/>
              <a:ext cx="2009" cy="634"/>
              <a:chOff x="3168" y="2295"/>
              <a:chExt cx="2009" cy="634"/>
            </a:xfrm>
          </p:grpSpPr>
          <p:sp>
            <p:nvSpPr>
              <p:cNvPr id="43040" name="Rectangle 32"/>
              <p:cNvSpPr>
                <a:spLocks noChangeArrowheads="1"/>
              </p:cNvSpPr>
              <p:nvPr>
                <p:custDataLst>
                  <p:tags r:id="rId25"/>
                </p:custDataLst>
              </p:nvPr>
            </p:nvSpPr>
            <p:spPr bwMode="auto">
              <a:xfrm>
                <a:off x="3449" y="2295"/>
                <a:ext cx="1728" cy="288"/>
              </a:xfrm>
              <a:prstGeom prst="rect">
                <a:avLst/>
              </a:prstGeom>
              <a:solidFill>
                <a:schemeClr val="accent1"/>
              </a:solidFill>
              <a:ln w="9525">
                <a:noFill/>
                <a:miter lim="800000"/>
              </a:ln>
              <a:effectLst>
                <a:prstShdw prst="shdw17" dist="17961" dir="2700000">
                  <a:schemeClr val="accent1">
                    <a:gamma/>
                    <a:shade val="60000"/>
                    <a:invGamma/>
                  </a:schemeClr>
                </a:prstShdw>
              </a:effectLst>
            </p:spPr>
            <p:txBody>
              <a:bodyPr wrap="none" anchor="ctr"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kumimoji="1" lang="en-US" altLang="zh-CN" sz="2400" b="1" i="0" u="none" strike="noStrike" kern="1200" cap="none" spc="0" normalizeH="0" baseline="0" noProof="0">
                    <a:ln>
                      <a:noFill/>
                    </a:ln>
                    <a:solidFill>
                      <a:srgbClr val="0000FF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隶书" panose="02010509060101010101" pitchFamily="49" charset="-122"/>
                    <a:cs typeface="+mn-cs"/>
                  </a:rPr>
                  <a:t>A   B   C</a:t>
                </a:r>
              </a:p>
            </p:txBody>
          </p:sp>
          <p:sp>
            <p:nvSpPr>
              <p:cNvPr id="57379" name="Text Box 33"/>
              <p:cNvSpPr txBox="1"/>
              <p:nvPr>
                <p:custDataLst>
                  <p:tags r:id="rId26"/>
                </p:custDataLst>
              </p:nvPr>
            </p:nvSpPr>
            <p:spPr>
              <a:xfrm>
                <a:off x="3168" y="2304"/>
                <a:ext cx="260" cy="28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lstStyle>
                <a:lvl1pPr marL="342900" indent="-342900" algn="l" rtl="0" eaLnBrk="0" fontAlgn="base" hangingPunct="0">
                  <a:lnSpc>
                    <a:spcPct val="11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>
                    <a:solidFill>
                      <a:srgbClr val="333399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lnSpc>
                    <a:spcPct val="11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+mn-ea"/>
                  </a:defRPr>
                </a:lvl2pPr>
                <a:lvl3pPr marL="1143000" indent="-228600" algn="l" rtl="0" eaLnBrk="0" fontAlgn="base" hangingPunct="0">
                  <a:lnSpc>
                    <a:spcPct val="11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+mn-ea"/>
                  </a:defRPr>
                </a:lvl3pPr>
                <a:lvl4pPr marL="1600200" indent="-228600" algn="l" rtl="0" eaLnBrk="0" fontAlgn="base" hangingPunct="0">
                  <a:lnSpc>
                    <a:spcPct val="11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+mn-ea"/>
                  </a:defRPr>
                </a:lvl4pPr>
                <a:lvl5pPr marL="2057400" indent="-228600" algn="l" rtl="0" eaLnBrk="0" fontAlgn="base" hangingPunct="0">
                  <a:lnSpc>
                    <a:spcPct val="11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+mn-ea"/>
                  </a:defRPr>
                </a:lvl5pPr>
              </a:lstStyle>
              <a:p>
                <a:pPr marL="0" lvl="0" indent="0" eaLnBrk="1" hangingPunct="1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2400" dirty="0">
                    <a:solidFill>
                      <a:srgbClr val="0000FF"/>
                    </a:solidFill>
                    <a:latin typeface="Times New Roman" panose="02020603050405020304" pitchFamily="18" charset="0"/>
                    <a:ea typeface="隶书" panose="02010509060101010101" pitchFamily="49" charset="-122"/>
                  </a:rPr>
                  <a:t>2</a:t>
                </a:r>
                <a:r>
                  <a:rPr lang="en-US" altLang="zh-CN" sz="24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隶书" panose="02010509060101010101" pitchFamily="49" charset="-122"/>
                  </a:rPr>
                  <a:t>.</a:t>
                </a:r>
                <a:endParaRPr lang="en-US" altLang="zh-CN" sz="2800" dirty="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endParaRPr>
              </a:p>
            </p:txBody>
          </p:sp>
          <p:sp>
            <p:nvSpPr>
              <p:cNvPr id="57380" name="Line 34"/>
              <p:cNvSpPr/>
              <p:nvPr>
                <p:custDataLst>
                  <p:tags r:id="rId27"/>
                </p:custDataLst>
              </p:nvPr>
            </p:nvSpPr>
            <p:spPr>
              <a:xfrm>
                <a:off x="4265" y="2295"/>
                <a:ext cx="0" cy="288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7381" name="Line 35"/>
              <p:cNvSpPr/>
              <p:nvPr>
                <p:custDataLst>
                  <p:tags r:id="rId28"/>
                </p:custDataLst>
              </p:nvPr>
            </p:nvSpPr>
            <p:spPr>
              <a:xfrm>
                <a:off x="3737" y="2295"/>
                <a:ext cx="0" cy="288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7382" name="Line 36"/>
              <p:cNvSpPr/>
              <p:nvPr>
                <p:custDataLst>
                  <p:tags r:id="rId29"/>
                </p:custDataLst>
              </p:nvPr>
            </p:nvSpPr>
            <p:spPr>
              <a:xfrm>
                <a:off x="3977" y="2295"/>
                <a:ext cx="0" cy="288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7383" name="Line 37"/>
              <p:cNvSpPr/>
              <p:nvPr>
                <p:custDataLst>
                  <p:tags r:id="rId30"/>
                </p:custDataLst>
              </p:nvPr>
            </p:nvSpPr>
            <p:spPr>
              <a:xfrm>
                <a:off x="4265" y="2295"/>
                <a:ext cx="0" cy="288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7384" name="Line 38"/>
              <p:cNvSpPr/>
              <p:nvPr>
                <p:custDataLst>
                  <p:tags r:id="rId31"/>
                </p:custDataLst>
              </p:nvPr>
            </p:nvSpPr>
            <p:spPr>
              <a:xfrm>
                <a:off x="4553" y="2295"/>
                <a:ext cx="0" cy="288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7385" name="Line 39"/>
              <p:cNvSpPr/>
              <p:nvPr>
                <p:custDataLst>
                  <p:tags r:id="rId32"/>
                </p:custDataLst>
              </p:nvPr>
            </p:nvSpPr>
            <p:spPr>
              <a:xfrm>
                <a:off x="4841" y="2295"/>
                <a:ext cx="0" cy="288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7386" name="Line 40"/>
              <p:cNvSpPr/>
              <p:nvPr>
                <p:custDataLst>
                  <p:tags r:id="rId33"/>
                </p:custDataLst>
              </p:nvPr>
            </p:nvSpPr>
            <p:spPr>
              <a:xfrm flipV="1">
                <a:off x="4265" y="2583"/>
                <a:ext cx="0" cy="240"/>
              </a:xfrm>
              <a:prstGeom prst="line">
                <a:avLst/>
              </a:prstGeom>
              <a:ln w="9525" cap="flat" cmpd="sng">
                <a:solidFill>
                  <a:srgbClr val="660033"/>
                </a:solidFill>
                <a:prstDash val="solid"/>
                <a:headEnd type="none" w="med" len="med"/>
                <a:tailEnd type="triangl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7387" name="Text Box 41"/>
              <p:cNvSpPr txBox="1"/>
              <p:nvPr>
                <p:custDataLst>
                  <p:tags r:id="rId34"/>
                </p:custDataLst>
              </p:nvPr>
            </p:nvSpPr>
            <p:spPr>
              <a:xfrm>
                <a:off x="3641" y="2679"/>
                <a:ext cx="509" cy="25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lstStyle>
                <a:lvl1pPr marL="342900" indent="-342900" algn="l" rtl="0" eaLnBrk="0" fontAlgn="base" hangingPunct="0">
                  <a:lnSpc>
                    <a:spcPct val="11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>
                    <a:solidFill>
                      <a:srgbClr val="333399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lnSpc>
                    <a:spcPct val="11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+mn-ea"/>
                  </a:defRPr>
                </a:lvl2pPr>
                <a:lvl3pPr marL="1143000" indent="-228600" algn="l" rtl="0" eaLnBrk="0" fontAlgn="base" hangingPunct="0">
                  <a:lnSpc>
                    <a:spcPct val="11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+mn-ea"/>
                  </a:defRPr>
                </a:lvl3pPr>
                <a:lvl4pPr marL="1600200" indent="-228600" algn="l" rtl="0" eaLnBrk="0" fontAlgn="base" hangingPunct="0">
                  <a:lnSpc>
                    <a:spcPct val="11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+mn-ea"/>
                  </a:defRPr>
                </a:lvl4pPr>
                <a:lvl5pPr marL="2057400" indent="-228600" algn="l" rtl="0" eaLnBrk="0" fontAlgn="base" hangingPunct="0">
                  <a:lnSpc>
                    <a:spcPct val="11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+mn-ea"/>
                  </a:defRPr>
                </a:lvl5pPr>
              </a:lstStyle>
              <a:p>
                <a:pPr marL="0" lvl="0" indent="0" eaLnBrk="1" hangingPunct="1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2000" dirty="0">
                    <a:solidFill>
                      <a:srgbClr val="0000FF"/>
                    </a:solidFill>
                    <a:latin typeface="Times New Roman" panose="02020603050405020304" pitchFamily="18" charset="0"/>
                    <a:ea typeface="隶书" panose="02010509060101010101" pitchFamily="49" charset="-122"/>
                  </a:rPr>
                  <a:t>top=3</a:t>
                </a:r>
                <a:endParaRPr lang="en-US" altLang="zh-CN" sz="2800" dirty="0">
                  <a:solidFill>
                    <a:srgbClr val="0000FF"/>
                  </a:solidFill>
                  <a:latin typeface="Times New Roman" panose="02020603050405020304" pitchFamily="18" charset="0"/>
                  <a:ea typeface="隶书" panose="02010509060101010101" pitchFamily="49" charset="-122"/>
                </a:endParaRPr>
              </a:p>
            </p:txBody>
          </p:sp>
        </p:grpSp>
        <p:sp>
          <p:nvSpPr>
            <p:cNvPr id="57377" name="Text Box 42"/>
            <p:cNvSpPr txBox="1"/>
            <p:nvPr>
              <p:custDataLst>
                <p:tags r:id="rId24"/>
              </p:custDataLst>
            </p:nvPr>
          </p:nvSpPr>
          <p:spPr>
            <a:xfrm>
              <a:off x="3919" y="2688"/>
              <a:ext cx="1501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lnSpc>
                  <a:spcPct val="115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rgbClr val="333399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lnSpc>
                  <a:spcPct val="115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+mn-ea"/>
                </a:defRPr>
              </a:lvl2pPr>
              <a:lvl3pPr marL="1143000" indent="-228600" algn="l" rtl="0" eaLnBrk="0" fontAlgn="base" hangingPunct="0">
                <a:lnSpc>
                  <a:spcPct val="115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+mn-ea"/>
                </a:defRPr>
              </a:lvl3pPr>
              <a:lvl4pPr marL="1600200" indent="-228600" algn="l" rtl="0" eaLnBrk="0" fontAlgn="base" hangingPunct="0">
                <a:lnSpc>
                  <a:spcPct val="115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+mn-ea"/>
                </a:defRPr>
              </a:lvl4pPr>
              <a:lvl5pPr marL="2057400" indent="-228600" algn="l" rtl="0" eaLnBrk="0" fontAlgn="base" hangingPunct="0">
                <a:lnSpc>
                  <a:spcPct val="115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+mn-ea"/>
                </a:defRPr>
              </a:lvl5pPr>
            </a:lstStyle>
            <a:p>
              <a:pPr marL="0" lvl="0" indent="0" eaLnBrk="1" hangingPunct="1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000" dirty="0">
                  <a:solidFill>
                    <a:srgbClr val="800000"/>
                  </a:solidFill>
                  <a:latin typeface="Times New Roman" panose="02020603050405020304" pitchFamily="18" charset="0"/>
                  <a:ea typeface="隶书" panose="02010509060101010101" pitchFamily="49" charset="-122"/>
                </a:rPr>
                <a:t>(A</a:t>
              </a:r>
              <a:r>
                <a:rPr lang="zh-CN" altLang="en-US" sz="2000" dirty="0">
                  <a:solidFill>
                    <a:srgbClr val="800000"/>
                  </a:solidFill>
                  <a:latin typeface="Times New Roman" panose="02020603050405020304" pitchFamily="18" charset="0"/>
                  <a:ea typeface="隶书" panose="02010509060101010101" pitchFamily="49" charset="-122"/>
                </a:rPr>
                <a:t>、</a:t>
              </a:r>
              <a:r>
                <a:rPr lang="en-US" altLang="zh-CN" sz="2000" dirty="0">
                  <a:solidFill>
                    <a:srgbClr val="800000"/>
                  </a:solidFill>
                  <a:latin typeface="Times New Roman" panose="02020603050405020304" pitchFamily="18" charset="0"/>
                  <a:ea typeface="隶书" panose="02010509060101010101" pitchFamily="49" charset="-122"/>
                </a:rPr>
                <a:t>B</a:t>
              </a:r>
              <a:r>
                <a:rPr lang="zh-CN" altLang="en-US" sz="2000" dirty="0">
                  <a:solidFill>
                    <a:srgbClr val="800000"/>
                  </a:solidFill>
                  <a:latin typeface="Times New Roman" panose="02020603050405020304" pitchFamily="18" charset="0"/>
                  <a:ea typeface="隶书" panose="02010509060101010101" pitchFamily="49" charset="-122"/>
                </a:rPr>
                <a:t>、</a:t>
              </a:r>
              <a:r>
                <a:rPr lang="en-US" altLang="zh-CN" sz="2000" dirty="0">
                  <a:solidFill>
                    <a:srgbClr val="800000"/>
                  </a:solidFill>
                  <a:latin typeface="Times New Roman" panose="02020603050405020304" pitchFamily="18" charset="0"/>
                  <a:ea typeface="隶书" panose="02010509060101010101" pitchFamily="49" charset="-122"/>
                </a:rPr>
                <a:t>C</a:t>
              </a:r>
              <a:r>
                <a:rPr lang="zh-CN" altLang="en-US" sz="2000" dirty="0">
                  <a:solidFill>
                    <a:srgbClr val="800000"/>
                  </a:solidFill>
                  <a:latin typeface="Times New Roman" panose="02020603050405020304" pitchFamily="18" charset="0"/>
                  <a:ea typeface="隶书" panose="02010509060101010101" pitchFamily="49" charset="-122"/>
                </a:rPr>
                <a:t>进栈）</a:t>
              </a:r>
              <a:endParaRPr lang="zh-CN" altLang="en-US" sz="2800" dirty="0">
                <a:solidFill>
                  <a:srgbClr val="800000"/>
                </a:solidFill>
                <a:latin typeface="Times New Roman" panose="02020603050405020304" pitchFamily="18" charset="0"/>
                <a:ea typeface="隶书" panose="02010509060101010101" pitchFamily="49" charset="-122"/>
              </a:endParaRPr>
            </a:p>
          </p:txBody>
        </p:sp>
      </p:grpSp>
      <p:grpSp>
        <p:nvGrpSpPr>
          <p:cNvPr id="57351" name="Group 43"/>
          <p:cNvGrpSpPr/>
          <p:nvPr/>
        </p:nvGrpSpPr>
        <p:grpSpPr>
          <a:xfrm>
            <a:off x="990600" y="4800600"/>
            <a:ext cx="3276600" cy="1082675"/>
            <a:chOff x="624" y="3024"/>
            <a:chExt cx="2064" cy="682"/>
          </a:xfrm>
        </p:grpSpPr>
        <p:sp>
          <p:nvSpPr>
            <p:cNvPr id="43052" name="Rectangle 44"/>
            <p:cNvSpPr>
              <a:spLocks noChangeArrowheads="1"/>
            </p:cNvSpPr>
            <p:nvPr>
              <p:custDataLst>
                <p:tags r:id="rId14"/>
              </p:custDataLst>
            </p:nvPr>
          </p:nvSpPr>
          <p:spPr bwMode="auto">
            <a:xfrm>
              <a:off x="960" y="3024"/>
              <a:ext cx="1728" cy="288"/>
            </a:xfrm>
            <a:prstGeom prst="rect">
              <a:avLst/>
            </a:prstGeom>
            <a:solidFill>
              <a:schemeClr val="accent1"/>
            </a:solidFill>
            <a:ln w="9525">
              <a:noFill/>
              <a:miter lim="800000"/>
            </a:ln>
            <a:effectLst>
              <a:prstShdw prst="shdw17" dist="17961" dir="2700000">
                <a:schemeClr val="accent1">
                  <a:gamma/>
                  <a:shade val="60000"/>
                  <a:invGamma/>
                </a:schemeClr>
              </a:prstShdw>
            </a:effectLst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2400" b="1" i="0" u="none" strike="noStrike" kern="1200" cap="none" spc="0" normalizeH="0" baseline="0" noProof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latin typeface="Times New Roman" panose="02020603050405020304" pitchFamily="18" charset="0"/>
                  <a:ea typeface="隶书" panose="02010509060101010101" pitchFamily="49" charset="-122"/>
                  <a:cs typeface="+mn-cs"/>
                </a:rPr>
                <a:t>A   B</a:t>
              </a:r>
              <a:endParaRPr kumimoji="1" lang="en-US" altLang="zh-CN" sz="24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隶书" panose="02010509060101010101" pitchFamily="49" charset="-122"/>
                <a:cs typeface="+mn-cs"/>
              </a:endParaRPr>
            </a:p>
          </p:txBody>
        </p:sp>
        <p:sp>
          <p:nvSpPr>
            <p:cNvPr id="57367" name="Text Box 45"/>
            <p:cNvSpPr txBox="1"/>
            <p:nvPr>
              <p:custDataLst>
                <p:tags r:id="rId15"/>
              </p:custDataLst>
            </p:nvPr>
          </p:nvSpPr>
          <p:spPr>
            <a:xfrm>
              <a:off x="624" y="3024"/>
              <a:ext cx="260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lnSpc>
                  <a:spcPct val="115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rgbClr val="333399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lnSpc>
                  <a:spcPct val="115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+mn-ea"/>
                </a:defRPr>
              </a:lvl2pPr>
              <a:lvl3pPr marL="1143000" indent="-228600" algn="l" rtl="0" eaLnBrk="0" fontAlgn="base" hangingPunct="0">
                <a:lnSpc>
                  <a:spcPct val="115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+mn-ea"/>
                </a:defRPr>
              </a:lvl3pPr>
              <a:lvl4pPr marL="1600200" indent="-228600" algn="l" rtl="0" eaLnBrk="0" fontAlgn="base" hangingPunct="0">
                <a:lnSpc>
                  <a:spcPct val="115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+mn-ea"/>
                </a:defRPr>
              </a:lvl4pPr>
              <a:lvl5pPr marL="2057400" indent="-228600" algn="l" rtl="0" eaLnBrk="0" fontAlgn="base" hangingPunct="0">
                <a:lnSpc>
                  <a:spcPct val="115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+mn-ea"/>
                </a:defRPr>
              </a:lvl5pPr>
            </a:lstStyle>
            <a:p>
              <a:pPr marL="0" lvl="0" indent="0" eaLnBrk="1" hangingPunct="1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zh-CN" sz="2400" dirty="0">
                  <a:solidFill>
                    <a:srgbClr val="0000FF"/>
                  </a:solidFill>
                  <a:latin typeface="Times New Roman" panose="02020603050405020304" pitchFamily="18" charset="0"/>
                  <a:ea typeface="隶书" panose="02010509060101010101" pitchFamily="49" charset="-122"/>
                </a:rPr>
                <a:t>3.</a:t>
              </a:r>
              <a:endParaRPr lang="zh-CN" altLang="zh-CN" sz="2800" dirty="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endParaRPr>
            </a:p>
          </p:txBody>
        </p:sp>
        <p:sp>
          <p:nvSpPr>
            <p:cNvPr id="57368" name="Line 46"/>
            <p:cNvSpPr/>
            <p:nvPr>
              <p:custDataLst>
                <p:tags r:id="rId16"/>
              </p:custDataLst>
            </p:nvPr>
          </p:nvSpPr>
          <p:spPr>
            <a:xfrm>
              <a:off x="1824" y="3024"/>
              <a:ext cx="0" cy="288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7369" name="Line 47"/>
            <p:cNvSpPr/>
            <p:nvPr>
              <p:custDataLst>
                <p:tags r:id="rId17"/>
              </p:custDataLst>
            </p:nvPr>
          </p:nvSpPr>
          <p:spPr>
            <a:xfrm>
              <a:off x="1536" y="3024"/>
              <a:ext cx="0" cy="288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7370" name="Line 48"/>
            <p:cNvSpPr/>
            <p:nvPr>
              <p:custDataLst>
                <p:tags r:id="rId18"/>
              </p:custDataLst>
            </p:nvPr>
          </p:nvSpPr>
          <p:spPr>
            <a:xfrm>
              <a:off x="1248" y="3024"/>
              <a:ext cx="0" cy="288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7371" name="Line 49"/>
            <p:cNvSpPr/>
            <p:nvPr>
              <p:custDataLst>
                <p:tags r:id="rId19"/>
              </p:custDataLst>
            </p:nvPr>
          </p:nvSpPr>
          <p:spPr>
            <a:xfrm>
              <a:off x="2112" y="3024"/>
              <a:ext cx="0" cy="288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7372" name="Line 50"/>
            <p:cNvSpPr/>
            <p:nvPr>
              <p:custDataLst>
                <p:tags r:id="rId20"/>
              </p:custDataLst>
            </p:nvPr>
          </p:nvSpPr>
          <p:spPr>
            <a:xfrm>
              <a:off x="2400" y="3024"/>
              <a:ext cx="0" cy="288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7373" name="Line 51"/>
            <p:cNvSpPr/>
            <p:nvPr>
              <p:custDataLst>
                <p:tags r:id="rId21"/>
              </p:custDataLst>
            </p:nvPr>
          </p:nvSpPr>
          <p:spPr>
            <a:xfrm flipV="1">
              <a:off x="1536" y="3312"/>
              <a:ext cx="0" cy="288"/>
            </a:xfrm>
            <a:prstGeom prst="line">
              <a:avLst/>
            </a:prstGeom>
            <a:ln w="9525" cap="flat" cmpd="sng">
              <a:solidFill>
                <a:srgbClr val="660033"/>
              </a:solidFill>
              <a:prstDash val="solid"/>
              <a:headEnd type="none" w="med" len="med"/>
              <a:tailEnd type="triangl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7374" name="Text Box 52"/>
            <p:cNvSpPr txBox="1"/>
            <p:nvPr>
              <p:custDataLst>
                <p:tags r:id="rId22"/>
              </p:custDataLst>
            </p:nvPr>
          </p:nvSpPr>
          <p:spPr>
            <a:xfrm>
              <a:off x="960" y="3408"/>
              <a:ext cx="509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lnSpc>
                  <a:spcPct val="115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rgbClr val="333399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lnSpc>
                  <a:spcPct val="115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+mn-ea"/>
                </a:defRPr>
              </a:lvl2pPr>
              <a:lvl3pPr marL="1143000" indent="-228600" algn="l" rtl="0" eaLnBrk="0" fontAlgn="base" hangingPunct="0">
                <a:lnSpc>
                  <a:spcPct val="115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+mn-ea"/>
                </a:defRPr>
              </a:lvl3pPr>
              <a:lvl4pPr marL="1600200" indent="-228600" algn="l" rtl="0" eaLnBrk="0" fontAlgn="base" hangingPunct="0">
                <a:lnSpc>
                  <a:spcPct val="115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+mn-ea"/>
                </a:defRPr>
              </a:lvl4pPr>
              <a:lvl5pPr marL="2057400" indent="-228600" algn="l" rtl="0" eaLnBrk="0" fontAlgn="base" hangingPunct="0">
                <a:lnSpc>
                  <a:spcPct val="115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+mn-ea"/>
                </a:defRPr>
              </a:lvl5pPr>
            </a:lstStyle>
            <a:p>
              <a:pPr marL="0" lvl="0" indent="0" eaLnBrk="1" hangingPunct="1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000" dirty="0">
                  <a:solidFill>
                    <a:srgbClr val="0000FF"/>
                  </a:solidFill>
                  <a:latin typeface="Times New Roman" panose="02020603050405020304" pitchFamily="18" charset="0"/>
                  <a:ea typeface="隶书" panose="02010509060101010101" pitchFamily="49" charset="-122"/>
                </a:rPr>
                <a:t>top=2</a:t>
              </a:r>
              <a:endParaRPr lang="en-US" altLang="zh-CN" sz="2800" dirty="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endParaRPr>
            </a:p>
          </p:txBody>
        </p:sp>
        <p:sp>
          <p:nvSpPr>
            <p:cNvPr id="57375" name="Text Box 53"/>
            <p:cNvSpPr txBox="1"/>
            <p:nvPr>
              <p:custDataLst>
                <p:tags r:id="rId23"/>
              </p:custDataLst>
            </p:nvPr>
          </p:nvSpPr>
          <p:spPr>
            <a:xfrm>
              <a:off x="1776" y="3456"/>
              <a:ext cx="768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lnSpc>
                  <a:spcPct val="115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rgbClr val="333399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lnSpc>
                  <a:spcPct val="115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+mn-ea"/>
                </a:defRPr>
              </a:lvl2pPr>
              <a:lvl3pPr marL="1143000" indent="-228600" algn="l" rtl="0" eaLnBrk="0" fontAlgn="base" hangingPunct="0">
                <a:lnSpc>
                  <a:spcPct val="115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+mn-ea"/>
                </a:defRPr>
              </a:lvl3pPr>
              <a:lvl4pPr marL="1600200" indent="-228600" algn="l" rtl="0" eaLnBrk="0" fontAlgn="base" hangingPunct="0">
                <a:lnSpc>
                  <a:spcPct val="115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+mn-ea"/>
                </a:defRPr>
              </a:lvl4pPr>
              <a:lvl5pPr marL="2057400" indent="-228600" algn="l" rtl="0" eaLnBrk="0" fontAlgn="base" hangingPunct="0">
                <a:lnSpc>
                  <a:spcPct val="115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+mn-ea"/>
                </a:defRPr>
              </a:lvl5pPr>
            </a:lstStyle>
            <a:p>
              <a:pPr marL="0" lvl="0" indent="0" eaLnBrk="1" hangingPunct="1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000" dirty="0">
                  <a:solidFill>
                    <a:srgbClr val="800000"/>
                  </a:solidFill>
                  <a:latin typeface="Times New Roman" panose="02020603050405020304" pitchFamily="18" charset="0"/>
                  <a:ea typeface="隶书" panose="02010509060101010101" pitchFamily="49" charset="-122"/>
                </a:rPr>
                <a:t>(C</a:t>
              </a:r>
              <a:r>
                <a:rPr lang="zh-CN" altLang="en-US" sz="2000" dirty="0">
                  <a:solidFill>
                    <a:srgbClr val="800000"/>
                  </a:solidFill>
                  <a:latin typeface="Times New Roman" panose="02020603050405020304" pitchFamily="18" charset="0"/>
                  <a:ea typeface="隶书" panose="02010509060101010101" pitchFamily="49" charset="-122"/>
                </a:rPr>
                <a:t>出栈）</a:t>
              </a:r>
              <a:endParaRPr lang="zh-CN" altLang="en-US" sz="2800" dirty="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endParaRPr>
            </a:p>
          </p:txBody>
        </p:sp>
      </p:grpSp>
      <p:grpSp>
        <p:nvGrpSpPr>
          <p:cNvPr id="57352" name="Group 54"/>
          <p:cNvGrpSpPr/>
          <p:nvPr/>
        </p:nvGrpSpPr>
        <p:grpSpPr>
          <a:xfrm>
            <a:off x="4495800" y="4710113"/>
            <a:ext cx="3963988" cy="1325562"/>
            <a:chOff x="2832" y="2967"/>
            <a:chExt cx="2497" cy="835"/>
          </a:xfrm>
        </p:grpSpPr>
        <p:grpSp>
          <p:nvGrpSpPr>
            <p:cNvPr id="57353" name="Group 55"/>
            <p:cNvGrpSpPr/>
            <p:nvPr/>
          </p:nvGrpSpPr>
          <p:grpSpPr>
            <a:xfrm>
              <a:off x="2832" y="2967"/>
              <a:ext cx="2009" cy="634"/>
              <a:chOff x="3168" y="2967"/>
              <a:chExt cx="2009" cy="634"/>
            </a:xfrm>
          </p:grpSpPr>
          <p:sp>
            <p:nvSpPr>
              <p:cNvPr id="43064" name="Rectangle 56"/>
              <p:cNvSpPr>
                <a:spLocks noChangeArrowheads="1"/>
              </p:cNvSpPr>
              <p:nvPr>
                <p:custDataLst>
                  <p:tags r:id="rId3"/>
                </p:custDataLst>
              </p:nvPr>
            </p:nvSpPr>
            <p:spPr bwMode="auto">
              <a:xfrm>
                <a:off x="3449" y="2967"/>
                <a:ext cx="1728" cy="288"/>
              </a:xfrm>
              <a:prstGeom prst="rect">
                <a:avLst/>
              </a:prstGeom>
              <a:solidFill>
                <a:schemeClr val="accent1"/>
              </a:solidFill>
              <a:ln w="9525">
                <a:noFill/>
                <a:miter lim="800000"/>
              </a:ln>
              <a:effectLst>
                <a:prstShdw prst="shdw17" dist="17961" dir="2700000">
                  <a:schemeClr val="accent1">
                    <a:gamma/>
                    <a:shade val="60000"/>
                    <a:invGamma/>
                  </a:schemeClr>
                </a:prstShdw>
              </a:effectLst>
            </p:spPr>
            <p:txBody>
              <a:bodyPr wrap="none" anchor="ctr"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zh-CN" sz="24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隶书" panose="02010509060101010101" pitchFamily="49" charset="-122"/>
                  <a:cs typeface="+mn-cs"/>
                </a:endParaRPr>
              </a:p>
            </p:txBody>
          </p:sp>
          <p:sp>
            <p:nvSpPr>
              <p:cNvPr id="57356" name="Text Box 57"/>
              <p:cNvSpPr txBox="1"/>
              <p:nvPr>
                <p:custDataLst>
                  <p:tags r:id="rId4"/>
                </p:custDataLst>
              </p:nvPr>
            </p:nvSpPr>
            <p:spPr>
              <a:xfrm>
                <a:off x="3168" y="2976"/>
                <a:ext cx="260" cy="28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lstStyle>
                <a:lvl1pPr marL="342900" indent="-342900" algn="l" rtl="0" eaLnBrk="0" fontAlgn="base" hangingPunct="0">
                  <a:lnSpc>
                    <a:spcPct val="11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>
                    <a:solidFill>
                      <a:srgbClr val="333399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lnSpc>
                    <a:spcPct val="11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+mn-ea"/>
                  </a:defRPr>
                </a:lvl2pPr>
                <a:lvl3pPr marL="1143000" indent="-228600" algn="l" rtl="0" eaLnBrk="0" fontAlgn="base" hangingPunct="0">
                  <a:lnSpc>
                    <a:spcPct val="11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+mn-ea"/>
                  </a:defRPr>
                </a:lvl3pPr>
                <a:lvl4pPr marL="1600200" indent="-228600" algn="l" rtl="0" eaLnBrk="0" fontAlgn="base" hangingPunct="0">
                  <a:lnSpc>
                    <a:spcPct val="11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+mn-ea"/>
                  </a:defRPr>
                </a:lvl4pPr>
                <a:lvl5pPr marL="2057400" indent="-228600" algn="l" rtl="0" eaLnBrk="0" fontAlgn="base" hangingPunct="0">
                  <a:lnSpc>
                    <a:spcPct val="11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+mn-ea"/>
                  </a:defRPr>
                </a:lvl5pPr>
              </a:lstStyle>
              <a:p>
                <a:pPr marL="0" lvl="0" indent="0" eaLnBrk="1" hangingPunct="1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2400" dirty="0">
                    <a:solidFill>
                      <a:srgbClr val="0000FF"/>
                    </a:solidFill>
                    <a:latin typeface="Times New Roman" panose="02020603050405020304" pitchFamily="18" charset="0"/>
                    <a:ea typeface="隶书" panose="02010509060101010101" pitchFamily="49" charset="-122"/>
                  </a:rPr>
                  <a:t>4.</a:t>
                </a:r>
                <a:endParaRPr lang="en-US" altLang="zh-CN" sz="2800" dirty="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endParaRPr>
              </a:p>
            </p:txBody>
          </p:sp>
          <p:sp>
            <p:nvSpPr>
              <p:cNvPr id="57357" name="Line 58"/>
              <p:cNvSpPr/>
              <p:nvPr>
                <p:custDataLst>
                  <p:tags r:id="rId5"/>
                </p:custDataLst>
              </p:nvPr>
            </p:nvSpPr>
            <p:spPr>
              <a:xfrm>
                <a:off x="4313" y="2967"/>
                <a:ext cx="0" cy="288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7358" name="Line 59"/>
              <p:cNvSpPr/>
              <p:nvPr>
                <p:custDataLst>
                  <p:tags r:id="rId6"/>
                </p:custDataLst>
              </p:nvPr>
            </p:nvSpPr>
            <p:spPr>
              <a:xfrm>
                <a:off x="4025" y="2967"/>
                <a:ext cx="0" cy="288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7359" name="Line 60"/>
              <p:cNvSpPr/>
              <p:nvPr>
                <p:custDataLst>
                  <p:tags r:id="rId7"/>
                </p:custDataLst>
              </p:nvPr>
            </p:nvSpPr>
            <p:spPr>
              <a:xfrm>
                <a:off x="3737" y="2967"/>
                <a:ext cx="0" cy="288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7360" name="Line 61"/>
              <p:cNvSpPr/>
              <p:nvPr>
                <p:custDataLst>
                  <p:tags r:id="rId8"/>
                </p:custDataLst>
              </p:nvPr>
            </p:nvSpPr>
            <p:spPr>
              <a:xfrm>
                <a:off x="4601" y="2967"/>
                <a:ext cx="0" cy="288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7361" name="Line 62"/>
              <p:cNvSpPr/>
              <p:nvPr>
                <p:custDataLst>
                  <p:tags r:id="rId9"/>
                </p:custDataLst>
              </p:nvPr>
            </p:nvSpPr>
            <p:spPr>
              <a:xfrm>
                <a:off x="4889" y="2967"/>
                <a:ext cx="0" cy="288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7362" name="Line 63"/>
              <p:cNvSpPr/>
              <p:nvPr>
                <p:custDataLst>
                  <p:tags r:id="rId10"/>
                </p:custDataLst>
              </p:nvPr>
            </p:nvSpPr>
            <p:spPr>
              <a:xfrm flipV="1">
                <a:off x="5177" y="3255"/>
                <a:ext cx="0" cy="240"/>
              </a:xfrm>
              <a:prstGeom prst="line">
                <a:avLst/>
              </a:prstGeom>
              <a:ln w="9525" cap="flat" cmpd="sng">
                <a:solidFill>
                  <a:srgbClr val="660033"/>
                </a:solidFill>
                <a:prstDash val="solid"/>
                <a:headEnd type="none" w="med" len="med"/>
                <a:tailEnd type="triangl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7363" name="Text Box 64"/>
              <p:cNvSpPr txBox="1"/>
              <p:nvPr>
                <p:custDataLst>
                  <p:tags r:id="rId11"/>
                </p:custDataLst>
              </p:nvPr>
            </p:nvSpPr>
            <p:spPr>
              <a:xfrm>
                <a:off x="3511" y="3058"/>
                <a:ext cx="116" cy="327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lstStyle>
                <a:lvl1pPr marL="342900" indent="-342900" algn="l" rtl="0" eaLnBrk="0" fontAlgn="base" hangingPunct="0">
                  <a:lnSpc>
                    <a:spcPct val="11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>
                    <a:solidFill>
                      <a:srgbClr val="333399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lnSpc>
                    <a:spcPct val="11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+mn-ea"/>
                  </a:defRPr>
                </a:lvl2pPr>
                <a:lvl3pPr marL="1143000" indent="-228600" algn="l" rtl="0" eaLnBrk="0" fontAlgn="base" hangingPunct="0">
                  <a:lnSpc>
                    <a:spcPct val="11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+mn-ea"/>
                  </a:defRPr>
                </a:lvl3pPr>
                <a:lvl4pPr marL="1600200" indent="-228600" algn="l" rtl="0" eaLnBrk="0" fontAlgn="base" hangingPunct="0">
                  <a:lnSpc>
                    <a:spcPct val="11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+mn-ea"/>
                  </a:defRPr>
                </a:lvl4pPr>
                <a:lvl5pPr marL="2057400" indent="-228600" algn="l" rtl="0" eaLnBrk="0" fontAlgn="base" hangingPunct="0">
                  <a:lnSpc>
                    <a:spcPct val="11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+mn-ea"/>
                  </a:defRPr>
                </a:lvl5pPr>
              </a:lstStyle>
              <a:p>
                <a:pPr marL="0" lvl="0" indent="0" eaLnBrk="1" hangingPunct="1">
                  <a:lnSpc>
                    <a:spcPct val="100000"/>
                  </a:lnSpc>
                  <a:spcBef>
                    <a:spcPct val="50000"/>
                  </a:spcBef>
                  <a:buClrTx/>
                  <a:buSzTx/>
                  <a:buFontTx/>
                  <a:buNone/>
                </a:pPr>
                <a:endParaRPr lang="zh-CN" altLang="zh-CN" sz="2800" dirty="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endParaRPr>
              </a:p>
            </p:txBody>
          </p:sp>
          <p:sp>
            <p:nvSpPr>
              <p:cNvPr id="57364" name="Text Box 65"/>
              <p:cNvSpPr txBox="1"/>
              <p:nvPr>
                <p:custDataLst>
                  <p:tags r:id="rId12"/>
                </p:custDataLst>
              </p:nvPr>
            </p:nvSpPr>
            <p:spPr>
              <a:xfrm>
                <a:off x="3497" y="2967"/>
                <a:ext cx="1626" cy="28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lstStyle>
                <a:lvl1pPr marL="342900" indent="-342900" algn="l" rtl="0" eaLnBrk="0" fontAlgn="base" hangingPunct="0">
                  <a:lnSpc>
                    <a:spcPct val="11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>
                    <a:solidFill>
                      <a:srgbClr val="333399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lnSpc>
                    <a:spcPct val="11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+mn-ea"/>
                  </a:defRPr>
                </a:lvl2pPr>
                <a:lvl3pPr marL="1143000" indent="-228600" algn="l" rtl="0" eaLnBrk="0" fontAlgn="base" hangingPunct="0">
                  <a:lnSpc>
                    <a:spcPct val="11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+mn-ea"/>
                  </a:defRPr>
                </a:lvl3pPr>
                <a:lvl4pPr marL="1600200" indent="-228600" algn="l" rtl="0" eaLnBrk="0" fontAlgn="base" hangingPunct="0">
                  <a:lnSpc>
                    <a:spcPct val="11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+mn-ea"/>
                  </a:defRPr>
                </a:lvl4pPr>
                <a:lvl5pPr marL="2057400" indent="-228600" algn="l" rtl="0" eaLnBrk="0" fontAlgn="base" hangingPunct="0">
                  <a:lnSpc>
                    <a:spcPct val="11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+mn-ea"/>
                  </a:defRPr>
                </a:lvl5pPr>
              </a:lstStyle>
              <a:p>
                <a:pPr marL="0" lvl="0" indent="0" eaLnBrk="1" hangingPunct="1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2400" dirty="0">
                    <a:solidFill>
                      <a:srgbClr val="0000FF"/>
                    </a:solidFill>
                    <a:latin typeface="Times New Roman" panose="02020603050405020304" pitchFamily="18" charset="0"/>
                    <a:ea typeface="隶书" panose="02010509060101010101" pitchFamily="49" charset="-122"/>
                  </a:rPr>
                  <a:t>A   B   C   D   E   F</a:t>
                </a:r>
                <a:endParaRPr lang="en-US" altLang="zh-CN" sz="2400" dirty="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endParaRPr>
              </a:p>
            </p:txBody>
          </p:sp>
          <p:sp>
            <p:nvSpPr>
              <p:cNvPr id="57365" name="Text Box 66"/>
              <p:cNvSpPr txBox="1"/>
              <p:nvPr>
                <p:custDataLst>
                  <p:tags r:id="rId13"/>
                </p:custDataLst>
              </p:nvPr>
            </p:nvSpPr>
            <p:spPr>
              <a:xfrm>
                <a:off x="3696" y="3351"/>
                <a:ext cx="1385" cy="25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lstStyle>
                <a:lvl1pPr marL="342900" indent="-342900" algn="l" rtl="0" eaLnBrk="0" fontAlgn="base" hangingPunct="0">
                  <a:lnSpc>
                    <a:spcPct val="11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>
                    <a:solidFill>
                      <a:srgbClr val="333399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lnSpc>
                    <a:spcPct val="11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+mn-ea"/>
                  </a:defRPr>
                </a:lvl2pPr>
                <a:lvl3pPr marL="1143000" indent="-228600" algn="l" rtl="0" eaLnBrk="0" fontAlgn="base" hangingPunct="0">
                  <a:lnSpc>
                    <a:spcPct val="11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+mn-ea"/>
                  </a:defRPr>
                </a:lvl3pPr>
                <a:lvl4pPr marL="1600200" indent="-228600" algn="l" rtl="0" eaLnBrk="0" fontAlgn="base" hangingPunct="0">
                  <a:lnSpc>
                    <a:spcPct val="11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+mn-ea"/>
                  </a:defRPr>
                </a:lvl4pPr>
                <a:lvl5pPr marL="2057400" indent="-228600" algn="l" rtl="0" eaLnBrk="0" fontAlgn="base" hangingPunct="0">
                  <a:lnSpc>
                    <a:spcPct val="11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+mn-ea"/>
                  </a:defRPr>
                </a:lvl5pPr>
              </a:lstStyle>
              <a:p>
                <a:pPr marL="0" lvl="0" indent="0" eaLnBrk="1" hangingPunct="1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2000" dirty="0">
                    <a:solidFill>
                      <a:srgbClr val="0000FF"/>
                    </a:solidFill>
                    <a:latin typeface="Times New Roman" panose="02020603050405020304" pitchFamily="18" charset="0"/>
                    <a:ea typeface="隶书" panose="02010509060101010101" pitchFamily="49" charset="-122"/>
                  </a:rPr>
                  <a:t>top=MAXSIZE</a:t>
                </a:r>
                <a:endParaRPr lang="en-US" altLang="zh-CN" sz="2800" dirty="0">
                  <a:solidFill>
                    <a:srgbClr val="0000FF"/>
                  </a:solidFill>
                  <a:latin typeface="Times New Roman" panose="02020603050405020304" pitchFamily="18" charset="0"/>
                  <a:ea typeface="隶书" panose="02010509060101010101" pitchFamily="49" charset="-122"/>
                </a:endParaRPr>
              </a:p>
            </p:txBody>
          </p:sp>
        </p:grpSp>
        <p:sp>
          <p:nvSpPr>
            <p:cNvPr id="57354" name="Text Box 67"/>
            <p:cNvSpPr txBox="1"/>
            <p:nvPr>
              <p:custDataLst>
                <p:tags r:id="rId2"/>
              </p:custDataLst>
            </p:nvPr>
          </p:nvSpPr>
          <p:spPr>
            <a:xfrm>
              <a:off x="4580" y="3552"/>
              <a:ext cx="749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lnSpc>
                  <a:spcPct val="115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rgbClr val="333399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lnSpc>
                  <a:spcPct val="115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+mn-ea"/>
                </a:defRPr>
              </a:lvl2pPr>
              <a:lvl3pPr marL="1143000" indent="-228600" algn="l" rtl="0" eaLnBrk="0" fontAlgn="base" hangingPunct="0">
                <a:lnSpc>
                  <a:spcPct val="115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+mn-ea"/>
                </a:defRPr>
              </a:lvl3pPr>
              <a:lvl4pPr marL="1600200" indent="-228600" algn="l" rtl="0" eaLnBrk="0" fontAlgn="base" hangingPunct="0">
                <a:lnSpc>
                  <a:spcPct val="115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+mn-ea"/>
                </a:defRPr>
              </a:lvl4pPr>
              <a:lvl5pPr marL="2057400" indent="-228600" algn="l" rtl="0" eaLnBrk="0" fontAlgn="base" hangingPunct="0">
                <a:lnSpc>
                  <a:spcPct val="115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+mn-ea"/>
                </a:defRPr>
              </a:lvl5pPr>
            </a:lstStyle>
            <a:p>
              <a:pPr marL="0" lvl="0" indent="0" eaLnBrk="1" hangingPunct="1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000" dirty="0">
                  <a:solidFill>
                    <a:srgbClr val="800000"/>
                  </a:solidFill>
                  <a:latin typeface="Times New Roman" panose="02020603050405020304" pitchFamily="18" charset="0"/>
                  <a:ea typeface="隶书" panose="02010509060101010101" pitchFamily="49" charset="-122"/>
                </a:rPr>
                <a:t>(</a:t>
              </a:r>
              <a:r>
                <a:rPr lang="zh-CN" altLang="en-US" sz="2000" dirty="0">
                  <a:solidFill>
                    <a:srgbClr val="800000"/>
                  </a:solidFill>
                  <a:latin typeface="Times New Roman" panose="02020603050405020304" pitchFamily="18" charset="0"/>
                  <a:ea typeface="隶书" panose="02010509060101010101" pitchFamily="49" charset="-122"/>
                </a:rPr>
                <a:t>栈满）</a:t>
              </a:r>
              <a:endParaRPr lang="zh-CN" altLang="en-US" sz="2800" dirty="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endParaRPr>
            </a:p>
          </p:txBody>
        </p:sp>
      </p:grp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5" name="Rectangle 5"/>
          <p:cNvSpPr/>
          <p:nvPr/>
        </p:nvSpPr>
        <p:spPr>
          <a:xfrm>
            <a:off x="0" y="-20637"/>
            <a:ext cx="3590925" cy="534987"/>
          </a:xfrm>
          <a:prstGeom prst="rect">
            <a:avLst/>
          </a:prstGeom>
          <a:solidFill>
            <a:srgbClr val="FFFF99"/>
          </a:solidFill>
          <a:ln w="9525">
            <a:noFill/>
          </a:ln>
        </p:spPr>
        <p:txBody>
          <a:bodyPr anchor="ctr" anchorCtr="0"/>
          <a:lstStyle/>
          <a:p>
            <a:pPr eaLnBrk="0" hangingPunct="0"/>
            <a:r>
              <a:rPr lang="zh-CN" altLang="en-US" sz="3200" dirty="0">
                <a:latin typeface="楷体_GB2312" charset="-122"/>
                <a:ea typeface="楷体_GB2312" charset="-122"/>
              </a:rPr>
              <a:t>顺序栈的表示</a:t>
            </a:r>
          </a:p>
        </p:txBody>
      </p:sp>
      <p:sp>
        <p:nvSpPr>
          <p:cNvPr id="58371" name="Rectangle 3"/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304800" y="1219200"/>
            <a:ext cx="8610600" cy="502920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anchor="t" anchorCtr="0"/>
          <a:lstStyle>
            <a:lvl1pPr marL="342900" indent="-342900" algn="l" rtl="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 b="1">
                <a:solidFill>
                  <a:srgbClr val="333399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+mn-ea"/>
              </a:defRPr>
            </a:lvl2pPr>
            <a:lvl3pPr marL="1143000" indent="-228600" algn="l" rtl="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+mn-ea"/>
              </a:defRPr>
            </a:lvl3pPr>
            <a:lvl4pPr marL="1600200" indent="-228600" algn="l" rtl="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+mn-ea"/>
              </a:defRPr>
            </a:lvl4pPr>
            <a:lvl5pPr marL="2057400" indent="-228600" algn="l" rtl="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+mn-ea"/>
              </a:defRPr>
            </a:lvl5pPr>
            <a:lvl6pPr marL="2514600" indent="-228600" algn="l" rtl="0" fontAlgn="base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+mn-ea"/>
              </a:defRPr>
            </a:lvl6pPr>
            <a:lvl7pPr marL="2971800" indent="-228600" algn="l" rtl="0" fontAlgn="base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+mn-ea"/>
              </a:defRPr>
            </a:lvl7pPr>
            <a:lvl8pPr marL="3429000" indent="-228600" algn="l" rtl="0" fontAlgn="base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+mn-ea"/>
              </a:defRPr>
            </a:lvl8pPr>
            <a:lvl9pPr marL="3886200" indent="-228600" algn="l" rtl="0" fontAlgn="base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+mn-ea"/>
              </a:defRPr>
            </a:lvl9pPr>
          </a:lstStyle>
          <a:p>
            <a:pPr algn="just" eaLnBrk="1" hangingPunct="1">
              <a:lnSpc>
                <a:spcPct val="120000"/>
              </a:lnSpc>
              <a:buFontTx/>
              <a:buNone/>
            </a:pPr>
            <a:r>
              <a:rPr lang="zh-CN" altLang="en-US" sz="2400" dirty="0">
                <a:solidFill>
                  <a:srgbClr val="000066"/>
                </a:solidFill>
                <a:latin typeface="Times New Roman" panose="02020603050405020304" pitchFamily="18" charset="0"/>
              </a:rPr>
              <a:t>（</a:t>
            </a:r>
            <a:r>
              <a:rPr lang="en-US" altLang="zh-CN" sz="2400" dirty="0">
                <a:solidFill>
                  <a:srgbClr val="000066"/>
                </a:solidFill>
                <a:latin typeface="Times New Roman" panose="02020603050405020304" pitchFamily="18" charset="0"/>
              </a:rPr>
              <a:t>1</a:t>
            </a:r>
            <a:r>
              <a:rPr lang="zh-CN" altLang="en-US" sz="2400" dirty="0">
                <a:solidFill>
                  <a:srgbClr val="000066"/>
                </a:solidFill>
                <a:latin typeface="Times New Roman" panose="02020603050405020304" pitchFamily="18" charset="0"/>
              </a:rPr>
              <a:t>）栈的顺序存储结构</a:t>
            </a:r>
            <a:r>
              <a:rPr lang="zh-CN" altLang="en-US" sz="2400" dirty="0">
                <a:solidFill>
                  <a:srgbClr val="7F0000"/>
                </a:solidFill>
                <a:latin typeface="Times New Roman" panose="02020603050405020304" pitchFamily="18" charset="0"/>
              </a:rPr>
              <a:t>：用</a:t>
            </a:r>
            <a:r>
              <a:rPr lang="zh-CN" altLang="en-US" sz="2400" dirty="0">
                <a:solidFill>
                  <a:srgbClr val="800000"/>
                </a:solidFill>
                <a:latin typeface="Times New Roman" panose="02020603050405020304" pitchFamily="18" charset="0"/>
              </a:rPr>
              <a:t>一维数组作为存储空间。</a:t>
            </a:r>
          </a:p>
          <a:p>
            <a:pPr algn="just" eaLnBrk="1" hangingPunct="1">
              <a:lnSpc>
                <a:spcPct val="120000"/>
              </a:lnSpc>
              <a:buFontTx/>
              <a:buNone/>
            </a:pPr>
            <a:r>
              <a:rPr lang="zh-CN" altLang="en-US" sz="2400" dirty="0">
                <a:solidFill>
                  <a:srgbClr val="000066"/>
                </a:solidFill>
                <a:latin typeface="Times New Roman" panose="02020603050405020304" pitchFamily="18" charset="0"/>
              </a:rPr>
              <a:t>（</a:t>
            </a:r>
            <a:r>
              <a:rPr lang="en-US" altLang="zh-CN" sz="2400" dirty="0">
                <a:solidFill>
                  <a:srgbClr val="000066"/>
                </a:solidFill>
                <a:latin typeface="Times New Roman" panose="02020603050405020304" pitchFamily="18" charset="0"/>
              </a:rPr>
              <a:t>2</a:t>
            </a:r>
            <a:r>
              <a:rPr lang="zh-CN" altLang="en-US" sz="2400" dirty="0">
                <a:solidFill>
                  <a:srgbClr val="000066"/>
                </a:solidFill>
                <a:latin typeface="Times New Roman" panose="02020603050405020304" pitchFamily="18" charset="0"/>
              </a:rPr>
              <a:t>）顺序栈</a:t>
            </a:r>
            <a:r>
              <a:rPr lang="zh-CN" altLang="en-US" sz="2400" dirty="0">
                <a:solidFill>
                  <a:srgbClr val="7F0000"/>
                </a:solidFill>
                <a:latin typeface="Times New Roman" panose="02020603050405020304" pitchFamily="18" charset="0"/>
              </a:rPr>
              <a:t>：</a:t>
            </a:r>
            <a:r>
              <a:rPr lang="zh-CN" altLang="en-US" sz="2400" dirty="0">
                <a:solidFill>
                  <a:srgbClr val="800000"/>
                </a:solidFill>
                <a:latin typeface="Times New Roman" panose="02020603050405020304" pitchFamily="18" charset="0"/>
              </a:rPr>
              <a:t>栈的顺序存储结构称为顺序栈。</a:t>
            </a:r>
          </a:p>
          <a:p>
            <a:pPr algn="just" eaLnBrk="1" hangingPunct="1">
              <a:lnSpc>
                <a:spcPct val="120000"/>
              </a:lnSpc>
              <a:buFontTx/>
              <a:buNone/>
            </a:pPr>
            <a:r>
              <a:rPr lang="zh-CN" altLang="en-US" sz="2400" dirty="0">
                <a:solidFill>
                  <a:srgbClr val="7F0000"/>
                </a:solidFill>
                <a:latin typeface="Times New Roman" panose="02020603050405020304" pitchFamily="18" charset="0"/>
              </a:rPr>
              <a:t>栈的操作只能在一端进行；即栈顶位置随进栈和出栈而变化。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49" name="Rectangle 4"/>
          <p:cNvSpPr/>
          <p:nvPr/>
        </p:nvSpPr>
        <p:spPr>
          <a:xfrm>
            <a:off x="222250" y="981075"/>
            <a:ext cx="4654550" cy="2435225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lstStyle/>
          <a:p>
            <a:pPr marL="342900" indent="-342900" eaLnBrk="0" hangingPunct="0">
              <a:lnSpc>
                <a:spcPct val="9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zh-CN" altLang="en-US" sz="3200" dirty="0">
                <a:latin typeface="楷体_GB2312" charset="-122"/>
                <a:ea typeface="楷体_GB2312" charset="-122"/>
              </a:rPr>
              <a:t>构造一个空栈</a:t>
            </a:r>
          </a:p>
          <a:p>
            <a:pPr marL="342900" indent="-342900" eaLnBrk="0" hangingPunct="0">
              <a:lnSpc>
                <a:spcPct val="9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zh-CN" altLang="en-US" sz="3200" dirty="0">
                <a:latin typeface="楷体_GB2312" charset="-122"/>
                <a:ea typeface="楷体_GB2312" charset="-122"/>
              </a:rPr>
              <a:t>步骤：</a:t>
            </a:r>
          </a:p>
          <a:p>
            <a:pPr marL="342900" indent="-342900" eaLnBrk="0" hangingPunct="0">
              <a:lnSpc>
                <a:spcPct val="90000"/>
              </a:lnSpc>
              <a:spcBef>
                <a:spcPct val="20000"/>
              </a:spcBef>
            </a:pPr>
            <a:r>
              <a:rPr lang="en-US" altLang="zh-CN" sz="3200" dirty="0">
                <a:solidFill>
                  <a:schemeClr val="hlink"/>
                </a:solidFill>
                <a:latin typeface="楷体_GB2312" charset="-122"/>
                <a:ea typeface="楷体_GB2312" charset="-122"/>
              </a:rPr>
              <a:t>(1)</a:t>
            </a:r>
            <a:r>
              <a:rPr lang="zh-CN" altLang="en-US" sz="3200" dirty="0">
                <a:solidFill>
                  <a:schemeClr val="hlink"/>
                </a:solidFill>
                <a:highlight>
                  <a:srgbClr val="00FF00"/>
                </a:highlight>
                <a:latin typeface="楷体_GB2312" charset="-122"/>
                <a:ea typeface="楷体_GB2312" charset="-122"/>
              </a:rPr>
              <a:t>分配</a:t>
            </a:r>
            <a:r>
              <a:rPr lang="zh-CN" altLang="en-US" sz="3200" dirty="0">
                <a:solidFill>
                  <a:schemeClr val="hlink"/>
                </a:solidFill>
                <a:latin typeface="楷体_GB2312" charset="-122"/>
                <a:ea typeface="楷体_GB2312" charset="-122"/>
              </a:rPr>
              <a:t>空间并检查空间是否分配失败，若失败则返回错误</a:t>
            </a:r>
          </a:p>
        </p:txBody>
      </p:sp>
      <p:sp>
        <p:nvSpPr>
          <p:cNvPr id="27650" name="Rectangle 5"/>
          <p:cNvSpPr/>
          <p:nvPr/>
        </p:nvSpPr>
        <p:spPr>
          <a:xfrm>
            <a:off x="0" y="0"/>
            <a:ext cx="3563938" cy="563563"/>
          </a:xfrm>
          <a:prstGeom prst="rect">
            <a:avLst/>
          </a:prstGeom>
          <a:solidFill>
            <a:srgbClr val="FFFF99"/>
          </a:solidFill>
          <a:ln w="9525">
            <a:noFill/>
          </a:ln>
        </p:spPr>
        <p:txBody>
          <a:bodyPr anchor="ctr" anchorCtr="0"/>
          <a:lstStyle/>
          <a:p>
            <a:pPr eaLnBrk="0" hangingPunct="0"/>
            <a:r>
              <a:rPr lang="zh-CN" altLang="en-US" sz="3200" dirty="0">
                <a:latin typeface="楷体_GB2312" charset="-122"/>
                <a:ea typeface="楷体_GB2312" charset="-122"/>
              </a:rPr>
              <a:t>顺序栈初始化</a:t>
            </a:r>
          </a:p>
        </p:txBody>
      </p:sp>
      <p:grpSp>
        <p:nvGrpSpPr>
          <p:cNvPr id="27651" name="Group 6"/>
          <p:cNvGrpSpPr/>
          <p:nvPr/>
        </p:nvGrpSpPr>
        <p:grpSpPr>
          <a:xfrm>
            <a:off x="5359400" y="673100"/>
            <a:ext cx="1600200" cy="2743200"/>
            <a:chOff x="3600" y="1440"/>
            <a:chExt cx="1008" cy="1728"/>
          </a:xfrm>
        </p:grpSpPr>
        <p:sp>
          <p:nvSpPr>
            <p:cNvPr id="27652" name="Rectangle 7"/>
            <p:cNvSpPr/>
            <p:nvPr/>
          </p:nvSpPr>
          <p:spPr>
            <a:xfrm>
              <a:off x="3600" y="2400"/>
              <a:ext cx="1008" cy="480"/>
            </a:xfrm>
            <a:prstGeom prst="rect">
              <a:avLst/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/>
            <a:p>
              <a:pPr algn="ctr"/>
              <a:r>
                <a:rPr lang="en-US" altLang="zh-CN" b="0" dirty="0">
                  <a:latin typeface="Tahoma" panose="020B0604030504040204" pitchFamily="34" charset="0"/>
                  <a:ea typeface="宋体" panose="02010600030101010101" pitchFamily="2" charset="-122"/>
                </a:rPr>
                <a:t>base</a:t>
              </a:r>
            </a:p>
          </p:txBody>
        </p:sp>
        <p:sp>
          <p:nvSpPr>
            <p:cNvPr id="27653" name="Rectangle 8"/>
            <p:cNvSpPr/>
            <p:nvPr/>
          </p:nvSpPr>
          <p:spPr>
            <a:xfrm>
              <a:off x="3600" y="1680"/>
              <a:ext cx="1008" cy="240"/>
            </a:xfrm>
            <a:prstGeom prst="rect">
              <a:avLst/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/>
            <a:p>
              <a:pPr algn="ctr"/>
              <a:r>
                <a:rPr lang="en-US" altLang="zh-CN" b="0" dirty="0">
                  <a:latin typeface="Tahoma" panose="020B0604030504040204" pitchFamily="34" charset="0"/>
                  <a:ea typeface="宋体" panose="02010600030101010101" pitchFamily="2" charset="-122"/>
                </a:rPr>
                <a:t>stacksize</a:t>
              </a:r>
            </a:p>
          </p:txBody>
        </p:sp>
        <p:sp>
          <p:nvSpPr>
            <p:cNvPr id="27654" name="Rectangle 9"/>
            <p:cNvSpPr/>
            <p:nvPr/>
          </p:nvSpPr>
          <p:spPr>
            <a:xfrm>
              <a:off x="3600" y="1920"/>
              <a:ext cx="1008" cy="480"/>
            </a:xfrm>
            <a:prstGeom prst="rect">
              <a:avLst/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/>
            <a:p>
              <a:pPr algn="ctr"/>
              <a:r>
                <a:rPr lang="en-US" altLang="zh-CN" b="0" dirty="0">
                  <a:latin typeface="Tahoma" panose="020B0604030504040204" pitchFamily="34" charset="0"/>
                  <a:ea typeface="宋体" panose="02010600030101010101" pitchFamily="2" charset="-122"/>
                </a:rPr>
                <a:t>top</a:t>
              </a:r>
            </a:p>
          </p:txBody>
        </p:sp>
        <p:sp>
          <p:nvSpPr>
            <p:cNvPr id="27655" name="Line 10"/>
            <p:cNvSpPr/>
            <p:nvPr/>
          </p:nvSpPr>
          <p:spPr>
            <a:xfrm>
              <a:off x="3600" y="1440"/>
              <a:ext cx="0" cy="1728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7656" name="Line 11"/>
            <p:cNvSpPr/>
            <p:nvPr/>
          </p:nvSpPr>
          <p:spPr>
            <a:xfrm>
              <a:off x="4608" y="1440"/>
              <a:ext cx="0" cy="1728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27657" name="Line 12"/>
          <p:cNvSpPr/>
          <p:nvPr/>
        </p:nvSpPr>
        <p:spPr>
          <a:xfrm>
            <a:off x="4902200" y="2730500"/>
            <a:ext cx="45720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triangl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7658" name="Text Box 13"/>
          <p:cNvSpPr txBox="1"/>
          <p:nvPr/>
        </p:nvSpPr>
        <p:spPr>
          <a:xfrm>
            <a:off x="4876800" y="2174875"/>
            <a:ext cx="388938" cy="641350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lstStyle/>
          <a:p>
            <a:r>
              <a:rPr lang="en-US" altLang="zh-CN" sz="3600" b="0" dirty="0">
                <a:latin typeface="Tahoma" panose="020B0604030504040204" pitchFamily="34" charset="0"/>
                <a:ea typeface="宋体" panose="02010600030101010101" pitchFamily="2" charset="-122"/>
              </a:rPr>
              <a:t>s</a:t>
            </a:r>
          </a:p>
        </p:txBody>
      </p:sp>
      <p:grpSp>
        <p:nvGrpSpPr>
          <p:cNvPr id="27659" name="Group 14"/>
          <p:cNvGrpSpPr/>
          <p:nvPr/>
        </p:nvGrpSpPr>
        <p:grpSpPr>
          <a:xfrm>
            <a:off x="7721600" y="673100"/>
            <a:ext cx="1371600" cy="2590800"/>
            <a:chOff x="4656" y="1344"/>
            <a:chExt cx="864" cy="1632"/>
          </a:xfrm>
        </p:grpSpPr>
        <p:sp>
          <p:nvSpPr>
            <p:cNvPr id="27660" name="Rectangle 15"/>
            <p:cNvSpPr/>
            <p:nvPr/>
          </p:nvSpPr>
          <p:spPr>
            <a:xfrm>
              <a:off x="4656" y="1584"/>
              <a:ext cx="864" cy="1200"/>
            </a:xfrm>
            <a:prstGeom prst="rect">
              <a:avLst/>
            </a:prstGeom>
            <a:solidFill>
              <a:schemeClr val="hlink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/>
            <a:p>
              <a:pPr eaLnBrk="0" hangingPunct="0">
                <a:spcBef>
                  <a:spcPct val="20000"/>
                </a:spcBef>
              </a:pPr>
              <a:endParaRPr lang="zh-CN" altLang="en-US" dirty="0">
                <a:latin typeface="Times New Roman" panose="02020603050405020304" pitchFamily="18" charset="0"/>
                <a:ea typeface="楷体_GB2312" charset="-122"/>
              </a:endParaRPr>
            </a:p>
          </p:txBody>
        </p:sp>
        <p:sp>
          <p:nvSpPr>
            <p:cNvPr id="27661" name="Line 16"/>
            <p:cNvSpPr/>
            <p:nvPr/>
          </p:nvSpPr>
          <p:spPr>
            <a:xfrm>
              <a:off x="4656" y="1392"/>
              <a:ext cx="0" cy="1584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7662" name="Line 17"/>
            <p:cNvSpPr/>
            <p:nvPr/>
          </p:nvSpPr>
          <p:spPr>
            <a:xfrm>
              <a:off x="5520" y="1344"/>
              <a:ext cx="0" cy="1632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27663" name="Line 18"/>
          <p:cNvSpPr/>
          <p:nvPr/>
        </p:nvSpPr>
        <p:spPr>
          <a:xfrm>
            <a:off x="6959600" y="2501900"/>
            <a:ext cx="762000" cy="381000"/>
          </a:xfrm>
          <a:prstGeom prst="line">
            <a:avLst/>
          </a:prstGeom>
          <a:ln w="76200" cap="flat" cmpd="sng">
            <a:solidFill>
              <a:srgbClr val="FF0000"/>
            </a:solidFill>
            <a:prstDash val="solid"/>
            <a:miter/>
            <a:headEnd type="none" w="med" len="med"/>
            <a:tailEnd type="triangl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7664" name="Line 19"/>
          <p:cNvSpPr/>
          <p:nvPr/>
        </p:nvSpPr>
        <p:spPr>
          <a:xfrm>
            <a:off x="6959600" y="1663700"/>
            <a:ext cx="685800" cy="1066800"/>
          </a:xfrm>
          <a:prstGeom prst="line">
            <a:avLst/>
          </a:prstGeom>
          <a:ln w="76200" cap="flat" cmpd="sng">
            <a:solidFill>
              <a:srgbClr val="FF0000"/>
            </a:solidFill>
            <a:prstDash val="solid"/>
            <a:miter/>
            <a:headEnd type="none" w="med" len="med"/>
            <a:tailEnd type="triangl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7665" name="Rectangle 21"/>
          <p:cNvSpPr/>
          <p:nvPr/>
        </p:nvSpPr>
        <p:spPr>
          <a:xfrm>
            <a:off x="222250" y="3416300"/>
            <a:ext cx="4679950" cy="109220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lstStyle/>
          <a:p>
            <a:pPr marL="342900" indent="-342900" eaLnBrk="0" hangingPunct="0">
              <a:spcBef>
                <a:spcPct val="20000"/>
              </a:spcBef>
            </a:pPr>
            <a:r>
              <a:rPr lang="en-US" altLang="zh-CN" sz="3200" dirty="0">
                <a:solidFill>
                  <a:schemeClr val="hlink"/>
                </a:solidFill>
                <a:latin typeface="楷体_GB2312" charset="-122"/>
                <a:ea typeface="楷体_GB2312" charset="-122"/>
              </a:rPr>
              <a:t>(2)</a:t>
            </a:r>
            <a:r>
              <a:rPr lang="zh-CN" altLang="en-US" sz="3200" dirty="0">
                <a:solidFill>
                  <a:schemeClr val="hlink"/>
                </a:solidFill>
                <a:latin typeface="楷体_GB2312" charset="-122"/>
                <a:ea typeface="楷体_GB2312" charset="-122"/>
              </a:rPr>
              <a:t>设置</a:t>
            </a:r>
            <a:r>
              <a:rPr lang="zh-CN" altLang="en-US" sz="3200" dirty="0">
                <a:solidFill>
                  <a:schemeClr val="hlink"/>
                </a:solidFill>
                <a:highlight>
                  <a:srgbClr val="00FF00"/>
                </a:highlight>
                <a:latin typeface="楷体_GB2312" charset="-122"/>
                <a:ea typeface="楷体_GB2312" charset="-122"/>
              </a:rPr>
              <a:t>栈底和栈顶</a:t>
            </a:r>
            <a:r>
              <a:rPr lang="zh-CN" altLang="en-US" sz="3200" dirty="0">
                <a:solidFill>
                  <a:schemeClr val="hlink"/>
                </a:solidFill>
                <a:latin typeface="楷体_GB2312" charset="-122"/>
                <a:ea typeface="楷体_GB2312" charset="-122"/>
              </a:rPr>
              <a:t>指针</a:t>
            </a:r>
          </a:p>
          <a:p>
            <a:pPr marL="342900" indent="-342900" eaLnBrk="0" hangingPunct="0">
              <a:spcBef>
                <a:spcPct val="20000"/>
              </a:spcBef>
            </a:pPr>
            <a:r>
              <a:rPr lang="zh-CN" altLang="en-US" sz="3200" dirty="0">
                <a:solidFill>
                  <a:srgbClr val="FF0000"/>
                </a:solidFill>
                <a:latin typeface="Times New Roman" panose="02020603050405020304" pitchFamily="18" charset="0"/>
                <a:ea typeface="仿宋_GB2312" panose="02010609030101010101" charset="-122"/>
              </a:rPr>
              <a:t>    </a:t>
            </a:r>
            <a:r>
              <a:rPr lang="en-US" altLang="zh-CN" sz="3200" dirty="0">
                <a:solidFill>
                  <a:srgbClr val="FF0000"/>
                </a:solidFill>
                <a:latin typeface="Times New Roman" panose="02020603050405020304" pitchFamily="18" charset="0"/>
                <a:ea typeface="仿宋_GB2312" panose="02010609030101010101" charset="-122"/>
              </a:rPr>
              <a:t>S.top = S.base;</a:t>
            </a:r>
            <a:endParaRPr lang="en-US" altLang="zh-CN" sz="3200" dirty="0">
              <a:solidFill>
                <a:schemeClr val="hlink"/>
              </a:solidFill>
              <a:latin typeface="楷体_GB2312" charset="-122"/>
              <a:ea typeface="楷体_GB2312" charset="-122"/>
            </a:endParaRPr>
          </a:p>
        </p:txBody>
      </p:sp>
      <p:sp>
        <p:nvSpPr>
          <p:cNvPr id="27666" name="Rectangle 22"/>
          <p:cNvSpPr/>
          <p:nvPr/>
        </p:nvSpPr>
        <p:spPr>
          <a:xfrm>
            <a:off x="179388" y="4652963"/>
            <a:ext cx="4486275" cy="517525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lstStyle/>
          <a:p>
            <a:pPr marL="342900" indent="-342900" eaLnBrk="0" hangingPunct="0">
              <a:spcBef>
                <a:spcPct val="20000"/>
              </a:spcBef>
            </a:pPr>
            <a:r>
              <a:rPr lang="en-US" altLang="zh-CN" sz="3200" dirty="0">
                <a:solidFill>
                  <a:schemeClr val="hlink"/>
                </a:solidFill>
                <a:latin typeface="楷体_GB2312" charset="-122"/>
                <a:ea typeface="楷体_GB2312" charset="-122"/>
              </a:rPr>
              <a:t>(3)</a:t>
            </a:r>
            <a:r>
              <a:rPr lang="zh-CN" altLang="en-US" sz="3200" dirty="0">
                <a:solidFill>
                  <a:schemeClr val="hlink"/>
                </a:solidFill>
                <a:latin typeface="楷体_GB2312" charset="-122"/>
                <a:ea typeface="楷体_GB2312" charset="-122"/>
              </a:rPr>
              <a:t>设置</a:t>
            </a:r>
            <a:r>
              <a:rPr lang="zh-CN" altLang="en-US" sz="3200" dirty="0">
                <a:solidFill>
                  <a:schemeClr val="hlink"/>
                </a:solidFill>
                <a:highlight>
                  <a:srgbClr val="00FF00"/>
                </a:highlight>
                <a:latin typeface="楷体_GB2312" charset="-122"/>
                <a:ea typeface="楷体_GB2312" charset="-122"/>
              </a:rPr>
              <a:t>栈大小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0DE29814-E803-7B3F-4EBA-78CD0AA309C3}"/>
              </a:ext>
            </a:extLst>
          </p:cNvPr>
          <p:cNvSpPr txBox="1"/>
          <p:nvPr/>
        </p:nvSpPr>
        <p:spPr>
          <a:xfrm>
            <a:off x="539552" y="5373216"/>
            <a:ext cx="718204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highlight>
                  <a:srgbClr val="00FF00"/>
                </a:highlight>
              </a:rPr>
              <a:t>本质</a:t>
            </a:r>
            <a:r>
              <a:rPr lang="en-US" altLang="zh-CN" dirty="0">
                <a:highlight>
                  <a:srgbClr val="00FF00"/>
                </a:highlight>
              </a:rPr>
              <a:t>:</a:t>
            </a:r>
            <a:r>
              <a:rPr lang="zh-CN" altLang="en-US" dirty="0">
                <a:highlight>
                  <a:srgbClr val="00FF00"/>
                </a:highlight>
              </a:rPr>
              <a:t>对定义的三个元素进行初始化</a:t>
            </a:r>
            <a:r>
              <a:rPr lang="en-US" altLang="zh-CN" dirty="0">
                <a:highlight>
                  <a:srgbClr val="00FF00"/>
                </a:highlight>
              </a:rPr>
              <a:t>(</a:t>
            </a:r>
            <a:r>
              <a:rPr lang="zh-CN" altLang="en-US" dirty="0">
                <a:highlight>
                  <a:srgbClr val="00FF00"/>
                </a:highlight>
              </a:rPr>
              <a:t>栈底栈顶指针</a:t>
            </a:r>
            <a:r>
              <a:rPr lang="en-US" altLang="zh-CN" dirty="0">
                <a:highlight>
                  <a:srgbClr val="00FF00"/>
                </a:highlight>
              </a:rPr>
              <a:t>,</a:t>
            </a:r>
            <a:r>
              <a:rPr lang="zh-CN" altLang="en-US" dirty="0">
                <a:highlight>
                  <a:srgbClr val="00FF00"/>
                </a:highlight>
              </a:rPr>
              <a:t>大小</a:t>
            </a:r>
            <a:r>
              <a:rPr lang="en-US" altLang="zh-CN" dirty="0">
                <a:highlight>
                  <a:srgbClr val="00FF00"/>
                </a:highlight>
              </a:rPr>
              <a:t>)</a:t>
            </a:r>
            <a:endParaRPr lang="zh-CN" altLang="en-US" dirty="0">
              <a:highlight>
                <a:srgbClr val="00FF00"/>
              </a:highlight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3" name="Rectangle 2"/>
          <p:cNvSpPr/>
          <p:nvPr/>
        </p:nvSpPr>
        <p:spPr>
          <a:xfrm>
            <a:off x="39688" y="981075"/>
            <a:ext cx="8924925" cy="511175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lstStyle/>
          <a:p>
            <a:pPr marL="342900" indent="-342900" eaLnBrk="0" hangingPunct="0">
              <a:lnSpc>
                <a:spcPct val="90000"/>
              </a:lnSpc>
              <a:spcBef>
                <a:spcPct val="20000"/>
              </a:spcBef>
            </a:pPr>
            <a:r>
              <a:rPr lang="en-US" altLang="zh-CN" dirty="0">
                <a:ea typeface="仿宋_GB2312" panose="02010609030101010101" charset="-122"/>
              </a:rPr>
              <a:t>Status </a:t>
            </a:r>
            <a:r>
              <a:rPr lang="en-US" altLang="zh-CN" dirty="0" err="1">
                <a:ea typeface="仿宋_GB2312" panose="02010609030101010101" charset="-122"/>
              </a:rPr>
              <a:t>InitStack</a:t>
            </a:r>
            <a:r>
              <a:rPr lang="en-US" altLang="zh-CN" dirty="0">
                <a:ea typeface="仿宋_GB2312" panose="02010609030101010101" charset="-122"/>
              </a:rPr>
              <a:t>( </a:t>
            </a:r>
            <a:r>
              <a:rPr lang="en-US" altLang="zh-CN" dirty="0" err="1">
                <a:ea typeface="仿宋_GB2312" panose="02010609030101010101" charset="-122"/>
              </a:rPr>
              <a:t>SqStack</a:t>
            </a:r>
            <a:r>
              <a:rPr lang="en-US" altLang="zh-CN" dirty="0">
                <a:ea typeface="仿宋_GB2312" panose="02010609030101010101" charset="-122"/>
              </a:rPr>
              <a:t> *</a:t>
            </a:r>
            <a:r>
              <a:rPr lang="en-US" altLang="zh-CN" dirty="0" err="1">
                <a:ea typeface="仿宋_GB2312" panose="02010609030101010101" charset="-122"/>
              </a:rPr>
              <a:t>pS</a:t>
            </a:r>
            <a:r>
              <a:rPr lang="en-US" altLang="zh-CN" dirty="0">
                <a:ea typeface="仿宋_GB2312" panose="02010609030101010101" charset="-122"/>
              </a:rPr>
              <a:t> )</a:t>
            </a:r>
          </a:p>
          <a:p>
            <a:pPr marL="342900" indent="-342900" eaLnBrk="0" hangingPunct="0">
              <a:lnSpc>
                <a:spcPct val="90000"/>
              </a:lnSpc>
              <a:spcBef>
                <a:spcPct val="20000"/>
              </a:spcBef>
            </a:pPr>
            <a:r>
              <a:rPr lang="en-US" altLang="zh-CN" dirty="0">
                <a:ea typeface="仿宋_GB2312" panose="02010609030101010101" charset="-122"/>
              </a:rPr>
              <a:t>{    </a:t>
            </a:r>
          </a:p>
          <a:p>
            <a:pPr marL="342900" indent="-342900" eaLnBrk="0" hangingPunct="0">
              <a:lnSpc>
                <a:spcPct val="90000"/>
              </a:lnSpc>
              <a:spcBef>
                <a:spcPct val="20000"/>
              </a:spcBef>
            </a:pPr>
            <a:r>
              <a:rPr lang="en-US" altLang="zh-CN" dirty="0">
                <a:ea typeface="仿宋_GB2312" panose="02010609030101010101" charset="-122"/>
              </a:rPr>
              <a:t>    </a:t>
            </a:r>
            <a:r>
              <a:rPr lang="en-US" altLang="zh-CN" dirty="0" err="1">
                <a:ea typeface="仿宋_GB2312" panose="02010609030101010101" charset="-122"/>
              </a:rPr>
              <a:t>pS</a:t>
            </a:r>
            <a:r>
              <a:rPr lang="en-US" altLang="zh-CN" dirty="0">
                <a:ea typeface="仿宋_GB2312" panose="02010609030101010101" charset="-122"/>
              </a:rPr>
              <a:t>-&gt;base=(</a:t>
            </a:r>
            <a:r>
              <a:rPr lang="en-US" altLang="zh-CN" dirty="0" err="1">
                <a:highlight>
                  <a:srgbClr val="00FF00"/>
                </a:highlight>
                <a:ea typeface="仿宋_GB2312" panose="02010609030101010101" charset="-122"/>
              </a:rPr>
              <a:t>SElemType</a:t>
            </a:r>
            <a:r>
              <a:rPr lang="en-US" altLang="zh-CN" dirty="0">
                <a:ea typeface="仿宋_GB2312" panose="02010609030101010101" charset="-122"/>
              </a:rPr>
              <a:t>*)</a:t>
            </a:r>
            <a:r>
              <a:rPr lang="en-US" altLang="zh-CN" dirty="0" err="1">
                <a:ea typeface="仿宋_GB2312" panose="02010609030101010101" charset="-122"/>
              </a:rPr>
              <a:t>malloc</a:t>
            </a:r>
            <a:r>
              <a:rPr lang="en-US" altLang="zh-CN" dirty="0">
                <a:ea typeface="仿宋_GB2312" panose="02010609030101010101" charset="-122"/>
              </a:rPr>
              <a:t>(MAXSIZE*</a:t>
            </a:r>
            <a:r>
              <a:rPr lang="en-US" altLang="zh-CN" dirty="0" err="1">
                <a:ea typeface="仿宋_GB2312" panose="02010609030101010101" charset="-122"/>
              </a:rPr>
              <a:t>sizeof</a:t>
            </a:r>
            <a:r>
              <a:rPr lang="en-US" altLang="zh-CN" dirty="0">
                <a:ea typeface="仿宋_GB2312" panose="02010609030101010101" charset="-122"/>
              </a:rPr>
              <a:t>(</a:t>
            </a:r>
            <a:r>
              <a:rPr lang="en-US" altLang="zh-CN" dirty="0" err="1">
                <a:ea typeface="仿宋_GB2312" panose="02010609030101010101" charset="-122"/>
              </a:rPr>
              <a:t>SElemType</a:t>
            </a:r>
            <a:r>
              <a:rPr lang="en-US" altLang="zh-CN" dirty="0">
                <a:ea typeface="仿宋_GB2312" panose="02010609030101010101" charset="-122"/>
              </a:rPr>
              <a:t>));</a:t>
            </a:r>
          </a:p>
          <a:p>
            <a:pPr marL="342900" indent="-342900" eaLnBrk="0" hangingPunct="0">
              <a:lnSpc>
                <a:spcPct val="90000"/>
              </a:lnSpc>
              <a:spcBef>
                <a:spcPct val="20000"/>
              </a:spcBef>
            </a:pPr>
            <a:r>
              <a:rPr lang="en-US" altLang="zh-CN" dirty="0">
                <a:ea typeface="仿宋_GB2312" panose="02010609030101010101" charset="-122"/>
              </a:rPr>
              <a:t>	</a:t>
            </a:r>
            <a:r>
              <a:rPr lang="en-US" altLang="zh-CN" dirty="0">
                <a:highlight>
                  <a:srgbClr val="00FF00"/>
                </a:highlight>
                <a:ea typeface="仿宋_GB2312" panose="02010609030101010101" charset="-122"/>
              </a:rPr>
              <a:t>if( !</a:t>
            </a:r>
            <a:r>
              <a:rPr lang="en-US" altLang="zh-CN" dirty="0" err="1">
                <a:highlight>
                  <a:srgbClr val="00FF00"/>
                </a:highlight>
                <a:ea typeface="仿宋_GB2312" panose="02010609030101010101" charset="-122"/>
              </a:rPr>
              <a:t>pS</a:t>
            </a:r>
            <a:r>
              <a:rPr lang="en-US" altLang="zh-CN" dirty="0">
                <a:highlight>
                  <a:srgbClr val="00FF00"/>
                </a:highlight>
                <a:ea typeface="仿宋_GB2312" panose="02010609030101010101" charset="-122"/>
              </a:rPr>
              <a:t>-&gt;base ) 	return OVERFLOW</a:t>
            </a:r>
            <a:r>
              <a:rPr lang="en-US" altLang="zh-CN" dirty="0">
                <a:ea typeface="仿宋_GB2312" panose="02010609030101010101" charset="-122"/>
              </a:rPr>
              <a:t>;</a:t>
            </a:r>
          </a:p>
          <a:p>
            <a:pPr marL="342900" indent="-342900" eaLnBrk="0" hangingPunct="0">
              <a:lnSpc>
                <a:spcPct val="90000"/>
              </a:lnSpc>
              <a:spcBef>
                <a:spcPct val="20000"/>
              </a:spcBef>
            </a:pPr>
            <a:r>
              <a:rPr lang="en-US" altLang="zh-CN" dirty="0">
                <a:ea typeface="仿宋_GB2312" panose="02010609030101010101" charset="-122"/>
              </a:rPr>
              <a:t>	</a:t>
            </a:r>
            <a:r>
              <a:rPr lang="en-US" altLang="zh-CN" dirty="0" err="1">
                <a:ea typeface="仿宋_GB2312" panose="02010609030101010101" charset="-122"/>
              </a:rPr>
              <a:t>pS</a:t>
            </a:r>
            <a:r>
              <a:rPr lang="en-US" altLang="zh-CN" dirty="0">
                <a:ea typeface="仿宋_GB2312" panose="02010609030101010101" charset="-122"/>
              </a:rPr>
              <a:t>-&gt;top = </a:t>
            </a:r>
            <a:r>
              <a:rPr lang="en-US" altLang="zh-CN" dirty="0" err="1">
                <a:ea typeface="仿宋_GB2312" panose="02010609030101010101" charset="-122"/>
              </a:rPr>
              <a:t>pS</a:t>
            </a:r>
            <a:r>
              <a:rPr lang="en-US" altLang="zh-CN" dirty="0">
                <a:ea typeface="仿宋_GB2312" panose="02010609030101010101" charset="-122"/>
              </a:rPr>
              <a:t>-&gt;base;</a:t>
            </a:r>
          </a:p>
          <a:p>
            <a:pPr marL="342900" indent="-342900" eaLnBrk="0" hangingPunct="0">
              <a:lnSpc>
                <a:spcPct val="90000"/>
              </a:lnSpc>
              <a:spcBef>
                <a:spcPct val="20000"/>
              </a:spcBef>
            </a:pPr>
            <a:r>
              <a:rPr lang="en-US" altLang="zh-CN" dirty="0">
                <a:ea typeface="仿宋_GB2312" panose="02010609030101010101" charset="-122"/>
              </a:rPr>
              <a:t>	</a:t>
            </a:r>
            <a:r>
              <a:rPr lang="en-US" altLang="zh-CN" dirty="0" err="1">
                <a:ea typeface="仿宋_GB2312" panose="02010609030101010101" charset="-122"/>
              </a:rPr>
              <a:t>pS</a:t>
            </a:r>
            <a:r>
              <a:rPr lang="en-US" altLang="zh-CN" dirty="0">
                <a:ea typeface="仿宋_GB2312" panose="02010609030101010101" charset="-122"/>
              </a:rPr>
              <a:t>-&gt;</a:t>
            </a:r>
            <a:r>
              <a:rPr lang="en-US" altLang="zh-CN" dirty="0" err="1">
                <a:ea typeface="仿宋_GB2312" panose="02010609030101010101" charset="-122"/>
              </a:rPr>
              <a:t>stacksize</a:t>
            </a:r>
            <a:r>
              <a:rPr lang="en-US" altLang="zh-CN" dirty="0">
                <a:ea typeface="仿宋_GB2312" panose="02010609030101010101" charset="-122"/>
              </a:rPr>
              <a:t> = MAXSIZE;</a:t>
            </a:r>
          </a:p>
          <a:p>
            <a:pPr marL="342900" indent="-342900" eaLnBrk="0" hangingPunct="0">
              <a:lnSpc>
                <a:spcPct val="90000"/>
              </a:lnSpc>
              <a:spcBef>
                <a:spcPct val="20000"/>
              </a:spcBef>
            </a:pPr>
            <a:r>
              <a:rPr lang="en-US" altLang="zh-CN" dirty="0">
                <a:ea typeface="仿宋_GB2312" panose="02010609030101010101" charset="-122"/>
              </a:rPr>
              <a:t>	return OK;</a:t>
            </a:r>
          </a:p>
          <a:p>
            <a:pPr marL="342900" indent="-342900" eaLnBrk="0" hangingPunct="0">
              <a:lnSpc>
                <a:spcPct val="90000"/>
              </a:lnSpc>
              <a:spcBef>
                <a:spcPct val="20000"/>
              </a:spcBef>
            </a:pPr>
            <a:r>
              <a:rPr lang="en-US" altLang="zh-CN" dirty="0">
                <a:ea typeface="仿宋_GB2312" panose="02010609030101010101" charset="-122"/>
              </a:rPr>
              <a:t>}</a:t>
            </a:r>
          </a:p>
        </p:txBody>
      </p:sp>
      <p:sp>
        <p:nvSpPr>
          <p:cNvPr id="28674" name="Rectangle 3"/>
          <p:cNvSpPr/>
          <p:nvPr/>
        </p:nvSpPr>
        <p:spPr>
          <a:xfrm>
            <a:off x="39688" y="0"/>
            <a:ext cx="3524250" cy="515938"/>
          </a:xfrm>
          <a:prstGeom prst="rect">
            <a:avLst/>
          </a:prstGeom>
          <a:solidFill>
            <a:srgbClr val="FFFF99"/>
          </a:solidFill>
          <a:ln w="9525">
            <a:noFill/>
          </a:ln>
        </p:spPr>
        <p:txBody>
          <a:bodyPr anchor="ctr" anchorCtr="0"/>
          <a:lstStyle/>
          <a:p>
            <a:pPr eaLnBrk="0" hangingPunct="0"/>
            <a:r>
              <a:rPr lang="zh-CN" altLang="en-US" sz="3200" dirty="0">
                <a:latin typeface="楷体_GB2312" charset="-122"/>
                <a:ea typeface="楷体_GB2312" charset="-122"/>
              </a:rPr>
              <a:t>顺序栈初始化</a:t>
            </a:r>
          </a:p>
        </p:txBody>
      </p:sp>
    </p:spTree>
  </p:cSld>
  <p:clrMapOvr>
    <a:masterClrMapping/>
  </p:clrMapOvr>
  <p:transition>
    <p:split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7" name="Rectangle 1039"/>
          <p:cNvSpPr/>
          <p:nvPr/>
        </p:nvSpPr>
        <p:spPr>
          <a:xfrm>
            <a:off x="39688" y="0"/>
            <a:ext cx="3956050" cy="515938"/>
          </a:xfrm>
          <a:prstGeom prst="rect">
            <a:avLst/>
          </a:prstGeom>
          <a:solidFill>
            <a:srgbClr val="FFFF99"/>
          </a:solidFill>
          <a:ln w="9525">
            <a:noFill/>
          </a:ln>
        </p:spPr>
        <p:txBody>
          <a:bodyPr anchor="ctr" anchorCtr="0"/>
          <a:lstStyle/>
          <a:p>
            <a:pPr eaLnBrk="0" hangingPunct="0"/>
            <a:r>
              <a:rPr lang="zh-CN" altLang="en-US" sz="3200" dirty="0">
                <a:latin typeface="楷体_GB2312" charset="-122"/>
                <a:ea typeface="楷体_GB2312" charset="-122"/>
              </a:rPr>
              <a:t>判断顺序栈是否为空</a:t>
            </a:r>
          </a:p>
        </p:txBody>
      </p:sp>
      <p:sp>
        <p:nvSpPr>
          <p:cNvPr id="29698" name="Rectangle 1040"/>
          <p:cNvSpPr/>
          <p:nvPr/>
        </p:nvSpPr>
        <p:spPr>
          <a:xfrm>
            <a:off x="395288" y="620713"/>
            <a:ext cx="6472237" cy="3240087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lstStyle/>
          <a:p>
            <a:pPr marL="342900" indent="-342900" eaLnBrk="0" hangingPunct="0">
              <a:lnSpc>
                <a:spcPct val="90000"/>
              </a:lnSpc>
              <a:spcBef>
                <a:spcPct val="20000"/>
              </a:spcBef>
            </a:pPr>
            <a:r>
              <a:rPr lang="en-US" altLang="zh-CN" sz="3200" dirty="0">
                <a:latin typeface="Times New Roman" panose="02020603050405020304" pitchFamily="18" charset="0"/>
                <a:ea typeface="仿宋_GB2312" panose="02010609030101010101" charset="-122"/>
              </a:rPr>
              <a:t>bool StackEmpty( SqStack S )</a:t>
            </a:r>
          </a:p>
          <a:p>
            <a:pPr marL="342900" indent="-342900" eaLnBrk="0" hangingPunct="0">
              <a:spcBef>
                <a:spcPct val="20000"/>
              </a:spcBef>
            </a:pPr>
            <a:r>
              <a:rPr lang="en-US" altLang="zh-CN" sz="3200" dirty="0">
                <a:latin typeface="Times New Roman" panose="02020603050405020304" pitchFamily="18" charset="0"/>
                <a:ea typeface="仿宋_GB2312" panose="02010609030101010101" charset="-122"/>
              </a:rPr>
              <a:t>{</a:t>
            </a:r>
          </a:p>
          <a:p>
            <a:pPr marL="342900" indent="-342900" eaLnBrk="0" hangingPunct="0">
              <a:spcBef>
                <a:spcPct val="20000"/>
              </a:spcBef>
            </a:pPr>
            <a:r>
              <a:rPr lang="en-US" altLang="zh-CN" sz="3200" dirty="0">
                <a:latin typeface="Times New Roman" panose="02020603050405020304" pitchFamily="18" charset="0"/>
                <a:ea typeface="仿宋_GB2312" panose="02010609030101010101" charset="-122"/>
              </a:rPr>
              <a:t>	if(</a:t>
            </a:r>
            <a:r>
              <a:rPr lang="en-US" altLang="zh-CN" sz="3200" dirty="0">
                <a:solidFill>
                  <a:srgbClr val="FF0000"/>
                </a:solidFill>
                <a:latin typeface="Times New Roman" panose="02020603050405020304" pitchFamily="18" charset="0"/>
                <a:ea typeface="仿宋_GB2312" panose="02010609030101010101" charset="-122"/>
              </a:rPr>
              <a:t>S.top == S.base</a:t>
            </a:r>
            <a:r>
              <a:rPr lang="en-US" altLang="zh-CN" sz="3200" dirty="0">
                <a:latin typeface="Times New Roman" panose="02020603050405020304" pitchFamily="18" charset="0"/>
                <a:ea typeface="仿宋_GB2312" panose="02010609030101010101" charset="-122"/>
              </a:rPr>
              <a:t>) return true;</a:t>
            </a:r>
          </a:p>
          <a:p>
            <a:pPr marL="342900" indent="-342900" eaLnBrk="0" hangingPunct="0">
              <a:spcBef>
                <a:spcPct val="20000"/>
              </a:spcBef>
            </a:pPr>
            <a:r>
              <a:rPr lang="en-US" altLang="zh-CN" sz="3200" dirty="0">
                <a:latin typeface="Times New Roman" panose="02020603050405020304" pitchFamily="18" charset="0"/>
                <a:ea typeface="仿宋_GB2312" panose="02010609030101010101" charset="-122"/>
              </a:rPr>
              <a:t>   else return false;</a:t>
            </a:r>
          </a:p>
          <a:p>
            <a:pPr marL="342900" indent="-342900" eaLnBrk="0" hangingPunct="0">
              <a:spcBef>
                <a:spcPct val="20000"/>
              </a:spcBef>
            </a:pPr>
            <a:r>
              <a:rPr lang="en-US" altLang="zh-CN" sz="3200" dirty="0">
                <a:latin typeface="Times New Roman" panose="02020603050405020304" pitchFamily="18" charset="0"/>
                <a:ea typeface="仿宋_GB2312" panose="02010609030101010101" charset="-122"/>
              </a:rPr>
              <a:t>}</a:t>
            </a:r>
          </a:p>
        </p:txBody>
      </p:sp>
      <p:grpSp>
        <p:nvGrpSpPr>
          <p:cNvPr id="29699" name="Group 1042"/>
          <p:cNvGrpSpPr/>
          <p:nvPr/>
        </p:nvGrpSpPr>
        <p:grpSpPr>
          <a:xfrm>
            <a:off x="6372225" y="1016000"/>
            <a:ext cx="2300288" cy="2166938"/>
            <a:chOff x="207" y="614"/>
            <a:chExt cx="1449" cy="1365"/>
          </a:xfrm>
        </p:grpSpPr>
        <p:sp>
          <p:nvSpPr>
            <p:cNvPr id="29700" name="Text Box 1043"/>
            <p:cNvSpPr txBox="1"/>
            <p:nvPr/>
          </p:nvSpPr>
          <p:spPr>
            <a:xfrm>
              <a:off x="207" y="1729"/>
              <a:ext cx="768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lstStyle/>
            <a:p>
              <a:pPr algn="ctr" eaLnBrk="0" hangingPunct="0">
                <a:spcBef>
                  <a:spcPct val="50000"/>
                </a:spcBef>
              </a:pPr>
              <a:r>
                <a:rPr lang="en-US" altLang="zh-CN" sz="2000" dirty="0">
                  <a:solidFill>
                    <a:schemeClr val="folHlink"/>
                  </a:solidFill>
                  <a:latin typeface="Arial" panose="020B0604020202020204" pitchFamily="34" charset="0"/>
                  <a:ea typeface="宋体" panose="02010600030101010101" pitchFamily="2" charset="-122"/>
                </a:rPr>
                <a:t>base</a:t>
              </a:r>
            </a:p>
          </p:txBody>
        </p:sp>
        <p:grpSp>
          <p:nvGrpSpPr>
            <p:cNvPr id="29701" name="Group 1044"/>
            <p:cNvGrpSpPr/>
            <p:nvPr/>
          </p:nvGrpSpPr>
          <p:grpSpPr>
            <a:xfrm>
              <a:off x="264" y="614"/>
              <a:ext cx="1392" cy="1306"/>
              <a:chOff x="-240" y="624"/>
              <a:chExt cx="1392" cy="1306"/>
            </a:xfrm>
          </p:grpSpPr>
          <p:sp>
            <p:nvSpPr>
              <p:cNvPr id="29702" name="Rectangle 1045"/>
              <p:cNvSpPr/>
              <p:nvPr/>
            </p:nvSpPr>
            <p:spPr>
              <a:xfrm>
                <a:off x="528" y="624"/>
                <a:ext cx="432" cy="1296"/>
              </a:xfrm>
              <a:prstGeom prst="rect">
                <a:avLst/>
              </a:prstGeom>
              <a:solidFill>
                <a:srgbClr val="FFFFFF"/>
              </a:solidFill>
              <a:ln w="38100" cap="flat" cmpd="sng">
                <a:solidFill>
                  <a:srgbClr val="000000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lstStyle/>
              <a:p>
                <a:pPr eaLnBrk="0" hangingPunct="0">
                  <a:spcBef>
                    <a:spcPct val="20000"/>
                  </a:spcBef>
                </a:pPr>
                <a:endParaRPr lang="zh-CN" altLang="en-US" dirty="0">
                  <a:latin typeface="Times New Roman" panose="02020603050405020304" pitchFamily="18" charset="0"/>
                  <a:ea typeface="楷体_GB2312" charset="-122"/>
                </a:endParaRPr>
              </a:p>
            </p:txBody>
          </p:sp>
          <p:sp>
            <p:nvSpPr>
              <p:cNvPr id="29703" name="Line 1046"/>
              <p:cNvSpPr/>
              <p:nvPr/>
            </p:nvSpPr>
            <p:spPr>
              <a:xfrm>
                <a:off x="528" y="1296"/>
                <a:ext cx="432" cy="0"/>
              </a:xfrm>
              <a:prstGeom prst="line">
                <a:avLst/>
              </a:prstGeom>
              <a:ln w="38100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9704" name="Line 1047"/>
              <p:cNvSpPr/>
              <p:nvPr/>
            </p:nvSpPr>
            <p:spPr>
              <a:xfrm>
                <a:off x="528" y="1584"/>
                <a:ext cx="432" cy="0"/>
              </a:xfrm>
              <a:prstGeom prst="line">
                <a:avLst/>
              </a:prstGeom>
              <a:ln w="38100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9705" name="Line 1048"/>
              <p:cNvSpPr/>
              <p:nvPr/>
            </p:nvSpPr>
            <p:spPr>
              <a:xfrm>
                <a:off x="528" y="960"/>
                <a:ext cx="432" cy="0"/>
              </a:xfrm>
              <a:prstGeom prst="line">
                <a:avLst/>
              </a:prstGeom>
              <a:ln w="38100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9706" name="Line 1049"/>
              <p:cNvSpPr/>
              <p:nvPr/>
            </p:nvSpPr>
            <p:spPr>
              <a:xfrm>
                <a:off x="288" y="1728"/>
                <a:ext cx="240" cy="0"/>
              </a:xfrm>
              <a:prstGeom prst="line">
                <a:avLst/>
              </a:prstGeom>
              <a:ln w="19050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9707" name="Line 1050"/>
              <p:cNvSpPr/>
              <p:nvPr/>
            </p:nvSpPr>
            <p:spPr>
              <a:xfrm>
                <a:off x="288" y="1872"/>
                <a:ext cx="240" cy="0"/>
              </a:xfrm>
              <a:prstGeom prst="line">
                <a:avLst/>
              </a:prstGeom>
              <a:ln w="19050" cap="flat" cmpd="sng">
                <a:solidFill>
                  <a:schemeClr val="folHlink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9708" name="Text Box 1051"/>
              <p:cNvSpPr txBox="1"/>
              <p:nvPr/>
            </p:nvSpPr>
            <p:spPr>
              <a:xfrm>
                <a:off x="-240" y="1612"/>
                <a:ext cx="768" cy="25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anchor="t" anchorCtr="0">
                <a:spAutoFit/>
              </a:bodyPr>
              <a:lstStyle/>
              <a:p>
                <a:pPr algn="ctr" eaLnBrk="0" hangingPunct="0">
                  <a:spcBef>
                    <a:spcPct val="50000"/>
                  </a:spcBef>
                </a:pPr>
                <a:r>
                  <a:rPr lang="en-US" altLang="zh-CN" sz="2000" dirty="0">
                    <a:latin typeface="Arial" panose="020B0604020202020204" pitchFamily="34" charset="0"/>
                    <a:ea typeface="宋体" panose="02010600030101010101" pitchFamily="2" charset="-122"/>
                  </a:rPr>
                  <a:t>top</a:t>
                </a:r>
              </a:p>
            </p:txBody>
          </p:sp>
          <p:sp>
            <p:nvSpPr>
              <p:cNvPr id="29709" name="Text Box 1052"/>
              <p:cNvSpPr txBox="1"/>
              <p:nvPr/>
            </p:nvSpPr>
            <p:spPr>
              <a:xfrm>
                <a:off x="960" y="672"/>
                <a:ext cx="192" cy="25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anchor="t" anchorCtr="0">
                <a:spAutoFit/>
              </a:bodyPr>
              <a:lstStyle/>
              <a:p>
                <a:pPr eaLnBrk="0" hangingPunct="0">
                  <a:spcBef>
                    <a:spcPct val="50000"/>
                  </a:spcBef>
                </a:pPr>
                <a:r>
                  <a:rPr lang="en-US" altLang="zh-CN" sz="2000" dirty="0">
                    <a:latin typeface="Arial" panose="020B0604020202020204" pitchFamily="34" charset="0"/>
                    <a:ea typeface="宋体" panose="02010600030101010101" pitchFamily="2" charset="-122"/>
                  </a:rPr>
                  <a:t>3</a:t>
                </a:r>
              </a:p>
            </p:txBody>
          </p:sp>
          <p:sp>
            <p:nvSpPr>
              <p:cNvPr id="29710" name="Text Box 1053"/>
              <p:cNvSpPr txBox="1"/>
              <p:nvPr/>
            </p:nvSpPr>
            <p:spPr>
              <a:xfrm>
                <a:off x="960" y="1344"/>
                <a:ext cx="192" cy="25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anchor="t" anchorCtr="0">
                <a:spAutoFit/>
              </a:bodyPr>
              <a:lstStyle/>
              <a:p>
                <a:pPr eaLnBrk="0" hangingPunct="0">
                  <a:spcBef>
                    <a:spcPct val="50000"/>
                  </a:spcBef>
                </a:pPr>
                <a:r>
                  <a:rPr lang="en-US" altLang="zh-CN" sz="2000" dirty="0">
                    <a:latin typeface="Arial" panose="020B0604020202020204" pitchFamily="34" charset="0"/>
                    <a:ea typeface="宋体" panose="02010600030101010101" pitchFamily="2" charset="-122"/>
                  </a:rPr>
                  <a:t>1</a:t>
                </a:r>
              </a:p>
            </p:txBody>
          </p:sp>
          <p:sp>
            <p:nvSpPr>
              <p:cNvPr id="29711" name="Text Box 1054"/>
              <p:cNvSpPr txBox="1"/>
              <p:nvPr/>
            </p:nvSpPr>
            <p:spPr>
              <a:xfrm>
                <a:off x="960" y="1008"/>
                <a:ext cx="192" cy="25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anchor="t" anchorCtr="0">
                <a:spAutoFit/>
              </a:bodyPr>
              <a:lstStyle/>
              <a:p>
                <a:pPr eaLnBrk="0" hangingPunct="0">
                  <a:spcBef>
                    <a:spcPct val="50000"/>
                  </a:spcBef>
                </a:pPr>
                <a:r>
                  <a:rPr lang="en-US" altLang="zh-CN" sz="2000" dirty="0">
                    <a:latin typeface="Arial" panose="020B0604020202020204" pitchFamily="34" charset="0"/>
                    <a:ea typeface="宋体" panose="02010600030101010101" pitchFamily="2" charset="-122"/>
                  </a:rPr>
                  <a:t>2</a:t>
                </a:r>
              </a:p>
            </p:txBody>
          </p:sp>
          <p:sp>
            <p:nvSpPr>
              <p:cNvPr id="29712" name="Text Box 1055"/>
              <p:cNvSpPr txBox="1"/>
              <p:nvPr/>
            </p:nvSpPr>
            <p:spPr>
              <a:xfrm>
                <a:off x="960" y="1680"/>
                <a:ext cx="192" cy="25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anchor="t" anchorCtr="0">
                <a:spAutoFit/>
              </a:bodyPr>
              <a:lstStyle/>
              <a:p>
                <a:pPr eaLnBrk="0" hangingPunct="0">
                  <a:spcBef>
                    <a:spcPct val="50000"/>
                  </a:spcBef>
                </a:pPr>
                <a:r>
                  <a:rPr lang="en-US" altLang="zh-CN" sz="2000" dirty="0">
                    <a:latin typeface="Arial" panose="020B0604020202020204" pitchFamily="34" charset="0"/>
                    <a:ea typeface="宋体" panose="02010600030101010101" pitchFamily="2" charset="-122"/>
                  </a:rPr>
                  <a:t>0</a:t>
                </a:r>
              </a:p>
            </p:txBody>
          </p:sp>
        </p:grpSp>
      </p:grpSp>
      <p:sp>
        <p:nvSpPr>
          <p:cNvPr id="29713" name="Rectangle 8"/>
          <p:cNvSpPr/>
          <p:nvPr>
            <p:custDataLst>
              <p:tags r:id="rId1"/>
            </p:custDataLst>
          </p:nvPr>
        </p:nvSpPr>
        <p:spPr>
          <a:xfrm>
            <a:off x="0" y="3644900"/>
            <a:ext cx="3956050" cy="515938"/>
          </a:xfrm>
          <a:prstGeom prst="rect">
            <a:avLst/>
          </a:prstGeom>
          <a:solidFill>
            <a:srgbClr val="FFFF99"/>
          </a:solidFill>
          <a:ln w="9525">
            <a:noFill/>
          </a:ln>
        </p:spPr>
        <p:txBody>
          <a:bodyPr anchor="ctr" anchorCtr="0"/>
          <a:lstStyle/>
          <a:p>
            <a:pPr eaLnBrk="0" hangingPunct="0"/>
            <a:r>
              <a:rPr lang="zh-CN" altLang="en-US" sz="3200" dirty="0">
                <a:latin typeface="楷体_GB2312" charset="-122"/>
                <a:ea typeface="楷体_GB2312" charset="-122"/>
              </a:rPr>
              <a:t>求顺序栈的长度</a:t>
            </a:r>
          </a:p>
        </p:txBody>
      </p:sp>
      <p:sp>
        <p:nvSpPr>
          <p:cNvPr id="29714" name="Rectangle 10"/>
          <p:cNvSpPr/>
          <p:nvPr>
            <p:custDataLst>
              <p:tags r:id="rId2"/>
            </p:custDataLst>
          </p:nvPr>
        </p:nvSpPr>
        <p:spPr>
          <a:xfrm>
            <a:off x="323850" y="4116388"/>
            <a:ext cx="6408738" cy="2357568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pPr marL="342900" indent="-342900" eaLnBrk="0" hangingPunct="0">
              <a:spcBef>
                <a:spcPct val="20000"/>
              </a:spcBef>
            </a:pPr>
            <a:r>
              <a:rPr lang="en-US" altLang="zh-CN" sz="3200" dirty="0">
                <a:latin typeface="Times New Roman" panose="02020603050405020304" pitchFamily="18" charset="0"/>
                <a:ea typeface="仿宋_GB2312" panose="02010609030101010101" charset="-122"/>
              </a:rPr>
              <a:t>int StackLength( SqStack S )</a:t>
            </a:r>
          </a:p>
          <a:p>
            <a:pPr marL="342900" indent="-342900" eaLnBrk="0" hangingPunct="0">
              <a:spcBef>
                <a:spcPct val="20000"/>
              </a:spcBef>
            </a:pPr>
            <a:r>
              <a:rPr lang="en-US" altLang="zh-CN" sz="3200" dirty="0">
                <a:latin typeface="Times New Roman" panose="02020603050405020304" pitchFamily="18" charset="0"/>
                <a:ea typeface="仿宋_GB2312" panose="02010609030101010101" charset="-122"/>
              </a:rPr>
              <a:t>{</a:t>
            </a:r>
            <a:r>
              <a:rPr lang="zh-CN" altLang="en-US" sz="3200" dirty="0">
                <a:latin typeface="Times New Roman" panose="02020603050405020304" pitchFamily="18" charset="0"/>
                <a:ea typeface="仿宋_GB2312" panose="02010609030101010101" charset="-122"/>
              </a:rPr>
              <a:t>跟顺序表不同使用指针相减存储</a:t>
            </a:r>
            <a:endParaRPr lang="en-US" altLang="zh-CN" sz="3200" dirty="0">
              <a:latin typeface="Times New Roman" panose="02020603050405020304" pitchFamily="18" charset="0"/>
              <a:ea typeface="仿宋_GB2312" panose="02010609030101010101" charset="-122"/>
            </a:endParaRPr>
          </a:p>
          <a:p>
            <a:pPr marL="342900" indent="-342900" eaLnBrk="0" hangingPunct="0">
              <a:spcBef>
                <a:spcPct val="20000"/>
              </a:spcBef>
            </a:pPr>
            <a:r>
              <a:rPr lang="en-US" altLang="zh-CN" sz="3200" dirty="0">
                <a:latin typeface="Times New Roman" panose="02020603050405020304" pitchFamily="18" charset="0"/>
                <a:ea typeface="仿宋_GB2312" panose="02010609030101010101" charset="-122"/>
              </a:rPr>
              <a:t>	return </a:t>
            </a:r>
            <a:r>
              <a:rPr lang="en-US" altLang="zh-CN" sz="3200" dirty="0">
                <a:solidFill>
                  <a:srgbClr val="FF0000"/>
                </a:solidFill>
                <a:highlight>
                  <a:srgbClr val="00FF00"/>
                </a:highlight>
                <a:latin typeface="Times New Roman" panose="02020603050405020304" pitchFamily="18" charset="0"/>
                <a:ea typeface="仿宋_GB2312" panose="02010609030101010101" charset="-122"/>
              </a:rPr>
              <a:t>S.top – S.base</a:t>
            </a:r>
            <a:r>
              <a:rPr lang="en-US" altLang="zh-CN" sz="3200" dirty="0">
                <a:latin typeface="Times New Roman" panose="02020603050405020304" pitchFamily="18" charset="0"/>
                <a:ea typeface="仿宋_GB2312" panose="02010609030101010101" charset="-122"/>
              </a:rPr>
              <a:t>;</a:t>
            </a:r>
          </a:p>
          <a:p>
            <a:pPr marL="342900" indent="-342900" eaLnBrk="0" hangingPunct="0">
              <a:spcBef>
                <a:spcPct val="20000"/>
              </a:spcBef>
            </a:pPr>
            <a:r>
              <a:rPr lang="en-US" altLang="zh-CN" sz="3200" dirty="0">
                <a:latin typeface="Times New Roman" panose="02020603050405020304" pitchFamily="18" charset="0"/>
                <a:ea typeface="仿宋_GB2312" panose="02010609030101010101" charset="-122"/>
              </a:rPr>
              <a:t>}</a:t>
            </a:r>
          </a:p>
        </p:txBody>
      </p:sp>
      <p:grpSp>
        <p:nvGrpSpPr>
          <p:cNvPr id="29715" name="Group 11"/>
          <p:cNvGrpSpPr/>
          <p:nvPr/>
        </p:nvGrpSpPr>
        <p:grpSpPr>
          <a:xfrm>
            <a:off x="6524625" y="4076700"/>
            <a:ext cx="1828800" cy="2193925"/>
            <a:chOff x="2304" y="1440"/>
            <a:chExt cx="1152" cy="1382"/>
          </a:xfrm>
        </p:grpSpPr>
        <p:sp>
          <p:nvSpPr>
            <p:cNvPr id="29716" name="Text Box 12"/>
            <p:cNvSpPr txBox="1"/>
            <p:nvPr>
              <p:custDataLst>
                <p:tags r:id="rId3"/>
              </p:custDataLst>
            </p:nvPr>
          </p:nvSpPr>
          <p:spPr>
            <a:xfrm>
              <a:off x="2304" y="2572"/>
              <a:ext cx="768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lstStyle/>
            <a:p>
              <a:pPr algn="ctr" eaLnBrk="0" hangingPunct="0">
                <a:spcBef>
                  <a:spcPct val="50000"/>
                </a:spcBef>
              </a:pPr>
              <a:r>
                <a:rPr lang="en-US" altLang="zh-CN" sz="2000" dirty="0">
                  <a:solidFill>
                    <a:schemeClr val="folHlink"/>
                  </a:solidFill>
                  <a:latin typeface="Arial" panose="020B0604020202020204" pitchFamily="34" charset="0"/>
                  <a:ea typeface="宋体" panose="02010600030101010101" pitchFamily="2" charset="-122"/>
                </a:rPr>
                <a:t>base</a:t>
              </a:r>
            </a:p>
          </p:txBody>
        </p:sp>
        <p:sp>
          <p:nvSpPr>
            <p:cNvPr id="29717" name="Text Box 13"/>
            <p:cNvSpPr txBox="1"/>
            <p:nvPr>
              <p:custDataLst>
                <p:tags r:id="rId4"/>
              </p:custDataLst>
            </p:nvPr>
          </p:nvSpPr>
          <p:spPr>
            <a:xfrm>
              <a:off x="2352" y="1852"/>
              <a:ext cx="768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lstStyle/>
            <a:p>
              <a:pPr algn="ctr" eaLnBrk="0" hangingPunct="0">
                <a:spcBef>
                  <a:spcPct val="50000"/>
                </a:spcBef>
              </a:pPr>
              <a:r>
                <a:rPr lang="en-US" altLang="zh-CN" sz="2000" dirty="0">
                  <a:latin typeface="Arial" panose="020B0604020202020204" pitchFamily="34" charset="0"/>
                  <a:ea typeface="宋体" panose="02010600030101010101" pitchFamily="2" charset="-122"/>
                </a:rPr>
                <a:t>top</a:t>
              </a:r>
            </a:p>
          </p:txBody>
        </p:sp>
        <p:grpSp>
          <p:nvGrpSpPr>
            <p:cNvPr id="29718" name="Group 14"/>
            <p:cNvGrpSpPr/>
            <p:nvPr/>
          </p:nvGrpSpPr>
          <p:grpSpPr>
            <a:xfrm>
              <a:off x="2832" y="1440"/>
              <a:ext cx="624" cy="1296"/>
              <a:chOff x="2832" y="1440"/>
              <a:chExt cx="624" cy="1296"/>
            </a:xfrm>
          </p:grpSpPr>
          <p:sp>
            <p:nvSpPr>
              <p:cNvPr id="29719" name="Rectangle 15"/>
              <p:cNvSpPr/>
              <p:nvPr>
                <p:custDataLst>
                  <p:tags r:id="rId5"/>
                </p:custDataLst>
              </p:nvPr>
            </p:nvSpPr>
            <p:spPr>
              <a:xfrm>
                <a:off x="3024" y="1440"/>
                <a:ext cx="432" cy="1296"/>
              </a:xfrm>
              <a:prstGeom prst="rect">
                <a:avLst/>
              </a:prstGeom>
              <a:solidFill>
                <a:srgbClr val="FFFFFF"/>
              </a:solidFill>
              <a:ln w="38100" cap="flat" cmpd="sng">
                <a:solidFill>
                  <a:srgbClr val="000000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lstStyle/>
              <a:p>
                <a:pPr eaLnBrk="0" hangingPunct="0">
                  <a:spcBef>
                    <a:spcPct val="20000"/>
                  </a:spcBef>
                </a:pPr>
                <a:endParaRPr lang="zh-CN" altLang="en-US" dirty="0">
                  <a:latin typeface="Times New Roman" panose="02020603050405020304" pitchFamily="18" charset="0"/>
                  <a:ea typeface="楷体_GB2312" charset="-122"/>
                </a:endParaRPr>
              </a:p>
            </p:txBody>
          </p:sp>
          <p:sp>
            <p:nvSpPr>
              <p:cNvPr id="29720" name="Line 16"/>
              <p:cNvSpPr/>
              <p:nvPr>
                <p:custDataLst>
                  <p:tags r:id="rId6"/>
                </p:custDataLst>
              </p:nvPr>
            </p:nvSpPr>
            <p:spPr>
              <a:xfrm>
                <a:off x="3024" y="2112"/>
                <a:ext cx="432" cy="0"/>
              </a:xfrm>
              <a:prstGeom prst="line">
                <a:avLst/>
              </a:prstGeom>
              <a:ln w="38100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9721" name="Line 17"/>
              <p:cNvSpPr/>
              <p:nvPr>
                <p:custDataLst>
                  <p:tags r:id="rId7"/>
                </p:custDataLst>
              </p:nvPr>
            </p:nvSpPr>
            <p:spPr>
              <a:xfrm>
                <a:off x="3024" y="2400"/>
                <a:ext cx="432" cy="0"/>
              </a:xfrm>
              <a:prstGeom prst="line">
                <a:avLst/>
              </a:prstGeom>
              <a:ln w="38100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9722" name="Line 18"/>
              <p:cNvSpPr/>
              <p:nvPr>
                <p:custDataLst>
                  <p:tags r:id="rId8"/>
                </p:custDataLst>
              </p:nvPr>
            </p:nvSpPr>
            <p:spPr>
              <a:xfrm>
                <a:off x="3024" y="1776"/>
                <a:ext cx="432" cy="0"/>
              </a:xfrm>
              <a:prstGeom prst="line">
                <a:avLst/>
              </a:prstGeom>
              <a:ln w="38100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9723" name="Line 19"/>
              <p:cNvSpPr/>
              <p:nvPr>
                <p:custDataLst>
                  <p:tags r:id="rId9"/>
                </p:custDataLst>
              </p:nvPr>
            </p:nvSpPr>
            <p:spPr>
              <a:xfrm>
                <a:off x="2832" y="2688"/>
                <a:ext cx="192" cy="0"/>
              </a:xfrm>
              <a:prstGeom prst="line">
                <a:avLst/>
              </a:prstGeom>
              <a:ln w="19050" cap="flat" cmpd="sng">
                <a:solidFill>
                  <a:schemeClr val="folHlink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9724" name="Text Box 20"/>
              <p:cNvSpPr txBox="1"/>
              <p:nvPr>
                <p:custDataLst>
                  <p:tags r:id="rId10"/>
                </p:custDataLst>
              </p:nvPr>
            </p:nvSpPr>
            <p:spPr>
              <a:xfrm>
                <a:off x="3072" y="2448"/>
                <a:ext cx="384" cy="25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anchor="t" anchorCtr="0">
                <a:spAutoFit/>
              </a:bodyPr>
              <a:lstStyle/>
              <a:p>
                <a:pPr algn="ctr" eaLnBrk="0" hangingPunct="0">
                  <a:spcBef>
                    <a:spcPct val="50000"/>
                  </a:spcBef>
                </a:pPr>
                <a:r>
                  <a:rPr lang="en-US" altLang="zh-CN" sz="2000" dirty="0">
                    <a:latin typeface="Arial" panose="020B0604020202020204" pitchFamily="34" charset="0"/>
                    <a:ea typeface="宋体" panose="02010600030101010101" pitchFamily="2" charset="-122"/>
                  </a:rPr>
                  <a:t>A</a:t>
                </a:r>
              </a:p>
            </p:txBody>
          </p:sp>
          <p:sp>
            <p:nvSpPr>
              <p:cNvPr id="29725" name="Line 21"/>
              <p:cNvSpPr/>
              <p:nvPr>
                <p:custDataLst>
                  <p:tags r:id="rId11"/>
                </p:custDataLst>
              </p:nvPr>
            </p:nvSpPr>
            <p:spPr>
              <a:xfrm>
                <a:off x="2832" y="1968"/>
                <a:ext cx="192" cy="0"/>
              </a:xfrm>
              <a:prstGeom prst="line">
                <a:avLst/>
              </a:prstGeom>
              <a:ln w="19050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9726" name="Text Box 22"/>
              <p:cNvSpPr txBox="1"/>
              <p:nvPr>
                <p:custDataLst>
                  <p:tags r:id="rId12"/>
                </p:custDataLst>
              </p:nvPr>
            </p:nvSpPr>
            <p:spPr>
              <a:xfrm>
                <a:off x="3072" y="2160"/>
                <a:ext cx="384" cy="25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anchor="t" anchorCtr="0">
                <a:spAutoFit/>
              </a:bodyPr>
              <a:lstStyle/>
              <a:p>
                <a:pPr algn="ctr" eaLnBrk="0" hangingPunct="0">
                  <a:spcBef>
                    <a:spcPct val="50000"/>
                  </a:spcBef>
                </a:pPr>
                <a:r>
                  <a:rPr lang="en-US" altLang="zh-CN" sz="2000" dirty="0">
                    <a:latin typeface="Arial" panose="020B0604020202020204" pitchFamily="34" charset="0"/>
                    <a:ea typeface="宋体" panose="02010600030101010101" pitchFamily="2" charset="-122"/>
                  </a:rPr>
                  <a:t>B</a:t>
                </a:r>
              </a:p>
            </p:txBody>
          </p:sp>
        </p:grpSp>
      </p:grp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5" name="Rectangle 7"/>
          <p:cNvSpPr/>
          <p:nvPr/>
        </p:nvSpPr>
        <p:spPr>
          <a:xfrm>
            <a:off x="179388" y="606425"/>
            <a:ext cx="7772400" cy="295275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lstStyle/>
          <a:p>
            <a:pPr marL="342900" indent="-342900" eaLnBrk="0" hangingPunct="0">
              <a:spcBef>
                <a:spcPct val="20000"/>
              </a:spcBef>
            </a:pPr>
            <a:r>
              <a:rPr lang="en-US" altLang="zh-CN" sz="2800" dirty="0">
                <a:ea typeface="仿宋_GB2312" panose="02010609030101010101" charset="-122"/>
              </a:rPr>
              <a:t>Status </a:t>
            </a:r>
            <a:r>
              <a:rPr lang="en-US" altLang="zh-CN" sz="2800" dirty="0" err="1">
                <a:ea typeface="仿宋_GB2312" panose="02010609030101010101" charset="-122"/>
              </a:rPr>
              <a:t>ClearStack</a:t>
            </a:r>
            <a:r>
              <a:rPr lang="en-US" altLang="zh-CN" sz="2800" dirty="0">
                <a:ea typeface="仿宋_GB2312" panose="02010609030101010101" charset="-122"/>
              </a:rPr>
              <a:t>( </a:t>
            </a:r>
            <a:r>
              <a:rPr lang="en-US" altLang="zh-CN" sz="2800" dirty="0" err="1">
                <a:ea typeface="仿宋_GB2312" panose="02010609030101010101" charset="-122"/>
              </a:rPr>
              <a:t>SqStack</a:t>
            </a:r>
            <a:r>
              <a:rPr lang="en-US" altLang="zh-CN" sz="2800" dirty="0">
                <a:ea typeface="仿宋_GB2312" panose="02010609030101010101" charset="-122"/>
              </a:rPr>
              <a:t> *</a:t>
            </a:r>
            <a:r>
              <a:rPr lang="en-US" altLang="zh-CN" sz="2800" dirty="0" err="1">
                <a:ea typeface="仿宋_GB2312" panose="02010609030101010101" charset="-122"/>
              </a:rPr>
              <a:t>pS</a:t>
            </a:r>
            <a:r>
              <a:rPr lang="en-US" altLang="zh-CN" sz="2800" dirty="0">
                <a:ea typeface="仿宋_GB2312" panose="02010609030101010101" charset="-122"/>
              </a:rPr>
              <a:t> )</a:t>
            </a:r>
          </a:p>
          <a:p>
            <a:pPr marL="342900" indent="-342900" eaLnBrk="0" hangingPunct="0">
              <a:spcBef>
                <a:spcPct val="20000"/>
              </a:spcBef>
            </a:pPr>
            <a:r>
              <a:rPr lang="en-US" altLang="zh-CN" sz="2800" dirty="0">
                <a:ea typeface="仿宋_GB2312" panose="02010609030101010101" charset="-122"/>
              </a:rPr>
              <a:t>{</a:t>
            </a:r>
            <a:r>
              <a:rPr lang="zh-CN" altLang="en-US" sz="2800" dirty="0">
                <a:ea typeface="仿宋_GB2312" panose="02010609030101010101" charset="-122"/>
              </a:rPr>
              <a:t>空</a:t>
            </a:r>
            <a:r>
              <a:rPr lang="en-US" altLang="zh-CN" sz="2800" dirty="0">
                <a:ea typeface="仿宋_GB2312" panose="02010609030101010101" charset="-122"/>
              </a:rPr>
              <a:t>--&gt;</a:t>
            </a:r>
            <a:r>
              <a:rPr lang="zh-CN" altLang="en-US" sz="2800" dirty="0">
                <a:ea typeface="仿宋_GB2312" panose="02010609030101010101" charset="-122"/>
              </a:rPr>
              <a:t>栈顶栈底指针相同</a:t>
            </a:r>
            <a:endParaRPr lang="en-US" altLang="zh-CN" sz="2800" dirty="0">
              <a:ea typeface="仿宋_GB2312" panose="02010609030101010101" charset="-122"/>
            </a:endParaRPr>
          </a:p>
          <a:p>
            <a:pPr marL="342900" indent="-342900" eaLnBrk="0" hangingPunct="0">
              <a:spcBef>
                <a:spcPct val="20000"/>
              </a:spcBef>
            </a:pPr>
            <a:r>
              <a:rPr lang="en-US" altLang="zh-CN" sz="2800" dirty="0">
                <a:ea typeface="仿宋_GB2312" panose="02010609030101010101" charset="-122"/>
              </a:rPr>
              <a:t>	if( </a:t>
            </a:r>
            <a:r>
              <a:rPr lang="en-US" altLang="zh-CN" sz="2800" dirty="0">
                <a:highlight>
                  <a:srgbClr val="00FF00"/>
                </a:highlight>
                <a:ea typeface="仿宋_GB2312" panose="02010609030101010101" charset="-122"/>
              </a:rPr>
              <a:t>(*</a:t>
            </a:r>
            <a:r>
              <a:rPr lang="en-US" altLang="zh-CN" sz="2800" dirty="0" err="1">
                <a:highlight>
                  <a:srgbClr val="00FF00"/>
                </a:highlight>
                <a:ea typeface="仿宋_GB2312" panose="02010609030101010101" charset="-122"/>
              </a:rPr>
              <a:t>pS</a:t>
            </a:r>
            <a:r>
              <a:rPr lang="en-US" altLang="zh-CN" sz="2800" dirty="0">
                <a:highlight>
                  <a:srgbClr val="00FF00"/>
                </a:highlight>
                <a:ea typeface="仿宋_GB2312" panose="02010609030101010101" charset="-122"/>
              </a:rPr>
              <a:t>).base </a:t>
            </a:r>
            <a:r>
              <a:rPr lang="en-US" altLang="zh-CN" sz="2800" dirty="0">
                <a:ea typeface="仿宋_GB2312" panose="02010609030101010101" charset="-122"/>
              </a:rPr>
              <a:t>) </a:t>
            </a:r>
            <a:r>
              <a:rPr lang="en-US" altLang="zh-CN" sz="2800" dirty="0">
                <a:highlight>
                  <a:srgbClr val="00FF00"/>
                </a:highlight>
                <a:ea typeface="仿宋_GB2312" panose="02010609030101010101" charset="-122"/>
              </a:rPr>
              <a:t>(*</a:t>
            </a:r>
            <a:r>
              <a:rPr lang="en-US" altLang="zh-CN" sz="2800" dirty="0" err="1">
                <a:highlight>
                  <a:srgbClr val="00FF00"/>
                </a:highlight>
                <a:ea typeface="仿宋_GB2312" panose="02010609030101010101" charset="-122"/>
              </a:rPr>
              <a:t>pS</a:t>
            </a:r>
            <a:r>
              <a:rPr lang="en-US" altLang="zh-CN" sz="2800" dirty="0">
                <a:highlight>
                  <a:srgbClr val="00FF00"/>
                </a:highlight>
                <a:ea typeface="仿宋_GB2312" panose="02010609030101010101" charset="-122"/>
              </a:rPr>
              <a:t>).top = (*</a:t>
            </a:r>
            <a:r>
              <a:rPr lang="en-US" altLang="zh-CN" sz="2800" dirty="0" err="1">
                <a:highlight>
                  <a:srgbClr val="00FF00"/>
                </a:highlight>
                <a:ea typeface="仿宋_GB2312" panose="02010609030101010101" charset="-122"/>
              </a:rPr>
              <a:t>pS</a:t>
            </a:r>
            <a:r>
              <a:rPr lang="en-US" altLang="zh-CN" sz="2800" dirty="0">
                <a:highlight>
                  <a:srgbClr val="00FF00"/>
                </a:highlight>
                <a:ea typeface="仿宋_GB2312" panose="02010609030101010101" charset="-122"/>
              </a:rPr>
              <a:t>).base</a:t>
            </a:r>
            <a:r>
              <a:rPr lang="en-US" altLang="zh-CN" sz="2800" dirty="0">
                <a:ea typeface="仿宋_GB2312" panose="02010609030101010101" charset="-122"/>
              </a:rPr>
              <a:t>;</a:t>
            </a:r>
          </a:p>
          <a:p>
            <a:pPr marL="342900" indent="-342900" eaLnBrk="0" hangingPunct="0">
              <a:spcBef>
                <a:spcPct val="20000"/>
              </a:spcBef>
            </a:pPr>
            <a:r>
              <a:rPr lang="en-US" altLang="zh-CN" sz="2800" dirty="0">
                <a:ea typeface="仿宋_GB2312" panose="02010609030101010101" charset="-122"/>
              </a:rPr>
              <a:t>	return OK;</a:t>
            </a:r>
          </a:p>
          <a:p>
            <a:pPr marL="342900" indent="-342900" eaLnBrk="0" hangingPunct="0">
              <a:spcBef>
                <a:spcPct val="20000"/>
              </a:spcBef>
            </a:pPr>
            <a:r>
              <a:rPr lang="en-US" altLang="zh-CN" sz="2800" dirty="0">
                <a:ea typeface="仿宋_GB2312" panose="02010609030101010101" charset="-122"/>
              </a:rPr>
              <a:t>}</a:t>
            </a:r>
            <a:r>
              <a:rPr lang="zh-CN" altLang="en-US" sz="2800" dirty="0">
                <a:ea typeface="仿宋_GB2312" panose="02010609030101010101" charset="-122"/>
              </a:rPr>
              <a:t>要是使用</a:t>
            </a:r>
            <a:r>
              <a:rPr lang="en-US" altLang="zh-CN" sz="2800" dirty="0">
                <a:ea typeface="仿宋_GB2312" panose="02010609030101010101" charset="-122"/>
              </a:rPr>
              <a:t>&amp;</a:t>
            </a:r>
            <a:r>
              <a:rPr lang="zh-CN" altLang="en-US" sz="2800" dirty="0">
                <a:ea typeface="仿宋_GB2312" panose="02010609030101010101" charset="-122"/>
              </a:rPr>
              <a:t>变量则只需要形参</a:t>
            </a:r>
            <a:r>
              <a:rPr lang="en-US" altLang="zh-CN" sz="2800" dirty="0">
                <a:ea typeface="仿宋_GB2312" panose="02010609030101010101" charset="-122"/>
              </a:rPr>
              <a:t>&amp;</a:t>
            </a:r>
            <a:r>
              <a:rPr lang="zh-CN" altLang="en-US" sz="2800" dirty="0">
                <a:ea typeface="仿宋_GB2312" panose="02010609030101010101" charset="-122"/>
              </a:rPr>
              <a:t>其余</a:t>
            </a:r>
            <a:r>
              <a:rPr lang="en-US" altLang="zh-CN" sz="2800" dirty="0">
                <a:ea typeface="仿宋_GB2312" panose="02010609030101010101" charset="-122"/>
              </a:rPr>
              <a:t>*</a:t>
            </a:r>
            <a:r>
              <a:rPr lang="zh-CN" altLang="en-US" sz="2800" dirty="0">
                <a:ea typeface="仿宋_GB2312" panose="02010609030101010101" charset="-122"/>
              </a:rPr>
              <a:t>不需要</a:t>
            </a:r>
            <a:endParaRPr lang="en-US" altLang="zh-CN" sz="2800" dirty="0">
              <a:latin typeface="Times New Roman" panose="02020603050405020304" pitchFamily="18" charset="0"/>
              <a:ea typeface="仿宋_GB2312" panose="02010609030101010101" charset="-122"/>
            </a:endParaRPr>
          </a:p>
        </p:txBody>
      </p:sp>
      <p:sp>
        <p:nvSpPr>
          <p:cNvPr id="31746" name="Rectangle 8"/>
          <p:cNvSpPr/>
          <p:nvPr/>
        </p:nvSpPr>
        <p:spPr>
          <a:xfrm>
            <a:off x="39688" y="0"/>
            <a:ext cx="3956050" cy="515938"/>
          </a:xfrm>
          <a:prstGeom prst="rect">
            <a:avLst/>
          </a:prstGeom>
          <a:solidFill>
            <a:srgbClr val="FFFF99"/>
          </a:solidFill>
          <a:ln w="9525">
            <a:noFill/>
          </a:ln>
        </p:spPr>
        <p:txBody>
          <a:bodyPr anchor="ctr" anchorCtr="0"/>
          <a:lstStyle/>
          <a:p>
            <a:pPr eaLnBrk="0" hangingPunct="0"/>
            <a:r>
              <a:rPr lang="zh-CN" altLang="en-US" sz="3200" dirty="0">
                <a:latin typeface="楷体_GB2312" charset="-122"/>
                <a:ea typeface="楷体_GB2312" charset="-122"/>
              </a:rPr>
              <a:t>清空顺序栈</a:t>
            </a:r>
          </a:p>
        </p:txBody>
      </p:sp>
      <p:grpSp>
        <p:nvGrpSpPr>
          <p:cNvPr id="31747" name="Group 9"/>
          <p:cNvGrpSpPr/>
          <p:nvPr/>
        </p:nvGrpSpPr>
        <p:grpSpPr>
          <a:xfrm>
            <a:off x="6321425" y="703263"/>
            <a:ext cx="2300288" cy="2166937"/>
            <a:chOff x="207" y="614"/>
            <a:chExt cx="1449" cy="1365"/>
          </a:xfrm>
        </p:grpSpPr>
        <p:sp>
          <p:nvSpPr>
            <p:cNvPr id="31748" name="Text Box 10"/>
            <p:cNvSpPr txBox="1"/>
            <p:nvPr/>
          </p:nvSpPr>
          <p:spPr>
            <a:xfrm>
              <a:off x="207" y="1729"/>
              <a:ext cx="768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lstStyle/>
            <a:p>
              <a:pPr algn="ctr" eaLnBrk="0" hangingPunct="0">
                <a:spcBef>
                  <a:spcPct val="50000"/>
                </a:spcBef>
              </a:pPr>
              <a:r>
                <a:rPr lang="en-US" altLang="zh-CN" sz="2000" dirty="0">
                  <a:solidFill>
                    <a:schemeClr val="folHlink"/>
                  </a:solidFill>
                  <a:latin typeface="Arial" panose="020B0604020202020204" pitchFamily="34" charset="0"/>
                  <a:ea typeface="宋体" panose="02010600030101010101" pitchFamily="2" charset="-122"/>
                </a:rPr>
                <a:t>base</a:t>
              </a:r>
            </a:p>
          </p:txBody>
        </p:sp>
        <p:grpSp>
          <p:nvGrpSpPr>
            <p:cNvPr id="31749" name="Group 11"/>
            <p:cNvGrpSpPr/>
            <p:nvPr/>
          </p:nvGrpSpPr>
          <p:grpSpPr>
            <a:xfrm>
              <a:off x="264" y="614"/>
              <a:ext cx="1392" cy="1306"/>
              <a:chOff x="-240" y="624"/>
              <a:chExt cx="1392" cy="1306"/>
            </a:xfrm>
          </p:grpSpPr>
          <p:sp>
            <p:nvSpPr>
              <p:cNvPr id="31750" name="Rectangle 12"/>
              <p:cNvSpPr/>
              <p:nvPr/>
            </p:nvSpPr>
            <p:spPr>
              <a:xfrm>
                <a:off x="528" y="624"/>
                <a:ext cx="432" cy="1296"/>
              </a:xfrm>
              <a:prstGeom prst="rect">
                <a:avLst/>
              </a:prstGeom>
              <a:solidFill>
                <a:srgbClr val="FFFFFF"/>
              </a:solidFill>
              <a:ln w="38100" cap="flat" cmpd="sng">
                <a:solidFill>
                  <a:srgbClr val="000000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lstStyle/>
              <a:p>
                <a:pPr eaLnBrk="0" hangingPunct="0">
                  <a:spcBef>
                    <a:spcPct val="20000"/>
                  </a:spcBef>
                </a:pPr>
                <a:endParaRPr lang="zh-CN" altLang="en-US" dirty="0">
                  <a:latin typeface="Times New Roman" panose="02020603050405020304" pitchFamily="18" charset="0"/>
                  <a:ea typeface="楷体_GB2312" charset="-122"/>
                </a:endParaRPr>
              </a:p>
            </p:txBody>
          </p:sp>
          <p:sp>
            <p:nvSpPr>
              <p:cNvPr id="31751" name="Line 13"/>
              <p:cNvSpPr/>
              <p:nvPr/>
            </p:nvSpPr>
            <p:spPr>
              <a:xfrm>
                <a:off x="528" y="1296"/>
                <a:ext cx="432" cy="0"/>
              </a:xfrm>
              <a:prstGeom prst="line">
                <a:avLst/>
              </a:prstGeom>
              <a:ln w="38100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1752" name="Line 14"/>
              <p:cNvSpPr/>
              <p:nvPr/>
            </p:nvSpPr>
            <p:spPr>
              <a:xfrm>
                <a:off x="528" y="1584"/>
                <a:ext cx="432" cy="0"/>
              </a:xfrm>
              <a:prstGeom prst="line">
                <a:avLst/>
              </a:prstGeom>
              <a:ln w="38100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1753" name="Line 15"/>
              <p:cNvSpPr/>
              <p:nvPr/>
            </p:nvSpPr>
            <p:spPr>
              <a:xfrm>
                <a:off x="528" y="960"/>
                <a:ext cx="432" cy="0"/>
              </a:xfrm>
              <a:prstGeom prst="line">
                <a:avLst/>
              </a:prstGeom>
              <a:ln w="38100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1754" name="Line 16"/>
              <p:cNvSpPr/>
              <p:nvPr/>
            </p:nvSpPr>
            <p:spPr>
              <a:xfrm>
                <a:off x="288" y="1728"/>
                <a:ext cx="240" cy="0"/>
              </a:xfrm>
              <a:prstGeom prst="line">
                <a:avLst/>
              </a:prstGeom>
              <a:ln w="19050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1755" name="Line 17"/>
              <p:cNvSpPr/>
              <p:nvPr/>
            </p:nvSpPr>
            <p:spPr>
              <a:xfrm>
                <a:off x="288" y="1872"/>
                <a:ext cx="240" cy="0"/>
              </a:xfrm>
              <a:prstGeom prst="line">
                <a:avLst/>
              </a:prstGeom>
              <a:ln w="19050" cap="flat" cmpd="sng">
                <a:solidFill>
                  <a:schemeClr val="folHlink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1756" name="Text Box 18"/>
              <p:cNvSpPr txBox="1"/>
              <p:nvPr/>
            </p:nvSpPr>
            <p:spPr>
              <a:xfrm>
                <a:off x="-240" y="1612"/>
                <a:ext cx="768" cy="25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anchor="t" anchorCtr="0">
                <a:spAutoFit/>
              </a:bodyPr>
              <a:lstStyle/>
              <a:p>
                <a:pPr algn="ctr" eaLnBrk="0" hangingPunct="0">
                  <a:spcBef>
                    <a:spcPct val="50000"/>
                  </a:spcBef>
                </a:pPr>
                <a:r>
                  <a:rPr lang="en-US" altLang="zh-CN" sz="2000" dirty="0">
                    <a:latin typeface="Arial" panose="020B0604020202020204" pitchFamily="34" charset="0"/>
                    <a:ea typeface="宋体" panose="02010600030101010101" pitchFamily="2" charset="-122"/>
                  </a:rPr>
                  <a:t>top</a:t>
                </a:r>
              </a:p>
            </p:txBody>
          </p:sp>
          <p:sp>
            <p:nvSpPr>
              <p:cNvPr id="31757" name="Text Box 19"/>
              <p:cNvSpPr txBox="1"/>
              <p:nvPr/>
            </p:nvSpPr>
            <p:spPr>
              <a:xfrm>
                <a:off x="960" y="672"/>
                <a:ext cx="192" cy="25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anchor="t" anchorCtr="0">
                <a:spAutoFit/>
              </a:bodyPr>
              <a:lstStyle/>
              <a:p>
                <a:pPr eaLnBrk="0" hangingPunct="0">
                  <a:spcBef>
                    <a:spcPct val="50000"/>
                  </a:spcBef>
                </a:pPr>
                <a:r>
                  <a:rPr lang="en-US" altLang="zh-CN" sz="2000" dirty="0">
                    <a:latin typeface="Arial" panose="020B0604020202020204" pitchFamily="34" charset="0"/>
                    <a:ea typeface="宋体" panose="02010600030101010101" pitchFamily="2" charset="-122"/>
                  </a:rPr>
                  <a:t>3</a:t>
                </a:r>
              </a:p>
            </p:txBody>
          </p:sp>
          <p:sp>
            <p:nvSpPr>
              <p:cNvPr id="31758" name="Text Box 20"/>
              <p:cNvSpPr txBox="1"/>
              <p:nvPr/>
            </p:nvSpPr>
            <p:spPr>
              <a:xfrm>
                <a:off x="960" y="1344"/>
                <a:ext cx="192" cy="25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anchor="t" anchorCtr="0">
                <a:spAutoFit/>
              </a:bodyPr>
              <a:lstStyle/>
              <a:p>
                <a:pPr eaLnBrk="0" hangingPunct="0">
                  <a:spcBef>
                    <a:spcPct val="50000"/>
                  </a:spcBef>
                </a:pPr>
                <a:r>
                  <a:rPr lang="en-US" altLang="zh-CN" sz="2000" dirty="0">
                    <a:latin typeface="Arial" panose="020B0604020202020204" pitchFamily="34" charset="0"/>
                    <a:ea typeface="宋体" panose="02010600030101010101" pitchFamily="2" charset="-122"/>
                  </a:rPr>
                  <a:t>1</a:t>
                </a:r>
              </a:p>
            </p:txBody>
          </p:sp>
          <p:sp>
            <p:nvSpPr>
              <p:cNvPr id="31759" name="Text Box 21"/>
              <p:cNvSpPr txBox="1"/>
              <p:nvPr/>
            </p:nvSpPr>
            <p:spPr>
              <a:xfrm>
                <a:off x="960" y="1008"/>
                <a:ext cx="192" cy="25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anchor="t" anchorCtr="0">
                <a:spAutoFit/>
              </a:bodyPr>
              <a:lstStyle/>
              <a:p>
                <a:pPr eaLnBrk="0" hangingPunct="0">
                  <a:spcBef>
                    <a:spcPct val="50000"/>
                  </a:spcBef>
                </a:pPr>
                <a:r>
                  <a:rPr lang="en-US" altLang="zh-CN" sz="2000" dirty="0">
                    <a:latin typeface="Arial" panose="020B0604020202020204" pitchFamily="34" charset="0"/>
                    <a:ea typeface="宋体" panose="02010600030101010101" pitchFamily="2" charset="-122"/>
                  </a:rPr>
                  <a:t>2</a:t>
                </a:r>
              </a:p>
            </p:txBody>
          </p:sp>
          <p:sp>
            <p:nvSpPr>
              <p:cNvPr id="31760" name="Text Box 22"/>
              <p:cNvSpPr txBox="1"/>
              <p:nvPr/>
            </p:nvSpPr>
            <p:spPr>
              <a:xfrm>
                <a:off x="960" y="1680"/>
                <a:ext cx="192" cy="25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anchor="t" anchorCtr="0">
                <a:spAutoFit/>
              </a:bodyPr>
              <a:lstStyle/>
              <a:p>
                <a:pPr eaLnBrk="0" hangingPunct="0">
                  <a:spcBef>
                    <a:spcPct val="50000"/>
                  </a:spcBef>
                </a:pPr>
                <a:r>
                  <a:rPr lang="en-US" altLang="zh-CN" sz="2000" dirty="0">
                    <a:latin typeface="Arial" panose="020B0604020202020204" pitchFamily="34" charset="0"/>
                    <a:ea typeface="宋体" panose="02010600030101010101" pitchFamily="2" charset="-122"/>
                  </a:rPr>
                  <a:t>0</a:t>
                </a:r>
              </a:p>
            </p:txBody>
          </p:sp>
        </p:grpSp>
      </p:grpSp>
      <p:sp>
        <p:nvSpPr>
          <p:cNvPr id="31761" name="Rectangle 23"/>
          <p:cNvSpPr/>
          <p:nvPr>
            <p:custDataLst>
              <p:tags r:id="rId1"/>
            </p:custDataLst>
          </p:nvPr>
        </p:nvSpPr>
        <p:spPr>
          <a:xfrm>
            <a:off x="106363" y="3170238"/>
            <a:ext cx="3956050" cy="515937"/>
          </a:xfrm>
          <a:prstGeom prst="rect">
            <a:avLst/>
          </a:prstGeom>
          <a:solidFill>
            <a:srgbClr val="FFFF99"/>
          </a:solidFill>
          <a:ln w="9525">
            <a:noFill/>
          </a:ln>
        </p:spPr>
        <p:txBody>
          <a:bodyPr anchor="ctr" anchorCtr="0"/>
          <a:lstStyle/>
          <a:p>
            <a:pPr eaLnBrk="0" hangingPunct="0"/>
            <a:r>
              <a:rPr lang="zh-CN" altLang="en-US" sz="3200" dirty="0">
                <a:latin typeface="楷体_GB2312" charset="-122"/>
                <a:ea typeface="楷体_GB2312" charset="-122"/>
              </a:rPr>
              <a:t>销毁顺序栈</a:t>
            </a:r>
          </a:p>
        </p:txBody>
      </p:sp>
      <p:sp>
        <p:nvSpPr>
          <p:cNvPr id="31762" name="Rectangle 22"/>
          <p:cNvSpPr/>
          <p:nvPr>
            <p:custDataLst>
              <p:tags r:id="rId2"/>
            </p:custDataLst>
          </p:nvPr>
        </p:nvSpPr>
        <p:spPr>
          <a:xfrm>
            <a:off x="179388" y="3703638"/>
            <a:ext cx="8742362" cy="306705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lstStyle/>
          <a:p>
            <a:pPr marL="342900" indent="-342900" eaLnBrk="0" hangingPunct="0">
              <a:spcBef>
                <a:spcPct val="20000"/>
              </a:spcBef>
            </a:pPr>
            <a:r>
              <a:rPr lang="en-US" altLang="zh-CN" sz="2800" dirty="0">
                <a:latin typeface="Times New Roman" panose="02020603050405020304" pitchFamily="18" charset="0"/>
                <a:ea typeface="仿宋_GB2312" panose="02010609030101010101" charset="-122"/>
              </a:rPr>
              <a:t>Status </a:t>
            </a:r>
            <a:r>
              <a:rPr lang="en-US" altLang="zh-CN" sz="2800" dirty="0" err="1">
                <a:ea typeface="仿宋_GB2312" panose="02010609030101010101" charset="-122"/>
              </a:rPr>
              <a:t>DestroyStack</a:t>
            </a:r>
            <a:r>
              <a:rPr lang="en-US" altLang="zh-CN" sz="2800" dirty="0">
                <a:ea typeface="仿宋_GB2312" panose="02010609030101010101" charset="-122"/>
              </a:rPr>
              <a:t>( </a:t>
            </a:r>
            <a:r>
              <a:rPr lang="en-US" altLang="zh-CN" sz="2800" dirty="0" err="1">
                <a:ea typeface="仿宋_GB2312" panose="02010609030101010101" charset="-122"/>
              </a:rPr>
              <a:t>SqStack</a:t>
            </a:r>
            <a:r>
              <a:rPr lang="en-US" altLang="zh-CN" sz="2800" dirty="0">
                <a:ea typeface="仿宋_GB2312" panose="02010609030101010101" charset="-122"/>
              </a:rPr>
              <a:t> *</a:t>
            </a:r>
            <a:r>
              <a:rPr lang="en-US" altLang="zh-CN" sz="2800" dirty="0" err="1">
                <a:ea typeface="仿宋_GB2312" panose="02010609030101010101" charset="-122"/>
              </a:rPr>
              <a:t>pS</a:t>
            </a:r>
            <a:r>
              <a:rPr lang="en-US" altLang="zh-CN" sz="2800" dirty="0">
                <a:ea typeface="仿宋_GB2312" panose="02010609030101010101" charset="-122"/>
              </a:rPr>
              <a:t> ){  </a:t>
            </a:r>
          </a:p>
          <a:p>
            <a:pPr marL="342900" indent="-342900" eaLnBrk="0" hangingPunct="0">
              <a:spcBef>
                <a:spcPct val="20000"/>
              </a:spcBef>
            </a:pPr>
            <a:r>
              <a:rPr lang="en-US" altLang="zh-CN" sz="2800" dirty="0">
                <a:ea typeface="仿宋_GB2312" panose="02010609030101010101" charset="-122"/>
              </a:rPr>
              <a:t>    if( </a:t>
            </a:r>
            <a:r>
              <a:rPr lang="en-US" altLang="zh-CN" sz="2800" dirty="0" err="1">
                <a:highlight>
                  <a:srgbClr val="00FF00"/>
                </a:highlight>
                <a:ea typeface="仿宋_GB2312" panose="02010609030101010101" charset="-122"/>
              </a:rPr>
              <a:t>pS</a:t>
            </a:r>
            <a:r>
              <a:rPr lang="en-US" altLang="zh-CN" sz="2800" dirty="0">
                <a:highlight>
                  <a:srgbClr val="00FF00"/>
                </a:highlight>
                <a:ea typeface="仿宋_GB2312" panose="02010609030101010101" charset="-122"/>
              </a:rPr>
              <a:t>-&gt;base </a:t>
            </a:r>
            <a:r>
              <a:rPr lang="en-US" altLang="zh-CN" sz="2800" dirty="0">
                <a:ea typeface="仿宋_GB2312" panose="02010609030101010101" charset="-122"/>
              </a:rPr>
              <a:t>){  </a:t>
            </a:r>
            <a:r>
              <a:rPr lang="en-US" altLang="zh-CN" sz="2800" dirty="0">
                <a:highlight>
                  <a:srgbClr val="00FF00"/>
                </a:highlight>
                <a:ea typeface="仿宋_GB2312" panose="02010609030101010101" charset="-122"/>
              </a:rPr>
              <a:t>free(</a:t>
            </a:r>
            <a:r>
              <a:rPr lang="en-US" altLang="zh-CN" sz="2800" dirty="0" err="1">
                <a:highlight>
                  <a:srgbClr val="00FF00"/>
                </a:highlight>
                <a:ea typeface="仿宋_GB2312" panose="02010609030101010101" charset="-122"/>
              </a:rPr>
              <a:t>pS</a:t>
            </a:r>
            <a:r>
              <a:rPr lang="en-US" altLang="zh-CN" sz="2800" dirty="0">
                <a:highlight>
                  <a:srgbClr val="00FF00"/>
                </a:highlight>
                <a:ea typeface="仿宋_GB2312" panose="02010609030101010101" charset="-122"/>
              </a:rPr>
              <a:t>-&gt;base) </a:t>
            </a:r>
            <a:r>
              <a:rPr lang="en-US" altLang="zh-CN" sz="2800" dirty="0">
                <a:ea typeface="仿宋_GB2312" panose="02010609030101010101" charset="-122"/>
              </a:rPr>
              <a:t>;</a:t>
            </a:r>
          </a:p>
          <a:p>
            <a:pPr marL="342900" indent="-342900" eaLnBrk="0" hangingPunct="0">
              <a:spcBef>
                <a:spcPct val="20000"/>
              </a:spcBef>
            </a:pPr>
            <a:r>
              <a:rPr lang="en-US" altLang="zh-CN" sz="2800" dirty="0">
                <a:ea typeface="仿宋_GB2312" panose="02010609030101010101" charset="-122"/>
              </a:rPr>
              <a:t>		               </a:t>
            </a:r>
            <a:r>
              <a:rPr lang="en-US" altLang="zh-CN" sz="2800" dirty="0" err="1">
                <a:solidFill>
                  <a:srgbClr val="FF0000"/>
                </a:solidFill>
                <a:highlight>
                  <a:srgbClr val="00FF00"/>
                </a:highlight>
                <a:ea typeface="仿宋_GB2312" panose="02010609030101010101" charset="-122"/>
              </a:rPr>
              <a:t>pS</a:t>
            </a:r>
            <a:r>
              <a:rPr lang="en-US" altLang="zh-CN" sz="2800" dirty="0">
                <a:solidFill>
                  <a:srgbClr val="FF0000"/>
                </a:solidFill>
                <a:highlight>
                  <a:srgbClr val="00FF00"/>
                </a:highlight>
                <a:ea typeface="仿宋_GB2312" panose="02010609030101010101" charset="-122"/>
              </a:rPr>
              <a:t>-&gt;</a:t>
            </a:r>
            <a:r>
              <a:rPr lang="en-US" altLang="zh-CN" sz="2800" dirty="0" err="1">
                <a:solidFill>
                  <a:srgbClr val="FF0000"/>
                </a:solidFill>
                <a:highlight>
                  <a:srgbClr val="00FF00"/>
                </a:highlight>
                <a:ea typeface="仿宋_GB2312" panose="02010609030101010101" charset="-122"/>
              </a:rPr>
              <a:t>stacksize</a:t>
            </a:r>
            <a:r>
              <a:rPr lang="en-US" altLang="zh-CN" sz="2800" dirty="0">
                <a:solidFill>
                  <a:srgbClr val="FF0000"/>
                </a:solidFill>
                <a:highlight>
                  <a:srgbClr val="00FF00"/>
                </a:highlight>
                <a:ea typeface="仿宋_GB2312" panose="02010609030101010101" charset="-122"/>
              </a:rPr>
              <a:t> = 0;</a:t>
            </a:r>
          </a:p>
          <a:p>
            <a:pPr marL="342900" indent="-342900" eaLnBrk="0" hangingPunct="0">
              <a:spcBef>
                <a:spcPct val="20000"/>
              </a:spcBef>
            </a:pPr>
            <a:r>
              <a:rPr lang="en-US" altLang="zh-CN" sz="2800" dirty="0">
                <a:solidFill>
                  <a:srgbClr val="FF0000"/>
                </a:solidFill>
                <a:ea typeface="仿宋_GB2312" panose="02010609030101010101" charset="-122"/>
              </a:rPr>
              <a:t>		               </a:t>
            </a:r>
            <a:r>
              <a:rPr lang="en-US" altLang="zh-CN" sz="2800" dirty="0" err="1">
                <a:solidFill>
                  <a:srgbClr val="FF0000"/>
                </a:solidFill>
                <a:highlight>
                  <a:srgbClr val="00FF00"/>
                </a:highlight>
                <a:ea typeface="仿宋_GB2312" panose="02010609030101010101" charset="-122"/>
              </a:rPr>
              <a:t>pS</a:t>
            </a:r>
            <a:r>
              <a:rPr lang="en-US" altLang="zh-CN" sz="2800" dirty="0">
                <a:solidFill>
                  <a:srgbClr val="FF0000"/>
                </a:solidFill>
                <a:highlight>
                  <a:srgbClr val="00FF00"/>
                </a:highlight>
                <a:ea typeface="仿宋_GB2312" panose="02010609030101010101" charset="-122"/>
              </a:rPr>
              <a:t>-&gt;base = </a:t>
            </a:r>
            <a:r>
              <a:rPr lang="en-US" altLang="zh-CN" sz="2800" dirty="0" err="1">
                <a:solidFill>
                  <a:srgbClr val="FF0000"/>
                </a:solidFill>
                <a:highlight>
                  <a:srgbClr val="00FF00"/>
                </a:highlight>
                <a:ea typeface="仿宋_GB2312" panose="02010609030101010101" charset="-122"/>
              </a:rPr>
              <a:t>pS</a:t>
            </a:r>
            <a:r>
              <a:rPr lang="en-US" altLang="zh-CN" sz="2800" dirty="0">
                <a:solidFill>
                  <a:srgbClr val="FF0000"/>
                </a:solidFill>
                <a:highlight>
                  <a:srgbClr val="00FF00"/>
                </a:highlight>
                <a:ea typeface="仿宋_GB2312" panose="02010609030101010101" charset="-122"/>
              </a:rPr>
              <a:t>-&gt;top = NULL;</a:t>
            </a:r>
          </a:p>
          <a:p>
            <a:pPr marL="342900" indent="-342900" eaLnBrk="0" hangingPunct="0">
              <a:spcBef>
                <a:spcPct val="20000"/>
              </a:spcBef>
            </a:pPr>
            <a:r>
              <a:rPr lang="en-US" altLang="zh-CN" sz="2800" dirty="0">
                <a:ea typeface="仿宋_GB2312" panose="02010609030101010101" charset="-122"/>
              </a:rPr>
              <a:t>                       }</a:t>
            </a:r>
            <a:r>
              <a:rPr lang="zh-CN" altLang="en-US" sz="2800" dirty="0">
                <a:ea typeface="仿宋_GB2312" panose="02010609030101010101" charset="-122"/>
              </a:rPr>
              <a:t>指针清零</a:t>
            </a:r>
            <a:r>
              <a:rPr lang="en-US" altLang="zh-CN" sz="2800" dirty="0">
                <a:ea typeface="仿宋_GB2312" panose="02010609030101010101" charset="-122"/>
              </a:rPr>
              <a:t>,</a:t>
            </a:r>
            <a:r>
              <a:rPr lang="zh-CN" altLang="en-US" sz="2800" dirty="0">
                <a:ea typeface="仿宋_GB2312" panose="02010609030101010101" charset="-122"/>
              </a:rPr>
              <a:t>大小为</a:t>
            </a:r>
            <a:r>
              <a:rPr lang="en-US" altLang="zh-CN" sz="2800" dirty="0">
                <a:ea typeface="仿宋_GB2312" panose="02010609030101010101" charset="-122"/>
              </a:rPr>
              <a:t>0</a:t>
            </a:r>
          </a:p>
          <a:p>
            <a:pPr marL="342900" indent="-342900" eaLnBrk="0" hangingPunct="0">
              <a:spcBef>
                <a:spcPct val="20000"/>
              </a:spcBef>
            </a:pPr>
            <a:r>
              <a:rPr lang="en-US" altLang="zh-CN" sz="2800" dirty="0">
                <a:ea typeface="仿宋_GB2312" panose="02010609030101010101" charset="-122"/>
              </a:rPr>
              <a:t>  return OK;}</a:t>
            </a:r>
            <a:endParaRPr lang="en-US" altLang="zh-CN" sz="2800" dirty="0">
              <a:latin typeface="Times New Roman" panose="02020603050405020304" pitchFamily="18" charset="0"/>
              <a:ea typeface="仿宋_GB2312" panose="02010609030101010101" charset="-122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69" name="Rectangle 4"/>
          <p:cNvSpPr/>
          <p:nvPr/>
        </p:nvSpPr>
        <p:spPr>
          <a:xfrm>
            <a:off x="539750" y="765175"/>
            <a:ext cx="5761038" cy="2016125"/>
          </a:xfrm>
          <a:prstGeom prst="rect">
            <a:avLst/>
          </a:prstGeom>
          <a:solidFill>
            <a:srgbClr val="CCFFFF"/>
          </a:solidFill>
          <a:ln w="9525">
            <a:noFill/>
          </a:ln>
        </p:spPr>
        <p:txBody>
          <a:bodyPr anchor="t" anchorCtr="0"/>
          <a:lstStyle/>
          <a:p>
            <a:pPr marL="609600" indent="-609600" eaLnBrk="0" hangingPunct="0">
              <a:spcBef>
                <a:spcPct val="20000"/>
              </a:spcBef>
            </a:pPr>
            <a:r>
              <a:rPr lang="en-US" altLang="zh-CN" sz="3200" dirty="0">
                <a:latin typeface="楷体_GB2312" charset="-122"/>
                <a:ea typeface="楷体_GB2312" charset="-122"/>
              </a:rPr>
              <a:t>(1)</a:t>
            </a:r>
            <a:r>
              <a:rPr lang="zh-CN" altLang="en-US" sz="3200" dirty="0">
                <a:latin typeface="楷体_GB2312" charset="-122"/>
                <a:ea typeface="楷体_GB2312" charset="-122"/>
              </a:rPr>
              <a:t>判断是否栈满，若满则出错</a:t>
            </a:r>
          </a:p>
          <a:p>
            <a:pPr marL="609600" indent="-609600" eaLnBrk="0" hangingPunct="0">
              <a:spcBef>
                <a:spcPct val="20000"/>
              </a:spcBef>
            </a:pPr>
            <a:r>
              <a:rPr lang="en-US" altLang="zh-CN" sz="3200" dirty="0">
                <a:latin typeface="楷体_GB2312" charset="-122"/>
                <a:ea typeface="楷体_GB2312" charset="-122"/>
              </a:rPr>
              <a:t>(2)</a:t>
            </a:r>
            <a:r>
              <a:rPr lang="zh-CN" altLang="en-US" sz="3200" dirty="0">
                <a:latin typeface="楷体_GB2312" charset="-122"/>
                <a:ea typeface="楷体_GB2312" charset="-122"/>
              </a:rPr>
              <a:t>元素</a:t>
            </a:r>
            <a:r>
              <a:rPr lang="en-US" altLang="zh-CN" sz="3200" dirty="0">
                <a:latin typeface="楷体_GB2312" charset="-122"/>
                <a:ea typeface="楷体_GB2312" charset="-122"/>
              </a:rPr>
              <a:t>e</a:t>
            </a:r>
            <a:r>
              <a:rPr lang="zh-CN" altLang="en-US" sz="3200" dirty="0">
                <a:latin typeface="楷体_GB2312" charset="-122"/>
                <a:ea typeface="楷体_GB2312" charset="-122"/>
              </a:rPr>
              <a:t>压入栈顶</a:t>
            </a:r>
          </a:p>
          <a:p>
            <a:pPr marL="609600" indent="-609600" eaLnBrk="0" hangingPunct="0">
              <a:spcBef>
                <a:spcPct val="20000"/>
              </a:spcBef>
            </a:pPr>
            <a:r>
              <a:rPr lang="en-US" altLang="zh-CN" sz="3200" dirty="0">
                <a:latin typeface="楷体_GB2312" charset="-122"/>
                <a:ea typeface="楷体_GB2312" charset="-122"/>
              </a:rPr>
              <a:t>(3)</a:t>
            </a:r>
            <a:r>
              <a:rPr lang="zh-CN" altLang="en-US" sz="3200" dirty="0">
                <a:latin typeface="楷体_GB2312" charset="-122"/>
                <a:ea typeface="楷体_GB2312" charset="-122"/>
              </a:rPr>
              <a:t>栈顶指针加</a:t>
            </a:r>
            <a:r>
              <a:rPr lang="en-US" altLang="zh-CN" sz="3200" dirty="0">
                <a:latin typeface="楷体_GB2312" charset="-122"/>
                <a:ea typeface="楷体_GB2312" charset="-122"/>
              </a:rPr>
              <a:t>1</a:t>
            </a:r>
          </a:p>
        </p:txBody>
      </p:sp>
      <p:sp>
        <p:nvSpPr>
          <p:cNvPr id="32770" name="Rectangle 5"/>
          <p:cNvSpPr/>
          <p:nvPr/>
        </p:nvSpPr>
        <p:spPr>
          <a:xfrm>
            <a:off x="39688" y="0"/>
            <a:ext cx="3956050" cy="515938"/>
          </a:xfrm>
          <a:prstGeom prst="rect">
            <a:avLst/>
          </a:prstGeom>
          <a:solidFill>
            <a:srgbClr val="FFFF99"/>
          </a:solidFill>
          <a:ln w="9525">
            <a:noFill/>
          </a:ln>
        </p:spPr>
        <p:txBody>
          <a:bodyPr anchor="ctr" anchorCtr="0"/>
          <a:lstStyle/>
          <a:p>
            <a:pPr eaLnBrk="0" hangingPunct="0"/>
            <a:r>
              <a:rPr lang="zh-CN" altLang="en-US" sz="3200" dirty="0">
                <a:latin typeface="楷体_GB2312" charset="-122"/>
                <a:ea typeface="楷体_GB2312" charset="-122"/>
              </a:rPr>
              <a:t>顺序栈进栈</a:t>
            </a:r>
          </a:p>
        </p:txBody>
      </p:sp>
      <p:sp>
        <p:nvSpPr>
          <p:cNvPr id="32771" name="Rectangle 7"/>
          <p:cNvSpPr/>
          <p:nvPr/>
        </p:nvSpPr>
        <p:spPr>
          <a:xfrm>
            <a:off x="323850" y="2781300"/>
            <a:ext cx="8640763" cy="2924175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lstStyle/>
          <a:p>
            <a:pPr marL="342900" indent="-342900" eaLnBrk="0" hangingPunct="0">
              <a:lnSpc>
                <a:spcPct val="90000"/>
              </a:lnSpc>
              <a:spcBef>
                <a:spcPct val="20000"/>
              </a:spcBef>
            </a:pPr>
            <a:r>
              <a:rPr lang="en-US" altLang="zh-CN" sz="2800" dirty="0">
                <a:ea typeface="仿宋_GB2312" panose="02010609030101010101" charset="-122"/>
              </a:rPr>
              <a:t>Status Push( </a:t>
            </a:r>
            <a:r>
              <a:rPr lang="en-US" altLang="zh-CN" sz="2800" dirty="0" err="1">
                <a:ea typeface="仿宋_GB2312" panose="02010609030101010101" charset="-122"/>
              </a:rPr>
              <a:t>SqStack</a:t>
            </a:r>
            <a:r>
              <a:rPr lang="en-US" altLang="zh-CN" sz="2800" dirty="0">
                <a:ea typeface="仿宋_GB2312" panose="02010609030101010101" charset="-122"/>
              </a:rPr>
              <a:t> *</a:t>
            </a:r>
            <a:r>
              <a:rPr lang="en-US" altLang="zh-CN" sz="2800" dirty="0" err="1">
                <a:ea typeface="仿宋_GB2312" panose="02010609030101010101" charset="-122"/>
              </a:rPr>
              <a:t>pS</a:t>
            </a:r>
            <a:r>
              <a:rPr lang="en-US" altLang="zh-CN" sz="2800" dirty="0">
                <a:ea typeface="仿宋_GB2312" panose="02010609030101010101" charset="-122"/>
              </a:rPr>
              <a:t>, </a:t>
            </a:r>
            <a:r>
              <a:rPr lang="en-US" altLang="zh-CN" sz="2800" dirty="0" err="1">
                <a:ea typeface="仿宋_GB2312" panose="02010609030101010101" charset="-122"/>
              </a:rPr>
              <a:t>SElemType</a:t>
            </a:r>
            <a:r>
              <a:rPr lang="en-US" altLang="zh-CN" sz="2800" dirty="0">
                <a:ea typeface="仿宋_GB2312" panose="02010609030101010101" charset="-122"/>
              </a:rPr>
              <a:t> e)  </a:t>
            </a:r>
          </a:p>
          <a:p>
            <a:pPr marL="342900" indent="-342900" eaLnBrk="0" hangingPunct="0">
              <a:lnSpc>
                <a:spcPct val="90000"/>
              </a:lnSpc>
              <a:spcBef>
                <a:spcPct val="20000"/>
              </a:spcBef>
            </a:pPr>
            <a:r>
              <a:rPr lang="en-US" altLang="zh-CN" sz="2800" dirty="0">
                <a:ea typeface="仿宋_GB2312" panose="02010609030101010101" charset="-122"/>
              </a:rPr>
              <a:t>{</a:t>
            </a:r>
          </a:p>
          <a:p>
            <a:pPr marL="342900" indent="-342900" eaLnBrk="0" hangingPunct="0">
              <a:lnSpc>
                <a:spcPct val="90000"/>
              </a:lnSpc>
              <a:spcBef>
                <a:spcPct val="20000"/>
              </a:spcBef>
            </a:pPr>
            <a:r>
              <a:rPr lang="en-US" altLang="zh-CN" sz="2800" dirty="0">
                <a:ea typeface="仿宋_GB2312" panose="02010609030101010101" charset="-122"/>
              </a:rPr>
              <a:t>	if( </a:t>
            </a:r>
            <a:r>
              <a:rPr lang="en-US" altLang="zh-CN" sz="2800" dirty="0" err="1">
                <a:ea typeface="仿宋_GB2312" panose="02010609030101010101" charset="-122"/>
              </a:rPr>
              <a:t>pS</a:t>
            </a:r>
            <a:r>
              <a:rPr lang="en-US" altLang="zh-CN" sz="2800" dirty="0">
                <a:ea typeface="仿宋_GB2312" panose="02010609030101010101" charset="-122"/>
              </a:rPr>
              <a:t>-&gt;top - </a:t>
            </a:r>
            <a:r>
              <a:rPr lang="en-US" altLang="zh-CN" sz="2800" dirty="0" err="1">
                <a:ea typeface="仿宋_GB2312" panose="02010609030101010101" charset="-122"/>
              </a:rPr>
              <a:t>pS</a:t>
            </a:r>
            <a:r>
              <a:rPr lang="en-US" altLang="zh-CN" sz="2800" dirty="0">
                <a:ea typeface="仿宋_GB2312" panose="02010609030101010101" charset="-122"/>
              </a:rPr>
              <a:t>-&gt;base== </a:t>
            </a:r>
            <a:r>
              <a:rPr lang="en-US" altLang="zh-CN" sz="2800" dirty="0" err="1">
                <a:ea typeface="仿宋_GB2312" panose="02010609030101010101" charset="-122"/>
              </a:rPr>
              <a:t>pS</a:t>
            </a:r>
            <a:r>
              <a:rPr lang="en-US" altLang="zh-CN" sz="2800" dirty="0">
                <a:ea typeface="仿宋_GB2312" panose="02010609030101010101" charset="-122"/>
              </a:rPr>
              <a:t>-&gt;</a:t>
            </a:r>
            <a:r>
              <a:rPr lang="en-US" altLang="zh-CN" sz="2800" dirty="0" err="1">
                <a:ea typeface="仿宋_GB2312" panose="02010609030101010101" charset="-122"/>
              </a:rPr>
              <a:t>stacksize</a:t>
            </a:r>
            <a:r>
              <a:rPr lang="en-US" altLang="zh-CN" sz="2800" dirty="0">
                <a:ea typeface="仿宋_GB2312" panose="02010609030101010101" charset="-122"/>
              </a:rPr>
              <a:t> ) // </a:t>
            </a:r>
            <a:r>
              <a:rPr lang="zh-CN" altLang="en-US" sz="2800" dirty="0">
                <a:ea typeface="仿宋_GB2312" panose="02010609030101010101" charset="-122"/>
              </a:rPr>
              <a:t>未满</a:t>
            </a:r>
            <a:endParaRPr lang="en-US" altLang="zh-CN" sz="2800" dirty="0">
              <a:ea typeface="仿宋_GB2312" panose="02010609030101010101" charset="-122"/>
            </a:endParaRPr>
          </a:p>
          <a:p>
            <a:pPr marL="342900" indent="-342900" eaLnBrk="0" hangingPunct="0">
              <a:lnSpc>
                <a:spcPct val="90000"/>
              </a:lnSpc>
              <a:spcBef>
                <a:spcPct val="20000"/>
              </a:spcBef>
            </a:pPr>
            <a:r>
              <a:rPr lang="en-US" altLang="zh-CN" sz="2800" dirty="0">
                <a:ea typeface="仿宋_GB2312" panose="02010609030101010101" charset="-122"/>
              </a:rPr>
              <a:t>        return ERROR; 	</a:t>
            </a:r>
          </a:p>
          <a:p>
            <a:pPr marL="342900" indent="-342900" eaLnBrk="0" hangingPunct="0">
              <a:lnSpc>
                <a:spcPct val="90000"/>
              </a:lnSpc>
              <a:spcBef>
                <a:spcPct val="20000"/>
              </a:spcBef>
            </a:pPr>
            <a:r>
              <a:rPr lang="en-US" altLang="zh-CN" sz="2800" dirty="0">
                <a:ea typeface="仿宋_GB2312" panose="02010609030101010101" charset="-122"/>
              </a:rPr>
              <a:t>	</a:t>
            </a:r>
            <a:r>
              <a:rPr lang="en-US" altLang="zh-CN" sz="2800" dirty="0">
                <a:solidFill>
                  <a:srgbClr val="FF0000"/>
                </a:solidFill>
                <a:highlight>
                  <a:srgbClr val="00FF00"/>
                </a:highlight>
                <a:ea typeface="仿宋_GB2312" panose="02010609030101010101" charset="-122"/>
              </a:rPr>
              <a:t>*(</a:t>
            </a:r>
            <a:r>
              <a:rPr lang="en-US" altLang="zh-CN" sz="2800" dirty="0" err="1">
                <a:solidFill>
                  <a:srgbClr val="FF0000"/>
                </a:solidFill>
                <a:highlight>
                  <a:srgbClr val="00FF00"/>
                </a:highlight>
                <a:ea typeface="仿宋_GB2312" panose="02010609030101010101" charset="-122"/>
              </a:rPr>
              <a:t>pS</a:t>
            </a:r>
            <a:r>
              <a:rPr lang="en-US" altLang="zh-CN" sz="2800" dirty="0">
                <a:solidFill>
                  <a:srgbClr val="FF0000"/>
                </a:solidFill>
                <a:highlight>
                  <a:srgbClr val="00FF00"/>
                </a:highlight>
                <a:ea typeface="仿宋_GB2312" panose="02010609030101010101" charset="-122"/>
              </a:rPr>
              <a:t>-&gt;top++)=e</a:t>
            </a:r>
            <a:r>
              <a:rPr lang="en-US" altLang="zh-CN" sz="2800" dirty="0">
                <a:ea typeface="仿宋_GB2312" panose="02010609030101010101" charset="-122"/>
              </a:rPr>
              <a:t>;</a:t>
            </a:r>
          </a:p>
          <a:p>
            <a:pPr marL="342900" indent="-342900" eaLnBrk="0" hangingPunct="0">
              <a:lnSpc>
                <a:spcPct val="90000"/>
              </a:lnSpc>
              <a:spcBef>
                <a:spcPct val="20000"/>
              </a:spcBef>
            </a:pPr>
            <a:r>
              <a:rPr lang="en-US" altLang="zh-CN" sz="2800" dirty="0">
                <a:ea typeface="仿宋_GB2312" panose="02010609030101010101" charset="-122"/>
              </a:rPr>
              <a:t>	return OK;</a:t>
            </a:r>
          </a:p>
          <a:p>
            <a:pPr marL="342900" indent="-342900" eaLnBrk="0" hangingPunct="0">
              <a:lnSpc>
                <a:spcPct val="90000"/>
              </a:lnSpc>
              <a:spcBef>
                <a:spcPct val="20000"/>
              </a:spcBef>
            </a:pPr>
            <a:r>
              <a:rPr lang="en-US" altLang="zh-CN" sz="2800" dirty="0">
                <a:ea typeface="仿宋_GB2312" panose="02010609030101010101" charset="-122"/>
              </a:rPr>
              <a:t>}</a:t>
            </a:r>
            <a:endParaRPr lang="en-US" altLang="zh-CN" sz="2800" dirty="0">
              <a:latin typeface="Times New Roman" panose="02020603050405020304" pitchFamily="18" charset="0"/>
              <a:ea typeface="仿宋_GB2312" panose="02010609030101010101" charset="-122"/>
            </a:endParaRPr>
          </a:p>
        </p:txBody>
      </p:sp>
      <p:sp>
        <p:nvSpPr>
          <p:cNvPr id="32772" name="AutoShape 8"/>
          <p:cNvSpPr/>
          <p:nvPr/>
        </p:nvSpPr>
        <p:spPr>
          <a:xfrm>
            <a:off x="3995738" y="4337050"/>
            <a:ext cx="3168650" cy="1368425"/>
          </a:xfrm>
          <a:prstGeom prst="cloudCallout">
            <a:avLst>
              <a:gd name="adj1" fmla="val -83866"/>
              <a:gd name="adj2" fmla="val -3944"/>
            </a:avLst>
          </a:prstGeom>
          <a:solidFill>
            <a:srgbClr val="CCFFCC"/>
          </a:solidFill>
          <a:ln w="9525">
            <a:noFill/>
          </a:ln>
        </p:spPr>
        <p:txBody>
          <a:bodyPr anchor="t" anchorCtr="0"/>
          <a:lstStyle/>
          <a:p>
            <a:pPr marL="342900" indent="-342900" eaLnBrk="0" hangingPunct="0">
              <a:lnSpc>
                <a:spcPct val="90000"/>
              </a:lnSpc>
              <a:spcBef>
                <a:spcPct val="20000"/>
              </a:spcBef>
            </a:pPr>
            <a:r>
              <a:rPr lang="en-US" altLang="zh-CN" sz="3200" dirty="0">
                <a:solidFill>
                  <a:srgbClr val="FF0000"/>
                </a:solidFill>
                <a:latin typeface="Times New Roman" panose="02020603050405020304" pitchFamily="18" charset="0"/>
                <a:ea typeface="仿宋_GB2312" panose="02010609030101010101" charset="-122"/>
              </a:rPr>
              <a:t>*S.top=e;</a:t>
            </a:r>
          </a:p>
          <a:p>
            <a:pPr marL="342900" indent="-342900" eaLnBrk="0" hangingPunct="0">
              <a:spcBef>
                <a:spcPct val="20000"/>
              </a:spcBef>
            </a:pPr>
            <a:r>
              <a:rPr lang="en-US" altLang="zh-CN" dirty="0">
                <a:solidFill>
                  <a:srgbClr val="FF0000"/>
                </a:solidFill>
                <a:latin typeface="Times New Roman" panose="02020603050405020304" pitchFamily="18" charset="0"/>
                <a:ea typeface="楷体_GB2312" charset="-122"/>
              </a:rPr>
              <a:t>S.</a:t>
            </a:r>
            <a:r>
              <a:rPr lang="en-US" altLang="zh-CN" sz="3200" dirty="0">
                <a:solidFill>
                  <a:srgbClr val="FF0000"/>
                </a:solidFill>
                <a:latin typeface="Times New Roman" panose="02020603050405020304" pitchFamily="18" charset="0"/>
                <a:ea typeface="仿宋_GB2312" panose="02010609030101010101" charset="-122"/>
              </a:rPr>
              <a:t>top++;</a:t>
            </a:r>
          </a:p>
        </p:txBody>
      </p:sp>
      <p:grpSp>
        <p:nvGrpSpPr>
          <p:cNvPr id="32773" name="Group 9"/>
          <p:cNvGrpSpPr/>
          <p:nvPr/>
        </p:nvGrpSpPr>
        <p:grpSpPr>
          <a:xfrm>
            <a:off x="6948488" y="765175"/>
            <a:ext cx="1828800" cy="2193925"/>
            <a:chOff x="3456" y="1440"/>
            <a:chExt cx="1152" cy="1382"/>
          </a:xfrm>
        </p:grpSpPr>
        <p:grpSp>
          <p:nvGrpSpPr>
            <p:cNvPr id="32774" name="Group 10"/>
            <p:cNvGrpSpPr/>
            <p:nvPr/>
          </p:nvGrpSpPr>
          <p:grpSpPr>
            <a:xfrm>
              <a:off x="3984" y="1440"/>
              <a:ext cx="624" cy="1296"/>
              <a:chOff x="3984" y="1440"/>
              <a:chExt cx="624" cy="1296"/>
            </a:xfrm>
          </p:grpSpPr>
          <p:sp>
            <p:nvSpPr>
              <p:cNvPr id="32775" name="Rectangle 11"/>
              <p:cNvSpPr/>
              <p:nvPr/>
            </p:nvSpPr>
            <p:spPr>
              <a:xfrm>
                <a:off x="4176" y="1440"/>
                <a:ext cx="432" cy="1296"/>
              </a:xfrm>
              <a:prstGeom prst="rect">
                <a:avLst/>
              </a:prstGeom>
              <a:solidFill>
                <a:srgbClr val="FFFFFF"/>
              </a:solidFill>
              <a:ln w="38100" cap="flat" cmpd="sng">
                <a:solidFill>
                  <a:srgbClr val="000000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lstStyle/>
              <a:p>
                <a:pPr eaLnBrk="0" hangingPunct="0">
                  <a:spcBef>
                    <a:spcPct val="20000"/>
                  </a:spcBef>
                </a:pPr>
                <a:endParaRPr lang="zh-CN" altLang="en-US" dirty="0">
                  <a:latin typeface="Times New Roman" panose="02020603050405020304" pitchFamily="18" charset="0"/>
                  <a:ea typeface="楷体_GB2312" charset="-122"/>
                </a:endParaRPr>
              </a:p>
            </p:txBody>
          </p:sp>
          <p:sp>
            <p:nvSpPr>
              <p:cNvPr id="32776" name="Line 12"/>
              <p:cNvSpPr/>
              <p:nvPr/>
            </p:nvSpPr>
            <p:spPr>
              <a:xfrm>
                <a:off x="4176" y="2112"/>
                <a:ext cx="432" cy="0"/>
              </a:xfrm>
              <a:prstGeom prst="line">
                <a:avLst/>
              </a:prstGeom>
              <a:ln w="38100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2777" name="Line 13"/>
              <p:cNvSpPr/>
              <p:nvPr/>
            </p:nvSpPr>
            <p:spPr>
              <a:xfrm>
                <a:off x="4176" y="2400"/>
                <a:ext cx="432" cy="0"/>
              </a:xfrm>
              <a:prstGeom prst="line">
                <a:avLst/>
              </a:prstGeom>
              <a:ln w="38100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2778" name="Line 14"/>
              <p:cNvSpPr/>
              <p:nvPr/>
            </p:nvSpPr>
            <p:spPr>
              <a:xfrm>
                <a:off x="4176" y="1776"/>
                <a:ext cx="432" cy="0"/>
              </a:xfrm>
              <a:prstGeom prst="line">
                <a:avLst/>
              </a:prstGeom>
              <a:ln w="38100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2779" name="Line 15"/>
              <p:cNvSpPr/>
              <p:nvPr/>
            </p:nvSpPr>
            <p:spPr>
              <a:xfrm>
                <a:off x="3984" y="2688"/>
                <a:ext cx="192" cy="0"/>
              </a:xfrm>
              <a:prstGeom prst="line">
                <a:avLst/>
              </a:prstGeom>
              <a:ln w="19050" cap="flat" cmpd="sng">
                <a:solidFill>
                  <a:schemeClr val="folHlink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2780" name="Text Box 16"/>
              <p:cNvSpPr txBox="1"/>
              <p:nvPr/>
            </p:nvSpPr>
            <p:spPr>
              <a:xfrm>
                <a:off x="4224" y="2448"/>
                <a:ext cx="384" cy="25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anchor="t" anchorCtr="0">
                <a:spAutoFit/>
              </a:bodyPr>
              <a:lstStyle/>
              <a:p>
                <a:pPr algn="ctr" eaLnBrk="0" hangingPunct="0">
                  <a:spcBef>
                    <a:spcPct val="50000"/>
                  </a:spcBef>
                </a:pPr>
                <a:r>
                  <a:rPr lang="en-US" altLang="zh-CN" sz="2000" dirty="0">
                    <a:latin typeface="Arial" panose="020B0604020202020204" pitchFamily="34" charset="0"/>
                    <a:ea typeface="宋体" panose="02010600030101010101" pitchFamily="2" charset="-122"/>
                  </a:rPr>
                  <a:t>A</a:t>
                </a:r>
              </a:p>
            </p:txBody>
          </p:sp>
          <p:sp>
            <p:nvSpPr>
              <p:cNvPr id="32781" name="Text Box 17"/>
              <p:cNvSpPr txBox="1"/>
              <p:nvPr/>
            </p:nvSpPr>
            <p:spPr>
              <a:xfrm>
                <a:off x="4224" y="2160"/>
                <a:ext cx="384" cy="25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anchor="t" anchorCtr="0">
                <a:spAutoFit/>
              </a:bodyPr>
              <a:lstStyle/>
              <a:p>
                <a:pPr algn="ctr" eaLnBrk="0" hangingPunct="0">
                  <a:spcBef>
                    <a:spcPct val="50000"/>
                  </a:spcBef>
                </a:pPr>
                <a:r>
                  <a:rPr lang="en-US" altLang="zh-CN" sz="2000" dirty="0">
                    <a:latin typeface="Arial" panose="020B0604020202020204" pitchFamily="34" charset="0"/>
                    <a:ea typeface="宋体" panose="02010600030101010101" pitchFamily="2" charset="-122"/>
                  </a:rPr>
                  <a:t>B</a:t>
                </a:r>
              </a:p>
            </p:txBody>
          </p:sp>
          <p:sp>
            <p:nvSpPr>
              <p:cNvPr id="32782" name="Text Box 18"/>
              <p:cNvSpPr txBox="1"/>
              <p:nvPr/>
            </p:nvSpPr>
            <p:spPr>
              <a:xfrm>
                <a:off x="4224" y="1872"/>
                <a:ext cx="384" cy="25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anchor="t" anchorCtr="0">
                <a:spAutoFit/>
              </a:bodyPr>
              <a:lstStyle/>
              <a:p>
                <a:pPr algn="ctr" eaLnBrk="0" hangingPunct="0">
                  <a:spcBef>
                    <a:spcPct val="50000"/>
                  </a:spcBef>
                </a:pPr>
                <a:r>
                  <a:rPr lang="en-US" altLang="zh-CN" sz="2000" dirty="0">
                    <a:latin typeface="Arial" panose="020B0604020202020204" pitchFamily="34" charset="0"/>
                    <a:ea typeface="宋体" panose="02010600030101010101" pitchFamily="2" charset="-122"/>
                  </a:rPr>
                  <a:t>C</a:t>
                </a:r>
              </a:p>
            </p:txBody>
          </p:sp>
          <p:sp>
            <p:nvSpPr>
              <p:cNvPr id="32783" name="Line 19"/>
              <p:cNvSpPr/>
              <p:nvPr/>
            </p:nvSpPr>
            <p:spPr>
              <a:xfrm>
                <a:off x="3984" y="1584"/>
                <a:ext cx="192" cy="0"/>
              </a:xfrm>
              <a:prstGeom prst="line">
                <a:avLst/>
              </a:prstGeom>
              <a:ln w="19050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32784" name="Text Box 20"/>
            <p:cNvSpPr txBox="1"/>
            <p:nvPr/>
          </p:nvSpPr>
          <p:spPr>
            <a:xfrm>
              <a:off x="3456" y="1468"/>
              <a:ext cx="768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lstStyle/>
            <a:p>
              <a:pPr algn="ctr" eaLnBrk="0" hangingPunct="0">
                <a:spcBef>
                  <a:spcPct val="50000"/>
                </a:spcBef>
              </a:pPr>
              <a:r>
                <a:rPr lang="en-US" altLang="zh-CN" sz="2000" dirty="0">
                  <a:latin typeface="Arial" panose="020B0604020202020204" pitchFamily="34" charset="0"/>
                  <a:ea typeface="宋体" panose="02010600030101010101" pitchFamily="2" charset="-122"/>
                </a:rPr>
                <a:t>top</a:t>
              </a:r>
            </a:p>
          </p:txBody>
        </p:sp>
        <p:sp>
          <p:nvSpPr>
            <p:cNvPr id="32785" name="Text Box 21"/>
            <p:cNvSpPr txBox="1"/>
            <p:nvPr/>
          </p:nvSpPr>
          <p:spPr>
            <a:xfrm>
              <a:off x="3456" y="2572"/>
              <a:ext cx="768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lstStyle/>
            <a:p>
              <a:pPr algn="ctr" eaLnBrk="0" hangingPunct="0">
                <a:spcBef>
                  <a:spcPct val="50000"/>
                </a:spcBef>
              </a:pPr>
              <a:r>
                <a:rPr lang="en-US" altLang="zh-CN" sz="2000" dirty="0">
                  <a:solidFill>
                    <a:schemeClr val="folHlink"/>
                  </a:solidFill>
                  <a:latin typeface="Arial" panose="020B0604020202020204" pitchFamily="34" charset="0"/>
                  <a:ea typeface="宋体" panose="02010600030101010101" pitchFamily="2" charset="-122"/>
                </a:rPr>
                <a:t>base</a:t>
              </a:r>
            </a:p>
          </p:txBody>
        </p:sp>
      </p:grp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3" name="Rectangle 4"/>
          <p:cNvSpPr/>
          <p:nvPr/>
        </p:nvSpPr>
        <p:spPr>
          <a:xfrm>
            <a:off x="539750" y="765175"/>
            <a:ext cx="5903913" cy="2016125"/>
          </a:xfrm>
          <a:prstGeom prst="rect">
            <a:avLst/>
          </a:prstGeom>
          <a:solidFill>
            <a:srgbClr val="CCFFFF"/>
          </a:solidFill>
          <a:ln w="9525">
            <a:noFill/>
          </a:ln>
        </p:spPr>
        <p:txBody>
          <a:bodyPr anchor="t" anchorCtr="0"/>
          <a:lstStyle/>
          <a:p>
            <a:pPr marL="609600" indent="-609600" eaLnBrk="0" hangingPunct="0">
              <a:spcBef>
                <a:spcPct val="20000"/>
              </a:spcBef>
            </a:pPr>
            <a:r>
              <a:rPr lang="en-US" altLang="zh-CN" sz="3200" dirty="0">
                <a:latin typeface="楷体_GB2312" charset="-122"/>
                <a:ea typeface="楷体_GB2312" charset="-122"/>
              </a:rPr>
              <a:t>(1)</a:t>
            </a:r>
            <a:r>
              <a:rPr lang="zh-CN" altLang="en-US" sz="3200" dirty="0">
                <a:latin typeface="楷体_GB2312" charset="-122"/>
                <a:ea typeface="楷体_GB2312" charset="-122"/>
              </a:rPr>
              <a:t>判断是否栈空，若空则出错</a:t>
            </a:r>
          </a:p>
          <a:p>
            <a:pPr marL="609600" indent="-609600" eaLnBrk="0" hangingPunct="0">
              <a:spcBef>
                <a:spcPct val="20000"/>
              </a:spcBef>
            </a:pPr>
            <a:r>
              <a:rPr lang="en-US" altLang="zh-CN" sz="3200" dirty="0">
                <a:latin typeface="楷体_GB2312" charset="-122"/>
                <a:ea typeface="楷体_GB2312" charset="-122"/>
              </a:rPr>
              <a:t>(2)</a:t>
            </a:r>
            <a:r>
              <a:rPr lang="zh-CN" altLang="en-US" sz="3200" dirty="0">
                <a:latin typeface="楷体_GB2312" charset="-122"/>
                <a:ea typeface="楷体_GB2312" charset="-122"/>
              </a:rPr>
              <a:t>获取栈顶元素</a:t>
            </a:r>
            <a:r>
              <a:rPr lang="en-US" altLang="zh-CN" sz="3200" dirty="0">
                <a:latin typeface="楷体_GB2312" charset="-122"/>
                <a:ea typeface="楷体_GB2312" charset="-122"/>
              </a:rPr>
              <a:t>e</a:t>
            </a:r>
          </a:p>
          <a:p>
            <a:pPr marL="609600" indent="-609600" eaLnBrk="0" hangingPunct="0">
              <a:spcBef>
                <a:spcPct val="20000"/>
              </a:spcBef>
            </a:pPr>
            <a:r>
              <a:rPr lang="en-US" altLang="zh-CN" sz="3200" dirty="0">
                <a:latin typeface="楷体_GB2312" charset="-122"/>
                <a:ea typeface="楷体_GB2312" charset="-122"/>
              </a:rPr>
              <a:t>(3)</a:t>
            </a:r>
            <a:r>
              <a:rPr lang="zh-CN" altLang="en-US" sz="3200" dirty="0">
                <a:latin typeface="楷体_GB2312" charset="-122"/>
                <a:ea typeface="楷体_GB2312" charset="-122"/>
              </a:rPr>
              <a:t>栈顶指针减</a:t>
            </a:r>
            <a:r>
              <a:rPr lang="en-US" altLang="zh-CN" sz="3200" dirty="0">
                <a:latin typeface="楷体_GB2312" charset="-122"/>
                <a:ea typeface="楷体_GB2312" charset="-122"/>
              </a:rPr>
              <a:t>1</a:t>
            </a:r>
          </a:p>
        </p:txBody>
      </p:sp>
      <p:sp>
        <p:nvSpPr>
          <p:cNvPr id="33794" name="Rectangle 5"/>
          <p:cNvSpPr/>
          <p:nvPr/>
        </p:nvSpPr>
        <p:spPr>
          <a:xfrm>
            <a:off x="39688" y="0"/>
            <a:ext cx="3956050" cy="515938"/>
          </a:xfrm>
          <a:prstGeom prst="rect">
            <a:avLst/>
          </a:prstGeom>
          <a:solidFill>
            <a:srgbClr val="FFFF99"/>
          </a:solidFill>
          <a:ln w="9525">
            <a:noFill/>
          </a:ln>
        </p:spPr>
        <p:txBody>
          <a:bodyPr anchor="ctr" anchorCtr="0"/>
          <a:lstStyle/>
          <a:p>
            <a:pPr eaLnBrk="0" hangingPunct="0"/>
            <a:r>
              <a:rPr lang="zh-CN" altLang="en-US" sz="3200" dirty="0">
                <a:latin typeface="楷体_GB2312" charset="-122"/>
                <a:ea typeface="楷体_GB2312" charset="-122"/>
              </a:rPr>
              <a:t>顺序栈出栈</a:t>
            </a:r>
          </a:p>
        </p:txBody>
      </p:sp>
      <p:sp>
        <p:nvSpPr>
          <p:cNvPr id="33795" name="Rectangle 6"/>
          <p:cNvSpPr/>
          <p:nvPr/>
        </p:nvSpPr>
        <p:spPr>
          <a:xfrm>
            <a:off x="323850" y="2781300"/>
            <a:ext cx="8640763" cy="2924175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lstStyle/>
          <a:p>
            <a:pPr marL="342900" indent="-342900" eaLnBrk="0" hangingPunct="0">
              <a:lnSpc>
                <a:spcPct val="90000"/>
              </a:lnSpc>
              <a:spcBef>
                <a:spcPct val="20000"/>
              </a:spcBef>
            </a:pPr>
            <a:r>
              <a:rPr lang="en-US" altLang="zh-CN" sz="2800" dirty="0">
                <a:ea typeface="仿宋_GB2312" panose="02010609030101010101" charset="-122"/>
              </a:rPr>
              <a:t>Status Pop( </a:t>
            </a:r>
            <a:r>
              <a:rPr lang="en-US" altLang="zh-CN" sz="2800" dirty="0" err="1">
                <a:ea typeface="仿宋_GB2312" panose="02010609030101010101" charset="-122"/>
              </a:rPr>
              <a:t>SqStack</a:t>
            </a:r>
            <a:r>
              <a:rPr lang="en-US" altLang="zh-CN" sz="2800" dirty="0">
                <a:ea typeface="仿宋_GB2312" panose="02010609030101010101" charset="-122"/>
              </a:rPr>
              <a:t> *</a:t>
            </a:r>
            <a:r>
              <a:rPr lang="en-US" altLang="zh-CN" sz="2800" dirty="0" err="1">
                <a:ea typeface="仿宋_GB2312" panose="02010609030101010101" charset="-122"/>
              </a:rPr>
              <a:t>pS</a:t>
            </a:r>
            <a:r>
              <a:rPr lang="en-US" altLang="zh-CN" sz="2800" dirty="0">
                <a:ea typeface="仿宋_GB2312" panose="02010609030101010101" charset="-122"/>
              </a:rPr>
              <a:t>, </a:t>
            </a:r>
            <a:r>
              <a:rPr lang="en-US" altLang="zh-CN" sz="2800" dirty="0" err="1">
                <a:ea typeface="仿宋_GB2312" panose="02010609030101010101" charset="-122"/>
              </a:rPr>
              <a:t>SElemType</a:t>
            </a:r>
            <a:r>
              <a:rPr lang="en-US" altLang="zh-CN" sz="2800" dirty="0">
                <a:ea typeface="仿宋_GB2312" panose="02010609030101010101" charset="-122"/>
              </a:rPr>
              <a:t> </a:t>
            </a:r>
            <a:r>
              <a:rPr lang="en-US" altLang="zh-CN" sz="2800" dirty="0">
                <a:highlight>
                  <a:srgbClr val="00FF00"/>
                </a:highlight>
                <a:ea typeface="仿宋_GB2312" panose="02010609030101010101" charset="-122"/>
              </a:rPr>
              <a:t>*</a:t>
            </a:r>
            <a:r>
              <a:rPr lang="en-US" altLang="zh-CN" sz="2800" dirty="0" err="1">
                <a:ea typeface="仿宋_GB2312" panose="02010609030101010101" charset="-122"/>
              </a:rPr>
              <a:t>pe</a:t>
            </a:r>
            <a:r>
              <a:rPr lang="en-US" altLang="zh-CN" sz="2800" dirty="0">
                <a:ea typeface="仿宋_GB2312" panose="02010609030101010101" charset="-122"/>
              </a:rPr>
              <a:t>)  </a:t>
            </a:r>
          </a:p>
          <a:p>
            <a:pPr marL="342900" indent="-342900" eaLnBrk="0" hangingPunct="0">
              <a:lnSpc>
                <a:spcPct val="90000"/>
              </a:lnSpc>
              <a:spcBef>
                <a:spcPct val="20000"/>
              </a:spcBef>
            </a:pPr>
            <a:r>
              <a:rPr lang="en-US" altLang="zh-CN" sz="2800" dirty="0">
                <a:ea typeface="仿宋_GB2312" panose="02010609030101010101" charset="-122"/>
              </a:rPr>
              <a:t>{</a:t>
            </a:r>
          </a:p>
          <a:p>
            <a:pPr marL="342900" indent="-342900" eaLnBrk="0" hangingPunct="0">
              <a:lnSpc>
                <a:spcPct val="90000"/>
              </a:lnSpc>
              <a:spcBef>
                <a:spcPct val="20000"/>
              </a:spcBef>
            </a:pPr>
            <a:r>
              <a:rPr lang="en-US" altLang="zh-CN" sz="2800" dirty="0">
                <a:ea typeface="仿宋_GB2312" panose="02010609030101010101" charset="-122"/>
              </a:rPr>
              <a:t>	if( </a:t>
            </a:r>
            <a:r>
              <a:rPr lang="en-US" altLang="zh-CN" sz="2800" dirty="0" err="1">
                <a:ea typeface="仿宋_GB2312" panose="02010609030101010101" charset="-122"/>
              </a:rPr>
              <a:t>pS</a:t>
            </a:r>
            <a:r>
              <a:rPr lang="en-US" altLang="zh-CN" sz="2800" dirty="0">
                <a:ea typeface="仿宋_GB2312" panose="02010609030101010101" charset="-122"/>
              </a:rPr>
              <a:t>-&gt;top == </a:t>
            </a:r>
            <a:r>
              <a:rPr lang="en-US" altLang="zh-CN" sz="2800" dirty="0" err="1">
                <a:ea typeface="仿宋_GB2312" panose="02010609030101010101" charset="-122"/>
              </a:rPr>
              <a:t>pS</a:t>
            </a:r>
            <a:r>
              <a:rPr lang="en-US" altLang="zh-CN" sz="2800" dirty="0">
                <a:ea typeface="仿宋_GB2312" panose="02010609030101010101" charset="-122"/>
              </a:rPr>
              <a:t>-&gt;base ) // </a:t>
            </a:r>
            <a:r>
              <a:rPr lang="zh-CN" altLang="en-US" sz="2800" dirty="0">
                <a:ea typeface="仿宋_GB2312" panose="02010609030101010101" charset="-122"/>
              </a:rPr>
              <a:t>空栈</a:t>
            </a:r>
            <a:endParaRPr lang="en-US" altLang="zh-CN" sz="2800" dirty="0">
              <a:ea typeface="仿宋_GB2312" panose="02010609030101010101" charset="-122"/>
            </a:endParaRPr>
          </a:p>
          <a:p>
            <a:pPr marL="342900" indent="-342900" eaLnBrk="0" hangingPunct="0">
              <a:lnSpc>
                <a:spcPct val="90000"/>
              </a:lnSpc>
              <a:spcBef>
                <a:spcPct val="20000"/>
              </a:spcBef>
            </a:pPr>
            <a:r>
              <a:rPr lang="en-US" altLang="zh-CN" sz="2800" dirty="0">
                <a:ea typeface="仿宋_GB2312" panose="02010609030101010101" charset="-122"/>
              </a:rPr>
              <a:t>        return ERROR; 	</a:t>
            </a:r>
          </a:p>
          <a:p>
            <a:pPr marL="342900" indent="-342900" eaLnBrk="0" hangingPunct="0">
              <a:lnSpc>
                <a:spcPct val="90000"/>
              </a:lnSpc>
              <a:spcBef>
                <a:spcPct val="20000"/>
              </a:spcBef>
            </a:pPr>
            <a:r>
              <a:rPr lang="en-US" altLang="zh-CN" sz="2800" dirty="0">
                <a:ea typeface="仿宋_GB2312" panose="02010609030101010101" charset="-122"/>
              </a:rPr>
              <a:t>	</a:t>
            </a:r>
            <a:r>
              <a:rPr lang="en-US" altLang="zh-CN" sz="2800" dirty="0">
                <a:solidFill>
                  <a:srgbClr val="FF0000"/>
                </a:solidFill>
                <a:ea typeface="仿宋_GB2312" panose="02010609030101010101" charset="-122"/>
              </a:rPr>
              <a:t>(*</a:t>
            </a:r>
            <a:r>
              <a:rPr lang="en-US" altLang="zh-CN" sz="2800" dirty="0" err="1">
                <a:solidFill>
                  <a:srgbClr val="FF0000"/>
                </a:solidFill>
                <a:ea typeface="仿宋_GB2312" panose="02010609030101010101" charset="-122"/>
              </a:rPr>
              <a:t>pe</a:t>
            </a:r>
            <a:r>
              <a:rPr lang="en-US" altLang="zh-CN" sz="2800" dirty="0">
                <a:solidFill>
                  <a:srgbClr val="FF0000"/>
                </a:solidFill>
                <a:ea typeface="仿宋_GB2312" panose="02010609030101010101" charset="-122"/>
              </a:rPr>
              <a:t>)= *(--</a:t>
            </a:r>
            <a:r>
              <a:rPr lang="en-US" altLang="zh-CN" sz="2800" dirty="0" err="1">
                <a:solidFill>
                  <a:srgbClr val="FF0000"/>
                </a:solidFill>
                <a:ea typeface="仿宋_GB2312" panose="02010609030101010101" charset="-122"/>
              </a:rPr>
              <a:t>pS</a:t>
            </a:r>
            <a:r>
              <a:rPr lang="en-US" altLang="zh-CN" sz="2800" dirty="0">
                <a:solidFill>
                  <a:srgbClr val="FF0000"/>
                </a:solidFill>
                <a:ea typeface="仿宋_GB2312" panose="02010609030101010101" charset="-122"/>
              </a:rPr>
              <a:t>-&gt;top);</a:t>
            </a:r>
          </a:p>
          <a:p>
            <a:pPr marL="342900" indent="-342900" eaLnBrk="0" hangingPunct="0">
              <a:lnSpc>
                <a:spcPct val="90000"/>
              </a:lnSpc>
              <a:spcBef>
                <a:spcPct val="20000"/>
              </a:spcBef>
            </a:pPr>
            <a:r>
              <a:rPr lang="en-US" altLang="zh-CN" sz="2800" dirty="0">
                <a:ea typeface="仿宋_GB2312" panose="02010609030101010101" charset="-122"/>
              </a:rPr>
              <a:t>	return OK;</a:t>
            </a:r>
          </a:p>
          <a:p>
            <a:pPr marL="342900" indent="-342900" eaLnBrk="0" hangingPunct="0">
              <a:lnSpc>
                <a:spcPct val="90000"/>
              </a:lnSpc>
              <a:spcBef>
                <a:spcPct val="20000"/>
              </a:spcBef>
            </a:pPr>
            <a:r>
              <a:rPr lang="en-US" altLang="zh-CN" sz="2800" dirty="0">
                <a:ea typeface="仿宋_GB2312" panose="02010609030101010101" charset="-122"/>
              </a:rPr>
              <a:t>}</a:t>
            </a:r>
            <a:endParaRPr lang="en-US" altLang="zh-CN" sz="2800" dirty="0">
              <a:latin typeface="Times New Roman" panose="02020603050405020304" pitchFamily="18" charset="0"/>
              <a:ea typeface="仿宋_GB2312" panose="02010609030101010101" charset="-122"/>
            </a:endParaRPr>
          </a:p>
        </p:txBody>
      </p:sp>
      <p:grpSp>
        <p:nvGrpSpPr>
          <p:cNvPr id="33797" name="Group 8"/>
          <p:cNvGrpSpPr/>
          <p:nvPr/>
        </p:nvGrpSpPr>
        <p:grpSpPr>
          <a:xfrm>
            <a:off x="6948488" y="765175"/>
            <a:ext cx="1828800" cy="2193925"/>
            <a:chOff x="3456" y="1440"/>
            <a:chExt cx="1152" cy="1382"/>
          </a:xfrm>
        </p:grpSpPr>
        <p:grpSp>
          <p:nvGrpSpPr>
            <p:cNvPr id="33798" name="Group 9"/>
            <p:cNvGrpSpPr/>
            <p:nvPr/>
          </p:nvGrpSpPr>
          <p:grpSpPr>
            <a:xfrm>
              <a:off x="3984" y="1440"/>
              <a:ext cx="624" cy="1296"/>
              <a:chOff x="3984" y="1440"/>
              <a:chExt cx="624" cy="1296"/>
            </a:xfrm>
          </p:grpSpPr>
          <p:sp>
            <p:nvSpPr>
              <p:cNvPr id="33799" name="Rectangle 10"/>
              <p:cNvSpPr/>
              <p:nvPr/>
            </p:nvSpPr>
            <p:spPr>
              <a:xfrm>
                <a:off x="4176" y="1440"/>
                <a:ext cx="432" cy="1296"/>
              </a:xfrm>
              <a:prstGeom prst="rect">
                <a:avLst/>
              </a:prstGeom>
              <a:solidFill>
                <a:srgbClr val="FFFFFF"/>
              </a:solidFill>
              <a:ln w="38100" cap="flat" cmpd="sng">
                <a:solidFill>
                  <a:srgbClr val="000000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lstStyle/>
              <a:p>
                <a:pPr eaLnBrk="0" hangingPunct="0">
                  <a:spcBef>
                    <a:spcPct val="20000"/>
                  </a:spcBef>
                </a:pPr>
                <a:endParaRPr lang="zh-CN" altLang="en-US" dirty="0">
                  <a:latin typeface="Times New Roman" panose="02020603050405020304" pitchFamily="18" charset="0"/>
                  <a:ea typeface="楷体_GB2312" charset="-122"/>
                </a:endParaRPr>
              </a:p>
            </p:txBody>
          </p:sp>
          <p:sp>
            <p:nvSpPr>
              <p:cNvPr id="33800" name="Line 11"/>
              <p:cNvSpPr/>
              <p:nvPr/>
            </p:nvSpPr>
            <p:spPr>
              <a:xfrm>
                <a:off x="4176" y="2112"/>
                <a:ext cx="432" cy="0"/>
              </a:xfrm>
              <a:prstGeom prst="line">
                <a:avLst/>
              </a:prstGeom>
              <a:ln w="38100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3801" name="Line 12"/>
              <p:cNvSpPr/>
              <p:nvPr/>
            </p:nvSpPr>
            <p:spPr>
              <a:xfrm>
                <a:off x="4176" y="2400"/>
                <a:ext cx="432" cy="0"/>
              </a:xfrm>
              <a:prstGeom prst="line">
                <a:avLst/>
              </a:prstGeom>
              <a:ln w="38100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3802" name="Line 13"/>
              <p:cNvSpPr/>
              <p:nvPr/>
            </p:nvSpPr>
            <p:spPr>
              <a:xfrm>
                <a:off x="4176" y="1776"/>
                <a:ext cx="432" cy="0"/>
              </a:xfrm>
              <a:prstGeom prst="line">
                <a:avLst/>
              </a:prstGeom>
              <a:ln w="38100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3803" name="Line 14"/>
              <p:cNvSpPr/>
              <p:nvPr/>
            </p:nvSpPr>
            <p:spPr>
              <a:xfrm>
                <a:off x="3984" y="2688"/>
                <a:ext cx="192" cy="0"/>
              </a:xfrm>
              <a:prstGeom prst="line">
                <a:avLst/>
              </a:prstGeom>
              <a:ln w="19050" cap="flat" cmpd="sng">
                <a:solidFill>
                  <a:schemeClr val="folHlink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3804" name="Text Box 15"/>
              <p:cNvSpPr txBox="1"/>
              <p:nvPr/>
            </p:nvSpPr>
            <p:spPr>
              <a:xfrm>
                <a:off x="4224" y="2448"/>
                <a:ext cx="384" cy="25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anchor="t" anchorCtr="0">
                <a:spAutoFit/>
              </a:bodyPr>
              <a:lstStyle/>
              <a:p>
                <a:pPr algn="ctr" eaLnBrk="0" hangingPunct="0">
                  <a:spcBef>
                    <a:spcPct val="50000"/>
                  </a:spcBef>
                </a:pPr>
                <a:r>
                  <a:rPr lang="en-US" altLang="zh-CN" sz="2000" dirty="0">
                    <a:latin typeface="Arial" panose="020B0604020202020204" pitchFamily="34" charset="0"/>
                    <a:ea typeface="宋体" panose="02010600030101010101" pitchFamily="2" charset="-122"/>
                  </a:rPr>
                  <a:t>A</a:t>
                </a:r>
              </a:p>
            </p:txBody>
          </p:sp>
          <p:sp>
            <p:nvSpPr>
              <p:cNvPr id="33805" name="Text Box 16"/>
              <p:cNvSpPr txBox="1"/>
              <p:nvPr/>
            </p:nvSpPr>
            <p:spPr>
              <a:xfrm>
                <a:off x="4224" y="2160"/>
                <a:ext cx="384" cy="25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anchor="t" anchorCtr="0">
                <a:spAutoFit/>
              </a:bodyPr>
              <a:lstStyle/>
              <a:p>
                <a:pPr algn="ctr" eaLnBrk="0" hangingPunct="0">
                  <a:spcBef>
                    <a:spcPct val="50000"/>
                  </a:spcBef>
                </a:pPr>
                <a:r>
                  <a:rPr lang="en-US" altLang="zh-CN" sz="2000" dirty="0">
                    <a:latin typeface="Arial" panose="020B0604020202020204" pitchFamily="34" charset="0"/>
                    <a:ea typeface="宋体" panose="02010600030101010101" pitchFamily="2" charset="-122"/>
                  </a:rPr>
                  <a:t>B</a:t>
                </a:r>
              </a:p>
            </p:txBody>
          </p:sp>
          <p:sp>
            <p:nvSpPr>
              <p:cNvPr id="33806" name="Text Box 17"/>
              <p:cNvSpPr txBox="1"/>
              <p:nvPr/>
            </p:nvSpPr>
            <p:spPr>
              <a:xfrm>
                <a:off x="4224" y="1872"/>
                <a:ext cx="384" cy="25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anchor="t" anchorCtr="0">
                <a:spAutoFit/>
              </a:bodyPr>
              <a:lstStyle/>
              <a:p>
                <a:pPr algn="ctr" eaLnBrk="0" hangingPunct="0">
                  <a:spcBef>
                    <a:spcPct val="50000"/>
                  </a:spcBef>
                </a:pPr>
                <a:r>
                  <a:rPr lang="en-US" altLang="zh-CN" sz="2000" dirty="0">
                    <a:latin typeface="Arial" panose="020B0604020202020204" pitchFamily="34" charset="0"/>
                    <a:ea typeface="宋体" panose="02010600030101010101" pitchFamily="2" charset="-122"/>
                  </a:rPr>
                  <a:t>C</a:t>
                </a:r>
              </a:p>
            </p:txBody>
          </p:sp>
          <p:sp>
            <p:nvSpPr>
              <p:cNvPr id="33807" name="Line 18"/>
              <p:cNvSpPr/>
              <p:nvPr/>
            </p:nvSpPr>
            <p:spPr>
              <a:xfrm>
                <a:off x="3984" y="1584"/>
                <a:ext cx="192" cy="0"/>
              </a:xfrm>
              <a:prstGeom prst="line">
                <a:avLst/>
              </a:prstGeom>
              <a:ln w="19050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33808" name="Text Box 19"/>
            <p:cNvSpPr txBox="1"/>
            <p:nvPr/>
          </p:nvSpPr>
          <p:spPr>
            <a:xfrm>
              <a:off x="3456" y="1468"/>
              <a:ext cx="768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lstStyle/>
            <a:p>
              <a:pPr algn="ctr" eaLnBrk="0" hangingPunct="0">
                <a:spcBef>
                  <a:spcPct val="50000"/>
                </a:spcBef>
              </a:pPr>
              <a:r>
                <a:rPr lang="en-US" altLang="zh-CN" sz="2000" dirty="0">
                  <a:latin typeface="Arial" panose="020B0604020202020204" pitchFamily="34" charset="0"/>
                  <a:ea typeface="宋体" panose="02010600030101010101" pitchFamily="2" charset="-122"/>
                </a:rPr>
                <a:t>top</a:t>
              </a:r>
            </a:p>
          </p:txBody>
        </p:sp>
        <p:sp>
          <p:nvSpPr>
            <p:cNvPr id="33809" name="Text Box 20"/>
            <p:cNvSpPr txBox="1"/>
            <p:nvPr/>
          </p:nvSpPr>
          <p:spPr>
            <a:xfrm>
              <a:off x="3456" y="2572"/>
              <a:ext cx="768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lstStyle/>
            <a:p>
              <a:pPr algn="ctr" eaLnBrk="0" hangingPunct="0">
                <a:spcBef>
                  <a:spcPct val="50000"/>
                </a:spcBef>
              </a:pPr>
              <a:r>
                <a:rPr lang="en-US" altLang="zh-CN" sz="2000" dirty="0">
                  <a:solidFill>
                    <a:schemeClr val="folHlink"/>
                  </a:solidFill>
                  <a:latin typeface="Arial" panose="020B0604020202020204" pitchFamily="34" charset="0"/>
                  <a:ea typeface="宋体" panose="02010600030101010101" pitchFamily="2" charset="-122"/>
                </a:rPr>
                <a:t>base</a:t>
              </a:r>
            </a:p>
          </p:txBody>
        </p:sp>
      </p:grp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7" name="Rectangle 10"/>
          <p:cNvSpPr/>
          <p:nvPr/>
        </p:nvSpPr>
        <p:spPr>
          <a:xfrm>
            <a:off x="109538" y="765175"/>
            <a:ext cx="6694487" cy="1295400"/>
          </a:xfrm>
          <a:prstGeom prst="rect">
            <a:avLst/>
          </a:prstGeom>
          <a:solidFill>
            <a:srgbClr val="CCFFFF"/>
          </a:solidFill>
          <a:ln w="9525">
            <a:noFill/>
          </a:ln>
        </p:spPr>
        <p:txBody>
          <a:bodyPr anchor="t" anchorCtr="0"/>
          <a:lstStyle/>
          <a:p>
            <a:pPr marL="609600" indent="-609600" eaLnBrk="0" hangingPunct="0">
              <a:spcBef>
                <a:spcPct val="20000"/>
              </a:spcBef>
              <a:buFont typeface="Arial" panose="020B0604020202020204" pitchFamily="34" charset="0"/>
              <a:buAutoNum type="arabicParenBoth"/>
            </a:pPr>
            <a:r>
              <a:rPr lang="zh-CN" altLang="en-US" sz="3200" dirty="0">
                <a:latin typeface="楷体_GB2312" charset="-122"/>
                <a:ea typeface="楷体_GB2312" charset="-122"/>
              </a:rPr>
              <a:t>判断是否空栈，若空则返回错误</a:t>
            </a:r>
          </a:p>
          <a:p>
            <a:pPr marL="609600" indent="-609600" eaLnBrk="0" hangingPunct="0">
              <a:spcBef>
                <a:spcPct val="20000"/>
              </a:spcBef>
              <a:buFont typeface="Arial" panose="020B0604020202020204" pitchFamily="34" charset="0"/>
              <a:buAutoNum type="arabicParenBoth"/>
            </a:pPr>
            <a:r>
              <a:rPr lang="zh-CN" altLang="en-US" sz="3200" dirty="0">
                <a:latin typeface="楷体_GB2312" charset="-122"/>
                <a:ea typeface="楷体_GB2312" charset="-122"/>
              </a:rPr>
              <a:t>否则通过栈顶指针获取栈顶元素</a:t>
            </a:r>
          </a:p>
        </p:txBody>
      </p:sp>
      <p:sp>
        <p:nvSpPr>
          <p:cNvPr id="34818" name="Rectangle 11"/>
          <p:cNvSpPr/>
          <p:nvPr/>
        </p:nvSpPr>
        <p:spPr>
          <a:xfrm>
            <a:off x="39688" y="0"/>
            <a:ext cx="3956050" cy="515938"/>
          </a:xfrm>
          <a:prstGeom prst="rect">
            <a:avLst/>
          </a:prstGeom>
          <a:solidFill>
            <a:srgbClr val="FFFF99"/>
          </a:solidFill>
          <a:ln w="9525">
            <a:noFill/>
          </a:ln>
        </p:spPr>
        <p:txBody>
          <a:bodyPr anchor="ctr" anchorCtr="0"/>
          <a:lstStyle/>
          <a:p>
            <a:pPr eaLnBrk="0" hangingPunct="0"/>
            <a:r>
              <a:rPr lang="zh-CN" altLang="en-US" sz="3200" dirty="0">
                <a:latin typeface="楷体_GB2312" charset="-122"/>
                <a:ea typeface="楷体_GB2312" charset="-122"/>
              </a:rPr>
              <a:t>取顺序栈栈顶元素</a:t>
            </a:r>
          </a:p>
        </p:txBody>
      </p:sp>
      <p:sp>
        <p:nvSpPr>
          <p:cNvPr id="34819" name="Rectangle 12"/>
          <p:cNvSpPr/>
          <p:nvPr/>
        </p:nvSpPr>
        <p:spPr>
          <a:xfrm>
            <a:off x="323850" y="2276475"/>
            <a:ext cx="8424863" cy="2924175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lstStyle/>
          <a:p>
            <a:pPr marL="342900" indent="-342900" eaLnBrk="0" hangingPunct="0">
              <a:lnSpc>
                <a:spcPct val="90000"/>
              </a:lnSpc>
              <a:spcBef>
                <a:spcPct val="20000"/>
              </a:spcBef>
            </a:pPr>
            <a:r>
              <a:rPr lang="en-US" altLang="zh-CN" sz="2800" dirty="0" err="1">
                <a:ea typeface="仿宋_GB2312" panose="02010609030101010101" charset="-122"/>
              </a:rPr>
              <a:t>SElemType</a:t>
            </a:r>
            <a:r>
              <a:rPr lang="en-US" altLang="zh-CN" sz="2800" dirty="0">
                <a:ea typeface="仿宋_GB2312" panose="02010609030101010101" charset="-122"/>
              </a:rPr>
              <a:t> </a:t>
            </a:r>
            <a:r>
              <a:rPr lang="en-US" altLang="zh-CN" sz="2800" dirty="0" err="1">
                <a:ea typeface="仿宋_GB2312" panose="02010609030101010101" charset="-122"/>
              </a:rPr>
              <a:t>GetTop</a:t>
            </a:r>
            <a:r>
              <a:rPr lang="en-US" altLang="zh-CN" sz="2800" dirty="0">
                <a:ea typeface="仿宋_GB2312" panose="02010609030101010101" charset="-122"/>
              </a:rPr>
              <a:t>( </a:t>
            </a:r>
            <a:r>
              <a:rPr lang="en-US" altLang="zh-CN" sz="2800" dirty="0" err="1">
                <a:ea typeface="仿宋_GB2312" panose="02010609030101010101" charset="-122"/>
              </a:rPr>
              <a:t>SqStack</a:t>
            </a:r>
            <a:r>
              <a:rPr lang="en-US" altLang="zh-CN" sz="2800" dirty="0">
                <a:ea typeface="仿宋_GB2312" panose="02010609030101010101" charset="-122"/>
              </a:rPr>
              <a:t> S)  </a:t>
            </a:r>
          </a:p>
          <a:p>
            <a:pPr marL="342900" indent="-342900" eaLnBrk="0" hangingPunct="0">
              <a:lnSpc>
                <a:spcPct val="90000"/>
              </a:lnSpc>
              <a:spcBef>
                <a:spcPct val="20000"/>
              </a:spcBef>
            </a:pPr>
            <a:r>
              <a:rPr lang="en-US" altLang="zh-CN" sz="2800" dirty="0">
                <a:ea typeface="仿宋_GB2312" panose="02010609030101010101" charset="-122"/>
              </a:rPr>
              <a:t>{</a:t>
            </a:r>
          </a:p>
          <a:p>
            <a:pPr marL="342900" indent="-342900" eaLnBrk="0" hangingPunct="0">
              <a:lnSpc>
                <a:spcPct val="90000"/>
              </a:lnSpc>
              <a:spcBef>
                <a:spcPct val="20000"/>
              </a:spcBef>
            </a:pPr>
            <a:r>
              <a:rPr lang="en-US" altLang="zh-CN" sz="2800" dirty="0">
                <a:ea typeface="仿宋_GB2312" panose="02010609030101010101" charset="-122"/>
              </a:rPr>
              <a:t>	</a:t>
            </a:r>
            <a:r>
              <a:rPr lang="en-US" altLang="zh-CN" sz="2800" dirty="0">
                <a:solidFill>
                  <a:srgbClr val="FF0000"/>
                </a:solidFill>
                <a:ea typeface="仿宋_GB2312" panose="02010609030101010101" charset="-122"/>
              </a:rPr>
              <a:t>if( </a:t>
            </a:r>
            <a:r>
              <a:rPr lang="en-US" altLang="zh-CN" sz="2800" dirty="0" err="1">
                <a:solidFill>
                  <a:srgbClr val="FF0000"/>
                </a:solidFill>
                <a:ea typeface="仿宋_GB2312" panose="02010609030101010101" charset="-122"/>
              </a:rPr>
              <a:t>S.top</a:t>
            </a:r>
            <a:r>
              <a:rPr lang="en-US" altLang="zh-CN" sz="2800" dirty="0">
                <a:solidFill>
                  <a:srgbClr val="FF0000"/>
                </a:solidFill>
                <a:ea typeface="仿宋_GB2312" panose="02010609030101010101" charset="-122"/>
              </a:rPr>
              <a:t> != </a:t>
            </a:r>
            <a:r>
              <a:rPr lang="en-US" altLang="zh-CN" sz="2800" dirty="0" err="1">
                <a:solidFill>
                  <a:srgbClr val="FF0000"/>
                </a:solidFill>
                <a:ea typeface="仿宋_GB2312" panose="02010609030101010101" charset="-122"/>
              </a:rPr>
              <a:t>S.base</a:t>
            </a:r>
            <a:r>
              <a:rPr lang="en-US" altLang="zh-CN" sz="2800" dirty="0">
                <a:solidFill>
                  <a:srgbClr val="FF0000"/>
                </a:solidFill>
                <a:ea typeface="仿宋_GB2312" panose="02010609030101010101" charset="-122"/>
              </a:rPr>
              <a:t> )//</a:t>
            </a:r>
            <a:r>
              <a:rPr lang="zh-CN" altLang="en-US" sz="2800" dirty="0">
                <a:solidFill>
                  <a:srgbClr val="FF0000"/>
                </a:solidFill>
                <a:ea typeface="仿宋_GB2312" panose="02010609030101010101" charset="-122"/>
              </a:rPr>
              <a:t>非空</a:t>
            </a:r>
            <a:endParaRPr lang="en-US" altLang="zh-CN" sz="2800" dirty="0">
              <a:solidFill>
                <a:srgbClr val="FF0000"/>
              </a:solidFill>
              <a:ea typeface="仿宋_GB2312" panose="02010609030101010101" charset="-122"/>
            </a:endParaRPr>
          </a:p>
          <a:p>
            <a:pPr marL="342900" indent="-342900" eaLnBrk="0" hangingPunct="0">
              <a:lnSpc>
                <a:spcPct val="90000"/>
              </a:lnSpc>
              <a:spcBef>
                <a:spcPct val="20000"/>
              </a:spcBef>
            </a:pPr>
            <a:r>
              <a:rPr lang="en-US" altLang="zh-CN" sz="2800" dirty="0">
                <a:ea typeface="仿宋_GB2312" panose="02010609030101010101" charset="-122"/>
              </a:rPr>
              <a:t>	 return *( S.top-1 );</a:t>
            </a:r>
          </a:p>
          <a:p>
            <a:pPr marL="342900" indent="-342900" eaLnBrk="0" hangingPunct="0">
              <a:lnSpc>
                <a:spcPct val="90000"/>
              </a:lnSpc>
              <a:spcBef>
                <a:spcPct val="20000"/>
              </a:spcBef>
            </a:pPr>
            <a:r>
              <a:rPr lang="en-US" altLang="zh-CN" sz="2800" dirty="0">
                <a:ea typeface="仿宋_GB2312" panose="02010609030101010101" charset="-122"/>
              </a:rPr>
              <a:t>	</a:t>
            </a:r>
          </a:p>
          <a:p>
            <a:pPr marL="342900" indent="-342900" eaLnBrk="0" hangingPunct="0">
              <a:lnSpc>
                <a:spcPct val="90000"/>
              </a:lnSpc>
              <a:spcBef>
                <a:spcPct val="20000"/>
              </a:spcBef>
            </a:pPr>
            <a:r>
              <a:rPr lang="en-US" altLang="zh-CN" sz="2800" dirty="0">
                <a:ea typeface="仿宋_GB2312" panose="02010609030101010101" charset="-122"/>
              </a:rPr>
              <a:t>}</a:t>
            </a:r>
            <a:endParaRPr lang="en-US" altLang="zh-CN" sz="2800" dirty="0">
              <a:latin typeface="Times New Roman" panose="02020603050405020304" pitchFamily="18" charset="0"/>
              <a:ea typeface="仿宋_GB2312" panose="02010609030101010101" charset="-122"/>
            </a:endParaRPr>
          </a:p>
        </p:txBody>
      </p:sp>
      <p:grpSp>
        <p:nvGrpSpPr>
          <p:cNvPr id="34821" name="Group 14"/>
          <p:cNvGrpSpPr/>
          <p:nvPr/>
        </p:nvGrpSpPr>
        <p:grpSpPr>
          <a:xfrm>
            <a:off x="6948488" y="82550"/>
            <a:ext cx="1828800" cy="2193925"/>
            <a:chOff x="3456" y="1440"/>
            <a:chExt cx="1152" cy="1382"/>
          </a:xfrm>
        </p:grpSpPr>
        <p:grpSp>
          <p:nvGrpSpPr>
            <p:cNvPr id="34822" name="Group 15"/>
            <p:cNvGrpSpPr/>
            <p:nvPr/>
          </p:nvGrpSpPr>
          <p:grpSpPr>
            <a:xfrm>
              <a:off x="3984" y="1440"/>
              <a:ext cx="624" cy="1296"/>
              <a:chOff x="3984" y="1440"/>
              <a:chExt cx="624" cy="1296"/>
            </a:xfrm>
          </p:grpSpPr>
          <p:sp>
            <p:nvSpPr>
              <p:cNvPr id="34823" name="Rectangle 16"/>
              <p:cNvSpPr/>
              <p:nvPr/>
            </p:nvSpPr>
            <p:spPr>
              <a:xfrm>
                <a:off x="4176" y="1440"/>
                <a:ext cx="432" cy="1296"/>
              </a:xfrm>
              <a:prstGeom prst="rect">
                <a:avLst/>
              </a:prstGeom>
              <a:solidFill>
                <a:srgbClr val="FFFFFF"/>
              </a:solidFill>
              <a:ln w="38100" cap="flat" cmpd="sng">
                <a:solidFill>
                  <a:srgbClr val="000000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lstStyle/>
              <a:p>
                <a:pPr eaLnBrk="0" hangingPunct="0">
                  <a:spcBef>
                    <a:spcPct val="20000"/>
                  </a:spcBef>
                </a:pPr>
                <a:endParaRPr lang="zh-CN" altLang="en-US" dirty="0">
                  <a:latin typeface="Times New Roman" panose="02020603050405020304" pitchFamily="18" charset="0"/>
                  <a:ea typeface="楷体_GB2312" charset="-122"/>
                </a:endParaRPr>
              </a:p>
            </p:txBody>
          </p:sp>
          <p:sp>
            <p:nvSpPr>
              <p:cNvPr id="34824" name="Line 17"/>
              <p:cNvSpPr/>
              <p:nvPr/>
            </p:nvSpPr>
            <p:spPr>
              <a:xfrm>
                <a:off x="4176" y="2112"/>
                <a:ext cx="432" cy="0"/>
              </a:xfrm>
              <a:prstGeom prst="line">
                <a:avLst/>
              </a:prstGeom>
              <a:ln w="38100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4825" name="Line 18"/>
              <p:cNvSpPr/>
              <p:nvPr/>
            </p:nvSpPr>
            <p:spPr>
              <a:xfrm>
                <a:off x="4176" y="2400"/>
                <a:ext cx="432" cy="0"/>
              </a:xfrm>
              <a:prstGeom prst="line">
                <a:avLst/>
              </a:prstGeom>
              <a:ln w="38100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4826" name="Line 19"/>
              <p:cNvSpPr/>
              <p:nvPr/>
            </p:nvSpPr>
            <p:spPr>
              <a:xfrm>
                <a:off x="4176" y="1776"/>
                <a:ext cx="432" cy="0"/>
              </a:xfrm>
              <a:prstGeom prst="line">
                <a:avLst/>
              </a:prstGeom>
              <a:ln w="38100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4827" name="Line 20"/>
              <p:cNvSpPr/>
              <p:nvPr/>
            </p:nvSpPr>
            <p:spPr>
              <a:xfrm>
                <a:off x="3984" y="2688"/>
                <a:ext cx="192" cy="0"/>
              </a:xfrm>
              <a:prstGeom prst="line">
                <a:avLst/>
              </a:prstGeom>
              <a:ln w="19050" cap="flat" cmpd="sng">
                <a:solidFill>
                  <a:schemeClr val="folHlink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4828" name="Text Box 21"/>
              <p:cNvSpPr txBox="1"/>
              <p:nvPr/>
            </p:nvSpPr>
            <p:spPr>
              <a:xfrm>
                <a:off x="4224" y="2448"/>
                <a:ext cx="384" cy="25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anchor="t" anchorCtr="0">
                <a:spAutoFit/>
              </a:bodyPr>
              <a:lstStyle/>
              <a:p>
                <a:pPr algn="ctr" eaLnBrk="0" hangingPunct="0">
                  <a:spcBef>
                    <a:spcPct val="50000"/>
                  </a:spcBef>
                </a:pPr>
                <a:r>
                  <a:rPr lang="en-US" altLang="zh-CN" sz="2000" dirty="0">
                    <a:latin typeface="Arial" panose="020B0604020202020204" pitchFamily="34" charset="0"/>
                    <a:ea typeface="宋体" panose="02010600030101010101" pitchFamily="2" charset="-122"/>
                  </a:rPr>
                  <a:t>A</a:t>
                </a:r>
              </a:p>
            </p:txBody>
          </p:sp>
          <p:sp>
            <p:nvSpPr>
              <p:cNvPr id="34829" name="Text Box 22"/>
              <p:cNvSpPr txBox="1"/>
              <p:nvPr/>
            </p:nvSpPr>
            <p:spPr>
              <a:xfrm>
                <a:off x="4224" y="2160"/>
                <a:ext cx="384" cy="25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anchor="t" anchorCtr="0">
                <a:spAutoFit/>
              </a:bodyPr>
              <a:lstStyle/>
              <a:p>
                <a:pPr algn="ctr" eaLnBrk="0" hangingPunct="0">
                  <a:spcBef>
                    <a:spcPct val="50000"/>
                  </a:spcBef>
                </a:pPr>
                <a:r>
                  <a:rPr lang="en-US" altLang="zh-CN" sz="2000" dirty="0">
                    <a:latin typeface="Arial" panose="020B0604020202020204" pitchFamily="34" charset="0"/>
                    <a:ea typeface="宋体" panose="02010600030101010101" pitchFamily="2" charset="-122"/>
                  </a:rPr>
                  <a:t>B</a:t>
                </a:r>
              </a:p>
            </p:txBody>
          </p:sp>
          <p:sp>
            <p:nvSpPr>
              <p:cNvPr id="34830" name="Text Box 23"/>
              <p:cNvSpPr txBox="1"/>
              <p:nvPr/>
            </p:nvSpPr>
            <p:spPr>
              <a:xfrm>
                <a:off x="4224" y="1872"/>
                <a:ext cx="384" cy="25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anchor="t" anchorCtr="0">
                <a:spAutoFit/>
              </a:bodyPr>
              <a:lstStyle/>
              <a:p>
                <a:pPr algn="ctr" eaLnBrk="0" hangingPunct="0">
                  <a:spcBef>
                    <a:spcPct val="50000"/>
                  </a:spcBef>
                </a:pPr>
                <a:r>
                  <a:rPr lang="en-US" altLang="zh-CN" sz="2000" dirty="0">
                    <a:latin typeface="Arial" panose="020B0604020202020204" pitchFamily="34" charset="0"/>
                    <a:ea typeface="宋体" panose="02010600030101010101" pitchFamily="2" charset="-122"/>
                  </a:rPr>
                  <a:t>C</a:t>
                </a:r>
              </a:p>
            </p:txBody>
          </p:sp>
          <p:sp>
            <p:nvSpPr>
              <p:cNvPr id="34831" name="Line 24"/>
              <p:cNvSpPr/>
              <p:nvPr/>
            </p:nvSpPr>
            <p:spPr>
              <a:xfrm>
                <a:off x="3984" y="1584"/>
                <a:ext cx="192" cy="0"/>
              </a:xfrm>
              <a:prstGeom prst="line">
                <a:avLst/>
              </a:prstGeom>
              <a:ln w="19050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34832" name="Text Box 25"/>
            <p:cNvSpPr txBox="1"/>
            <p:nvPr/>
          </p:nvSpPr>
          <p:spPr>
            <a:xfrm>
              <a:off x="3456" y="1468"/>
              <a:ext cx="768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lstStyle/>
            <a:p>
              <a:pPr algn="ctr" eaLnBrk="0" hangingPunct="0">
                <a:spcBef>
                  <a:spcPct val="50000"/>
                </a:spcBef>
              </a:pPr>
              <a:r>
                <a:rPr lang="en-US" altLang="zh-CN" sz="2000" dirty="0">
                  <a:latin typeface="Arial" panose="020B0604020202020204" pitchFamily="34" charset="0"/>
                  <a:ea typeface="宋体" panose="02010600030101010101" pitchFamily="2" charset="-122"/>
                </a:rPr>
                <a:t>top</a:t>
              </a:r>
            </a:p>
          </p:txBody>
        </p:sp>
        <p:sp>
          <p:nvSpPr>
            <p:cNvPr id="34833" name="Text Box 26"/>
            <p:cNvSpPr txBox="1"/>
            <p:nvPr/>
          </p:nvSpPr>
          <p:spPr>
            <a:xfrm>
              <a:off x="3456" y="2572"/>
              <a:ext cx="768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lstStyle/>
            <a:p>
              <a:pPr algn="ctr" eaLnBrk="0" hangingPunct="0">
                <a:spcBef>
                  <a:spcPct val="50000"/>
                </a:spcBef>
              </a:pPr>
              <a:r>
                <a:rPr lang="en-US" altLang="zh-CN" sz="2000" dirty="0">
                  <a:solidFill>
                    <a:schemeClr val="folHlink"/>
                  </a:solidFill>
                  <a:latin typeface="Arial" panose="020B0604020202020204" pitchFamily="34" charset="0"/>
                  <a:ea typeface="宋体" panose="02010600030101010101" pitchFamily="2" charset="-122"/>
                </a:rPr>
                <a:t>base</a:t>
              </a:r>
            </a:p>
          </p:txBody>
        </p:sp>
      </p:grpSp>
      <p:sp>
        <p:nvSpPr>
          <p:cNvPr id="2" name="文本框 1"/>
          <p:cNvSpPr txBox="1"/>
          <p:nvPr/>
        </p:nvSpPr>
        <p:spPr>
          <a:xfrm>
            <a:off x="1259632" y="5805264"/>
            <a:ext cx="4004430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rgbClr val="FF0000"/>
                </a:solidFill>
              </a:rPr>
              <a:t>参考代码</a:t>
            </a:r>
            <a:r>
              <a:rPr lang="en-US" altLang="zh-CN" dirty="0">
                <a:solidFill>
                  <a:srgbClr val="FF0000"/>
                </a:solidFill>
              </a:rPr>
              <a:t>:</a:t>
            </a:r>
            <a:r>
              <a:rPr lang="en-US" altLang="zh-CN" dirty="0" err="1">
                <a:solidFill>
                  <a:srgbClr val="FF0000"/>
                </a:solidFill>
              </a:rPr>
              <a:t>SqStackTestDev</a:t>
            </a:r>
            <a:endParaRPr lang="en-US" altLang="zh-CN" dirty="0">
              <a:solidFill>
                <a:srgbClr val="FF0000"/>
              </a:solidFill>
            </a:endParaRPr>
          </a:p>
          <a:p>
            <a:r>
              <a:rPr lang="en-US" altLang="zh-CN" dirty="0">
                <a:solidFill>
                  <a:srgbClr val="FF0000"/>
                </a:solidFill>
              </a:rPr>
              <a:t>    </a:t>
            </a:r>
            <a:r>
              <a:rPr lang="zh-CN" altLang="en-US" dirty="0">
                <a:solidFill>
                  <a:srgbClr val="FF0000"/>
                </a:solidFill>
              </a:rPr>
              <a:t>调用</a:t>
            </a:r>
            <a:r>
              <a:rPr lang="en-US" altLang="zh-CN" dirty="0">
                <a:solidFill>
                  <a:srgbClr val="FF0000"/>
                </a:solidFill>
              </a:rPr>
              <a:t>:</a:t>
            </a:r>
            <a:r>
              <a:rPr lang="en-US" altLang="zh-CN" dirty="0" err="1">
                <a:solidFill>
                  <a:srgbClr val="FF0000"/>
                </a:solidFill>
              </a:rPr>
              <a:t>TestCreatStack</a:t>
            </a:r>
            <a:r>
              <a:rPr lang="en-US" altLang="zh-CN" dirty="0">
                <a:solidFill>
                  <a:srgbClr val="FF0000"/>
                </a:solidFill>
              </a:rPr>
              <a:t> </a:t>
            </a:r>
            <a:r>
              <a:rPr lang="zh-CN" altLang="en-US" dirty="0">
                <a:solidFill>
                  <a:srgbClr val="FF0000"/>
                </a:solidFill>
              </a:rPr>
              <a:t>函数 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CE1B8BFD-A1AC-9FF9-610B-3BBDE660E2E6}"/>
              </a:ext>
            </a:extLst>
          </p:cNvPr>
          <p:cNvSpPr txBox="1"/>
          <p:nvPr/>
        </p:nvSpPr>
        <p:spPr>
          <a:xfrm>
            <a:off x="2699792" y="188640"/>
            <a:ext cx="216024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总结</a:t>
            </a:r>
            <a:r>
              <a:rPr lang="en-US" altLang="zh-CN" dirty="0"/>
              <a:t>:</a:t>
            </a:r>
            <a:r>
              <a:rPr lang="zh-CN" altLang="en-US" dirty="0"/>
              <a:t>顺序栈</a:t>
            </a:r>
            <a:endParaRPr lang="en-US" altLang="zh-CN" dirty="0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29B9EBB2-3C55-2BDB-7340-4FCDCB21C8AE}"/>
              </a:ext>
            </a:extLst>
          </p:cNvPr>
          <p:cNvSpPr txBox="1"/>
          <p:nvPr/>
        </p:nvSpPr>
        <p:spPr>
          <a:xfrm>
            <a:off x="35496" y="650305"/>
            <a:ext cx="9108504" cy="50167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4000" dirty="0"/>
              <a:t>1.</a:t>
            </a:r>
            <a:r>
              <a:rPr lang="zh-CN" altLang="en-US" sz="4000" dirty="0"/>
              <a:t>栈顶指针</a:t>
            </a:r>
            <a:r>
              <a:rPr lang="en-US" altLang="zh-CN" sz="4000" dirty="0"/>
              <a:t>:</a:t>
            </a:r>
            <a:r>
              <a:rPr lang="zh-CN" altLang="en-US" sz="4000" dirty="0"/>
              <a:t>除了空栈始终位于栈顶元素的上一个</a:t>
            </a:r>
            <a:endParaRPr lang="en-US" altLang="zh-CN" sz="4000" dirty="0"/>
          </a:p>
          <a:p>
            <a:r>
              <a:rPr lang="en-US" altLang="zh-CN" sz="4000" dirty="0"/>
              <a:t>2.</a:t>
            </a:r>
            <a:r>
              <a:rPr lang="zh-CN" altLang="en-US" sz="4000" dirty="0"/>
              <a:t>栈空</a:t>
            </a:r>
            <a:r>
              <a:rPr lang="en-US" altLang="zh-CN" sz="4000" dirty="0"/>
              <a:t>:</a:t>
            </a:r>
            <a:r>
              <a:rPr lang="en-US" altLang="zh-CN" sz="4000" dirty="0" err="1"/>
              <a:t>S.top</a:t>
            </a:r>
            <a:r>
              <a:rPr lang="en-US" altLang="zh-CN" sz="4000" dirty="0"/>
              <a:t>==</a:t>
            </a:r>
            <a:r>
              <a:rPr lang="en-US" altLang="zh-CN" sz="4000" dirty="0" err="1"/>
              <a:t>S.base</a:t>
            </a:r>
            <a:r>
              <a:rPr lang="en-US" altLang="zh-CN" sz="4000" dirty="0"/>
              <a:t> </a:t>
            </a:r>
            <a:r>
              <a:rPr lang="zh-CN" altLang="en-US" sz="4000" dirty="0"/>
              <a:t>栈已使用长度</a:t>
            </a:r>
            <a:r>
              <a:rPr lang="en-US" altLang="zh-CN" sz="4000" dirty="0"/>
              <a:t>:</a:t>
            </a:r>
            <a:r>
              <a:rPr lang="en-US" altLang="zh-CN" sz="4000" dirty="0" err="1"/>
              <a:t>S.top-S.base</a:t>
            </a:r>
            <a:endParaRPr lang="en-US" altLang="zh-CN" sz="4000" dirty="0"/>
          </a:p>
          <a:p>
            <a:r>
              <a:rPr lang="en-US" altLang="zh-CN" sz="4000" dirty="0"/>
              <a:t>3.</a:t>
            </a:r>
            <a:r>
              <a:rPr lang="zh-CN" altLang="en-US" sz="4000" dirty="0"/>
              <a:t>要取元素则栈非空</a:t>
            </a:r>
            <a:r>
              <a:rPr lang="en-US" altLang="zh-CN" sz="4000" dirty="0"/>
              <a:t>,</a:t>
            </a:r>
            <a:r>
              <a:rPr lang="zh-CN" altLang="en-US" sz="4000" dirty="0"/>
              <a:t>要入元素则栈非满</a:t>
            </a:r>
            <a:endParaRPr lang="en-US" altLang="zh-CN" sz="4000" dirty="0"/>
          </a:p>
          <a:p>
            <a:r>
              <a:rPr lang="en-US" altLang="zh-CN" sz="4000" dirty="0"/>
              <a:t>4.</a:t>
            </a:r>
            <a:r>
              <a:rPr lang="zh-CN" altLang="en-US" sz="4000" dirty="0"/>
              <a:t>如果想不出返回值</a:t>
            </a:r>
            <a:r>
              <a:rPr lang="en-US" altLang="zh-CN" sz="4000" dirty="0"/>
              <a:t>,</a:t>
            </a:r>
            <a:r>
              <a:rPr lang="zh-CN" altLang="en-US" sz="4000" dirty="0"/>
              <a:t>统一使用</a:t>
            </a:r>
            <a:r>
              <a:rPr lang="en-US" altLang="zh-CN" sz="4000" dirty="0"/>
              <a:t>Status return ERROR/OK</a:t>
            </a:r>
          </a:p>
          <a:p>
            <a:r>
              <a:rPr lang="en-US" altLang="zh-CN" sz="4000" dirty="0"/>
              <a:t>5.</a:t>
            </a:r>
            <a:r>
              <a:rPr lang="zh-CN" altLang="en-US" sz="4000" dirty="0"/>
              <a:t>栈顶元素出入栈要修改栈顶指针</a:t>
            </a:r>
          </a:p>
        </p:txBody>
      </p:sp>
    </p:spTree>
    <p:extLst>
      <p:ext uri="{BB962C8B-B14F-4D97-AF65-F5344CB8AC3E}">
        <p14:creationId xmlns:p14="http://schemas.microsoft.com/office/powerpoint/2010/main" val="23986299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Rectangle 6"/>
          <p:cNvSpPr/>
          <p:nvPr/>
        </p:nvSpPr>
        <p:spPr>
          <a:xfrm>
            <a:off x="1476375" y="1908175"/>
            <a:ext cx="5256213" cy="1250950"/>
          </a:xfrm>
          <a:prstGeom prst="rect">
            <a:avLst/>
          </a:prstGeom>
          <a:noFill/>
          <a:ln w="38100" cap="flat" cmpd="sng">
            <a:solidFill>
              <a:srgbClr val="FF0000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lstStyle/>
          <a:p>
            <a:pPr marL="342900" indent="-342900">
              <a:spcBef>
                <a:spcPct val="20000"/>
              </a:spcBef>
            </a:pPr>
            <a:r>
              <a:rPr lang="en-US" altLang="zh-CN" sz="2800" dirty="0">
                <a:solidFill>
                  <a:schemeClr val="hlink"/>
                </a:solidFill>
                <a:latin typeface="楷体_GB2312" charset="-122"/>
                <a:ea typeface="楷体_GB2312" charset="-122"/>
              </a:rPr>
              <a:t>435612</a:t>
            </a:r>
            <a:r>
              <a:rPr lang="zh-CN" altLang="en-US" sz="2800" dirty="0">
                <a:solidFill>
                  <a:schemeClr val="hlink"/>
                </a:solidFill>
                <a:latin typeface="楷体_GB2312" charset="-122"/>
                <a:ea typeface="楷体_GB2312" charset="-122"/>
              </a:rPr>
              <a:t>中到了</a:t>
            </a:r>
            <a:r>
              <a:rPr lang="en-US" altLang="zh-CN" sz="2800" dirty="0">
                <a:solidFill>
                  <a:schemeClr val="hlink"/>
                </a:solidFill>
                <a:latin typeface="楷体_GB2312" charset="-122"/>
                <a:ea typeface="楷体_GB2312" charset="-122"/>
              </a:rPr>
              <a:t>12</a:t>
            </a:r>
            <a:r>
              <a:rPr lang="zh-CN" altLang="en-US" sz="2800" dirty="0">
                <a:solidFill>
                  <a:schemeClr val="hlink"/>
                </a:solidFill>
                <a:latin typeface="楷体_GB2312" charset="-122"/>
                <a:ea typeface="楷体_GB2312" charset="-122"/>
              </a:rPr>
              <a:t>顺序不能实现；</a:t>
            </a:r>
          </a:p>
          <a:p>
            <a:pPr marL="342900" indent="-342900">
              <a:spcBef>
                <a:spcPct val="20000"/>
              </a:spcBef>
            </a:pPr>
            <a:r>
              <a:rPr lang="en-US" altLang="zh-CN" sz="2800" dirty="0">
                <a:solidFill>
                  <a:schemeClr val="hlink"/>
                </a:solidFill>
                <a:latin typeface="楷体_GB2312" charset="-122"/>
                <a:ea typeface="楷体_GB2312" charset="-122"/>
              </a:rPr>
              <a:t>135426</a:t>
            </a:r>
            <a:r>
              <a:rPr lang="zh-CN" altLang="en-US" sz="2800" dirty="0">
                <a:solidFill>
                  <a:schemeClr val="hlink"/>
                </a:solidFill>
                <a:latin typeface="楷体_GB2312" charset="-122"/>
                <a:ea typeface="楷体_GB2312" charset="-122"/>
              </a:rPr>
              <a:t>可以实现。</a:t>
            </a:r>
          </a:p>
        </p:txBody>
      </p:sp>
      <p:sp>
        <p:nvSpPr>
          <p:cNvPr id="35842" name="Rectangle 7"/>
          <p:cNvSpPr/>
          <p:nvPr/>
        </p:nvSpPr>
        <p:spPr>
          <a:xfrm>
            <a:off x="468313" y="765175"/>
            <a:ext cx="7772400" cy="114300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lstStyle/>
          <a:p>
            <a:r>
              <a:rPr lang="en-US" altLang="zh-CN" sz="2800" dirty="0">
                <a:solidFill>
                  <a:schemeClr val="tx2"/>
                </a:solidFill>
                <a:latin typeface="楷体_GB2312" charset="-122"/>
                <a:ea typeface="楷体_GB2312" charset="-122"/>
              </a:rPr>
              <a:t>1.</a:t>
            </a:r>
            <a:r>
              <a:rPr lang="zh-CN" altLang="en-US" sz="2800" dirty="0">
                <a:solidFill>
                  <a:schemeClr val="tx2"/>
                </a:solidFill>
                <a:latin typeface="楷体_GB2312" charset="-122"/>
                <a:ea typeface="楷体_GB2312" charset="-122"/>
              </a:rPr>
              <a:t>如果一个栈的输入序列为</a:t>
            </a:r>
            <a:r>
              <a:rPr lang="en-US" altLang="zh-CN" sz="2800" dirty="0">
                <a:solidFill>
                  <a:schemeClr val="tx2"/>
                </a:solidFill>
                <a:latin typeface="楷体_GB2312" charset="-122"/>
                <a:ea typeface="楷体_GB2312" charset="-122"/>
              </a:rPr>
              <a:t>123456</a:t>
            </a:r>
            <a:r>
              <a:rPr lang="zh-CN" altLang="en-US" sz="2800" dirty="0">
                <a:solidFill>
                  <a:schemeClr val="tx2"/>
                </a:solidFill>
                <a:latin typeface="楷体_GB2312" charset="-122"/>
                <a:ea typeface="楷体_GB2312" charset="-122"/>
              </a:rPr>
              <a:t>，能否得到</a:t>
            </a:r>
            <a:r>
              <a:rPr lang="en-US" altLang="zh-CN" sz="2800" dirty="0">
                <a:solidFill>
                  <a:schemeClr val="tx2"/>
                </a:solidFill>
                <a:latin typeface="楷体_GB2312" charset="-122"/>
                <a:ea typeface="楷体_GB2312" charset="-122"/>
              </a:rPr>
              <a:t>435612</a:t>
            </a:r>
            <a:r>
              <a:rPr lang="zh-CN" altLang="en-US" sz="2800" dirty="0">
                <a:solidFill>
                  <a:schemeClr val="tx2"/>
                </a:solidFill>
                <a:latin typeface="楷体_GB2312" charset="-122"/>
                <a:ea typeface="楷体_GB2312" charset="-122"/>
              </a:rPr>
              <a:t>和</a:t>
            </a:r>
            <a:r>
              <a:rPr lang="en-US" altLang="zh-CN" sz="2800" dirty="0">
                <a:solidFill>
                  <a:schemeClr val="tx2"/>
                </a:solidFill>
                <a:latin typeface="楷体_GB2312" charset="-122"/>
                <a:ea typeface="楷体_GB2312" charset="-122"/>
              </a:rPr>
              <a:t>135426</a:t>
            </a:r>
            <a:r>
              <a:rPr lang="zh-CN" altLang="en-US" sz="2800" dirty="0">
                <a:solidFill>
                  <a:schemeClr val="tx2"/>
                </a:solidFill>
                <a:latin typeface="楷体_GB2312" charset="-122"/>
                <a:ea typeface="楷体_GB2312" charset="-122"/>
              </a:rPr>
              <a:t>的出栈序列？</a:t>
            </a:r>
          </a:p>
        </p:txBody>
      </p:sp>
      <p:sp>
        <p:nvSpPr>
          <p:cNvPr id="35843" name="Rectangle 8"/>
          <p:cNvSpPr/>
          <p:nvPr/>
        </p:nvSpPr>
        <p:spPr>
          <a:xfrm>
            <a:off x="0" y="-38100"/>
            <a:ext cx="2470150" cy="593725"/>
          </a:xfrm>
          <a:prstGeom prst="rect">
            <a:avLst/>
          </a:prstGeom>
          <a:solidFill>
            <a:srgbClr val="CCFFFF"/>
          </a:solidFill>
          <a:ln w="9525">
            <a:noFill/>
          </a:ln>
        </p:spPr>
        <p:txBody>
          <a:bodyPr anchor="ctr" anchorCtr="0"/>
          <a:lstStyle/>
          <a:p>
            <a:pPr eaLnBrk="0" hangingPunct="0"/>
            <a:r>
              <a:rPr lang="zh-CN" altLang="en-US" sz="4000" dirty="0">
                <a:solidFill>
                  <a:srgbClr val="FF33CC"/>
                </a:solidFill>
                <a:latin typeface="楷体_GB2312" charset="-122"/>
                <a:ea typeface="楷体_GB2312" charset="-122"/>
              </a:rPr>
              <a:t>课堂练习</a:t>
            </a:r>
          </a:p>
        </p:txBody>
      </p:sp>
      <p:sp>
        <p:nvSpPr>
          <p:cNvPr id="35844" name="文本框 1"/>
          <p:cNvSpPr txBox="1"/>
          <p:nvPr/>
        </p:nvSpPr>
        <p:spPr>
          <a:xfrm>
            <a:off x="468313" y="3860800"/>
            <a:ext cx="2306637" cy="522288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lstStyle/>
          <a:p>
            <a:r>
              <a:rPr lang="en-US" altLang="zh-CN" sz="2800" dirty="0">
                <a:solidFill>
                  <a:schemeClr val="tx2"/>
                </a:solidFill>
                <a:latin typeface="楷体_GB2312" charset="-122"/>
                <a:ea typeface="楷体_GB2312" charset="-122"/>
              </a:rPr>
              <a:t>1 2 3 4 5 6</a:t>
            </a:r>
          </a:p>
        </p:txBody>
      </p:sp>
      <p:sp>
        <p:nvSpPr>
          <p:cNvPr id="35845" name="文本框 2"/>
          <p:cNvSpPr txBox="1"/>
          <p:nvPr>
            <p:custDataLst>
              <p:tags r:id="rId1"/>
            </p:custDataLst>
          </p:nvPr>
        </p:nvSpPr>
        <p:spPr>
          <a:xfrm>
            <a:off x="1547813" y="4724400"/>
            <a:ext cx="2305050" cy="522288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lstStyle/>
          <a:p>
            <a:r>
              <a:rPr lang="en-US" altLang="zh-CN" sz="2800" dirty="0">
                <a:solidFill>
                  <a:schemeClr val="tx2"/>
                </a:solidFill>
                <a:latin typeface="楷体_GB2312" charset="-122"/>
                <a:ea typeface="楷体_GB2312" charset="-122"/>
                <a:sym typeface="仿宋_GB2312" panose="02010609030101010101" charset="-122"/>
              </a:rPr>
              <a:t>4 3 5 6 ..</a:t>
            </a:r>
          </a:p>
        </p:txBody>
      </p:sp>
      <p:cxnSp>
        <p:nvCxnSpPr>
          <p:cNvPr id="4" name="直接箭头连接符 3"/>
          <p:cNvCxnSpPr/>
          <p:nvPr/>
        </p:nvCxnSpPr>
        <p:spPr>
          <a:xfrm>
            <a:off x="1738313" y="4391025"/>
            <a:ext cx="25400" cy="333375"/>
          </a:xfrm>
          <a:prstGeom prst="straightConnector1">
            <a:avLst/>
          </a:prstGeom>
          <a:ln>
            <a:headEnd type="none" w="med" len="med"/>
            <a:tailEnd type="arrow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" name="直接箭头连接符 4"/>
          <p:cNvCxnSpPr/>
          <p:nvPr>
            <p:custDataLst>
              <p:tags r:id="rId2"/>
            </p:custDataLst>
          </p:nvPr>
        </p:nvCxnSpPr>
        <p:spPr>
          <a:xfrm>
            <a:off x="1476375" y="4383088"/>
            <a:ext cx="503238" cy="341313"/>
          </a:xfrm>
          <a:prstGeom prst="straightConnector1">
            <a:avLst/>
          </a:prstGeom>
          <a:ln>
            <a:headEnd type="none" w="med" len="med"/>
            <a:tailEnd type="arrow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" name="直接箭头连接符 5"/>
          <p:cNvCxnSpPr/>
          <p:nvPr>
            <p:custDataLst>
              <p:tags r:id="rId3"/>
            </p:custDataLst>
          </p:nvPr>
        </p:nvCxnSpPr>
        <p:spPr>
          <a:xfrm>
            <a:off x="2124075" y="4391025"/>
            <a:ext cx="215900" cy="333375"/>
          </a:xfrm>
          <a:prstGeom prst="straightConnector1">
            <a:avLst/>
          </a:prstGeom>
          <a:ln>
            <a:headEnd type="none" w="med" len="med"/>
            <a:tailEnd type="arrow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" name="直接箭头连接符 6"/>
          <p:cNvCxnSpPr>
            <a:endCxn id="35845" idx="0"/>
          </p:cNvCxnSpPr>
          <p:nvPr>
            <p:custDataLst>
              <p:tags r:id="rId4"/>
            </p:custDataLst>
          </p:nvPr>
        </p:nvCxnSpPr>
        <p:spPr>
          <a:xfrm>
            <a:off x="2466975" y="4391025"/>
            <a:ext cx="233363" cy="333375"/>
          </a:xfrm>
          <a:prstGeom prst="straightConnector1">
            <a:avLst/>
          </a:prstGeom>
          <a:ln>
            <a:headEnd type="none" w="med" len="med"/>
            <a:tailEnd type="arrow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5850" name="文本框 7"/>
          <p:cNvSpPr txBox="1"/>
          <p:nvPr>
            <p:custDataLst>
              <p:tags r:id="rId5"/>
            </p:custDataLst>
          </p:nvPr>
        </p:nvSpPr>
        <p:spPr>
          <a:xfrm>
            <a:off x="4500563" y="3932238"/>
            <a:ext cx="2305050" cy="522287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lstStyle/>
          <a:p>
            <a:r>
              <a:rPr lang="en-US" altLang="zh-CN" sz="2800" dirty="0">
                <a:solidFill>
                  <a:schemeClr val="tx2"/>
                </a:solidFill>
                <a:latin typeface="楷体_GB2312" charset="-122"/>
                <a:ea typeface="楷体_GB2312" charset="-122"/>
                <a:sym typeface="仿宋_GB2312" panose="02010609030101010101" charset="-122"/>
              </a:rPr>
              <a:t>1 2 3 4 5 6</a:t>
            </a:r>
          </a:p>
        </p:txBody>
      </p:sp>
      <p:sp>
        <p:nvSpPr>
          <p:cNvPr id="35851" name="文本框 8"/>
          <p:cNvSpPr txBox="1"/>
          <p:nvPr>
            <p:custDataLst>
              <p:tags r:id="rId6"/>
            </p:custDataLst>
          </p:nvPr>
        </p:nvSpPr>
        <p:spPr>
          <a:xfrm>
            <a:off x="4500563" y="4797425"/>
            <a:ext cx="2305050" cy="52070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lstStyle/>
          <a:p>
            <a:r>
              <a:rPr lang="en-US" altLang="zh-CN" sz="2800" dirty="0">
                <a:solidFill>
                  <a:schemeClr val="tx2"/>
                </a:solidFill>
                <a:latin typeface="楷体_GB2312" charset="-122"/>
                <a:ea typeface="楷体_GB2312" charset="-122"/>
                <a:sym typeface="仿宋_GB2312" panose="02010609030101010101" charset="-122"/>
              </a:rPr>
              <a:t>1 3 5 4 2 6</a:t>
            </a:r>
          </a:p>
        </p:txBody>
      </p:sp>
      <p:cxnSp>
        <p:nvCxnSpPr>
          <p:cNvPr id="14" name="直接箭头连接符 13"/>
          <p:cNvCxnSpPr>
            <a:endCxn id="35845" idx="0"/>
          </p:cNvCxnSpPr>
          <p:nvPr>
            <p:custDataLst>
              <p:tags r:id="rId7"/>
            </p:custDataLst>
          </p:nvPr>
        </p:nvCxnSpPr>
        <p:spPr>
          <a:xfrm>
            <a:off x="4643438" y="4437063"/>
            <a:ext cx="0" cy="360363"/>
          </a:xfrm>
          <a:prstGeom prst="straightConnector1">
            <a:avLst/>
          </a:prstGeom>
          <a:ln>
            <a:headEnd type="none" w="med" len="med"/>
            <a:tailEnd type="arrow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" name="直接箭头连接符 14"/>
          <p:cNvCxnSpPr>
            <a:endCxn id="35845" idx="0"/>
          </p:cNvCxnSpPr>
          <p:nvPr>
            <p:custDataLst>
              <p:tags r:id="rId8"/>
            </p:custDataLst>
          </p:nvPr>
        </p:nvCxnSpPr>
        <p:spPr>
          <a:xfrm flipH="1">
            <a:off x="5003800" y="4391025"/>
            <a:ext cx="360363" cy="406400"/>
          </a:xfrm>
          <a:prstGeom prst="straightConnector1">
            <a:avLst/>
          </a:prstGeom>
          <a:ln>
            <a:headEnd type="none" w="med" len="med"/>
            <a:tailEnd type="arrow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" name="直接箭头连接符 15"/>
          <p:cNvCxnSpPr>
            <a:endCxn id="35845" idx="0"/>
          </p:cNvCxnSpPr>
          <p:nvPr>
            <p:custDataLst>
              <p:tags r:id="rId9"/>
            </p:custDataLst>
          </p:nvPr>
        </p:nvCxnSpPr>
        <p:spPr>
          <a:xfrm flipH="1">
            <a:off x="5364163" y="4383088"/>
            <a:ext cx="719138" cy="414338"/>
          </a:xfrm>
          <a:prstGeom prst="straightConnector1">
            <a:avLst/>
          </a:prstGeom>
          <a:ln>
            <a:headEnd type="none" w="med" len="med"/>
            <a:tailEnd type="arrow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" name="直接箭头连接符 16"/>
          <p:cNvCxnSpPr>
            <a:endCxn id="35845" idx="0"/>
          </p:cNvCxnSpPr>
          <p:nvPr>
            <p:custDataLst>
              <p:tags r:id="rId10"/>
            </p:custDataLst>
          </p:nvPr>
        </p:nvCxnSpPr>
        <p:spPr>
          <a:xfrm>
            <a:off x="5795963" y="4437063"/>
            <a:ext cx="0" cy="360363"/>
          </a:xfrm>
          <a:prstGeom prst="straightConnector1">
            <a:avLst/>
          </a:prstGeom>
          <a:ln>
            <a:headEnd type="none" w="med" len="med"/>
            <a:tailEnd type="arrow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" name="直接箭头连接符 17"/>
          <p:cNvCxnSpPr>
            <a:endCxn id="35845" idx="0"/>
          </p:cNvCxnSpPr>
          <p:nvPr>
            <p:custDataLst>
              <p:tags r:id="rId11"/>
            </p:custDataLst>
          </p:nvPr>
        </p:nvCxnSpPr>
        <p:spPr>
          <a:xfrm>
            <a:off x="5003800" y="4437063"/>
            <a:ext cx="1079500" cy="360363"/>
          </a:xfrm>
          <a:prstGeom prst="straightConnector1">
            <a:avLst/>
          </a:prstGeom>
          <a:ln>
            <a:headEnd type="none" w="med" len="med"/>
            <a:tailEnd type="arrow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5" name="Rectangle 8"/>
          <p:cNvSpPr/>
          <p:nvPr/>
        </p:nvSpPr>
        <p:spPr>
          <a:xfrm>
            <a:off x="2195736" y="3409798"/>
            <a:ext cx="4122738" cy="2663825"/>
          </a:xfrm>
          <a:prstGeom prst="rect">
            <a:avLst/>
          </a:prstGeom>
          <a:noFill/>
          <a:ln w="38100" cap="flat" cmpd="sng">
            <a:solidFill>
              <a:srgbClr val="FF0000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lstStyle/>
          <a:p>
            <a:pPr marL="342900" indent="-342900" eaLnBrk="0" hangingPunct="0">
              <a:spcBef>
                <a:spcPct val="20000"/>
              </a:spcBef>
            </a:pPr>
            <a:r>
              <a:rPr lang="zh-CN" altLang="en-US" sz="3200" dirty="0">
                <a:solidFill>
                  <a:schemeClr val="hlink"/>
                </a:solidFill>
                <a:latin typeface="Times New Roman" panose="02020603050405020304" pitchFamily="18" charset="0"/>
                <a:ea typeface="仿宋_GB2312" panose="02010609030101010101" charset="-122"/>
              </a:rPr>
              <a:t>Ａ．</a:t>
            </a:r>
            <a:r>
              <a:rPr lang="en-US" altLang="zh-CN" sz="3200" dirty="0">
                <a:solidFill>
                  <a:schemeClr val="hlink"/>
                </a:solidFill>
                <a:latin typeface="Times New Roman" panose="02020603050405020304" pitchFamily="18" charset="0"/>
                <a:ea typeface="仿宋_GB2312" panose="02010609030101010101" charset="-122"/>
              </a:rPr>
              <a:t>i  </a:t>
            </a:r>
          </a:p>
          <a:p>
            <a:pPr marL="342900" indent="-342900" eaLnBrk="0" hangingPunct="0">
              <a:spcBef>
                <a:spcPct val="20000"/>
              </a:spcBef>
            </a:pPr>
            <a:r>
              <a:rPr lang="zh-CN" altLang="en-US" sz="3200" dirty="0">
                <a:solidFill>
                  <a:schemeClr val="hlink"/>
                </a:solidFill>
                <a:latin typeface="Times New Roman" panose="02020603050405020304" pitchFamily="18" charset="0"/>
                <a:ea typeface="仿宋_GB2312" panose="02010609030101010101" charset="-122"/>
              </a:rPr>
              <a:t>Ｂ．</a:t>
            </a:r>
            <a:r>
              <a:rPr lang="en-US" altLang="zh-CN" sz="3200" dirty="0">
                <a:solidFill>
                  <a:schemeClr val="hlink"/>
                </a:solidFill>
                <a:latin typeface="Times New Roman" panose="02020603050405020304" pitchFamily="18" charset="0"/>
                <a:ea typeface="仿宋_GB2312" panose="02010609030101010101" charset="-122"/>
              </a:rPr>
              <a:t>n-i</a:t>
            </a:r>
          </a:p>
          <a:p>
            <a:pPr marL="342900" indent="-342900" eaLnBrk="0" hangingPunct="0">
              <a:spcBef>
                <a:spcPct val="20000"/>
              </a:spcBef>
            </a:pPr>
            <a:r>
              <a:rPr lang="zh-CN" altLang="en-US" sz="3200" u="sng" dirty="0">
                <a:solidFill>
                  <a:schemeClr val="hlink"/>
                </a:solidFill>
                <a:latin typeface="Times New Roman" panose="02020603050405020304" pitchFamily="18" charset="0"/>
                <a:ea typeface="仿宋_GB2312" panose="02010609030101010101" charset="-122"/>
              </a:rPr>
              <a:t>Ｃ．</a:t>
            </a:r>
            <a:r>
              <a:rPr lang="en-US" altLang="zh-CN" sz="3200" u="sng" dirty="0">
                <a:solidFill>
                  <a:schemeClr val="hlink"/>
                </a:solidFill>
                <a:latin typeface="Times New Roman" panose="02020603050405020304" pitchFamily="18" charset="0"/>
                <a:ea typeface="仿宋_GB2312" panose="02010609030101010101" charset="-122"/>
              </a:rPr>
              <a:t>n-i+1</a:t>
            </a:r>
          </a:p>
          <a:p>
            <a:pPr marL="342900" indent="-342900" eaLnBrk="0" hangingPunct="0">
              <a:spcBef>
                <a:spcPct val="20000"/>
              </a:spcBef>
            </a:pPr>
            <a:r>
              <a:rPr lang="zh-CN" altLang="en-US" sz="3200" dirty="0">
                <a:solidFill>
                  <a:schemeClr val="hlink"/>
                </a:solidFill>
                <a:latin typeface="Times New Roman" panose="02020603050405020304" pitchFamily="18" charset="0"/>
                <a:ea typeface="仿宋_GB2312" panose="02010609030101010101" charset="-122"/>
              </a:rPr>
              <a:t>Ｄ．不确定</a:t>
            </a:r>
          </a:p>
        </p:txBody>
      </p:sp>
      <p:sp>
        <p:nvSpPr>
          <p:cNvPr id="36866" name="Rectangle 11"/>
          <p:cNvSpPr/>
          <p:nvPr/>
        </p:nvSpPr>
        <p:spPr>
          <a:xfrm>
            <a:off x="503237" y="1268760"/>
            <a:ext cx="8137525" cy="114300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lstStyle/>
          <a:p>
            <a:r>
              <a:rPr lang="en-US" altLang="zh-CN" sz="2800" dirty="0">
                <a:solidFill>
                  <a:schemeClr val="tx2"/>
                </a:solidFill>
                <a:latin typeface="楷体_GB2312" charset="-122"/>
                <a:ea typeface="楷体_GB2312" charset="-122"/>
              </a:rPr>
              <a:t>2.</a:t>
            </a:r>
            <a:r>
              <a:rPr lang="zh-CN" altLang="en-US" sz="3200" dirty="0">
                <a:latin typeface="楷体_GB2312" charset="-122"/>
                <a:ea typeface="楷体_GB2312" charset="-122"/>
              </a:rPr>
              <a:t>若已知一个栈的入栈序列是</a:t>
            </a:r>
            <a:r>
              <a:rPr lang="en-US" altLang="zh-CN" sz="3200" dirty="0">
                <a:latin typeface="楷体_GB2312" charset="-122"/>
                <a:ea typeface="楷体_GB2312" charset="-122"/>
              </a:rPr>
              <a:t>1</a:t>
            </a:r>
            <a:r>
              <a:rPr lang="zh-CN" altLang="en-US" sz="3200" dirty="0">
                <a:latin typeface="楷体_GB2312" charset="-122"/>
                <a:ea typeface="楷体_GB2312" charset="-122"/>
              </a:rPr>
              <a:t>，</a:t>
            </a:r>
            <a:r>
              <a:rPr lang="en-US" altLang="zh-CN" sz="3200" dirty="0">
                <a:latin typeface="楷体_GB2312" charset="-122"/>
                <a:ea typeface="楷体_GB2312" charset="-122"/>
              </a:rPr>
              <a:t>2</a:t>
            </a:r>
            <a:r>
              <a:rPr lang="zh-CN" altLang="en-US" sz="3200" dirty="0">
                <a:latin typeface="楷体_GB2312" charset="-122"/>
                <a:ea typeface="楷体_GB2312" charset="-122"/>
              </a:rPr>
              <a:t>，</a:t>
            </a:r>
            <a:r>
              <a:rPr lang="en-US" altLang="zh-CN" sz="3200" dirty="0">
                <a:latin typeface="楷体_GB2312" charset="-122"/>
                <a:ea typeface="楷体_GB2312" charset="-122"/>
              </a:rPr>
              <a:t>3</a:t>
            </a:r>
            <a:r>
              <a:rPr lang="zh-CN" altLang="en-US" sz="3200" dirty="0">
                <a:latin typeface="楷体_GB2312" charset="-122"/>
                <a:ea typeface="楷体_GB2312" charset="-122"/>
              </a:rPr>
              <a:t>，</a:t>
            </a:r>
            <a:r>
              <a:rPr lang="en-US" altLang="zh-CN" sz="3200" dirty="0">
                <a:latin typeface="华文楷体" panose="02010600040101010101" pitchFamily="2" charset="-122"/>
                <a:ea typeface="楷体_GB2312" charset="-122"/>
              </a:rPr>
              <a:t>…</a:t>
            </a:r>
            <a:r>
              <a:rPr lang="zh-CN" altLang="en-US" sz="3200" dirty="0">
                <a:latin typeface="楷体_GB2312" charset="-122"/>
                <a:ea typeface="楷体_GB2312" charset="-122"/>
              </a:rPr>
              <a:t>，</a:t>
            </a:r>
            <a:r>
              <a:rPr lang="en-US" altLang="zh-CN" sz="3200" i="1" dirty="0">
                <a:latin typeface="楷体_GB2312" charset="-122"/>
                <a:ea typeface="楷体_GB2312" charset="-122"/>
              </a:rPr>
              <a:t>n</a:t>
            </a:r>
            <a:r>
              <a:rPr lang="zh-CN" altLang="en-US" sz="3200" dirty="0">
                <a:latin typeface="楷体_GB2312" charset="-122"/>
                <a:ea typeface="楷体_GB2312" charset="-122"/>
              </a:rPr>
              <a:t>，其输出序列为</a:t>
            </a:r>
            <a:r>
              <a:rPr lang="en-US" altLang="zh-CN" sz="3200" dirty="0">
                <a:latin typeface="楷体_GB2312" charset="-122"/>
                <a:ea typeface="楷体_GB2312" charset="-122"/>
              </a:rPr>
              <a:t>p</a:t>
            </a:r>
            <a:r>
              <a:rPr lang="en-US" altLang="zh-CN" sz="3200" baseline="-25000" dirty="0">
                <a:latin typeface="楷体_GB2312" charset="-122"/>
                <a:ea typeface="楷体_GB2312" charset="-122"/>
              </a:rPr>
              <a:t>1</a:t>
            </a:r>
            <a:r>
              <a:rPr lang="zh-CN" altLang="en-US" sz="3200" dirty="0">
                <a:latin typeface="楷体_GB2312" charset="-122"/>
                <a:ea typeface="楷体_GB2312" charset="-122"/>
              </a:rPr>
              <a:t>，</a:t>
            </a:r>
            <a:r>
              <a:rPr lang="en-US" altLang="zh-CN" sz="3200" dirty="0">
                <a:latin typeface="楷体_GB2312" charset="-122"/>
                <a:ea typeface="楷体_GB2312" charset="-122"/>
              </a:rPr>
              <a:t>p</a:t>
            </a:r>
            <a:r>
              <a:rPr lang="en-US" altLang="zh-CN" sz="3200" baseline="-25000" dirty="0">
                <a:latin typeface="楷体_GB2312" charset="-122"/>
                <a:ea typeface="楷体_GB2312" charset="-122"/>
              </a:rPr>
              <a:t>2</a:t>
            </a:r>
            <a:r>
              <a:rPr lang="zh-CN" altLang="en-US" sz="3200" dirty="0">
                <a:latin typeface="楷体_GB2312" charset="-122"/>
                <a:ea typeface="楷体_GB2312" charset="-122"/>
              </a:rPr>
              <a:t>，</a:t>
            </a:r>
            <a:r>
              <a:rPr lang="en-US" altLang="zh-CN" sz="3200" dirty="0">
                <a:latin typeface="楷体_GB2312" charset="-122"/>
                <a:ea typeface="楷体_GB2312" charset="-122"/>
              </a:rPr>
              <a:t>p</a:t>
            </a:r>
            <a:r>
              <a:rPr lang="en-US" altLang="zh-CN" sz="3200" baseline="-25000" dirty="0">
                <a:latin typeface="楷体_GB2312" charset="-122"/>
                <a:ea typeface="楷体_GB2312" charset="-122"/>
              </a:rPr>
              <a:t>3</a:t>
            </a:r>
            <a:r>
              <a:rPr lang="zh-CN" altLang="en-US" sz="3200" dirty="0">
                <a:latin typeface="楷体_GB2312" charset="-122"/>
                <a:ea typeface="楷体_GB2312" charset="-122"/>
              </a:rPr>
              <a:t>，</a:t>
            </a:r>
            <a:r>
              <a:rPr lang="en-US" altLang="zh-CN" sz="3200" dirty="0">
                <a:latin typeface="华文楷体" panose="02010600040101010101" pitchFamily="2" charset="-122"/>
                <a:ea typeface="楷体_GB2312" charset="-122"/>
              </a:rPr>
              <a:t>…</a:t>
            </a:r>
            <a:r>
              <a:rPr lang="zh-CN" altLang="en-US" sz="3200" dirty="0">
                <a:latin typeface="楷体_GB2312" charset="-122"/>
                <a:ea typeface="楷体_GB2312" charset="-122"/>
              </a:rPr>
              <a:t>，</a:t>
            </a:r>
            <a:r>
              <a:rPr lang="en-US" altLang="zh-CN" sz="3200" dirty="0">
                <a:latin typeface="楷体_GB2312" charset="-122"/>
                <a:ea typeface="楷体_GB2312" charset="-122"/>
              </a:rPr>
              <a:t>p</a:t>
            </a:r>
            <a:r>
              <a:rPr lang="en-US" altLang="zh-CN" sz="3200" i="1" baseline="-25000" dirty="0">
                <a:latin typeface="楷体_GB2312" charset="-122"/>
                <a:ea typeface="楷体_GB2312" charset="-122"/>
              </a:rPr>
              <a:t>n</a:t>
            </a:r>
            <a:r>
              <a:rPr lang="zh-CN" altLang="en-US" sz="3200" dirty="0">
                <a:latin typeface="楷体_GB2312" charset="-122"/>
                <a:ea typeface="楷体_GB2312" charset="-122"/>
              </a:rPr>
              <a:t>，若</a:t>
            </a:r>
            <a:r>
              <a:rPr lang="en-US" altLang="zh-CN" sz="3200" dirty="0">
                <a:latin typeface="楷体_GB2312" charset="-122"/>
                <a:ea typeface="楷体_GB2312" charset="-122"/>
              </a:rPr>
              <a:t>p</a:t>
            </a:r>
            <a:r>
              <a:rPr lang="en-US" altLang="zh-CN" sz="3200" baseline="-25000" dirty="0">
                <a:latin typeface="楷体_GB2312" charset="-122"/>
                <a:ea typeface="楷体_GB2312" charset="-122"/>
              </a:rPr>
              <a:t>1</a:t>
            </a:r>
            <a:r>
              <a:rPr lang="en-US" altLang="zh-CN" sz="3200" dirty="0">
                <a:latin typeface="楷体_GB2312" charset="-122"/>
                <a:ea typeface="楷体_GB2312" charset="-122"/>
              </a:rPr>
              <a:t>=</a:t>
            </a:r>
            <a:r>
              <a:rPr lang="en-US" altLang="zh-CN" sz="3200" i="1" dirty="0">
                <a:latin typeface="楷体_GB2312" charset="-122"/>
                <a:ea typeface="楷体_GB2312" charset="-122"/>
              </a:rPr>
              <a:t>n</a:t>
            </a:r>
            <a:r>
              <a:rPr lang="zh-CN" altLang="en-US" sz="3200" dirty="0">
                <a:latin typeface="楷体_GB2312" charset="-122"/>
                <a:ea typeface="楷体_GB2312" charset="-122"/>
              </a:rPr>
              <a:t>，</a:t>
            </a:r>
            <a:endParaRPr lang="en-US" altLang="zh-CN" sz="3200" dirty="0">
              <a:latin typeface="楷体_GB2312" charset="-122"/>
              <a:ea typeface="楷体_GB2312" charset="-122"/>
            </a:endParaRPr>
          </a:p>
          <a:p>
            <a:r>
              <a:rPr lang="zh-CN" altLang="en-US" sz="3200" dirty="0">
                <a:latin typeface="楷体_GB2312" charset="-122"/>
                <a:ea typeface="楷体_GB2312" charset="-122"/>
              </a:rPr>
              <a:t>则</a:t>
            </a:r>
            <a:r>
              <a:rPr lang="en-US" altLang="zh-CN" sz="3200" dirty="0">
                <a:latin typeface="楷体_GB2312" charset="-122"/>
                <a:ea typeface="楷体_GB2312" charset="-122"/>
              </a:rPr>
              <a:t>pi</a:t>
            </a:r>
            <a:r>
              <a:rPr lang="zh-CN" altLang="en-US" sz="3200" dirty="0">
                <a:latin typeface="楷体_GB2312" charset="-122"/>
                <a:ea typeface="楷体_GB2312" charset="-122"/>
              </a:rPr>
              <a:t>为 相当于先把</a:t>
            </a:r>
            <a:r>
              <a:rPr lang="en-US" altLang="zh-CN" sz="3200" dirty="0">
                <a:latin typeface="楷体_GB2312" charset="-122"/>
                <a:ea typeface="楷体_GB2312" charset="-122"/>
              </a:rPr>
              <a:t>n</a:t>
            </a:r>
            <a:r>
              <a:rPr lang="zh-CN" altLang="en-US" sz="3200" dirty="0">
                <a:latin typeface="楷体_GB2312" charset="-122"/>
                <a:ea typeface="楷体_GB2312" charset="-122"/>
              </a:rPr>
              <a:t>个数都填入栈再依次取出</a:t>
            </a:r>
            <a:r>
              <a:rPr lang="en-US" altLang="zh-CN" sz="3200" dirty="0">
                <a:latin typeface="楷体_GB2312" charset="-122"/>
                <a:ea typeface="楷体_GB2312" charset="-122"/>
              </a:rPr>
              <a:t>,</a:t>
            </a:r>
            <a:r>
              <a:rPr lang="zh-CN" altLang="en-US" sz="3200" dirty="0">
                <a:latin typeface="楷体_GB2312" charset="-122"/>
                <a:ea typeface="楷体_GB2312" charset="-122"/>
              </a:rPr>
              <a:t>取出第</a:t>
            </a:r>
            <a:r>
              <a:rPr lang="en-US" altLang="zh-CN" sz="3200" dirty="0">
                <a:latin typeface="楷体_GB2312" charset="-122"/>
                <a:ea typeface="楷体_GB2312" charset="-122"/>
              </a:rPr>
              <a:t>n-1</a:t>
            </a:r>
            <a:r>
              <a:rPr lang="zh-CN" altLang="en-US" sz="3200" dirty="0">
                <a:latin typeface="楷体_GB2312" charset="-122"/>
                <a:ea typeface="楷体_GB2312" charset="-122"/>
              </a:rPr>
              <a:t>个为</a:t>
            </a:r>
            <a:r>
              <a:rPr lang="en-US" altLang="zh-CN" sz="3200" dirty="0">
                <a:latin typeface="楷体_GB2312" charset="-122"/>
                <a:ea typeface="楷体_GB2312" charset="-122"/>
              </a:rPr>
              <a:t>n-(n-1)+1</a:t>
            </a:r>
            <a:r>
              <a:rPr lang="zh-CN" altLang="en-US" sz="3200" dirty="0">
                <a:latin typeface="楷体_GB2312" charset="-122"/>
                <a:ea typeface="楷体_GB2312" charset="-122"/>
              </a:rPr>
              <a:t>个</a:t>
            </a:r>
            <a:r>
              <a:rPr lang="en-US" altLang="zh-CN" sz="3200" dirty="0">
                <a:latin typeface="楷体_GB2312" charset="-122"/>
                <a:ea typeface="楷体_GB2312" charset="-122"/>
              </a:rPr>
              <a:t>(</a:t>
            </a:r>
            <a:r>
              <a:rPr lang="zh-CN" altLang="en-US" sz="3200" dirty="0">
                <a:latin typeface="楷体_GB2312" charset="-122"/>
                <a:ea typeface="楷体_GB2312" charset="-122"/>
              </a:rPr>
              <a:t>算上第</a:t>
            </a:r>
            <a:r>
              <a:rPr lang="en-US" altLang="zh-CN" sz="3200" dirty="0">
                <a:latin typeface="楷体_GB2312" charset="-122"/>
                <a:ea typeface="楷体_GB2312" charset="-122"/>
              </a:rPr>
              <a:t>n</a:t>
            </a:r>
            <a:r>
              <a:rPr lang="zh-CN" altLang="en-US" sz="3200" dirty="0">
                <a:latin typeface="楷体_GB2312" charset="-122"/>
                <a:ea typeface="楷体_GB2312" charset="-122"/>
              </a:rPr>
              <a:t>个</a:t>
            </a:r>
            <a:r>
              <a:rPr lang="en-US" altLang="zh-CN" sz="3200" dirty="0">
                <a:latin typeface="楷体_GB2312" charset="-122"/>
                <a:ea typeface="楷体_GB2312" charset="-122"/>
              </a:rPr>
              <a:t>)</a:t>
            </a:r>
            <a:endParaRPr lang="zh-CN" altLang="en-US" sz="2800" dirty="0">
              <a:solidFill>
                <a:schemeClr val="tx2"/>
              </a:solidFill>
              <a:latin typeface="楷体_GB2312" charset="-122"/>
              <a:ea typeface="楷体_GB2312" charset="-122"/>
            </a:endParaRPr>
          </a:p>
        </p:txBody>
      </p:sp>
      <p:sp>
        <p:nvSpPr>
          <p:cNvPr id="36867" name="Rectangle 8"/>
          <p:cNvSpPr/>
          <p:nvPr>
            <p:custDataLst>
              <p:tags r:id="rId1"/>
            </p:custDataLst>
          </p:nvPr>
        </p:nvSpPr>
        <p:spPr>
          <a:xfrm>
            <a:off x="0" y="-38100"/>
            <a:ext cx="2470150" cy="593725"/>
          </a:xfrm>
          <a:prstGeom prst="rect">
            <a:avLst/>
          </a:prstGeom>
          <a:solidFill>
            <a:srgbClr val="CCFFFF"/>
          </a:solidFill>
          <a:ln w="9525">
            <a:noFill/>
          </a:ln>
        </p:spPr>
        <p:txBody>
          <a:bodyPr anchor="ctr" anchorCtr="0"/>
          <a:lstStyle/>
          <a:p>
            <a:pPr eaLnBrk="0" hangingPunct="0"/>
            <a:r>
              <a:rPr lang="zh-CN" altLang="en-US" sz="4000" dirty="0">
                <a:solidFill>
                  <a:srgbClr val="FF33CC"/>
                </a:solidFill>
                <a:latin typeface="楷体_GB2312" charset="-122"/>
                <a:ea typeface="楷体_GB2312" charset="-122"/>
              </a:rPr>
              <a:t>课堂练习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89" name="Rectangle 8"/>
          <p:cNvSpPr/>
          <p:nvPr/>
        </p:nvSpPr>
        <p:spPr>
          <a:xfrm>
            <a:off x="1763713" y="2617788"/>
            <a:ext cx="5462587" cy="2663825"/>
          </a:xfrm>
          <a:prstGeom prst="rect">
            <a:avLst/>
          </a:prstGeom>
          <a:noFill/>
          <a:ln w="38100" cap="flat" cmpd="sng">
            <a:solidFill>
              <a:srgbClr val="FF0000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lstStyle/>
          <a:p>
            <a:pPr marL="342900" indent="-342900" eaLnBrk="0" hangingPunct="0">
              <a:spcBef>
                <a:spcPct val="20000"/>
              </a:spcBef>
            </a:pPr>
            <a:r>
              <a:rPr lang="zh-CN" altLang="en-US" sz="3200" dirty="0">
                <a:solidFill>
                  <a:schemeClr val="hlink"/>
                </a:solidFill>
                <a:latin typeface="Times New Roman" panose="02020603050405020304" pitchFamily="18" charset="0"/>
                <a:ea typeface="仿宋_GB2312" panose="02010609030101010101" charset="-122"/>
              </a:rPr>
              <a:t>Ａ． </a:t>
            </a:r>
            <a:r>
              <a:rPr lang="en-US" altLang="zh-CN" sz="3200" dirty="0">
                <a:solidFill>
                  <a:schemeClr val="hlink"/>
                </a:solidFill>
                <a:latin typeface="Times New Roman" panose="02020603050405020304" pitchFamily="18" charset="0"/>
                <a:ea typeface="仿宋_GB2312" panose="02010609030101010101" charset="-122"/>
              </a:rPr>
              <a:t>top</a:t>
            </a:r>
            <a:r>
              <a:rPr lang="zh-CN" altLang="en-US" sz="3200" dirty="0">
                <a:solidFill>
                  <a:schemeClr val="hlink"/>
                </a:solidFill>
                <a:latin typeface="Times New Roman" panose="02020603050405020304" pitchFamily="18" charset="0"/>
                <a:ea typeface="仿宋_GB2312" panose="02010609030101010101" charset="-122"/>
              </a:rPr>
              <a:t>不变</a:t>
            </a:r>
          </a:p>
          <a:p>
            <a:pPr marL="342900" indent="-342900" eaLnBrk="0" hangingPunct="0">
              <a:spcBef>
                <a:spcPct val="20000"/>
              </a:spcBef>
            </a:pPr>
            <a:r>
              <a:rPr lang="zh-CN" altLang="en-US" sz="3200" dirty="0">
                <a:solidFill>
                  <a:schemeClr val="hlink"/>
                </a:solidFill>
                <a:latin typeface="Times New Roman" panose="02020603050405020304" pitchFamily="18" charset="0"/>
                <a:ea typeface="仿宋_GB2312" panose="02010609030101010101" charset="-122"/>
              </a:rPr>
              <a:t>Ｂ． </a:t>
            </a:r>
            <a:r>
              <a:rPr lang="en-US" altLang="zh-CN" sz="3200" dirty="0">
                <a:solidFill>
                  <a:schemeClr val="hlink"/>
                </a:solidFill>
                <a:latin typeface="Times New Roman" panose="02020603050405020304" pitchFamily="18" charset="0"/>
                <a:ea typeface="仿宋_GB2312" panose="02010609030101010101" charset="-122"/>
              </a:rPr>
              <a:t>top=0</a:t>
            </a:r>
          </a:p>
          <a:p>
            <a:pPr marL="342900" indent="-342900" eaLnBrk="0" hangingPunct="0">
              <a:spcBef>
                <a:spcPct val="20000"/>
              </a:spcBef>
            </a:pPr>
            <a:r>
              <a:rPr lang="zh-CN" altLang="en-US" sz="3200" dirty="0">
                <a:solidFill>
                  <a:schemeClr val="hlink"/>
                </a:solidFill>
                <a:latin typeface="Times New Roman" panose="02020603050405020304" pitchFamily="18" charset="0"/>
                <a:ea typeface="仿宋_GB2312" panose="02010609030101010101" charset="-122"/>
              </a:rPr>
              <a:t>Ｃ． </a:t>
            </a:r>
            <a:r>
              <a:rPr lang="en-US" altLang="zh-CN" sz="3200" dirty="0">
                <a:solidFill>
                  <a:schemeClr val="hlink"/>
                </a:solidFill>
                <a:latin typeface="Times New Roman" panose="02020603050405020304" pitchFamily="18" charset="0"/>
                <a:ea typeface="仿宋_GB2312" panose="02010609030101010101" charset="-122"/>
              </a:rPr>
              <a:t>top++</a:t>
            </a:r>
            <a:r>
              <a:rPr lang="en-US" altLang="zh-CN" sz="3200" b="0" dirty="0">
                <a:solidFill>
                  <a:schemeClr val="hlink"/>
                </a:solidFill>
                <a:latin typeface="Times New Roman" panose="02020603050405020304" pitchFamily="18" charset="0"/>
                <a:ea typeface="仿宋_GB2312" panose="02010609030101010101" charset="-122"/>
              </a:rPr>
              <a:t> </a:t>
            </a:r>
            <a:endParaRPr lang="en-US" altLang="zh-CN" sz="3200" dirty="0">
              <a:solidFill>
                <a:schemeClr val="hlink"/>
              </a:solidFill>
              <a:latin typeface="Times New Roman" panose="02020603050405020304" pitchFamily="18" charset="0"/>
              <a:ea typeface="仿宋_GB2312" panose="02010609030101010101" charset="-122"/>
            </a:endParaRPr>
          </a:p>
          <a:p>
            <a:pPr marL="342900" indent="-342900" eaLnBrk="0" hangingPunct="0">
              <a:spcBef>
                <a:spcPct val="20000"/>
              </a:spcBef>
            </a:pPr>
            <a:r>
              <a:rPr lang="zh-CN" altLang="en-US" sz="3200" u="sng" dirty="0">
                <a:solidFill>
                  <a:schemeClr val="hlink"/>
                </a:solidFill>
                <a:latin typeface="Times New Roman" panose="02020603050405020304" pitchFamily="18" charset="0"/>
                <a:ea typeface="仿宋_GB2312" panose="02010609030101010101" charset="-122"/>
              </a:rPr>
              <a:t>Ｄ． </a:t>
            </a:r>
            <a:r>
              <a:rPr lang="en-US" altLang="zh-CN" sz="3200" u="sng" dirty="0">
                <a:solidFill>
                  <a:schemeClr val="hlink"/>
                </a:solidFill>
                <a:latin typeface="Times New Roman" panose="02020603050405020304" pitchFamily="18" charset="0"/>
                <a:ea typeface="仿宋_GB2312" panose="02010609030101010101" charset="-122"/>
              </a:rPr>
              <a:t>top--</a:t>
            </a:r>
          </a:p>
        </p:txBody>
      </p:sp>
      <p:sp>
        <p:nvSpPr>
          <p:cNvPr id="37890" name="Rectangle 10"/>
          <p:cNvSpPr/>
          <p:nvPr/>
        </p:nvSpPr>
        <p:spPr>
          <a:xfrm>
            <a:off x="430213" y="685800"/>
            <a:ext cx="8713787" cy="1901825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lstStyle/>
          <a:p>
            <a:r>
              <a:rPr lang="en-US" altLang="zh-CN" sz="2800" dirty="0">
                <a:solidFill>
                  <a:schemeClr val="tx2"/>
                </a:solidFill>
                <a:latin typeface="楷体_GB2312" charset="-122"/>
                <a:ea typeface="楷体_GB2312" charset="-122"/>
              </a:rPr>
              <a:t>3.</a:t>
            </a:r>
            <a:r>
              <a:rPr lang="zh-CN" altLang="en-US" sz="3200" dirty="0">
                <a:latin typeface="楷体_GB2312" charset="-122"/>
                <a:ea typeface="楷体_GB2312" charset="-122"/>
              </a:rPr>
              <a:t>在一个具有</a:t>
            </a:r>
            <a:r>
              <a:rPr lang="en-US" altLang="zh-CN" sz="3200" dirty="0">
                <a:latin typeface="楷体_GB2312" charset="-122"/>
                <a:ea typeface="楷体_GB2312" charset="-122"/>
              </a:rPr>
              <a:t>n</a:t>
            </a:r>
            <a:r>
              <a:rPr lang="zh-CN" altLang="en-US" sz="3200" dirty="0">
                <a:latin typeface="楷体_GB2312" charset="-122"/>
                <a:ea typeface="楷体_GB2312" charset="-122"/>
              </a:rPr>
              <a:t>个单元的顺序栈中，假设以地址高端作为栈底，以</a:t>
            </a:r>
            <a:r>
              <a:rPr lang="en-US" altLang="zh-CN" sz="3200" dirty="0">
                <a:latin typeface="楷体_GB2312" charset="-122"/>
                <a:ea typeface="楷体_GB2312" charset="-122"/>
              </a:rPr>
              <a:t>top</a:t>
            </a:r>
            <a:r>
              <a:rPr lang="zh-CN" altLang="en-US" sz="3200" dirty="0">
                <a:latin typeface="楷体_GB2312" charset="-122"/>
                <a:ea typeface="楷体_GB2312" charset="-122"/>
              </a:rPr>
              <a:t>作为栈顶指针，则当作进栈处理时，</a:t>
            </a:r>
            <a:r>
              <a:rPr lang="en-US" altLang="zh-CN" sz="3200" dirty="0">
                <a:latin typeface="楷体_GB2312" charset="-122"/>
                <a:ea typeface="楷体_GB2312" charset="-122"/>
              </a:rPr>
              <a:t>top</a:t>
            </a:r>
            <a:r>
              <a:rPr lang="zh-CN" altLang="en-US" sz="3200" dirty="0">
                <a:latin typeface="楷体_GB2312" charset="-122"/>
                <a:ea typeface="楷体_GB2312" charset="-122"/>
              </a:rPr>
              <a:t>的变化为　</a:t>
            </a:r>
          </a:p>
        </p:txBody>
      </p:sp>
      <p:sp>
        <p:nvSpPr>
          <p:cNvPr id="37891" name="Rectangle 8"/>
          <p:cNvSpPr/>
          <p:nvPr>
            <p:custDataLst>
              <p:tags r:id="rId1"/>
            </p:custDataLst>
          </p:nvPr>
        </p:nvSpPr>
        <p:spPr>
          <a:xfrm>
            <a:off x="0" y="-38100"/>
            <a:ext cx="2470150" cy="593725"/>
          </a:xfrm>
          <a:prstGeom prst="rect">
            <a:avLst/>
          </a:prstGeom>
          <a:solidFill>
            <a:srgbClr val="CCFFFF"/>
          </a:solidFill>
          <a:ln w="9525">
            <a:noFill/>
          </a:ln>
        </p:spPr>
        <p:txBody>
          <a:bodyPr anchor="ctr" anchorCtr="0"/>
          <a:lstStyle/>
          <a:p>
            <a:pPr eaLnBrk="0" hangingPunct="0"/>
            <a:r>
              <a:rPr lang="zh-CN" altLang="en-US" sz="4000" dirty="0">
                <a:solidFill>
                  <a:srgbClr val="FF33CC"/>
                </a:solidFill>
                <a:latin typeface="楷体_GB2312" charset="-122"/>
                <a:ea typeface="楷体_GB2312" charset="-122"/>
              </a:rPr>
              <a:t>课堂练习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3" name="Rectangle 4"/>
          <p:cNvSpPr/>
          <p:nvPr/>
        </p:nvSpPr>
        <p:spPr>
          <a:xfrm>
            <a:off x="39688" y="0"/>
            <a:ext cx="3524250" cy="515938"/>
          </a:xfrm>
          <a:prstGeom prst="rect">
            <a:avLst/>
          </a:prstGeom>
          <a:solidFill>
            <a:srgbClr val="FFFF99"/>
          </a:solidFill>
          <a:ln w="9525">
            <a:noFill/>
          </a:ln>
        </p:spPr>
        <p:txBody>
          <a:bodyPr anchor="ctr" anchorCtr="0"/>
          <a:lstStyle/>
          <a:p>
            <a:pPr eaLnBrk="0" hangingPunct="0"/>
            <a:r>
              <a:rPr lang="zh-CN" altLang="en-US" sz="3200" dirty="0">
                <a:latin typeface="楷体_GB2312" charset="-122"/>
                <a:ea typeface="楷体_GB2312" charset="-122"/>
              </a:rPr>
              <a:t>链栈的表示</a:t>
            </a:r>
          </a:p>
        </p:txBody>
      </p:sp>
      <p:sp>
        <p:nvSpPr>
          <p:cNvPr id="44034" name="Rectangle 5"/>
          <p:cNvSpPr/>
          <p:nvPr/>
        </p:nvSpPr>
        <p:spPr>
          <a:xfrm>
            <a:off x="155575" y="692150"/>
            <a:ext cx="8799513" cy="1008063"/>
          </a:xfrm>
          <a:prstGeom prst="rect">
            <a:avLst/>
          </a:prstGeom>
          <a:solidFill>
            <a:srgbClr val="CCFFFF"/>
          </a:solidFill>
          <a:ln w="9525">
            <a:noFill/>
          </a:ln>
        </p:spPr>
        <p:txBody>
          <a:bodyPr anchor="t" anchorCtr="0"/>
          <a:lstStyle/>
          <a:p>
            <a:pPr marL="342900" indent="-342900" eaLnBrk="0" hangingPunct="0">
              <a:spcBef>
                <a:spcPct val="20000"/>
              </a:spcBef>
              <a:buClr>
                <a:srgbClr val="FF0000"/>
              </a:buClr>
              <a:buFont typeface="Wingdings" panose="05000000000000000000" pitchFamily="2" charset="2"/>
              <a:buChar char="ü"/>
            </a:pPr>
            <a:r>
              <a:rPr lang="zh-CN" altLang="en-US" sz="2800" dirty="0">
                <a:latin typeface="Times New Roman" panose="02020603050405020304" pitchFamily="18" charset="0"/>
                <a:ea typeface="楷体_GB2312" charset="-122"/>
              </a:rPr>
              <a:t>运算是受限的单链表，只能在链表头部进行操作，故没有必要附加头结点。栈顶指针就是链表的头指针</a:t>
            </a:r>
          </a:p>
          <a:p>
            <a:pPr marL="342900" indent="-342900" eaLnBrk="0" hangingPunct="0">
              <a:spcBef>
                <a:spcPct val="20000"/>
              </a:spcBef>
            </a:pPr>
            <a:r>
              <a:rPr lang="zh-CN" altLang="en-US" sz="2800" dirty="0">
                <a:latin typeface="Times New Roman" panose="02020603050405020304" pitchFamily="18" charset="0"/>
                <a:ea typeface="楷体_GB2312" charset="-122"/>
              </a:rPr>
              <a:t>      </a:t>
            </a:r>
          </a:p>
        </p:txBody>
      </p:sp>
      <p:sp>
        <p:nvSpPr>
          <p:cNvPr id="44035" name="Rectangle 37"/>
          <p:cNvSpPr/>
          <p:nvPr/>
        </p:nvSpPr>
        <p:spPr>
          <a:xfrm>
            <a:off x="179388" y="2203450"/>
            <a:ext cx="5230812" cy="2954338"/>
          </a:xfrm>
          <a:prstGeom prst="rect">
            <a:avLst/>
          </a:prstGeom>
          <a:solidFill>
            <a:srgbClr val="FFFFE7"/>
          </a:solidFill>
          <a:ln w="38100" cap="flat" cmpd="sng">
            <a:solidFill>
              <a:srgbClr val="FF0000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>
            <a:spAutoFit/>
          </a:bodyPr>
          <a:lstStyle/>
          <a:p>
            <a:pPr marL="342900" indent="-342900" eaLnBrk="0" hangingPunct="0">
              <a:spcBef>
                <a:spcPct val="20000"/>
              </a:spcBef>
            </a:pPr>
            <a:r>
              <a:rPr lang="en-US" altLang="zh-CN" sz="3200" dirty="0">
                <a:latin typeface="Times New Roman" panose="02020603050405020304" pitchFamily="18" charset="0"/>
                <a:ea typeface="楷体_GB2312" charset="-122"/>
              </a:rPr>
              <a:t>typedef  struct StackNode {</a:t>
            </a:r>
          </a:p>
          <a:p>
            <a:pPr marL="342900" indent="-342900" eaLnBrk="0" hangingPunct="0">
              <a:spcBef>
                <a:spcPct val="20000"/>
              </a:spcBef>
            </a:pPr>
            <a:r>
              <a:rPr lang="en-US" altLang="zh-CN" sz="3200" dirty="0">
                <a:latin typeface="Times New Roman" panose="02020603050405020304" pitchFamily="18" charset="0"/>
                <a:ea typeface="楷体_GB2312" charset="-122"/>
              </a:rPr>
              <a:t>      SElemType  data;</a:t>
            </a:r>
          </a:p>
          <a:p>
            <a:pPr marL="342900" indent="-342900" eaLnBrk="0" hangingPunct="0">
              <a:spcBef>
                <a:spcPct val="20000"/>
              </a:spcBef>
            </a:pPr>
            <a:r>
              <a:rPr lang="en-US" altLang="zh-CN" sz="3200" dirty="0">
                <a:latin typeface="Times New Roman" panose="02020603050405020304" pitchFamily="18" charset="0"/>
                <a:ea typeface="楷体_GB2312" charset="-122"/>
              </a:rPr>
              <a:t>      struct StackNode </a:t>
            </a:r>
            <a:r>
              <a:rPr lang="en-US" altLang="zh-CN" sz="3200" dirty="0">
                <a:highlight>
                  <a:srgbClr val="00FF00"/>
                </a:highlight>
                <a:latin typeface="Times New Roman" panose="02020603050405020304" pitchFamily="18" charset="0"/>
                <a:ea typeface="楷体_GB2312" charset="-122"/>
              </a:rPr>
              <a:t>*</a:t>
            </a:r>
            <a:r>
              <a:rPr lang="en-US" altLang="zh-CN" sz="3200" dirty="0">
                <a:latin typeface="Times New Roman" panose="02020603050405020304" pitchFamily="18" charset="0"/>
                <a:ea typeface="楷体_GB2312" charset="-122"/>
              </a:rPr>
              <a:t>next;</a:t>
            </a:r>
          </a:p>
          <a:p>
            <a:pPr marL="342900" indent="-342900" eaLnBrk="0" hangingPunct="0">
              <a:spcBef>
                <a:spcPct val="20000"/>
              </a:spcBef>
            </a:pPr>
            <a:r>
              <a:rPr lang="en-US" altLang="zh-CN" sz="3200" dirty="0">
                <a:latin typeface="Times New Roman" panose="02020603050405020304" pitchFamily="18" charset="0"/>
                <a:ea typeface="楷体_GB2312" charset="-122"/>
              </a:rPr>
              <a:t> } StackNode,  </a:t>
            </a:r>
            <a:r>
              <a:rPr lang="en-US" altLang="zh-CN" sz="3200" dirty="0">
                <a:highlight>
                  <a:srgbClr val="00FF00"/>
                </a:highlight>
                <a:latin typeface="Times New Roman" panose="02020603050405020304" pitchFamily="18" charset="0"/>
                <a:ea typeface="楷体_GB2312" charset="-122"/>
              </a:rPr>
              <a:t>*</a:t>
            </a:r>
            <a:r>
              <a:rPr lang="en-US" altLang="zh-CN" sz="3200" dirty="0">
                <a:latin typeface="Times New Roman" panose="02020603050405020304" pitchFamily="18" charset="0"/>
                <a:ea typeface="楷体_GB2312" charset="-122"/>
              </a:rPr>
              <a:t>LinkStack;</a:t>
            </a:r>
          </a:p>
          <a:p>
            <a:pPr marL="342900" indent="-342900" eaLnBrk="0" hangingPunct="0">
              <a:spcBef>
                <a:spcPct val="20000"/>
              </a:spcBef>
            </a:pPr>
            <a:r>
              <a:rPr lang="en-US" altLang="zh-CN" sz="3200" dirty="0">
                <a:latin typeface="Times New Roman" panose="02020603050405020304" pitchFamily="18" charset="0"/>
                <a:ea typeface="楷体_GB2312" charset="-122"/>
              </a:rPr>
              <a:t>LinkStack S;   </a:t>
            </a:r>
          </a:p>
        </p:txBody>
      </p:sp>
      <p:grpSp>
        <p:nvGrpSpPr>
          <p:cNvPr id="44036" name="Group 38"/>
          <p:cNvGrpSpPr/>
          <p:nvPr/>
        </p:nvGrpSpPr>
        <p:grpSpPr>
          <a:xfrm>
            <a:off x="5410200" y="1943100"/>
            <a:ext cx="3810000" cy="3314700"/>
            <a:chOff x="3792" y="864"/>
            <a:chExt cx="2400" cy="1564"/>
          </a:xfrm>
        </p:grpSpPr>
        <p:sp>
          <p:nvSpPr>
            <p:cNvPr id="44037" name="Rectangle 39"/>
            <p:cNvSpPr/>
            <p:nvPr/>
          </p:nvSpPr>
          <p:spPr>
            <a:xfrm>
              <a:off x="4512" y="1132"/>
              <a:ext cx="768" cy="192"/>
            </a:xfrm>
            <a:prstGeom prst="rect">
              <a:avLst/>
            </a:prstGeom>
            <a:solidFill>
              <a:srgbClr val="FFFFFF"/>
            </a:solidFill>
            <a:ln w="38100" cap="flat" cmpd="sng">
              <a:solidFill>
                <a:srgbClr val="00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/>
            <a:p>
              <a:pPr eaLnBrk="0" hangingPunct="0">
                <a:spcBef>
                  <a:spcPct val="20000"/>
                </a:spcBef>
              </a:pPr>
              <a:endParaRPr lang="zh-CN" altLang="en-US" dirty="0">
                <a:latin typeface="Times New Roman" panose="02020603050405020304" pitchFamily="18" charset="0"/>
                <a:ea typeface="楷体_GB2312" charset="-122"/>
              </a:endParaRPr>
            </a:p>
          </p:txBody>
        </p:sp>
        <p:sp>
          <p:nvSpPr>
            <p:cNvPr id="44038" name="Line 40"/>
            <p:cNvSpPr/>
            <p:nvPr/>
          </p:nvSpPr>
          <p:spPr>
            <a:xfrm>
              <a:off x="4896" y="1132"/>
              <a:ext cx="0" cy="192"/>
            </a:xfrm>
            <a:prstGeom prst="line">
              <a:avLst/>
            </a:prstGeom>
            <a:ln w="3810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4039" name="Text Box 41"/>
            <p:cNvSpPr txBox="1"/>
            <p:nvPr/>
          </p:nvSpPr>
          <p:spPr>
            <a:xfrm>
              <a:off x="4464" y="864"/>
              <a:ext cx="816" cy="159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lstStyle/>
            <a:p>
              <a:pPr eaLnBrk="0" hangingPunct="0">
                <a:spcBef>
                  <a:spcPct val="50000"/>
                </a:spcBef>
              </a:pPr>
              <a:r>
                <a:rPr lang="zh-CN" altLang="zh-CN" sz="1600" dirty="0">
                  <a:latin typeface="Arial" panose="020B0604020202020204" pitchFamily="34" charset="0"/>
                  <a:ea typeface="宋体" panose="02010600030101010101" pitchFamily="2" charset="-122"/>
                </a:rPr>
                <a:t> </a:t>
              </a:r>
              <a:r>
                <a:rPr lang="en-US" altLang="zh-CN" sz="1600" dirty="0">
                  <a:latin typeface="Arial" panose="020B0604020202020204" pitchFamily="34" charset="0"/>
                  <a:ea typeface="宋体" panose="02010600030101010101" pitchFamily="2" charset="-122"/>
                </a:rPr>
                <a:t>data   next</a:t>
              </a:r>
            </a:p>
          </p:txBody>
        </p:sp>
        <p:sp>
          <p:nvSpPr>
            <p:cNvPr id="44040" name="Text Box 42"/>
            <p:cNvSpPr txBox="1"/>
            <p:nvPr/>
          </p:nvSpPr>
          <p:spPr>
            <a:xfrm>
              <a:off x="5328" y="1112"/>
              <a:ext cx="816" cy="159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lstStyle/>
            <a:p>
              <a:pPr eaLnBrk="0" hangingPunct="0">
                <a:spcBef>
                  <a:spcPct val="50000"/>
                </a:spcBef>
              </a:pPr>
              <a:r>
                <a:rPr lang="zh-CN" altLang="zh-CN" sz="1600" dirty="0">
                  <a:latin typeface="Arial" panose="020B0604020202020204" pitchFamily="34" charset="0"/>
                  <a:ea typeface="宋体" panose="02010600030101010101" pitchFamily="2" charset="-122"/>
                </a:rPr>
                <a:t> 栈顶</a:t>
              </a:r>
              <a:endParaRPr lang="zh-CN" altLang="en-US" sz="1600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44041" name="Text Box 43"/>
            <p:cNvSpPr txBox="1"/>
            <p:nvPr/>
          </p:nvSpPr>
          <p:spPr>
            <a:xfrm>
              <a:off x="5376" y="2236"/>
              <a:ext cx="816" cy="159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lstStyle/>
            <a:p>
              <a:pPr eaLnBrk="0" hangingPunct="0">
                <a:spcBef>
                  <a:spcPct val="50000"/>
                </a:spcBef>
              </a:pPr>
              <a:r>
                <a:rPr lang="zh-CN" altLang="zh-CN" sz="1600" dirty="0">
                  <a:latin typeface="Arial" panose="020B0604020202020204" pitchFamily="34" charset="0"/>
                  <a:ea typeface="宋体" panose="02010600030101010101" pitchFamily="2" charset="-122"/>
                </a:rPr>
                <a:t>栈底</a:t>
              </a:r>
              <a:endParaRPr lang="zh-CN" altLang="en-US" sz="1600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44042" name="Rectangle 44"/>
            <p:cNvSpPr/>
            <p:nvPr/>
          </p:nvSpPr>
          <p:spPr>
            <a:xfrm>
              <a:off x="4512" y="1516"/>
              <a:ext cx="768" cy="192"/>
            </a:xfrm>
            <a:prstGeom prst="rect">
              <a:avLst/>
            </a:prstGeom>
            <a:solidFill>
              <a:srgbClr val="FFFFFF"/>
            </a:solidFill>
            <a:ln w="38100" cap="flat" cmpd="sng">
              <a:solidFill>
                <a:srgbClr val="00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/>
            <a:p>
              <a:pPr eaLnBrk="0" hangingPunct="0">
                <a:spcBef>
                  <a:spcPct val="20000"/>
                </a:spcBef>
              </a:pPr>
              <a:endParaRPr lang="zh-CN" altLang="en-US" dirty="0">
                <a:latin typeface="Times New Roman" panose="02020603050405020304" pitchFamily="18" charset="0"/>
                <a:ea typeface="楷体_GB2312" charset="-122"/>
              </a:endParaRPr>
            </a:p>
          </p:txBody>
        </p:sp>
        <p:sp>
          <p:nvSpPr>
            <p:cNvPr id="44043" name="Line 45"/>
            <p:cNvSpPr/>
            <p:nvPr/>
          </p:nvSpPr>
          <p:spPr>
            <a:xfrm>
              <a:off x="4896" y="1516"/>
              <a:ext cx="0" cy="192"/>
            </a:xfrm>
            <a:prstGeom prst="line">
              <a:avLst/>
            </a:prstGeom>
            <a:ln w="3810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4044" name="Rectangle 46"/>
            <p:cNvSpPr/>
            <p:nvPr/>
          </p:nvSpPr>
          <p:spPr>
            <a:xfrm>
              <a:off x="4512" y="2236"/>
              <a:ext cx="768" cy="192"/>
            </a:xfrm>
            <a:prstGeom prst="rect">
              <a:avLst/>
            </a:prstGeom>
            <a:solidFill>
              <a:srgbClr val="FFFFFF"/>
            </a:solidFill>
            <a:ln w="38100" cap="flat" cmpd="sng">
              <a:solidFill>
                <a:srgbClr val="00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/>
            <a:p>
              <a:pPr eaLnBrk="0" hangingPunct="0">
                <a:spcBef>
                  <a:spcPct val="20000"/>
                </a:spcBef>
              </a:pPr>
              <a:endParaRPr lang="zh-CN" altLang="en-US" dirty="0">
                <a:latin typeface="Times New Roman" panose="02020603050405020304" pitchFamily="18" charset="0"/>
                <a:ea typeface="楷体_GB2312" charset="-122"/>
              </a:endParaRPr>
            </a:p>
          </p:txBody>
        </p:sp>
        <p:sp>
          <p:nvSpPr>
            <p:cNvPr id="44045" name="Line 47"/>
            <p:cNvSpPr/>
            <p:nvPr/>
          </p:nvSpPr>
          <p:spPr>
            <a:xfrm>
              <a:off x="4896" y="2236"/>
              <a:ext cx="0" cy="192"/>
            </a:xfrm>
            <a:prstGeom prst="line">
              <a:avLst/>
            </a:prstGeom>
            <a:ln w="3810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4046" name="Line 48"/>
            <p:cNvSpPr/>
            <p:nvPr/>
          </p:nvSpPr>
          <p:spPr>
            <a:xfrm>
              <a:off x="5088" y="1296"/>
              <a:ext cx="0" cy="240"/>
            </a:xfrm>
            <a:prstGeom prst="line">
              <a:avLst/>
            </a:prstGeom>
            <a:ln w="28575" cap="flat" cmpd="sng">
              <a:solidFill>
                <a:srgbClr val="000000"/>
              </a:solidFill>
              <a:prstDash val="solid"/>
              <a:round/>
              <a:headEnd type="none" w="med" len="med"/>
              <a:tailEnd type="triangl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4047" name="Line 49"/>
            <p:cNvSpPr/>
            <p:nvPr/>
          </p:nvSpPr>
          <p:spPr>
            <a:xfrm>
              <a:off x="5088" y="1728"/>
              <a:ext cx="0" cy="240"/>
            </a:xfrm>
            <a:prstGeom prst="line">
              <a:avLst/>
            </a:prstGeom>
            <a:ln w="28575" cap="flat" cmpd="sng">
              <a:solidFill>
                <a:srgbClr val="000000"/>
              </a:solidFill>
              <a:prstDash val="solid"/>
              <a:round/>
              <a:headEnd type="none" w="med" len="med"/>
              <a:tailEnd type="triangl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4048" name="Line 50"/>
            <p:cNvSpPr/>
            <p:nvPr/>
          </p:nvSpPr>
          <p:spPr>
            <a:xfrm>
              <a:off x="5088" y="2016"/>
              <a:ext cx="0" cy="192"/>
            </a:xfrm>
            <a:prstGeom prst="line">
              <a:avLst/>
            </a:prstGeom>
            <a:ln w="38100" cap="flat" cmpd="sng">
              <a:solidFill>
                <a:srgbClr val="000000"/>
              </a:solidFill>
              <a:prstDash val="sysDot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4049" name="Text Box 51"/>
            <p:cNvSpPr txBox="1"/>
            <p:nvPr/>
          </p:nvSpPr>
          <p:spPr>
            <a:xfrm>
              <a:off x="4944" y="2208"/>
              <a:ext cx="288" cy="159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lstStyle/>
            <a:p>
              <a:pPr algn="ctr" eaLnBrk="0" hangingPunct="0">
                <a:spcBef>
                  <a:spcPct val="50000"/>
                </a:spcBef>
              </a:pPr>
              <a:r>
                <a:rPr lang="en-US" altLang="zh-CN" sz="1600" dirty="0">
                  <a:latin typeface="Arial" panose="020B0604020202020204" pitchFamily="34" charset="0"/>
                  <a:ea typeface="宋体" panose="02010600030101010101" pitchFamily="2" charset="-122"/>
                </a:rPr>
                <a:t>∧</a:t>
              </a:r>
            </a:p>
          </p:txBody>
        </p:sp>
        <p:sp>
          <p:nvSpPr>
            <p:cNvPr id="44050" name="Line 52"/>
            <p:cNvSpPr/>
            <p:nvPr/>
          </p:nvSpPr>
          <p:spPr>
            <a:xfrm>
              <a:off x="4032" y="1248"/>
              <a:ext cx="480" cy="0"/>
            </a:xfrm>
            <a:prstGeom prst="line">
              <a:avLst/>
            </a:prstGeom>
            <a:ln w="38100" cap="flat" cmpd="sng">
              <a:solidFill>
                <a:srgbClr val="000000"/>
              </a:solidFill>
              <a:prstDash val="solid"/>
              <a:round/>
              <a:headEnd type="none" w="med" len="med"/>
              <a:tailEnd type="triangl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4051" name="Text Box 53"/>
            <p:cNvSpPr txBox="1"/>
            <p:nvPr/>
          </p:nvSpPr>
          <p:spPr>
            <a:xfrm>
              <a:off x="3792" y="1152"/>
              <a:ext cx="288" cy="159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lstStyle/>
            <a:p>
              <a:pPr algn="ctr" eaLnBrk="0" hangingPunct="0">
                <a:spcBef>
                  <a:spcPct val="50000"/>
                </a:spcBef>
              </a:pPr>
              <a:r>
                <a:rPr lang="en-US" altLang="zh-CN" sz="1600" dirty="0">
                  <a:latin typeface="Arial" panose="020B0604020202020204" pitchFamily="34" charset="0"/>
                  <a:ea typeface="宋体" panose="02010600030101010101" pitchFamily="2" charset="-122"/>
                </a:rPr>
                <a:t>S</a:t>
              </a:r>
            </a:p>
          </p:txBody>
        </p:sp>
      </p:grpSp>
      <p:sp>
        <p:nvSpPr>
          <p:cNvPr id="2" name="文本框 1">
            <a:extLst>
              <a:ext uri="{FF2B5EF4-FFF2-40B4-BE49-F238E27FC236}">
                <a16:creationId xmlns:a16="http://schemas.microsoft.com/office/drawing/2014/main" id="{8B238AA3-07B9-9264-3462-59E5648E0F45}"/>
              </a:ext>
            </a:extLst>
          </p:cNvPr>
          <p:cNvSpPr txBox="1"/>
          <p:nvPr/>
        </p:nvSpPr>
        <p:spPr>
          <a:xfrm>
            <a:off x="39688" y="5354888"/>
            <a:ext cx="523081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highlight>
                  <a:srgbClr val="00FF00"/>
                </a:highlight>
              </a:rPr>
              <a:t>记忆</a:t>
            </a:r>
            <a:r>
              <a:rPr lang="en-US" altLang="zh-CN" dirty="0">
                <a:highlight>
                  <a:srgbClr val="00FF00"/>
                </a:highlight>
              </a:rPr>
              <a:t>:</a:t>
            </a:r>
            <a:r>
              <a:rPr lang="zh-CN" altLang="en-US" dirty="0">
                <a:highlight>
                  <a:srgbClr val="00FF00"/>
                </a:highlight>
              </a:rPr>
              <a:t>与线性表一模一样</a:t>
            </a:r>
            <a:endParaRPr lang="en-US" altLang="zh-CN" dirty="0">
              <a:highlight>
                <a:srgbClr val="00FF00"/>
              </a:highlight>
            </a:endParaRPr>
          </a:p>
          <a:p>
            <a:r>
              <a:rPr lang="zh-CN" altLang="en-US" dirty="0">
                <a:highlight>
                  <a:srgbClr val="00FF00"/>
                </a:highlight>
              </a:rPr>
              <a:t>但是栈的指针域即</a:t>
            </a:r>
            <a:r>
              <a:rPr lang="en-US" altLang="zh-CN" dirty="0">
                <a:highlight>
                  <a:srgbClr val="00FF00"/>
                </a:highlight>
              </a:rPr>
              <a:t>next</a:t>
            </a:r>
            <a:r>
              <a:rPr lang="zh-CN" altLang="en-US" dirty="0">
                <a:highlight>
                  <a:srgbClr val="00FF00"/>
                </a:highlight>
              </a:rPr>
              <a:t>实际上时指向前一个元素而非后一个元素</a:t>
            </a:r>
            <a:r>
              <a:rPr lang="en-US" altLang="zh-CN" dirty="0">
                <a:highlight>
                  <a:srgbClr val="00FF00"/>
                </a:highlight>
              </a:rPr>
              <a:t>(</a:t>
            </a:r>
            <a:r>
              <a:rPr lang="zh-CN" altLang="en-US" dirty="0">
                <a:highlight>
                  <a:srgbClr val="00FF00"/>
                </a:highlight>
              </a:rPr>
              <a:t>如右图</a:t>
            </a:r>
            <a:r>
              <a:rPr lang="en-US" altLang="zh-CN" dirty="0">
                <a:highlight>
                  <a:srgbClr val="00FF00"/>
                </a:highlight>
              </a:rPr>
              <a:t>)</a:t>
            </a:r>
            <a:endParaRPr lang="zh-CN" altLang="en-US" dirty="0">
              <a:highlight>
                <a:srgbClr val="00FF00"/>
              </a:highlight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7" name="Rectangle 4"/>
          <p:cNvSpPr/>
          <p:nvPr/>
        </p:nvSpPr>
        <p:spPr>
          <a:xfrm>
            <a:off x="39688" y="0"/>
            <a:ext cx="3524250" cy="515938"/>
          </a:xfrm>
          <a:prstGeom prst="rect">
            <a:avLst/>
          </a:prstGeom>
          <a:solidFill>
            <a:srgbClr val="FFFF99"/>
          </a:solidFill>
          <a:ln w="9525">
            <a:noFill/>
          </a:ln>
        </p:spPr>
        <p:txBody>
          <a:bodyPr anchor="ctr" anchorCtr="0"/>
          <a:lstStyle/>
          <a:p>
            <a:pPr eaLnBrk="0" hangingPunct="0"/>
            <a:r>
              <a:rPr lang="zh-CN" altLang="en-US" sz="3200" dirty="0">
                <a:latin typeface="楷体_GB2312" charset="-122"/>
                <a:ea typeface="楷体_GB2312" charset="-122"/>
              </a:rPr>
              <a:t>链栈的初始化</a:t>
            </a:r>
          </a:p>
        </p:txBody>
      </p:sp>
      <p:sp>
        <p:nvSpPr>
          <p:cNvPr id="45058" name="Rectangle 37"/>
          <p:cNvSpPr/>
          <p:nvPr/>
        </p:nvSpPr>
        <p:spPr>
          <a:xfrm>
            <a:off x="617538" y="1746250"/>
            <a:ext cx="6513512" cy="233045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lstStyle/>
          <a:p>
            <a:pPr marL="342900" indent="-342900" eaLnBrk="0" hangingPunct="0">
              <a:lnSpc>
                <a:spcPct val="90000"/>
              </a:lnSpc>
              <a:spcBef>
                <a:spcPct val="20000"/>
              </a:spcBef>
            </a:pPr>
            <a:r>
              <a:rPr lang="en-US" altLang="zh-CN" sz="3200" dirty="0">
                <a:ea typeface="仿宋_GB2312" panose="02010609030101010101" charset="-122"/>
              </a:rPr>
              <a:t>void </a:t>
            </a:r>
            <a:r>
              <a:rPr lang="en-US" altLang="zh-CN" sz="3200" dirty="0" err="1">
                <a:ea typeface="仿宋_GB2312" panose="02010609030101010101" charset="-122"/>
              </a:rPr>
              <a:t>InitStack</a:t>
            </a:r>
            <a:r>
              <a:rPr lang="en-US" altLang="zh-CN" sz="3200" dirty="0">
                <a:ea typeface="仿宋_GB2312" panose="02010609030101010101" charset="-122"/>
              </a:rPr>
              <a:t>(</a:t>
            </a:r>
            <a:r>
              <a:rPr lang="en-US" altLang="zh-CN" sz="3200" dirty="0" err="1">
                <a:ea typeface="仿宋_GB2312" panose="02010609030101010101" charset="-122"/>
              </a:rPr>
              <a:t>LinkStack</a:t>
            </a:r>
            <a:r>
              <a:rPr lang="en-US" altLang="zh-CN" sz="3200" dirty="0">
                <a:ea typeface="仿宋_GB2312" panose="02010609030101010101" charset="-122"/>
              </a:rPr>
              <a:t> *</a:t>
            </a:r>
            <a:r>
              <a:rPr lang="en-US" altLang="zh-CN" sz="3200" dirty="0" err="1">
                <a:ea typeface="仿宋_GB2312" panose="02010609030101010101" charset="-122"/>
              </a:rPr>
              <a:t>pS</a:t>
            </a:r>
            <a:r>
              <a:rPr lang="en-US" altLang="zh-CN" sz="3200" dirty="0">
                <a:ea typeface="仿宋_GB2312" panose="02010609030101010101" charset="-122"/>
              </a:rPr>
              <a:t> )</a:t>
            </a:r>
          </a:p>
          <a:p>
            <a:pPr marL="342900" indent="-342900" eaLnBrk="0" hangingPunct="0">
              <a:lnSpc>
                <a:spcPct val="90000"/>
              </a:lnSpc>
              <a:spcBef>
                <a:spcPct val="20000"/>
              </a:spcBef>
            </a:pPr>
            <a:r>
              <a:rPr lang="en-US" altLang="zh-CN" sz="3200" dirty="0">
                <a:ea typeface="仿宋_GB2312" panose="02010609030101010101" charset="-122"/>
              </a:rPr>
              <a:t>{</a:t>
            </a:r>
          </a:p>
          <a:p>
            <a:pPr marL="342900" indent="-342900" eaLnBrk="0" hangingPunct="0">
              <a:lnSpc>
                <a:spcPct val="90000"/>
              </a:lnSpc>
              <a:spcBef>
                <a:spcPct val="20000"/>
              </a:spcBef>
            </a:pPr>
            <a:r>
              <a:rPr lang="en-US" altLang="zh-CN" sz="3200" dirty="0">
                <a:ea typeface="仿宋_GB2312" panose="02010609030101010101" charset="-122"/>
              </a:rPr>
              <a:t>	</a:t>
            </a:r>
            <a:r>
              <a:rPr lang="en-US" altLang="zh-CN" sz="3200" dirty="0">
                <a:solidFill>
                  <a:srgbClr val="FF0000"/>
                </a:solidFill>
                <a:highlight>
                  <a:srgbClr val="00FF00"/>
                </a:highlight>
                <a:ea typeface="仿宋_GB2312" panose="02010609030101010101" charset="-122"/>
              </a:rPr>
              <a:t>*</a:t>
            </a:r>
            <a:r>
              <a:rPr lang="en-US" altLang="zh-CN" sz="3200" dirty="0" err="1">
                <a:solidFill>
                  <a:srgbClr val="FF0000"/>
                </a:solidFill>
                <a:highlight>
                  <a:srgbClr val="00FF00"/>
                </a:highlight>
                <a:ea typeface="仿宋_GB2312" panose="02010609030101010101" charset="-122"/>
              </a:rPr>
              <a:t>pS</a:t>
            </a:r>
            <a:r>
              <a:rPr lang="en-US" altLang="zh-CN" sz="3200" dirty="0">
                <a:solidFill>
                  <a:srgbClr val="FF0000"/>
                </a:solidFill>
                <a:highlight>
                  <a:srgbClr val="00FF00"/>
                </a:highlight>
                <a:ea typeface="仿宋_GB2312" panose="02010609030101010101" charset="-122"/>
              </a:rPr>
              <a:t>=NULL</a:t>
            </a:r>
            <a:r>
              <a:rPr lang="en-US" altLang="zh-CN" sz="3200" dirty="0">
                <a:solidFill>
                  <a:srgbClr val="FF0000"/>
                </a:solidFill>
                <a:ea typeface="仿宋_GB2312" panose="02010609030101010101" charset="-122"/>
              </a:rPr>
              <a:t>;</a:t>
            </a:r>
          </a:p>
          <a:p>
            <a:pPr marL="342900" indent="-342900" eaLnBrk="0" hangingPunct="0">
              <a:lnSpc>
                <a:spcPct val="90000"/>
              </a:lnSpc>
              <a:spcBef>
                <a:spcPct val="20000"/>
              </a:spcBef>
            </a:pPr>
            <a:r>
              <a:rPr lang="en-US" altLang="zh-CN" sz="3200" dirty="0">
                <a:ea typeface="仿宋_GB2312" panose="02010609030101010101" charset="-122"/>
              </a:rPr>
              <a:t>}</a:t>
            </a:r>
            <a:endParaRPr lang="en-US" altLang="zh-CN" sz="3200" dirty="0">
              <a:latin typeface="Times New Roman" panose="02020603050405020304" pitchFamily="18" charset="0"/>
              <a:ea typeface="仿宋_GB2312" panose="02010609030101010101" charset="-122"/>
            </a:endParaRPr>
          </a:p>
        </p:txBody>
      </p:sp>
      <p:grpSp>
        <p:nvGrpSpPr>
          <p:cNvPr id="45059" name="Group 38"/>
          <p:cNvGrpSpPr/>
          <p:nvPr/>
        </p:nvGrpSpPr>
        <p:grpSpPr>
          <a:xfrm>
            <a:off x="2051050" y="765175"/>
            <a:ext cx="2825750" cy="560388"/>
            <a:chOff x="720" y="3388"/>
            <a:chExt cx="1008" cy="262"/>
          </a:xfrm>
        </p:grpSpPr>
        <p:sp>
          <p:nvSpPr>
            <p:cNvPr id="45060" name="Text Box 39"/>
            <p:cNvSpPr txBox="1"/>
            <p:nvPr/>
          </p:nvSpPr>
          <p:spPr>
            <a:xfrm>
              <a:off x="1440" y="3388"/>
              <a:ext cx="288" cy="242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lstStyle/>
            <a:p>
              <a:pPr algn="ctr" eaLnBrk="0" hangingPunct="0">
                <a:spcBef>
                  <a:spcPct val="50000"/>
                </a:spcBef>
              </a:pPr>
              <a:r>
                <a:rPr lang="en-US" altLang="zh-CN" sz="2800" dirty="0">
                  <a:latin typeface="Arial" panose="020B0604020202020204" pitchFamily="34" charset="0"/>
                  <a:ea typeface="宋体" panose="02010600030101010101" pitchFamily="2" charset="-122"/>
                </a:rPr>
                <a:t>∧</a:t>
              </a:r>
            </a:p>
          </p:txBody>
        </p:sp>
        <p:sp>
          <p:nvSpPr>
            <p:cNvPr id="45061" name="Line 40"/>
            <p:cNvSpPr/>
            <p:nvPr/>
          </p:nvSpPr>
          <p:spPr>
            <a:xfrm>
              <a:off x="960" y="3504"/>
              <a:ext cx="480" cy="0"/>
            </a:xfrm>
            <a:prstGeom prst="line">
              <a:avLst/>
            </a:prstGeom>
            <a:ln w="38100" cap="flat" cmpd="sng">
              <a:solidFill>
                <a:srgbClr val="000000"/>
              </a:solidFill>
              <a:prstDash val="solid"/>
              <a:round/>
              <a:headEnd type="none" w="med" len="med"/>
              <a:tailEnd type="triangl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5062" name="Text Box 41"/>
            <p:cNvSpPr txBox="1"/>
            <p:nvPr/>
          </p:nvSpPr>
          <p:spPr>
            <a:xfrm>
              <a:off x="720" y="3408"/>
              <a:ext cx="288" cy="242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lstStyle/>
            <a:p>
              <a:pPr algn="ctr" eaLnBrk="0" hangingPunct="0">
                <a:spcBef>
                  <a:spcPct val="50000"/>
                </a:spcBef>
              </a:pPr>
              <a:r>
                <a:rPr lang="en-US" altLang="zh-CN" sz="2800" dirty="0">
                  <a:latin typeface="Arial" panose="020B0604020202020204" pitchFamily="34" charset="0"/>
                  <a:ea typeface="宋体" panose="02010600030101010101" pitchFamily="2" charset="-122"/>
                </a:rPr>
                <a:t>S</a:t>
              </a:r>
            </a:p>
          </p:txBody>
        </p:sp>
      </p:grp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1" name="Rectangle 4"/>
          <p:cNvSpPr/>
          <p:nvPr/>
        </p:nvSpPr>
        <p:spPr>
          <a:xfrm>
            <a:off x="39688" y="0"/>
            <a:ext cx="3524250" cy="515938"/>
          </a:xfrm>
          <a:prstGeom prst="rect">
            <a:avLst/>
          </a:prstGeom>
          <a:solidFill>
            <a:srgbClr val="FFFF99"/>
          </a:solidFill>
          <a:ln w="9525">
            <a:noFill/>
          </a:ln>
        </p:spPr>
        <p:txBody>
          <a:bodyPr anchor="ctr" anchorCtr="0"/>
          <a:lstStyle/>
          <a:p>
            <a:pPr eaLnBrk="0" hangingPunct="0"/>
            <a:r>
              <a:rPr lang="zh-CN" altLang="en-US" sz="3200" dirty="0">
                <a:latin typeface="楷体_GB2312" charset="-122"/>
                <a:ea typeface="楷体_GB2312" charset="-122"/>
              </a:rPr>
              <a:t>判断链栈是否为空</a:t>
            </a:r>
          </a:p>
        </p:txBody>
      </p:sp>
      <p:sp>
        <p:nvSpPr>
          <p:cNvPr id="46082" name="Rectangle 5"/>
          <p:cNvSpPr/>
          <p:nvPr/>
        </p:nvSpPr>
        <p:spPr>
          <a:xfrm>
            <a:off x="250825" y="981075"/>
            <a:ext cx="5969904" cy="3046988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lstStyle/>
          <a:p>
            <a:pPr marL="342900" indent="-342900"/>
            <a:r>
              <a:rPr lang="en-US" altLang="zh-CN" sz="3200" dirty="0">
                <a:solidFill>
                  <a:srgbClr val="000000"/>
                </a:solidFill>
                <a:latin typeface="Times New Roman" panose="02020603050405020304" pitchFamily="18" charset="0"/>
                <a:ea typeface="楷体_GB2312" charset="-122"/>
              </a:rPr>
              <a:t>Status StackEmpty(</a:t>
            </a:r>
            <a:r>
              <a:rPr lang="en-US" altLang="zh-CN" sz="3200" dirty="0">
                <a:latin typeface="Times New Roman" panose="02020603050405020304" pitchFamily="18" charset="0"/>
                <a:ea typeface="楷体_GB2312" charset="-122"/>
              </a:rPr>
              <a:t>LinkStack</a:t>
            </a:r>
            <a:r>
              <a:rPr lang="en-US" altLang="zh-CN" sz="3200" dirty="0">
                <a:solidFill>
                  <a:srgbClr val="000000"/>
                </a:solidFill>
                <a:latin typeface="Times New Roman" panose="02020603050405020304" pitchFamily="18" charset="0"/>
                <a:ea typeface="楷体_GB2312" charset="-122"/>
              </a:rPr>
              <a:t> S)</a:t>
            </a:r>
            <a:br>
              <a:rPr lang="en-US" altLang="zh-CN" sz="3200" dirty="0">
                <a:solidFill>
                  <a:srgbClr val="000000"/>
                </a:solidFill>
                <a:latin typeface="Times New Roman" panose="02020603050405020304" pitchFamily="18" charset="0"/>
                <a:ea typeface="楷体_GB2312" charset="-122"/>
              </a:rPr>
            </a:br>
            <a:r>
              <a:rPr lang="en-US" altLang="zh-CN" sz="3200" dirty="0">
                <a:solidFill>
                  <a:srgbClr val="000000"/>
                </a:solidFill>
                <a:latin typeface="Times New Roman" panose="02020603050405020304" pitchFamily="18" charset="0"/>
                <a:ea typeface="楷体_GB2312" charset="-122"/>
              </a:rPr>
              <a:t>{</a:t>
            </a:r>
            <a:br>
              <a:rPr lang="en-US" altLang="zh-CN" sz="3200" dirty="0">
                <a:solidFill>
                  <a:srgbClr val="000000"/>
                </a:solidFill>
                <a:latin typeface="Times New Roman" panose="02020603050405020304" pitchFamily="18" charset="0"/>
                <a:ea typeface="楷体_GB2312" charset="-122"/>
              </a:rPr>
            </a:br>
            <a:r>
              <a:rPr lang="en-US" altLang="zh-CN" sz="3200" dirty="0">
                <a:solidFill>
                  <a:srgbClr val="000000"/>
                </a:solidFill>
                <a:latin typeface="Times New Roman" panose="02020603050405020304" pitchFamily="18" charset="0"/>
                <a:ea typeface="楷体_GB2312" charset="-122"/>
              </a:rPr>
              <a:t>   if (</a:t>
            </a:r>
            <a:r>
              <a:rPr lang="en-US" altLang="zh-CN" sz="3200" dirty="0">
                <a:solidFill>
                  <a:srgbClr val="000000"/>
                </a:solidFill>
                <a:highlight>
                  <a:srgbClr val="00FF00"/>
                </a:highlight>
                <a:latin typeface="Times New Roman" panose="02020603050405020304" pitchFamily="18" charset="0"/>
                <a:ea typeface="楷体_GB2312" charset="-122"/>
              </a:rPr>
              <a:t>S</a:t>
            </a:r>
            <a:r>
              <a:rPr lang="en-US" altLang="zh-CN" sz="3200" dirty="0">
                <a:solidFill>
                  <a:srgbClr val="FF0000"/>
                </a:solidFill>
                <a:highlight>
                  <a:srgbClr val="00FF00"/>
                </a:highlight>
                <a:latin typeface="Times New Roman" panose="02020603050405020304" pitchFamily="18" charset="0"/>
                <a:ea typeface="楷体_GB2312" charset="-122"/>
              </a:rPr>
              <a:t>==NULL</a:t>
            </a:r>
            <a:r>
              <a:rPr lang="en-US" altLang="zh-CN" sz="3200" dirty="0">
                <a:solidFill>
                  <a:srgbClr val="000000"/>
                </a:solidFill>
                <a:latin typeface="Times New Roman" panose="02020603050405020304" pitchFamily="18" charset="0"/>
                <a:ea typeface="楷体_GB2312" charset="-122"/>
              </a:rPr>
              <a:t>) return TRUE;</a:t>
            </a:r>
            <a:br>
              <a:rPr lang="en-US" altLang="zh-CN" sz="3200" dirty="0">
                <a:solidFill>
                  <a:srgbClr val="000000"/>
                </a:solidFill>
                <a:latin typeface="Times New Roman" panose="02020603050405020304" pitchFamily="18" charset="0"/>
                <a:ea typeface="楷体_GB2312" charset="-122"/>
              </a:rPr>
            </a:br>
            <a:r>
              <a:rPr lang="en-US" altLang="zh-CN" sz="3200" dirty="0">
                <a:solidFill>
                  <a:srgbClr val="000000"/>
                </a:solidFill>
                <a:latin typeface="Times New Roman" panose="02020603050405020304" pitchFamily="18" charset="0"/>
                <a:ea typeface="楷体_GB2312" charset="-122"/>
              </a:rPr>
              <a:t>   else return</a:t>
            </a:r>
            <a:r>
              <a:rPr lang="en-US" altLang="zh-CN" sz="3200" dirty="0">
                <a:latin typeface="Times New Roman" panose="02020603050405020304" pitchFamily="18" charset="0"/>
                <a:ea typeface="楷体_GB2312" charset="-122"/>
              </a:rPr>
              <a:t> </a:t>
            </a:r>
            <a:r>
              <a:rPr lang="en-US" altLang="zh-CN" sz="3200" dirty="0">
                <a:solidFill>
                  <a:srgbClr val="000000"/>
                </a:solidFill>
                <a:latin typeface="Times New Roman" panose="02020603050405020304" pitchFamily="18" charset="0"/>
                <a:ea typeface="楷体_GB2312" charset="-122"/>
              </a:rPr>
              <a:t>FALSE;</a:t>
            </a:r>
            <a:br>
              <a:rPr lang="en-US" altLang="zh-CN" sz="3200" dirty="0">
                <a:solidFill>
                  <a:srgbClr val="000000"/>
                </a:solidFill>
                <a:latin typeface="Times New Roman" panose="02020603050405020304" pitchFamily="18" charset="0"/>
                <a:ea typeface="楷体_GB2312" charset="-122"/>
              </a:rPr>
            </a:br>
            <a:r>
              <a:rPr lang="en-US" altLang="zh-CN" sz="3200" dirty="0">
                <a:solidFill>
                  <a:srgbClr val="000000"/>
                </a:solidFill>
                <a:latin typeface="Times New Roman" panose="02020603050405020304" pitchFamily="18" charset="0"/>
                <a:ea typeface="楷体_GB2312" charset="-122"/>
              </a:rPr>
              <a:t>}</a:t>
            </a:r>
            <a:br>
              <a:rPr lang="en-US" altLang="zh-CN" sz="3200" dirty="0">
                <a:solidFill>
                  <a:srgbClr val="000000"/>
                </a:solidFill>
                <a:latin typeface="Times New Roman" panose="02020603050405020304" pitchFamily="18" charset="0"/>
                <a:ea typeface="楷体_GB2312" charset="-122"/>
              </a:rPr>
            </a:br>
            <a:endParaRPr lang="en-US" altLang="zh-CN" sz="3200" dirty="0">
              <a:solidFill>
                <a:srgbClr val="000000"/>
              </a:solidFill>
              <a:latin typeface="Times New Roman" panose="02020603050405020304" pitchFamily="18" charset="0"/>
              <a:ea typeface="楷体_GB2312" charset="-122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6378865F-9988-99EE-A6D5-51F1D4A42496}"/>
              </a:ext>
            </a:extLst>
          </p:cNvPr>
          <p:cNvSpPr txBox="1"/>
          <p:nvPr/>
        </p:nvSpPr>
        <p:spPr>
          <a:xfrm>
            <a:off x="467544" y="4028063"/>
            <a:ext cx="756084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highlight>
                  <a:srgbClr val="00FF00"/>
                </a:highlight>
              </a:rPr>
              <a:t>与一般的链表不同</a:t>
            </a:r>
            <a:r>
              <a:rPr lang="en-US" altLang="zh-CN" dirty="0">
                <a:highlight>
                  <a:srgbClr val="00FF00"/>
                </a:highlight>
              </a:rPr>
              <a:t>,</a:t>
            </a:r>
            <a:r>
              <a:rPr lang="zh-CN" altLang="en-US" dirty="0">
                <a:highlight>
                  <a:srgbClr val="00FF00"/>
                </a:highlight>
              </a:rPr>
              <a:t>链栈初始化的是栈顶指针</a:t>
            </a:r>
            <a:endParaRPr lang="en-US" altLang="zh-CN" dirty="0">
              <a:highlight>
                <a:srgbClr val="00FF00"/>
              </a:highlight>
            </a:endParaRPr>
          </a:p>
          <a:p>
            <a:r>
              <a:rPr lang="zh-CN" altLang="en-US" dirty="0">
                <a:highlight>
                  <a:srgbClr val="00FF00"/>
                </a:highlight>
              </a:rPr>
              <a:t>与顺序栈不同</a:t>
            </a:r>
            <a:r>
              <a:rPr lang="en-US" altLang="zh-CN" dirty="0">
                <a:highlight>
                  <a:srgbClr val="00FF00"/>
                </a:highlight>
              </a:rPr>
              <a:t>,</a:t>
            </a:r>
            <a:r>
              <a:rPr lang="zh-CN" altLang="en-US" dirty="0">
                <a:highlight>
                  <a:srgbClr val="00FF00"/>
                </a:highlight>
              </a:rPr>
              <a:t>链栈的栈顶指针就是指向栈顶元素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5" name="Rectangle 4"/>
          <p:cNvSpPr/>
          <p:nvPr/>
        </p:nvSpPr>
        <p:spPr>
          <a:xfrm>
            <a:off x="7938" y="0"/>
            <a:ext cx="3405187" cy="515938"/>
          </a:xfrm>
          <a:prstGeom prst="rect">
            <a:avLst/>
          </a:prstGeom>
          <a:solidFill>
            <a:srgbClr val="FFFF99"/>
          </a:solidFill>
          <a:ln w="9525">
            <a:noFill/>
          </a:ln>
        </p:spPr>
        <p:txBody>
          <a:bodyPr anchor="ctr" anchorCtr="0"/>
          <a:lstStyle/>
          <a:p>
            <a:pPr eaLnBrk="0" hangingPunct="0"/>
            <a:r>
              <a:rPr lang="zh-CN" altLang="en-US" sz="3200" dirty="0">
                <a:latin typeface="楷体_GB2312" charset="-122"/>
                <a:ea typeface="楷体_GB2312" charset="-122"/>
              </a:rPr>
              <a:t>链栈进栈</a:t>
            </a:r>
          </a:p>
        </p:txBody>
      </p:sp>
      <p:grpSp>
        <p:nvGrpSpPr>
          <p:cNvPr id="47106" name="Group 6"/>
          <p:cNvGrpSpPr/>
          <p:nvPr/>
        </p:nvGrpSpPr>
        <p:grpSpPr>
          <a:xfrm>
            <a:off x="4724400" y="692150"/>
            <a:ext cx="4038600" cy="2286000"/>
            <a:chOff x="2688" y="1990"/>
            <a:chExt cx="2544" cy="1440"/>
          </a:xfrm>
        </p:grpSpPr>
        <p:sp>
          <p:nvSpPr>
            <p:cNvPr id="47107" name="Rectangle 7"/>
            <p:cNvSpPr/>
            <p:nvPr/>
          </p:nvSpPr>
          <p:spPr>
            <a:xfrm>
              <a:off x="3120" y="2066"/>
              <a:ext cx="768" cy="192"/>
            </a:xfrm>
            <a:prstGeom prst="rect">
              <a:avLst/>
            </a:prstGeom>
            <a:solidFill>
              <a:srgbClr val="FFFFFF"/>
            </a:solidFill>
            <a:ln w="38100" cap="flat" cmpd="sng">
              <a:solidFill>
                <a:srgbClr val="00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/>
            <a:p>
              <a:pPr eaLnBrk="0" hangingPunct="0">
                <a:spcBef>
                  <a:spcPct val="20000"/>
                </a:spcBef>
              </a:pPr>
              <a:endParaRPr lang="zh-CN" altLang="en-US" dirty="0">
                <a:latin typeface="Times New Roman" panose="02020603050405020304" pitchFamily="18" charset="0"/>
                <a:ea typeface="楷体_GB2312" charset="-122"/>
              </a:endParaRPr>
            </a:p>
          </p:txBody>
        </p:sp>
        <p:sp>
          <p:nvSpPr>
            <p:cNvPr id="47108" name="Line 8"/>
            <p:cNvSpPr/>
            <p:nvPr/>
          </p:nvSpPr>
          <p:spPr>
            <a:xfrm>
              <a:off x="3504" y="2066"/>
              <a:ext cx="0" cy="192"/>
            </a:xfrm>
            <a:prstGeom prst="line">
              <a:avLst/>
            </a:prstGeom>
            <a:ln w="3810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7109" name="Line 9"/>
            <p:cNvSpPr/>
            <p:nvPr/>
          </p:nvSpPr>
          <p:spPr>
            <a:xfrm>
              <a:off x="2880" y="2182"/>
              <a:ext cx="240" cy="0"/>
            </a:xfrm>
            <a:prstGeom prst="line">
              <a:avLst/>
            </a:prstGeom>
            <a:ln w="38100" cap="flat" cmpd="sng">
              <a:solidFill>
                <a:srgbClr val="000000"/>
              </a:solidFill>
              <a:prstDash val="solid"/>
              <a:round/>
              <a:headEnd type="none" w="med" len="med"/>
              <a:tailEnd type="triangl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7110" name="Text Box 10"/>
            <p:cNvSpPr txBox="1"/>
            <p:nvPr/>
          </p:nvSpPr>
          <p:spPr>
            <a:xfrm>
              <a:off x="2688" y="2066"/>
              <a:ext cx="288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lstStyle/>
            <a:p>
              <a:pPr algn="ctr" eaLnBrk="0" hangingPunct="0">
                <a:spcBef>
                  <a:spcPct val="50000"/>
                </a:spcBef>
              </a:pPr>
              <a:r>
                <a:rPr lang="en-US" altLang="zh-CN" dirty="0">
                  <a:latin typeface="Arial" panose="020B0604020202020204" pitchFamily="34" charset="0"/>
                  <a:ea typeface="宋体" panose="02010600030101010101" pitchFamily="2" charset="-122"/>
                </a:rPr>
                <a:t>p</a:t>
              </a:r>
            </a:p>
          </p:txBody>
        </p:sp>
        <p:sp>
          <p:nvSpPr>
            <p:cNvPr id="47111" name="Rectangle 11"/>
            <p:cNvSpPr/>
            <p:nvPr/>
          </p:nvSpPr>
          <p:spPr>
            <a:xfrm>
              <a:off x="4464" y="2066"/>
              <a:ext cx="768" cy="192"/>
            </a:xfrm>
            <a:prstGeom prst="rect">
              <a:avLst/>
            </a:prstGeom>
            <a:solidFill>
              <a:srgbClr val="FFFFFF"/>
            </a:solidFill>
            <a:ln w="38100" cap="flat" cmpd="sng">
              <a:solidFill>
                <a:srgbClr val="00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/>
            <a:p>
              <a:pPr eaLnBrk="0" hangingPunct="0">
                <a:spcBef>
                  <a:spcPct val="20000"/>
                </a:spcBef>
              </a:pPr>
              <a:endParaRPr lang="zh-CN" altLang="en-US" dirty="0">
                <a:latin typeface="Times New Roman" panose="02020603050405020304" pitchFamily="18" charset="0"/>
                <a:ea typeface="楷体_GB2312" charset="-122"/>
              </a:endParaRPr>
            </a:p>
          </p:txBody>
        </p:sp>
        <p:sp>
          <p:nvSpPr>
            <p:cNvPr id="47112" name="Line 12"/>
            <p:cNvSpPr/>
            <p:nvPr/>
          </p:nvSpPr>
          <p:spPr>
            <a:xfrm>
              <a:off x="4848" y="2066"/>
              <a:ext cx="0" cy="192"/>
            </a:xfrm>
            <a:prstGeom prst="line">
              <a:avLst/>
            </a:prstGeom>
            <a:ln w="3810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7113" name="Rectangle 13"/>
            <p:cNvSpPr/>
            <p:nvPr/>
          </p:nvSpPr>
          <p:spPr>
            <a:xfrm>
              <a:off x="4464" y="2450"/>
              <a:ext cx="768" cy="192"/>
            </a:xfrm>
            <a:prstGeom prst="rect">
              <a:avLst/>
            </a:prstGeom>
            <a:solidFill>
              <a:srgbClr val="FFFFFF"/>
            </a:solidFill>
            <a:ln w="38100" cap="flat" cmpd="sng">
              <a:solidFill>
                <a:srgbClr val="00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/>
            <a:p>
              <a:pPr eaLnBrk="0" hangingPunct="0">
                <a:spcBef>
                  <a:spcPct val="20000"/>
                </a:spcBef>
              </a:pPr>
              <a:endParaRPr lang="zh-CN" altLang="en-US" dirty="0">
                <a:latin typeface="Times New Roman" panose="02020603050405020304" pitchFamily="18" charset="0"/>
                <a:ea typeface="楷体_GB2312" charset="-122"/>
              </a:endParaRPr>
            </a:p>
          </p:txBody>
        </p:sp>
        <p:sp>
          <p:nvSpPr>
            <p:cNvPr id="47114" name="Line 14"/>
            <p:cNvSpPr/>
            <p:nvPr/>
          </p:nvSpPr>
          <p:spPr>
            <a:xfrm>
              <a:off x="4848" y="2450"/>
              <a:ext cx="0" cy="192"/>
            </a:xfrm>
            <a:prstGeom prst="line">
              <a:avLst/>
            </a:prstGeom>
            <a:ln w="3810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7115" name="Rectangle 15"/>
            <p:cNvSpPr/>
            <p:nvPr/>
          </p:nvSpPr>
          <p:spPr>
            <a:xfrm>
              <a:off x="4464" y="3170"/>
              <a:ext cx="768" cy="192"/>
            </a:xfrm>
            <a:prstGeom prst="rect">
              <a:avLst/>
            </a:prstGeom>
            <a:solidFill>
              <a:srgbClr val="FFFFFF"/>
            </a:solidFill>
            <a:ln w="38100" cap="flat" cmpd="sng">
              <a:solidFill>
                <a:srgbClr val="00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/>
            <a:p>
              <a:pPr eaLnBrk="0" hangingPunct="0">
                <a:spcBef>
                  <a:spcPct val="20000"/>
                </a:spcBef>
              </a:pPr>
              <a:endParaRPr lang="zh-CN" altLang="en-US" dirty="0">
                <a:latin typeface="Times New Roman" panose="02020603050405020304" pitchFamily="18" charset="0"/>
                <a:ea typeface="楷体_GB2312" charset="-122"/>
              </a:endParaRPr>
            </a:p>
          </p:txBody>
        </p:sp>
        <p:sp>
          <p:nvSpPr>
            <p:cNvPr id="47116" name="Line 16"/>
            <p:cNvSpPr/>
            <p:nvPr/>
          </p:nvSpPr>
          <p:spPr>
            <a:xfrm>
              <a:off x="4848" y="3170"/>
              <a:ext cx="0" cy="192"/>
            </a:xfrm>
            <a:prstGeom prst="line">
              <a:avLst/>
            </a:prstGeom>
            <a:ln w="3810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7117" name="Line 17"/>
            <p:cNvSpPr/>
            <p:nvPr/>
          </p:nvSpPr>
          <p:spPr>
            <a:xfrm>
              <a:off x="5040" y="2230"/>
              <a:ext cx="0" cy="240"/>
            </a:xfrm>
            <a:prstGeom prst="line">
              <a:avLst/>
            </a:prstGeom>
            <a:ln w="28575" cap="flat" cmpd="sng">
              <a:solidFill>
                <a:srgbClr val="000000"/>
              </a:solidFill>
              <a:prstDash val="solid"/>
              <a:round/>
              <a:headEnd type="none" w="med" len="med"/>
              <a:tailEnd type="triangl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7118" name="Line 18"/>
            <p:cNvSpPr/>
            <p:nvPr/>
          </p:nvSpPr>
          <p:spPr>
            <a:xfrm>
              <a:off x="5040" y="2662"/>
              <a:ext cx="0" cy="240"/>
            </a:xfrm>
            <a:prstGeom prst="line">
              <a:avLst/>
            </a:prstGeom>
            <a:ln w="28575" cap="flat" cmpd="sng">
              <a:solidFill>
                <a:srgbClr val="000000"/>
              </a:solidFill>
              <a:prstDash val="solid"/>
              <a:round/>
              <a:headEnd type="none" w="med" len="med"/>
              <a:tailEnd type="triangl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7119" name="Line 19"/>
            <p:cNvSpPr/>
            <p:nvPr/>
          </p:nvSpPr>
          <p:spPr>
            <a:xfrm>
              <a:off x="5040" y="2950"/>
              <a:ext cx="0" cy="192"/>
            </a:xfrm>
            <a:prstGeom prst="line">
              <a:avLst/>
            </a:prstGeom>
            <a:ln w="38100" cap="flat" cmpd="sng">
              <a:solidFill>
                <a:srgbClr val="000000"/>
              </a:solidFill>
              <a:prstDash val="sysDot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7120" name="Text Box 20"/>
            <p:cNvSpPr txBox="1"/>
            <p:nvPr/>
          </p:nvSpPr>
          <p:spPr>
            <a:xfrm>
              <a:off x="4896" y="3142"/>
              <a:ext cx="288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lstStyle/>
            <a:p>
              <a:pPr algn="ctr" eaLnBrk="0" hangingPunct="0">
                <a:spcBef>
                  <a:spcPct val="50000"/>
                </a:spcBef>
              </a:pPr>
              <a:r>
                <a:rPr lang="en-US" altLang="zh-CN" dirty="0">
                  <a:latin typeface="Arial" panose="020B0604020202020204" pitchFamily="34" charset="0"/>
                  <a:ea typeface="宋体" panose="02010600030101010101" pitchFamily="2" charset="-122"/>
                </a:rPr>
                <a:t>∧</a:t>
              </a:r>
            </a:p>
          </p:txBody>
        </p:sp>
        <p:sp>
          <p:nvSpPr>
            <p:cNvPr id="47121" name="Line 21"/>
            <p:cNvSpPr/>
            <p:nvPr/>
          </p:nvSpPr>
          <p:spPr>
            <a:xfrm>
              <a:off x="4224" y="2106"/>
              <a:ext cx="240" cy="0"/>
            </a:xfrm>
            <a:prstGeom prst="line">
              <a:avLst/>
            </a:prstGeom>
            <a:ln w="38100" cap="flat" cmpd="sng">
              <a:solidFill>
                <a:srgbClr val="000000"/>
              </a:solidFill>
              <a:prstDash val="solid"/>
              <a:round/>
              <a:headEnd type="none" w="med" len="med"/>
              <a:tailEnd type="triangl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7122" name="Text Box 22"/>
            <p:cNvSpPr txBox="1"/>
            <p:nvPr/>
          </p:nvSpPr>
          <p:spPr>
            <a:xfrm>
              <a:off x="4032" y="1990"/>
              <a:ext cx="288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lstStyle/>
            <a:p>
              <a:pPr algn="ctr" eaLnBrk="0" hangingPunct="0">
                <a:spcBef>
                  <a:spcPct val="50000"/>
                </a:spcBef>
              </a:pPr>
              <a:r>
                <a:rPr lang="en-US" altLang="zh-CN" dirty="0">
                  <a:latin typeface="Arial" panose="020B0604020202020204" pitchFamily="34" charset="0"/>
                  <a:ea typeface="宋体" panose="02010600030101010101" pitchFamily="2" charset="-122"/>
                </a:rPr>
                <a:t>S</a:t>
              </a:r>
            </a:p>
          </p:txBody>
        </p:sp>
      </p:grpSp>
      <p:sp>
        <p:nvSpPr>
          <p:cNvPr id="47123" name="Line 23"/>
          <p:cNvSpPr/>
          <p:nvPr/>
        </p:nvSpPr>
        <p:spPr>
          <a:xfrm>
            <a:off x="6400800" y="1073150"/>
            <a:ext cx="1143000" cy="0"/>
          </a:xfrm>
          <a:prstGeom prst="line">
            <a:avLst/>
          </a:prstGeom>
          <a:ln w="38100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7124" name="Text Box 24"/>
          <p:cNvSpPr txBox="1"/>
          <p:nvPr/>
        </p:nvSpPr>
        <p:spPr>
          <a:xfrm flipH="1">
            <a:off x="5410200" y="692150"/>
            <a:ext cx="457200" cy="45720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pPr algn="ctr" eaLnBrk="0" hangingPunct="0">
              <a:spcBef>
                <a:spcPct val="50000"/>
              </a:spcBef>
            </a:pPr>
            <a:r>
              <a:rPr lang="en-US" altLang="zh-CN" dirty="0">
                <a:solidFill>
                  <a:srgbClr val="FF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e</a:t>
            </a:r>
          </a:p>
        </p:txBody>
      </p:sp>
      <p:sp>
        <p:nvSpPr>
          <p:cNvPr id="47125" name="Line 26"/>
          <p:cNvSpPr/>
          <p:nvPr/>
        </p:nvSpPr>
        <p:spPr>
          <a:xfrm>
            <a:off x="5029200" y="804863"/>
            <a:ext cx="381000" cy="0"/>
          </a:xfrm>
          <a:prstGeom prst="line">
            <a:avLst/>
          </a:prstGeom>
          <a:ln w="38100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7126" name="Text Box 27"/>
          <p:cNvSpPr txBox="1"/>
          <p:nvPr/>
        </p:nvSpPr>
        <p:spPr>
          <a:xfrm>
            <a:off x="4724400" y="620713"/>
            <a:ext cx="457200" cy="45720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pPr algn="ctr" eaLnBrk="0" hangingPunct="0">
              <a:spcBef>
                <a:spcPct val="50000"/>
              </a:spcBef>
            </a:pPr>
            <a:r>
              <a:rPr lang="en-US" altLang="zh-CN" dirty="0">
                <a:solidFill>
                  <a:srgbClr val="FF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S</a:t>
            </a:r>
          </a:p>
        </p:txBody>
      </p:sp>
      <p:sp>
        <p:nvSpPr>
          <p:cNvPr id="47127" name="Rectangle 125"/>
          <p:cNvSpPr/>
          <p:nvPr>
            <p:custDataLst>
              <p:tags r:id="rId1"/>
            </p:custDataLst>
          </p:nvPr>
        </p:nvSpPr>
        <p:spPr>
          <a:xfrm>
            <a:off x="107504" y="2924175"/>
            <a:ext cx="8928992" cy="3373231"/>
          </a:xfrm>
          <a:prstGeom prst="rect">
            <a:avLst/>
          </a:prstGeom>
          <a:solidFill>
            <a:srgbClr val="CCFFFF"/>
          </a:solidFill>
          <a:ln w="9525">
            <a:noFill/>
          </a:ln>
        </p:spPr>
        <p:txBody>
          <a:bodyPr wrap="square" anchor="t" anchorCtr="0">
            <a:spAutoFit/>
          </a:bodyPr>
          <a:lstStyle/>
          <a:p>
            <a:pPr marL="342900" indent="-342900" eaLnBrk="0" hangingPunct="0">
              <a:spcBef>
                <a:spcPct val="20000"/>
              </a:spcBef>
            </a:pPr>
            <a:r>
              <a:rPr lang="en-US" altLang="zh-CN" sz="2600" dirty="0">
                <a:solidFill>
                  <a:srgbClr val="000000"/>
                </a:solidFill>
              </a:rPr>
              <a:t>Status Push(</a:t>
            </a:r>
            <a:r>
              <a:rPr lang="en-US" altLang="zh-CN" sz="2600" dirty="0" err="1">
                <a:solidFill>
                  <a:srgbClr val="000000"/>
                </a:solidFill>
              </a:rPr>
              <a:t>LinkStack</a:t>
            </a:r>
            <a:r>
              <a:rPr lang="en-US" altLang="zh-CN" sz="2600" dirty="0">
                <a:solidFill>
                  <a:srgbClr val="000000"/>
                </a:solidFill>
              </a:rPr>
              <a:t> *</a:t>
            </a:r>
            <a:r>
              <a:rPr lang="en-US" altLang="zh-CN" sz="2600" dirty="0" err="1">
                <a:solidFill>
                  <a:srgbClr val="000000"/>
                </a:solidFill>
              </a:rPr>
              <a:t>pS</a:t>
            </a:r>
            <a:r>
              <a:rPr lang="en-US" altLang="zh-CN" sz="2600" dirty="0">
                <a:solidFill>
                  <a:srgbClr val="000000"/>
                </a:solidFill>
              </a:rPr>
              <a:t> , </a:t>
            </a:r>
            <a:r>
              <a:rPr lang="en-US" altLang="zh-CN" sz="2600" dirty="0" err="1">
                <a:solidFill>
                  <a:srgbClr val="000000"/>
                </a:solidFill>
              </a:rPr>
              <a:t>SElemType</a:t>
            </a:r>
            <a:r>
              <a:rPr lang="en-US" altLang="zh-CN" sz="2600" dirty="0">
                <a:solidFill>
                  <a:srgbClr val="000000"/>
                </a:solidFill>
              </a:rPr>
              <a:t> e)</a:t>
            </a:r>
          </a:p>
          <a:p>
            <a:pPr marL="342900" indent="-342900" eaLnBrk="0" hangingPunct="0">
              <a:spcBef>
                <a:spcPct val="20000"/>
              </a:spcBef>
            </a:pPr>
            <a:r>
              <a:rPr lang="en-US" altLang="zh-CN" sz="2600" dirty="0">
                <a:solidFill>
                  <a:srgbClr val="000000"/>
                </a:solidFill>
              </a:rPr>
              <a:t>{  </a:t>
            </a:r>
            <a:r>
              <a:rPr lang="en-US" altLang="zh-CN" sz="2600" dirty="0" err="1">
                <a:solidFill>
                  <a:srgbClr val="000000"/>
                </a:solidFill>
              </a:rPr>
              <a:t>StackNode</a:t>
            </a:r>
            <a:r>
              <a:rPr lang="en-US" altLang="zh-CN" sz="2600" dirty="0">
                <a:solidFill>
                  <a:srgbClr val="000000"/>
                </a:solidFill>
              </a:rPr>
              <a:t>* p=(</a:t>
            </a:r>
            <a:r>
              <a:rPr lang="en-US" altLang="zh-CN" sz="2600" dirty="0" err="1">
                <a:solidFill>
                  <a:srgbClr val="000000"/>
                </a:solidFill>
              </a:rPr>
              <a:t>StackNode</a:t>
            </a:r>
            <a:r>
              <a:rPr lang="en-US" altLang="zh-CN" sz="2600" dirty="0">
                <a:solidFill>
                  <a:srgbClr val="000000"/>
                </a:solidFill>
              </a:rPr>
              <a:t>*)</a:t>
            </a:r>
            <a:r>
              <a:rPr lang="en-US" altLang="zh-CN" sz="2600" dirty="0" err="1">
                <a:solidFill>
                  <a:srgbClr val="000000"/>
                </a:solidFill>
              </a:rPr>
              <a:t>malloc</a:t>
            </a:r>
            <a:r>
              <a:rPr lang="en-US" altLang="zh-CN" sz="2600" dirty="0">
                <a:solidFill>
                  <a:srgbClr val="000000"/>
                </a:solidFill>
              </a:rPr>
              <a:t>(</a:t>
            </a:r>
            <a:r>
              <a:rPr lang="en-US" altLang="zh-CN" sz="2600" dirty="0" err="1">
                <a:solidFill>
                  <a:srgbClr val="000000"/>
                </a:solidFill>
              </a:rPr>
              <a:t>sizeof</a:t>
            </a:r>
            <a:r>
              <a:rPr lang="en-US" altLang="zh-CN" sz="2600" dirty="0">
                <a:solidFill>
                  <a:srgbClr val="000000"/>
                </a:solidFill>
              </a:rPr>
              <a:t>(</a:t>
            </a:r>
            <a:r>
              <a:rPr lang="en-US" altLang="zh-CN" sz="2600" dirty="0" err="1">
                <a:solidFill>
                  <a:srgbClr val="000000"/>
                </a:solidFill>
              </a:rPr>
              <a:t>StackNode</a:t>
            </a:r>
            <a:r>
              <a:rPr lang="en-US" altLang="zh-CN" sz="2600" dirty="0">
                <a:solidFill>
                  <a:srgbClr val="000000"/>
                </a:solidFill>
              </a:rPr>
              <a:t>));</a:t>
            </a:r>
          </a:p>
          <a:p>
            <a:pPr marL="342900" indent="-342900" eaLnBrk="0" hangingPunct="0">
              <a:spcBef>
                <a:spcPct val="20000"/>
              </a:spcBef>
            </a:pPr>
            <a:r>
              <a:rPr lang="en-US" altLang="zh-CN" sz="2600" dirty="0">
                <a:solidFill>
                  <a:srgbClr val="000000"/>
                </a:solidFill>
              </a:rPr>
              <a:t>   </a:t>
            </a:r>
            <a:r>
              <a:rPr lang="en-US" altLang="zh-CN" sz="2600" dirty="0">
                <a:solidFill>
                  <a:srgbClr val="000000"/>
                </a:solidFill>
                <a:highlight>
                  <a:srgbClr val="00FF00"/>
                </a:highlight>
              </a:rPr>
              <a:t>if (!p) exit(OVERFLOW);//</a:t>
            </a:r>
            <a:r>
              <a:rPr lang="zh-CN" altLang="en-US" sz="2600" dirty="0">
                <a:solidFill>
                  <a:srgbClr val="000000"/>
                </a:solidFill>
                <a:highlight>
                  <a:srgbClr val="00FF00"/>
                </a:highlight>
              </a:rPr>
              <a:t>判断创建是否成功</a:t>
            </a:r>
            <a:endParaRPr lang="en-US" altLang="zh-CN" sz="2600" dirty="0">
              <a:solidFill>
                <a:srgbClr val="000000"/>
              </a:solidFill>
              <a:highlight>
                <a:srgbClr val="00FF00"/>
              </a:highlight>
            </a:endParaRPr>
          </a:p>
          <a:p>
            <a:pPr marL="342900" indent="-342900" eaLnBrk="0" hangingPunct="0">
              <a:spcBef>
                <a:spcPct val="20000"/>
              </a:spcBef>
            </a:pPr>
            <a:r>
              <a:rPr lang="en-US" altLang="zh-CN" sz="2600" dirty="0">
                <a:solidFill>
                  <a:srgbClr val="000000"/>
                </a:solidFill>
              </a:rPr>
              <a:t>   </a:t>
            </a:r>
            <a:r>
              <a:rPr lang="en-US" altLang="zh-CN" sz="2600" dirty="0">
                <a:solidFill>
                  <a:srgbClr val="FF0000"/>
                </a:solidFill>
              </a:rPr>
              <a:t>p-&gt;data=e;</a:t>
            </a:r>
          </a:p>
          <a:p>
            <a:pPr marL="342900" indent="-342900" eaLnBrk="0" hangingPunct="0">
              <a:spcBef>
                <a:spcPct val="20000"/>
              </a:spcBef>
            </a:pPr>
            <a:r>
              <a:rPr lang="en-US" altLang="zh-CN" sz="2600" dirty="0">
                <a:solidFill>
                  <a:srgbClr val="FF0000"/>
                </a:solidFill>
              </a:rPr>
              <a:t>   p-&gt;next=*</a:t>
            </a:r>
            <a:r>
              <a:rPr lang="en-US" altLang="zh-CN" sz="2600" dirty="0" err="1">
                <a:solidFill>
                  <a:srgbClr val="FF0000"/>
                </a:solidFill>
              </a:rPr>
              <a:t>pS</a:t>
            </a:r>
            <a:r>
              <a:rPr lang="en-US" altLang="zh-CN" sz="2600" dirty="0">
                <a:solidFill>
                  <a:srgbClr val="FF0000"/>
                </a:solidFill>
              </a:rPr>
              <a:t>; *</a:t>
            </a:r>
            <a:r>
              <a:rPr lang="en-US" altLang="zh-CN" sz="2600" dirty="0" err="1">
                <a:solidFill>
                  <a:srgbClr val="FF0000"/>
                </a:solidFill>
              </a:rPr>
              <a:t>pS</a:t>
            </a:r>
            <a:r>
              <a:rPr lang="en-US" altLang="zh-CN" sz="2600" dirty="0">
                <a:solidFill>
                  <a:srgbClr val="FF0000"/>
                </a:solidFill>
              </a:rPr>
              <a:t>=p; </a:t>
            </a:r>
          </a:p>
          <a:p>
            <a:pPr marL="342900" indent="-342900" eaLnBrk="0" hangingPunct="0">
              <a:spcBef>
                <a:spcPct val="20000"/>
              </a:spcBef>
            </a:pPr>
            <a:r>
              <a:rPr lang="en-US" altLang="zh-CN" sz="2600" dirty="0">
                <a:solidFill>
                  <a:srgbClr val="000000"/>
                </a:solidFill>
              </a:rPr>
              <a:t>   return OK; </a:t>
            </a:r>
          </a:p>
          <a:p>
            <a:pPr marL="342900" indent="-342900" eaLnBrk="0" hangingPunct="0">
              <a:spcBef>
                <a:spcPct val="20000"/>
              </a:spcBef>
            </a:pPr>
            <a:r>
              <a:rPr lang="en-US" altLang="zh-CN" sz="2600" dirty="0">
                <a:solidFill>
                  <a:srgbClr val="000000"/>
                </a:solidFill>
              </a:rPr>
              <a:t>}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D2784103-C4C1-9814-D634-F3FCD762CBDF}"/>
              </a:ext>
            </a:extLst>
          </p:cNvPr>
          <p:cNvSpPr txBox="1"/>
          <p:nvPr/>
        </p:nvSpPr>
        <p:spPr>
          <a:xfrm>
            <a:off x="251520" y="908720"/>
            <a:ext cx="432047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1.</a:t>
            </a:r>
            <a:r>
              <a:rPr lang="zh-CN" altLang="en-US" dirty="0"/>
              <a:t>创建结点</a:t>
            </a:r>
            <a:r>
              <a:rPr lang="en-US" altLang="zh-CN" dirty="0"/>
              <a:t>(</a:t>
            </a:r>
            <a:r>
              <a:rPr lang="zh-CN" altLang="en-US" dirty="0"/>
              <a:t>分配存储空间</a:t>
            </a:r>
            <a:r>
              <a:rPr lang="en-US" altLang="zh-CN" dirty="0"/>
              <a:t>,</a:t>
            </a:r>
            <a:r>
              <a:rPr lang="zh-CN" altLang="en-US" dirty="0"/>
              <a:t>信息域赋值</a:t>
            </a:r>
            <a:r>
              <a:rPr lang="en-US" altLang="zh-CN" dirty="0"/>
              <a:t>,</a:t>
            </a:r>
            <a:r>
              <a:rPr lang="zh-CN" altLang="en-US" dirty="0"/>
              <a:t>指针域赋值</a:t>
            </a:r>
            <a:r>
              <a:rPr lang="en-US" altLang="zh-CN" dirty="0"/>
              <a:t>)</a:t>
            </a:r>
          </a:p>
          <a:p>
            <a:r>
              <a:rPr lang="en-US" altLang="zh-CN" dirty="0"/>
              <a:t>2.</a:t>
            </a:r>
            <a:r>
              <a:rPr lang="zh-CN" altLang="en-US" dirty="0"/>
              <a:t>修改栈顶指针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29" name="Rectangle 56"/>
          <p:cNvSpPr/>
          <p:nvPr/>
        </p:nvSpPr>
        <p:spPr>
          <a:xfrm>
            <a:off x="0" y="30163"/>
            <a:ext cx="3405188" cy="515937"/>
          </a:xfrm>
          <a:prstGeom prst="rect">
            <a:avLst/>
          </a:prstGeom>
          <a:solidFill>
            <a:srgbClr val="FFFF99"/>
          </a:solidFill>
          <a:ln w="9525">
            <a:noFill/>
          </a:ln>
        </p:spPr>
        <p:txBody>
          <a:bodyPr anchor="ctr" anchorCtr="0"/>
          <a:lstStyle/>
          <a:p>
            <a:pPr eaLnBrk="0" hangingPunct="0"/>
            <a:r>
              <a:rPr lang="zh-CN" altLang="en-US" sz="3200" dirty="0">
                <a:latin typeface="楷体_GB2312" charset="-122"/>
                <a:ea typeface="楷体_GB2312" charset="-122"/>
              </a:rPr>
              <a:t>链栈出栈</a:t>
            </a:r>
          </a:p>
        </p:txBody>
      </p:sp>
      <p:sp>
        <p:nvSpPr>
          <p:cNvPr id="48144" name="Text Box 73"/>
          <p:cNvSpPr txBox="1"/>
          <p:nvPr/>
        </p:nvSpPr>
        <p:spPr>
          <a:xfrm flipH="1">
            <a:off x="4787900" y="928688"/>
            <a:ext cx="1600200" cy="45720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pPr algn="ctr" eaLnBrk="0" hangingPunct="0">
              <a:spcBef>
                <a:spcPct val="50000"/>
              </a:spcBef>
            </a:pPr>
            <a:r>
              <a:rPr lang="en-US" altLang="zh-CN" dirty="0">
                <a:solidFill>
                  <a:srgbClr val="FF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e = ‘A’</a:t>
            </a:r>
          </a:p>
        </p:txBody>
      </p:sp>
      <p:sp>
        <p:nvSpPr>
          <p:cNvPr id="19" name="Text Box 23"/>
          <p:cNvSpPr txBox="1"/>
          <p:nvPr/>
        </p:nvSpPr>
        <p:spPr>
          <a:xfrm>
            <a:off x="0" y="1817514"/>
            <a:ext cx="9143999" cy="3631763"/>
          </a:xfrm>
          <a:prstGeom prst="rect">
            <a:avLst/>
          </a:prstGeom>
          <a:solidFill>
            <a:srgbClr val="CCFFFF"/>
          </a:solidFill>
          <a:ln w="9525">
            <a:noFill/>
          </a:ln>
        </p:spPr>
        <p:txBody>
          <a:bodyPr wrap="square" anchor="t" anchorCtr="0"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altLang="zh-CN" sz="2000" dirty="0">
                <a:latin typeface="Arial" panose="020B0604020202020204" pitchFamily="34" charset="0"/>
                <a:ea typeface="宋体" panose="02010600030101010101" pitchFamily="2" charset="-122"/>
              </a:rPr>
              <a:t>Status Pop (</a:t>
            </a:r>
            <a:r>
              <a:rPr lang="en-US" altLang="zh-CN" sz="2000" dirty="0" err="1">
                <a:latin typeface="Arial" panose="020B0604020202020204" pitchFamily="34" charset="0"/>
                <a:ea typeface="宋体" panose="02010600030101010101" pitchFamily="2" charset="-122"/>
              </a:rPr>
              <a:t>LinkStack</a:t>
            </a:r>
            <a:r>
              <a:rPr lang="en-US" altLang="zh-CN" sz="2000" dirty="0">
                <a:latin typeface="Arial" panose="020B0604020202020204" pitchFamily="34" charset="0"/>
                <a:ea typeface="宋体" panose="02010600030101010101" pitchFamily="2" charset="-122"/>
              </a:rPr>
              <a:t> *</a:t>
            </a:r>
            <a:r>
              <a:rPr lang="en-US" altLang="zh-CN" sz="2000" dirty="0" err="1">
                <a:latin typeface="Arial" panose="020B0604020202020204" pitchFamily="34" charset="0"/>
                <a:ea typeface="宋体" panose="02010600030101010101" pitchFamily="2" charset="-122"/>
              </a:rPr>
              <a:t>pS,</a:t>
            </a:r>
            <a:r>
              <a:rPr lang="en-US" altLang="zh-CN" sz="2000" dirty="0" err="1">
                <a:highlight>
                  <a:srgbClr val="00FF00"/>
                </a:highlight>
                <a:latin typeface="Arial" panose="020B0604020202020204" pitchFamily="34" charset="0"/>
                <a:ea typeface="宋体" panose="02010600030101010101" pitchFamily="2" charset="-122"/>
              </a:rPr>
              <a:t>SElemType</a:t>
            </a:r>
            <a:r>
              <a:rPr lang="en-US" altLang="zh-CN" sz="2000" dirty="0">
                <a:highlight>
                  <a:srgbClr val="00FF00"/>
                </a:highlight>
                <a:latin typeface="Arial" panose="020B0604020202020204" pitchFamily="34" charset="0"/>
                <a:ea typeface="宋体" panose="02010600030101010101" pitchFamily="2" charset="-122"/>
              </a:rPr>
              <a:t> *</a:t>
            </a:r>
            <a:r>
              <a:rPr lang="en-US" altLang="zh-CN" sz="2000" dirty="0" err="1">
                <a:highlight>
                  <a:srgbClr val="00FF00"/>
                </a:highlight>
                <a:latin typeface="Arial" panose="020B0604020202020204" pitchFamily="34" charset="0"/>
                <a:ea typeface="宋体" panose="02010600030101010101" pitchFamily="2" charset="-122"/>
              </a:rPr>
              <a:t>pe</a:t>
            </a:r>
            <a:r>
              <a:rPr lang="en-US" altLang="zh-CN" sz="2000" dirty="0">
                <a:latin typeface="Arial" panose="020B0604020202020204" pitchFamily="34" charset="0"/>
                <a:ea typeface="宋体" panose="02010600030101010101" pitchFamily="2" charset="-122"/>
              </a:rPr>
              <a:t>)</a:t>
            </a:r>
          </a:p>
          <a:p>
            <a:pPr eaLnBrk="0" hangingPunct="0">
              <a:spcBef>
                <a:spcPct val="50000"/>
              </a:spcBef>
            </a:pPr>
            <a:r>
              <a:rPr lang="en-US" altLang="zh-CN" sz="2000" dirty="0">
                <a:latin typeface="Arial" panose="020B0604020202020204" pitchFamily="34" charset="0"/>
                <a:ea typeface="宋体" panose="02010600030101010101" pitchFamily="2" charset="-122"/>
              </a:rPr>
              <a:t>{ </a:t>
            </a:r>
            <a:r>
              <a:rPr lang="en-US" altLang="zh-CN" sz="2000" dirty="0" err="1">
                <a:latin typeface="Arial" panose="020B0604020202020204" pitchFamily="34" charset="0"/>
                <a:ea typeface="宋体" panose="02010600030101010101" pitchFamily="2" charset="-122"/>
              </a:rPr>
              <a:t>StackNode</a:t>
            </a:r>
            <a:r>
              <a:rPr lang="en-US" altLang="zh-CN" sz="2000" dirty="0">
                <a:latin typeface="Arial" panose="020B0604020202020204" pitchFamily="34" charset="0"/>
                <a:ea typeface="宋体" panose="02010600030101010101" pitchFamily="2" charset="-122"/>
              </a:rPr>
              <a:t>* p=NULL;//</a:t>
            </a:r>
            <a:r>
              <a:rPr lang="en-US" altLang="zh-CN" sz="2000" dirty="0" err="1">
                <a:latin typeface="Arial" panose="020B0604020202020204" pitchFamily="34" charset="0"/>
                <a:ea typeface="宋体" panose="02010600030101010101" pitchFamily="2" charset="-122"/>
              </a:rPr>
              <a:t>LinkStack</a:t>
            </a:r>
            <a:r>
              <a:rPr lang="en-US" altLang="zh-CN" sz="2000" dirty="0">
                <a:latin typeface="Arial" panose="020B0604020202020204" pitchFamily="34" charset="0"/>
                <a:ea typeface="宋体" panose="02010600030101010101" pitchFamily="2" charset="-122"/>
              </a:rPr>
              <a:t> p=NULL;</a:t>
            </a:r>
            <a:r>
              <a:rPr lang="zh-CN" altLang="en-US" sz="2000" dirty="0">
                <a:highlight>
                  <a:srgbClr val="00FF00"/>
                </a:highlight>
                <a:latin typeface="Arial" panose="020B0604020202020204" pitchFamily="34" charset="0"/>
                <a:ea typeface="宋体" panose="02010600030101010101" pitchFamily="2" charset="-122"/>
              </a:rPr>
              <a:t>初始化指针</a:t>
            </a:r>
            <a:endParaRPr lang="en-US" altLang="zh-CN" sz="2000" dirty="0">
              <a:highlight>
                <a:srgbClr val="00FF00"/>
              </a:highlight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eaLnBrk="0" hangingPunct="0">
              <a:spcBef>
                <a:spcPct val="50000"/>
              </a:spcBef>
            </a:pPr>
            <a:r>
              <a:rPr lang="en-US" altLang="zh-CN" sz="2000" dirty="0">
                <a:latin typeface="Arial" panose="020B0604020202020204" pitchFamily="34" charset="0"/>
                <a:ea typeface="宋体" panose="02010600030101010101" pitchFamily="2" charset="-122"/>
              </a:rPr>
              <a:t>  if ((*</a:t>
            </a:r>
            <a:r>
              <a:rPr lang="en-US" altLang="zh-CN" sz="2000" dirty="0" err="1">
                <a:latin typeface="Arial" panose="020B0604020202020204" pitchFamily="34" charset="0"/>
                <a:ea typeface="宋体" panose="02010600030101010101" pitchFamily="2" charset="-122"/>
              </a:rPr>
              <a:t>pS</a:t>
            </a:r>
            <a:r>
              <a:rPr lang="en-US" altLang="zh-CN" sz="2000" dirty="0">
                <a:latin typeface="Arial" panose="020B0604020202020204" pitchFamily="34" charset="0"/>
                <a:ea typeface="宋体" panose="02010600030101010101" pitchFamily="2" charset="-122"/>
              </a:rPr>
              <a:t>)==NULL) return ERROR;//</a:t>
            </a:r>
            <a:r>
              <a:rPr lang="zh-CN" altLang="en-US" sz="2000" dirty="0">
                <a:latin typeface="Arial" panose="020B0604020202020204" pitchFamily="34" charset="0"/>
                <a:ea typeface="宋体" panose="02010600030101010101" pitchFamily="2" charset="-122"/>
              </a:rPr>
              <a:t>出栈要求栈非空</a:t>
            </a:r>
            <a:endParaRPr lang="en-US" altLang="zh-CN" sz="2000" dirty="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eaLnBrk="0" hangingPunct="0">
              <a:spcBef>
                <a:spcPct val="50000"/>
              </a:spcBef>
            </a:pPr>
            <a:r>
              <a:rPr lang="en-US" altLang="zh-CN" sz="2000" dirty="0">
                <a:latin typeface="Arial" panose="020B0604020202020204" pitchFamily="34" charset="0"/>
                <a:ea typeface="宋体" panose="02010600030101010101" pitchFamily="2" charset="-122"/>
              </a:rPr>
              <a:t> </a:t>
            </a:r>
            <a:r>
              <a:rPr lang="en-US" altLang="zh-CN" sz="2000" dirty="0">
                <a:solidFill>
                  <a:srgbClr val="FF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*pe = (*</a:t>
            </a:r>
            <a:r>
              <a:rPr lang="en-US" altLang="zh-CN" sz="2000" dirty="0" err="1">
                <a:solidFill>
                  <a:srgbClr val="FF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pS</a:t>
            </a:r>
            <a:r>
              <a:rPr lang="en-US" altLang="zh-CN" sz="2000" dirty="0">
                <a:solidFill>
                  <a:srgbClr val="FF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)-&gt;data; </a:t>
            </a:r>
            <a:r>
              <a:rPr lang="en-US" altLang="zh-CN" sz="2000" dirty="0">
                <a:latin typeface="Arial" panose="020B0604020202020204" pitchFamily="34" charset="0"/>
                <a:ea typeface="宋体" panose="02010600030101010101" pitchFamily="2" charset="-122"/>
              </a:rPr>
              <a:t>p = (*</a:t>
            </a:r>
            <a:r>
              <a:rPr lang="en-US" altLang="zh-CN" sz="2000" dirty="0" err="1">
                <a:latin typeface="Arial" panose="020B0604020202020204" pitchFamily="34" charset="0"/>
                <a:ea typeface="宋体" panose="02010600030101010101" pitchFamily="2" charset="-122"/>
              </a:rPr>
              <a:t>pS</a:t>
            </a:r>
            <a:r>
              <a:rPr lang="en-US" altLang="zh-CN" sz="2000" dirty="0">
                <a:latin typeface="Arial" panose="020B0604020202020204" pitchFamily="34" charset="0"/>
                <a:ea typeface="宋体" panose="02010600030101010101" pitchFamily="2" charset="-122"/>
              </a:rPr>
              <a:t>);   </a:t>
            </a:r>
            <a:r>
              <a:rPr lang="en-US" altLang="zh-CN" sz="2000" dirty="0">
                <a:solidFill>
                  <a:srgbClr val="FF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//</a:t>
            </a:r>
            <a:r>
              <a:rPr lang="zh-CN" altLang="en-US" sz="2000" dirty="0">
                <a:solidFill>
                  <a:srgbClr val="FF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使用</a:t>
            </a:r>
            <a:r>
              <a:rPr lang="en-US" altLang="zh-CN" sz="2000" dirty="0">
                <a:solidFill>
                  <a:srgbClr val="FF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pe</a:t>
            </a:r>
            <a:r>
              <a:rPr lang="zh-CN" altLang="en-US" sz="2000" dirty="0">
                <a:solidFill>
                  <a:srgbClr val="FF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来储存数据域</a:t>
            </a:r>
            <a:r>
              <a:rPr lang="en-US" altLang="zh-CN" sz="2000" dirty="0">
                <a:solidFill>
                  <a:srgbClr val="FF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,</a:t>
            </a:r>
            <a:r>
              <a:rPr lang="zh-CN" altLang="en-US" sz="2000" dirty="0">
                <a:solidFill>
                  <a:srgbClr val="FF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使用</a:t>
            </a:r>
            <a:r>
              <a:rPr lang="en-US" altLang="zh-CN" sz="2000" dirty="0">
                <a:solidFill>
                  <a:srgbClr val="FF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p</a:t>
            </a:r>
            <a:r>
              <a:rPr lang="zh-CN" altLang="en-US" sz="2000" dirty="0">
                <a:solidFill>
                  <a:srgbClr val="FF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来储存指针域</a:t>
            </a:r>
            <a:endParaRPr lang="en-US" altLang="zh-CN" sz="2000" dirty="0">
              <a:solidFill>
                <a:srgbClr val="FF0000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eaLnBrk="0" hangingPunct="0">
              <a:spcBef>
                <a:spcPct val="50000"/>
              </a:spcBef>
            </a:pPr>
            <a:r>
              <a:rPr lang="en-US" altLang="zh-CN" sz="2000" dirty="0">
                <a:latin typeface="Arial" panose="020B0604020202020204" pitchFamily="34" charset="0"/>
                <a:ea typeface="宋体" panose="02010600030101010101" pitchFamily="2" charset="-122"/>
              </a:rPr>
              <a:t>  </a:t>
            </a:r>
            <a:r>
              <a:rPr lang="en-US" altLang="zh-CN" sz="2000" dirty="0">
                <a:solidFill>
                  <a:srgbClr val="FF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(*</a:t>
            </a:r>
            <a:r>
              <a:rPr lang="en-US" altLang="zh-CN" sz="2000" dirty="0" err="1">
                <a:solidFill>
                  <a:srgbClr val="FF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pS</a:t>
            </a:r>
            <a:r>
              <a:rPr lang="en-US" altLang="zh-CN" sz="2000" dirty="0">
                <a:solidFill>
                  <a:srgbClr val="FF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) =  (*</a:t>
            </a:r>
            <a:r>
              <a:rPr lang="en-US" altLang="zh-CN" sz="2000" dirty="0" err="1">
                <a:solidFill>
                  <a:srgbClr val="FF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pS</a:t>
            </a:r>
            <a:r>
              <a:rPr lang="en-US" altLang="zh-CN" sz="2000" dirty="0">
                <a:solidFill>
                  <a:srgbClr val="FF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)-&gt; next;//</a:t>
            </a:r>
            <a:r>
              <a:rPr lang="zh-CN" altLang="en-US" sz="2000" dirty="0">
                <a:solidFill>
                  <a:srgbClr val="FF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更改指针域</a:t>
            </a:r>
            <a:endParaRPr lang="en-US" altLang="zh-CN" sz="2000" dirty="0">
              <a:solidFill>
                <a:srgbClr val="FF0000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eaLnBrk="0" hangingPunct="0">
              <a:spcBef>
                <a:spcPct val="50000"/>
              </a:spcBef>
            </a:pPr>
            <a:r>
              <a:rPr lang="en-US" altLang="zh-CN" sz="2000" dirty="0">
                <a:latin typeface="Arial" panose="020B0604020202020204" pitchFamily="34" charset="0"/>
                <a:ea typeface="宋体" panose="02010600030101010101" pitchFamily="2" charset="-122"/>
              </a:rPr>
              <a:t> free(p);   </a:t>
            </a:r>
          </a:p>
          <a:p>
            <a:pPr eaLnBrk="0" hangingPunct="0">
              <a:spcBef>
                <a:spcPct val="50000"/>
              </a:spcBef>
            </a:pPr>
            <a:r>
              <a:rPr lang="en-US" altLang="zh-CN" sz="2000" dirty="0">
                <a:latin typeface="Arial" panose="020B0604020202020204" pitchFamily="34" charset="0"/>
                <a:ea typeface="宋体" panose="02010600030101010101" pitchFamily="2" charset="-122"/>
              </a:rPr>
              <a:t> return OK;  </a:t>
            </a:r>
          </a:p>
          <a:p>
            <a:pPr eaLnBrk="0" hangingPunct="0">
              <a:spcBef>
                <a:spcPct val="50000"/>
              </a:spcBef>
            </a:pPr>
            <a:r>
              <a:rPr lang="en-US" altLang="zh-CN" sz="2000" dirty="0">
                <a:latin typeface="Arial" panose="020B0604020202020204" pitchFamily="34" charset="0"/>
                <a:ea typeface="宋体" panose="02010600030101010101" pitchFamily="2" charset="-122"/>
              </a:rPr>
              <a:t> }  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4BED2EFD-F9F7-0167-B0F2-137527D370BB}"/>
              </a:ext>
            </a:extLst>
          </p:cNvPr>
          <p:cNvSpPr txBox="1"/>
          <p:nvPr/>
        </p:nvSpPr>
        <p:spPr>
          <a:xfrm>
            <a:off x="212725" y="714375"/>
            <a:ext cx="479132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1.</a:t>
            </a:r>
            <a:r>
              <a:rPr lang="zh-CN" altLang="en-US" dirty="0"/>
              <a:t>创建结点用于储存</a:t>
            </a:r>
            <a:endParaRPr lang="en-US" altLang="zh-CN" dirty="0"/>
          </a:p>
          <a:p>
            <a:r>
              <a:rPr lang="en-US" altLang="zh-CN" dirty="0"/>
              <a:t>2.</a:t>
            </a:r>
            <a:r>
              <a:rPr lang="zh-CN" altLang="en-US" dirty="0"/>
              <a:t>修改指针域</a:t>
            </a:r>
            <a:endParaRPr lang="en-US" altLang="zh-CN" dirty="0"/>
          </a:p>
          <a:p>
            <a:r>
              <a:rPr lang="en-US" altLang="zh-CN" dirty="0"/>
              <a:t>3.free</a:t>
            </a:r>
            <a:endParaRPr lang="zh-CN" altLang="en-US" dirty="0"/>
          </a:p>
        </p:txBody>
      </p:sp>
      <p:grpSp>
        <p:nvGrpSpPr>
          <p:cNvPr id="48130" name="Group 59"/>
          <p:cNvGrpSpPr/>
          <p:nvPr/>
        </p:nvGrpSpPr>
        <p:grpSpPr>
          <a:xfrm>
            <a:off x="7027863" y="238657"/>
            <a:ext cx="1905000" cy="2438400"/>
            <a:chOff x="1680" y="2908"/>
            <a:chExt cx="1200" cy="1325"/>
          </a:xfrm>
        </p:grpSpPr>
        <p:sp>
          <p:nvSpPr>
            <p:cNvPr id="48131" name="Rectangle 60"/>
            <p:cNvSpPr/>
            <p:nvPr/>
          </p:nvSpPr>
          <p:spPr>
            <a:xfrm>
              <a:off x="2112" y="2908"/>
              <a:ext cx="768" cy="192"/>
            </a:xfrm>
            <a:prstGeom prst="rect">
              <a:avLst/>
            </a:prstGeom>
            <a:solidFill>
              <a:srgbClr val="FFFFFF"/>
            </a:solidFill>
            <a:ln w="38100" cap="flat" cmpd="sng">
              <a:solidFill>
                <a:srgbClr val="00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/>
            <a:p>
              <a:pPr eaLnBrk="0" hangingPunct="0">
                <a:spcBef>
                  <a:spcPct val="20000"/>
                </a:spcBef>
              </a:pPr>
              <a:endParaRPr lang="zh-CN" altLang="en-US" dirty="0">
                <a:latin typeface="Times New Roman" panose="02020603050405020304" pitchFamily="18" charset="0"/>
                <a:ea typeface="楷体_GB2312" charset="-122"/>
              </a:endParaRPr>
            </a:p>
          </p:txBody>
        </p:sp>
        <p:sp>
          <p:nvSpPr>
            <p:cNvPr id="48132" name="Line 61"/>
            <p:cNvSpPr/>
            <p:nvPr/>
          </p:nvSpPr>
          <p:spPr>
            <a:xfrm>
              <a:off x="2496" y="2908"/>
              <a:ext cx="0" cy="192"/>
            </a:xfrm>
            <a:prstGeom prst="line">
              <a:avLst/>
            </a:prstGeom>
            <a:ln w="3810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8133" name="Rectangle 62"/>
            <p:cNvSpPr/>
            <p:nvPr/>
          </p:nvSpPr>
          <p:spPr>
            <a:xfrm>
              <a:off x="2112" y="3292"/>
              <a:ext cx="768" cy="192"/>
            </a:xfrm>
            <a:prstGeom prst="rect">
              <a:avLst/>
            </a:prstGeom>
            <a:solidFill>
              <a:srgbClr val="FFFFFF"/>
            </a:solidFill>
            <a:ln w="38100" cap="flat" cmpd="sng">
              <a:solidFill>
                <a:srgbClr val="00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/>
            <a:p>
              <a:pPr eaLnBrk="0" hangingPunct="0">
                <a:spcBef>
                  <a:spcPct val="20000"/>
                </a:spcBef>
              </a:pPr>
              <a:endParaRPr lang="zh-CN" altLang="en-US" dirty="0">
                <a:latin typeface="Times New Roman" panose="02020603050405020304" pitchFamily="18" charset="0"/>
                <a:ea typeface="楷体_GB2312" charset="-122"/>
              </a:endParaRPr>
            </a:p>
          </p:txBody>
        </p:sp>
        <p:sp>
          <p:nvSpPr>
            <p:cNvPr id="48134" name="Line 63"/>
            <p:cNvSpPr/>
            <p:nvPr/>
          </p:nvSpPr>
          <p:spPr>
            <a:xfrm>
              <a:off x="2496" y="3292"/>
              <a:ext cx="0" cy="192"/>
            </a:xfrm>
            <a:prstGeom prst="line">
              <a:avLst/>
            </a:prstGeom>
            <a:ln w="3810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8135" name="Rectangle 64"/>
            <p:cNvSpPr/>
            <p:nvPr/>
          </p:nvSpPr>
          <p:spPr>
            <a:xfrm>
              <a:off x="2112" y="4012"/>
              <a:ext cx="768" cy="192"/>
            </a:xfrm>
            <a:prstGeom prst="rect">
              <a:avLst/>
            </a:prstGeom>
            <a:solidFill>
              <a:srgbClr val="FFFFFF"/>
            </a:solidFill>
            <a:ln w="38100" cap="flat" cmpd="sng">
              <a:solidFill>
                <a:srgbClr val="00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/>
            <a:p>
              <a:pPr eaLnBrk="0" hangingPunct="0">
                <a:spcBef>
                  <a:spcPct val="20000"/>
                </a:spcBef>
              </a:pPr>
              <a:endParaRPr lang="zh-CN" altLang="en-US" dirty="0">
                <a:latin typeface="Times New Roman" panose="02020603050405020304" pitchFamily="18" charset="0"/>
                <a:ea typeface="楷体_GB2312" charset="-122"/>
              </a:endParaRPr>
            </a:p>
          </p:txBody>
        </p:sp>
        <p:sp>
          <p:nvSpPr>
            <p:cNvPr id="48136" name="Line 65"/>
            <p:cNvSpPr/>
            <p:nvPr/>
          </p:nvSpPr>
          <p:spPr>
            <a:xfrm>
              <a:off x="2496" y="4012"/>
              <a:ext cx="0" cy="192"/>
            </a:xfrm>
            <a:prstGeom prst="line">
              <a:avLst/>
            </a:prstGeom>
            <a:ln w="3810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8137" name="Line 66"/>
            <p:cNvSpPr/>
            <p:nvPr/>
          </p:nvSpPr>
          <p:spPr>
            <a:xfrm>
              <a:off x="2688" y="3072"/>
              <a:ext cx="0" cy="240"/>
            </a:xfrm>
            <a:prstGeom prst="line">
              <a:avLst/>
            </a:prstGeom>
            <a:ln w="28575" cap="flat" cmpd="sng">
              <a:solidFill>
                <a:srgbClr val="000000"/>
              </a:solidFill>
              <a:prstDash val="solid"/>
              <a:round/>
              <a:headEnd type="none" w="med" len="med"/>
              <a:tailEnd type="triangl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8138" name="Line 67"/>
            <p:cNvSpPr/>
            <p:nvPr/>
          </p:nvSpPr>
          <p:spPr>
            <a:xfrm>
              <a:off x="2688" y="3504"/>
              <a:ext cx="0" cy="240"/>
            </a:xfrm>
            <a:prstGeom prst="line">
              <a:avLst/>
            </a:prstGeom>
            <a:ln w="28575" cap="flat" cmpd="sng">
              <a:solidFill>
                <a:srgbClr val="000000"/>
              </a:solidFill>
              <a:prstDash val="solid"/>
              <a:round/>
              <a:headEnd type="none" w="med" len="med"/>
              <a:tailEnd type="triangl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8139" name="Line 68"/>
            <p:cNvSpPr/>
            <p:nvPr/>
          </p:nvSpPr>
          <p:spPr>
            <a:xfrm>
              <a:off x="2688" y="3792"/>
              <a:ext cx="0" cy="192"/>
            </a:xfrm>
            <a:prstGeom prst="line">
              <a:avLst/>
            </a:prstGeom>
            <a:ln w="38100" cap="flat" cmpd="sng">
              <a:solidFill>
                <a:srgbClr val="000000"/>
              </a:solidFill>
              <a:prstDash val="sysDot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8140" name="Text Box 69"/>
            <p:cNvSpPr txBox="1"/>
            <p:nvPr/>
          </p:nvSpPr>
          <p:spPr>
            <a:xfrm>
              <a:off x="2544" y="3984"/>
              <a:ext cx="288" cy="249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lstStyle/>
            <a:p>
              <a:pPr algn="ctr" eaLnBrk="0" hangingPunct="0">
                <a:spcBef>
                  <a:spcPct val="50000"/>
                </a:spcBef>
              </a:pPr>
              <a:r>
                <a:rPr lang="en-US" altLang="zh-CN" dirty="0">
                  <a:latin typeface="Arial" panose="020B0604020202020204" pitchFamily="34" charset="0"/>
                  <a:ea typeface="宋体" panose="02010600030101010101" pitchFamily="2" charset="-122"/>
                </a:rPr>
                <a:t>∧</a:t>
              </a:r>
            </a:p>
          </p:txBody>
        </p:sp>
        <p:sp>
          <p:nvSpPr>
            <p:cNvPr id="48141" name="Line 70"/>
            <p:cNvSpPr/>
            <p:nvPr/>
          </p:nvSpPr>
          <p:spPr>
            <a:xfrm>
              <a:off x="1872" y="3024"/>
              <a:ext cx="240" cy="0"/>
            </a:xfrm>
            <a:prstGeom prst="line">
              <a:avLst/>
            </a:prstGeom>
            <a:ln w="38100" cap="flat" cmpd="sng">
              <a:solidFill>
                <a:srgbClr val="000000"/>
              </a:solidFill>
              <a:prstDash val="solid"/>
              <a:round/>
              <a:headEnd type="none" w="med" len="med"/>
              <a:tailEnd type="triangl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8142" name="Text Box 71"/>
            <p:cNvSpPr txBox="1"/>
            <p:nvPr/>
          </p:nvSpPr>
          <p:spPr>
            <a:xfrm>
              <a:off x="1680" y="2908"/>
              <a:ext cx="288" cy="248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lstStyle/>
            <a:p>
              <a:pPr algn="ctr" eaLnBrk="0" hangingPunct="0">
                <a:spcBef>
                  <a:spcPct val="50000"/>
                </a:spcBef>
              </a:pPr>
              <a:r>
                <a:rPr lang="en-US" altLang="zh-CN" dirty="0">
                  <a:latin typeface="Arial" panose="020B0604020202020204" pitchFamily="34" charset="0"/>
                  <a:ea typeface="宋体" panose="02010600030101010101" pitchFamily="2" charset="-122"/>
                </a:rPr>
                <a:t>S</a:t>
              </a:r>
            </a:p>
          </p:txBody>
        </p:sp>
        <p:sp>
          <p:nvSpPr>
            <p:cNvPr id="48143" name="Text Box 72"/>
            <p:cNvSpPr txBox="1"/>
            <p:nvPr/>
          </p:nvSpPr>
          <p:spPr>
            <a:xfrm>
              <a:off x="2112" y="2908"/>
              <a:ext cx="288" cy="248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lstStyle/>
            <a:p>
              <a:pPr algn="ctr" eaLnBrk="0" hangingPunct="0">
                <a:spcBef>
                  <a:spcPct val="50000"/>
                </a:spcBef>
              </a:pPr>
              <a:r>
                <a:rPr lang="en-US" altLang="zh-CN" dirty="0">
                  <a:latin typeface="Arial" panose="020B0604020202020204" pitchFamily="34" charset="0"/>
                  <a:ea typeface="宋体" panose="02010600030101010101" pitchFamily="2" charset="-122"/>
                </a:rPr>
                <a:t>A</a:t>
              </a:r>
            </a:p>
          </p:txBody>
        </p:sp>
      </p:grp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5" name="Rectangle 6"/>
          <p:cNvSpPr/>
          <p:nvPr/>
        </p:nvSpPr>
        <p:spPr>
          <a:xfrm>
            <a:off x="39688" y="0"/>
            <a:ext cx="3956050" cy="515938"/>
          </a:xfrm>
          <a:prstGeom prst="rect">
            <a:avLst/>
          </a:prstGeom>
          <a:solidFill>
            <a:srgbClr val="FFFF99"/>
          </a:solidFill>
          <a:ln w="9525">
            <a:noFill/>
          </a:ln>
        </p:spPr>
        <p:txBody>
          <a:bodyPr anchor="ctr" anchorCtr="0"/>
          <a:lstStyle/>
          <a:p>
            <a:pPr eaLnBrk="0" hangingPunct="0"/>
            <a:r>
              <a:rPr lang="zh-CN" altLang="en-US" sz="3200" dirty="0">
                <a:latin typeface="楷体_GB2312" charset="-122"/>
                <a:ea typeface="楷体_GB2312" charset="-122"/>
              </a:rPr>
              <a:t>取链栈栈顶元素</a:t>
            </a:r>
          </a:p>
        </p:txBody>
      </p:sp>
      <p:sp>
        <p:nvSpPr>
          <p:cNvPr id="52226" name="Rectangle 7"/>
          <p:cNvSpPr/>
          <p:nvPr/>
        </p:nvSpPr>
        <p:spPr>
          <a:xfrm>
            <a:off x="323850" y="1052513"/>
            <a:ext cx="8424863" cy="4148137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lstStyle/>
          <a:p>
            <a:pPr marL="342900" indent="-342900" eaLnBrk="0" hangingPunct="0">
              <a:spcBef>
                <a:spcPct val="20000"/>
              </a:spcBef>
            </a:pPr>
            <a:r>
              <a:rPr lang="en-US" altLang="zh-CN" sz="3200" dirty="0">
                <a:latin typeface="Times New Roman" panose="02020603050405020304" pitchFamily="18" charset="0"/>
                <a:ea typeface="仿宋_GB2312" panose="02010609030101010101" charset="-122"/>
              </a:rPr>
              <a:t>SElemType GetTop(LinkStack S)</a:t>
            </a:r>
          </a:p>
          <a:p>
            <a:pPr marL="342900" indent="-342900" eaLnBrk="0" hangingPunct="0">
              <a:spcBef>
                <a:spcPct val="20000"/>
              </a:spcBef>
            </a:pPr>
            <a:r>
              <a:rPr lang="en-US" altLang="zh-CN" sz="3200" dirty="0">
                <a:latin typeface="Times New Roman" panose="02020603050405020304" pitchFamily="18" charset="0"/>
                <a:ea typeface="仿宋_GB2312" panose="02010609030101010101" charset="-122"/>
              </a:rPr>
              <a:t>   {</a:t>
            </a:r>
          </a:p>
          <a:p>
            <a:pPr marL="342900" indent="-342900" eaLnBrk="0" hangingPunct="0">
              <a:spcBef>
                <a:spcPct val="20000"/>
              </a:spcBef>
            </a:pPr>
            <a:r>
              <a:rPr lang="en-US" altLang="zh-CN" sz="3200" dirty="0">
                <a:latin typeface="Times New Roman" panose="02020603050405020304" pitchFamily="18" charset="0"/>
                <a:ea typeface="仿宋_GB2312" panose="02010609030101010101" charset="-122"/>
              </a:rPr>
              <a:t>       </a:t>
            </a:r>
            <a:r>
              <a:rPr lang="en-US" altLang="zh-CN" sz="3200" b="0" dirty="0">
                <a:solidFill>
                  <a:srgbClr val="000000"/>
                </a:solidFill>
                <a:latin typeface="Times New Roman" panose="02020603050405020304" pitchFamily="18" charset="0"/>
                <a:ea typeface="仿宋_GB2312" panose="02010609030101010101" charset="-122"/>
              </a:rPr>
              <a:t>if (</a:t>
            </a:r>
            <a:r>
              <a:rPr lang="en-US" altLang="zh-CN" sz="3200" dirty="0">
                <a:latin typeface="Times New Roman" panose="02020603050405020304" pitchFamily="18" charset="0"/>
                <a:ea typeface="仿宋_GB2312" panose="02010609030101010101" charset="-122"/>
              </a:rPr>
              <a:t>S==NULL)</a:t>
            </a:r>
            <a:r>
              <a:rPr lang="en-US" altLang="zh-CN" sz="3200" b="0" dirty="0">
                <a:latin typeface="Times New Roman" panose="02020603050405020304" pitchFamily="18" charset="0"/>
                <a:ea typeface="仿宋_GB2312" panose="02010609030101010101" charset="-122"/>
              </a:rPr>
              <a:t> </a:t>
            </a:r>
            <a:r>
              <a:rPr lang="en-US" altLang="zh-CN" sz="3200" b="0" dirty="0">
                <a:solidFill>
                  <a:srgbClr val="000000"/>
                </a:solidFill>
                <a:latin typeface="Times New Roman" panose="02020603050405020304" pitchFamily="18" charset="0"/>
                <a:ea typeface="仿宋_GB2312" panose="02010609030101010101" charset="-122"/>
              </a:rPr>
              <a:t>exit(1)</a:t>
            </a:r>
            <a:r>
              <a:rPr lang="zh-CN" altLang="en-US" sz="3200" b="0" dirty="0">
                <a:solidFill>
                  <a:srgbClr val="000000"/>
                </a:solidFill>
                <a:latin typeface="Times New Roman" panose="02020603050405020304" pitchFamily="18" charset="0"/>
                <a:ea typeface="仿宋_GB2312" panose="02010609030101010101" charset="-122"/>
              </a:rPr>
              <a:t>；</a:t>
            </a:r>
            <a:r>
              <a:rPr lang="en-US" altLang="zh-CN" sz="3200" b="0" dirty="0">
                <a:solidFill>
                  <a:srgbClr val="000000"/>
                </a:solidFill>
                <a:latin typeface="Times New Roman" panose="02020603050405020304" pitchFamily="18" charset="0"/>
                <a:ea typeface="仿宋_GB2312" panose="02010609030101010101" charset="-122"/>
              </a:rPr>
              <a:t>//</a:t>
            </a:r>
            <a:r>
              <a:rPr lang="zh-CN" altLang="en-US" sz="3200" b="0" dirty="0">
                <a:solidFill>
                  <a:srgbClr val="000000"/>
                </a:solidFill>
                <a:latin typeface="Times New Roman" panose="02020603050405020304" pitchFamily="18" charset="0"/>
                <a:ea typeface="仿宋_GB2312" panose="02010609030101010101" charset="-122"/>
              </a:rPr>
              <a:t>取元素非空</a:t>
            </a:r>
            <a:br>
              <a:rPr lang="zh-CN" altLang="en-US" sz="3200" b="0" dirty="0">
                <a:solidFill>
                  <a:srgbClr val="000000"/>
                </a:solidFill>
                <a:latin typeface="Times New Roman" panose="02020603050405020304" pitchFamily="18" charset="0"/>
                <a:ea typeface="仿宋_GB2312" panose="02010609030101010101" charset="-122"/>
              </a:rPr>
            </a:br>
            <a:r>
              <a:rPr lang="zh-CN" altLang="en-US" sz="3200" b="0" dirty="0">
                <a:solidFill>
                  <a:srgbClr val="000000"/>
                </a:solidFill>
                <a:latin typeface="Times New Roman" panose="02020603050405020304" pitchFamily="18" charset="0"/>
                <a:ea typeface="仿宋_GB2312" panose="02010609030101010101" charset="-122"/>
              </a:rPr>
              <a:t>   </a:t>
            </a:r>
            <a:r>
              <a:rPr lang="en-US" altLang="zh-CN" sz="3200" b="0" dirty="0">
                <a:solidFill>
                  <a:srgbClr val="000000"/>
                </a:solidFill>
                <a:latin typeface="Times New Roman" panose="02020603050405020304" pitchFamily="18" charset="0"/>
                <a:ea typeface="仿宋_GB2312" panose="02010609030101010101" charset="-122"/>
              </a:rPr>
              <a:t>else </a:t>
            </a:r>
            <a:r>
              <a:rPr lang="en-US" altLang="zh-CN" sz="3200" dirty="0">
                <a:solidFill>
                  <a:srgbClr val="FF0000"/>
                </a:solidFill>
                <a:latin typeface="Times New Roman" panose="02020603050405020304" pitchFamily="18" charset="0"/>
                <a:ea typeface="仿宋_GB2312" panose="02010609030101010101" charset="-122"/>
              </a:rPr>
              <a:t>return S–&gt;data</a:t>
            </a:r>
            <a:r>
              <a:rPr lang="en-US" altLang="zh-CN" sz="3200" dirty="0">
                <a:latin typeface="Times New Roman" panose="02020603050405020304" pitchFamily="18" charset="0"/>
                <a:ea typeface="仿宋_GB2312" panose="02010609030101010101" charset="-122"/>
              </a:rPr>
              <a:t>;//</a:t>
            </a:r>
            <a:r>
              <a:rPr lang="zh-CN" altLang="en-US" sz="3200" dirty="0">
                <a:latin typeface="Times New Roman" panose="02020603050405020304" pitchFamily="18" charset="0"/>
                <a:ea typeface="仿宋_GB2312" panose="02010609030101010101" charset="-122"/>
              </a:rPr>
              <a:t>取</a:t>
            </a:r>
            <a:endParaRPr lang="en-US" altLang="zh-CN" sz="3200" dirty="0">
              <a:latin typeface="Times New Roman" panose="02020603050405020304" pitchFamily="18" charset="0"/>
              <a:ea typeface="仿宋_GB2312" panose="02010609030101010101" charset="-122"/>
            </a:endParaRPr>
          </a:p>
          <a:p>
            <a:pPr marL="342900" indent="-342900" eaLnBrk="0" hangingPunct="0">
              <a:spcBef>
                <a:spcPct val="20000"/>
              </a:spcBef>
            </a:pPr>
            <a:r>
              <a:rPr lang="en-US" altLang="zh-CN" sz="3200" dirty="0">
                <a:latin typeface="Times New Roman" panose="02020603050405020304" pitchFamily="18" charset="0"/>
                <a:ea typeface="仿宋_GB2312" panose="02010609030101010101" charset="-122"/>
              </a:rPr>
              <a:t>    }</a:t>
            </a:r>
          </a:p>
        </p:txBody>
      </p:sp>
      <p:sp>
        <p:nvSpPr>
          <p:cNvPr id="2" name="文本框 1"/>
          <p:cNvSpPr txBox="1"/>
          <p:nvPr/>
        </p:nvSpPr>
        <p:spPr>
          <a:xfrm>
            <a:off x="971600" y="4886012"/>
            <a:ext cx="3298275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rgbClr val="FF0000"/>
                </a:solidFill>
              </a:rPr>
              <a:t>链栈代码参考</a:t>
            </a:r>
            <a:endParaRPr lang="en-US" altLang="zh-CN" dirty="0">
              <a:solidFill>
                <a:srgbClr val="FF0000"/>
              </a:solidFill>
            </a:endParaRPr>
          </a:p>
          <a:p>
            <a:r>
              <a:rPr lang="en-US" altLang="zh-CN" dirty="0" err="1">
                <a:solidFill>
                  <a:srgbClr val="FF0000"/>
                </a:solidFill>
              </a:rPr>
              <a:t>LinkStackTestDev</a:t>
            </a:r>
            <a:r>
              <a:rPr lang="en-US" altLang="zh-CN" dirty="0">
                <a:solidFill>
                  <a:srgbClr val="FF0000"/>
                </a:solidFill>
              </a:rPr>
              <a:t> </a:t>
            </a:r>
            <a:r>
              <a:rPr lang="zh-CN" altLang="en-US" dirty="0">
                <a:solidFill>
                  <a:srgbClr val="FF0000"/>
                </a:solidFill>
              </a:rPr>
              <a:t>目录</a:t>
            </a:r>
            <a:endParaRPr lang="en-US" altLang="zh-CN" dirty="0">
              <a:solidFill>
                <a:srgbClr val="FF0000"/>
              </a:solidFill>
            </a:endParaRPr>
          </a:p>
          <a:p>
            <a:r>
              <a:rPr lang="zh-CN" altLang="en-US" dirty="0">
                <a:solidFill>
                  <a:srgbClr val="FF0000"/>
                </a:solidFill>
              </a:rPr>
              <a:t>调用</a:t>
            </a:r>
            <a:r>
              <a:rPr lang="en-US" altLang="zh-CN" dirty="0" err="1">
                <a:solidFill>
                  <a:srgbClr val="FF0000"/>
                </a:solidFill>
              </a:rPr>
              <a:t>TestCreating</a:t>
            </a:r>
            <a:r>
              <a:rPr lang="en-US" altLang="zh-CN" dirty="0">
                <a:solidFill>
                  <a:srgbClr val="FF0000"/>
                </a:solidFill>
              </a:rPr>
              <a:t>()</a:t>
            </a:r>
            <a:r>
              <a:rPr lang="zh-CN" altLang="en-US" dirty="0">
                <a:solidFill>
                  <a:srgbClr val="FF0000"/>
                </a:solidFill>
              </a:rPr>
              <a:t>函数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2" name="文本框 2"/>
          <p:cNvSpPr txBox="1"/>
          <p:nvPr/>
        </p:nvSpPr>
        <p:spPr>
          <a:xfrm>
            <a:off x="107950" y="765175"/>
            <a:ext cx="7315200" cy="706438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lstStyle/>
          <a:p>
            <a:r>
              <a:rPr lang="en-US" altLang="zh-CN" sz="4000" dirty="0">
                <a:solidFill>
                  <a:srgbClr val="CC00CC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3.3 </a:t>
            </a:r>
            <a:r>
              <a:rPr lang="zh-CN" altLang="en-US" sz="4000" dirty="0">
                <a:solidFill>
                  <a:srgbClr val="CC00CC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队列的表示和操作的实现</a:t>
            </a:r>
          </a:p>
        </p:txBody>
      </p:sp>
      <p:sp>
        <p:nvSpPr>
          <p:cNvPr id="77827" name="Rectangle 3"/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381000" y="1480185"/>
            <a:ext cx="8229600" cy="350520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anchor="t" anchorCtr="0"/>
          <a:lstStyle>
            <a:lvl1pPr marL="342900" indent="-342900" algn="l" rtl="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 b="1">
                <a:solidFill>
                  <a:srgbClr val="333399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+mn-ea"/>
              </a:defRPr>
            </a:lvl2pPr>
            <a:lvl3pPr marL="1143000" indent="-228600" algn="l" rtl="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+mn-ea"/>
              </a:defRPr>
            </a:lvl3pPr>
            <a:lvl4pPr marL="1600200" indent="-228600" algn="l" rtl="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+mn-ea"/>
              </a:defRPr>
            </a:lvl4pPr>
            <a:lvl5pPr marL="2057400" indent="-228600" algn="l" rtl="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+mn-ea"/>
              </a:defRPr>
            </a:lvl5pPr>
            <a:lvl6pPr marL="2514600" indent="-228600" algn="l" rtl="0" fontAlgn="base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+mn-ea"/>
              </a:defRPr>
            </a:lvl6pPr>
            <a:lvl7pPr marL="2971800" indent="-228600" algn="l" rtl="0" fontAlgn="base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+mn-ea"/>
              </a:defRPr>
            </a:lvl7pPr>
            <a:lvl8pPr marL="3429000" indent="-228600" algn="l" rtl="0" fontAlgn="base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+mn-ea"/>
              </a:defRPr>
            </a:lvl8pPr>
            <a:lvl9pPr marL="3886200" indent="-228600" algn="l" rtl="0" fontAlgn="base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+mn-ea"/>
              </a:defRPr>
            </a:lvl9pPr>
          </a:lstStyle>
          <a:p>
            <a:pPr eaLnBrk="1" hangingPunct="1">
              <a:lnSpc>
                <a:spcPct val="105000"/>
              </a:lnSpc>
            </a:pPr>
            <a:r>
              <a:rPr lang="zh-CN" altLang="en-US" sz="2800" dirty="0">
                <a:latin typeface="Times New Roman" panose="02020603050405020304" pitchFamily="18" charset="0"/>
              </a:rPr>
              <a:t>队列是一种</a:t>
            </a:r>
            <a:r>
              <a:rPr lang="zh-CN" altLang="en-US" sz="2800" dirty="0">
                <a:solidFill>
                  <a:srgbClr val="FF0000"/>
                </a:solidFill>
                <a:latin typeface="Times New Roman" panose="02020603050405020304" pitchFamily="18" charset="0"/>
              </a:rPr>
              <a:t>特殊的线性表</a:t>
            </a:r>
            <a:r>
              <a:rPr lang="zh-CN" altLang="en-US" sz="2800" dirty="0">
                <a:solidFill>
                  <a:schemeClr val="bg2"/>
                </a:solidFill>
                <a:latin typeface="Times New Roman" panose="02020603050405020304" pitchFamily="18" charset="0"/>
              </a:rPr>
              <a:t>，</a:t>
            </a:r>
            <a:r>
              <a:rPr lang="zh-CN" altLang="en-US" sz="2800" dirty="0">
                <a:latin typeface="Times New Roman" panose="02020603050405020304" pitchFamily="18" charset="0"/>
              </a:rPr>
              <a:t>它只允许在表的</a:t>
            </a:r>
            <a:r>
              <a:rPr lang="zh-CN" altLang="en-US" sz="2800" dirty="0">
                <a:solidFill>
                  <a:srgbClr val="FF3300"/>
                </a:solidFill>
                <a:latin typeface="Times New Roman" panose="02020603050405020304" pitchFamily="18" charset="0"/>
              </a:rPr>
              <a:t>前端（</a:t>
            </a:r>
            <a:r>
              <a:rPr lang="en-US" altLang="zh-CN" sz="2800" dirty="0">
                <a:solidFill>
                  <a:srgbClr val="FF3300"/>
                </a:solidFill>
                <a:latin typeface="Times New Roman" panose="02020603050405020304" pitchFamily="18" charset="0"/>
              </a:rPr>
              <a:t>front</a:t>
            </a:r>
            <a:r>
              <a:rPr lang="zh-CN" altLang="en-US" sz="2800" dirty="0">
                <a:solidFill>
                  <a:srgbClr val="FF3300"/>
                </a:solidFill>
                <a:latin typeface="Times New Roman" panose="02020603050405020304" pitchFamily="18" charset="0"/>
              </a:rPr>
              <a:t>）进行删除</a:t>
            </a:r>
            <a:r>
              <a:rPr lang="zh-CN" altLang="en-US" sz="2800" dirty="0">
                <a:latin typeface="Times New Roman" panose="02020603050405020304" pitchFamily="18" charset="0"/>
              </a:rPr>
              <a:t>操作，而在</a:t>
            </a:r>
            <a:r>
              <a:rPr lang="zh-CN" altLang="en-US" sz="2800" dirty="0">
                <a:solidFill>
                  <a:srgbClr val="FF3300"/>
                </a:solidFill>
                <a:latin typeface="Times New Roman" panose="02020603050405020304" pitchFamily="18" charset="0"/>
              </a:rPr>
              <a:t>表的后端（</a:t>
            </a:r>
            <a:r>
              <a:rPr lang="en-US" altLang="zh-CN" sz="2800" dirty="0">
                <a:solidFill>
                  <a:srgbClr val="FF3300"/>
                </a:solidFill>
                <a:latin typeface="Times New Roman" panose="02020603050405020304" pitchFamily="18" charset="0"/>
              </a:rPr>
              <a:t>rear</a:t>
            </a:r>
            <a:r>
              <a:rPr lang="zh-CN" altLang="en-US" sz="2800" dirty="0">
                <a:solidFill>
                  <a:srgbClr val="FF3300"/>
                </a:solidFill>
                <a:latin typeface="Times New Roman" panose="02020603050405020304" pitchFamily="18" charset="0"/>
              </a:rPr>
              <a:t>）进行插入</a:t>
            </a:r>
            <a:r>
              <a:rPr lang="zh-CN" altLang="en-US" sz="2800" dirty="0">
                <a:latin typeface="Times New Roman" panose="02020603050405020304" pitchFamily="18" charset="0"/>
              </a:rPr>
              <a:t>操作。</a:t>
            </a:r>
          </a:p>
          <a:p>
            <a:pPr eaLnBrk="1" hangingPunct="1">
              <a:lnSpc>
                <a:spcPct val="105000"/>
              </a:lnSpc>
            </a:pPr>
            <a:r>
              <a:rPr lang="zh-CN" altLang="en-US" sz="2800" dirty="0">
                <a:latin typeface="Times New Roman" panose="02020603050405020304" pitchFamily="18" charset="0"/>
              </a:rPr>
              <a:t>进行插入操作的端称为队尾，进行删除操作的端称为队头。</a:t>
            </a:r>
          </a:p>
          <a:p>
            <a:pPr eaLnBrk="1" hangingPunct="1">
              <a:lnSpc>
                <a:spcPct val="105000"/>
              </a:lnSpc>
            </a:pPr>
            <a:r>
              <a:rPr lang="zh-CN" altLang="en-US" sz="2800" dirty="0">
                <a:latin typeface="Times New Roman" panose="02020603050405020304" pitchFamily="18" charset="0"/>
              </a:rPr>
              <a:t>队列中没有元素时，称为空队列。</a:t>
            </a:r>
          </a:p>
          <a:p>
            <a:pPr eaLnBrk="1" hangingPunct="1">
              <a:lnSpc>
                <a:spcPct val="105000"/>
              </a:lnSpc>
            </a:pPr>
            <a:r>
              <a:rPr lang="zh-CN" altLang="en-US" sz="2800" dirty="0">
                <a:latin typeface="Times New Roman" panose="02020603050405020304" pitchFamily="18" charset="0"/>
              </a:rPr>
              <a:t>队列具有</a:t>
            </a:r>
            <a:r>
              <a:rPr lang="zh-CN" altLang="en-US" sz="2800" dirty="0">
                <a:solidFill>
                  <a:srgbClr val="FF3300"/>
                </a:solidFill>
                <a:latin typeface="Times New Roman" panose="02020603050405020304" pitchFamily="18" charset="0"/>
              </a:rPr>
              <a:t>先进先出（</a:t>
            </a:r>
            <a:r>
              <a:rPr lang="en-US" altLang="zh-CN" sz="2800" dirty="0">
                <a:solidFill>
                  <a:srgbClr val="FF3300"/>
                </a:solidFill>
                <a:latin typeface="Times New Roman" panose="02020603050405020304" pitchFamily="18" charset="0"/>
              </a:rPr>
              <a:t>FIFO</a:t>
            </a:r>
            <a:r>
              <a:rPr lang="zh-CN" altLang="en-US" sz="2800" dirty="0">
                <a:solidFill>
                  <a:srgbClr val="FF3300"/>
                </a:solidFill>
                <a:latin typeface="Times New Roman" panose="02020603050405020304" pitchFamily="18" charset="0"/>
              </a:rPr>
              <a:t>）的特点</a:t>
            </a:r>
            <a:r>
              <a:rPr lang="zh-CN" altLang="en-US" sz="2800" dirty="0">
                <a:latin typeface="Times New Roman" panose="02020603050405020304" pitchFamily="18" charset="0"/>
              </a:rPr>
              <a:t>。</a:t>
            </a:r>
          </a:p>
        </p:txBody>
      </p:sp>
      <p:sp>
        <p:nvSpPr>
          <p:cNvPr id="77828" name="Line 4"/>
          <p:cNvSpPr/>
          <p:nvPr>
            <p:custDataLst>
              <p:tags r:id="rId2"/>
            </p:custDataLst>
          </p:nvPr>
        </p:nvSpPr>
        <p:spPr>
          <a:xfrm>
            <a:off x="2670175" y="5228273"/>
            <a:ext cx="2895600" cy="0"/>
          </a:xfrm>
          <a:prstGeom prst="line">
            <a:avLst/>
          </a:prstGeom>
          <a:ln w="9525" cap="flat" cmpd="sng">
            <a:solidFill>
              <a:srgbClr val="660033"/>
            </a:solidFill>
            <a:prstDash val="solid"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7829" name="Line 5"/>
          <p:cNvSpPr/>
          <p:nvPr>
            <p:custDataLst>
              <p:tags r:id="rId3"/>
            </p:custDataLst>
          </p:nvPr>
        </p:nvSpPr>
        <p:spPr>
          <a:xfrm>
            <a:off x="2746375" y="5761673"/>
            <a:ext cx="2895600" cy="0"/>
          </a:xfrm>
          <a:prstGeom prst="line">
            <a:avLst/>
          </a:prstGeom>
          <a:ln w="9525" cap="flat" cmpd="sng">
            <a:solidFill>
              <a:srgbClr val="660033"/>
            </a:solidFill>
            <a:prstDash val="solid"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7830" name="Text Box 6"/>
          <p:cNvSpPr txBox="1"/>
          <p:nvPr>
            <p:custDataLst>
              <p:tags r:id="rId4"/>
            </p:custDataLst>
          </p:nvPr>
        </p:nvSpPr>
        <p:spPr>
          <a:xfrm>
            <a:off x="3051175" y="5228273"/>
            <a:ext cx="2438400" cy="51911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rgbClr val="333399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+mn-ea"/>
              </a:defRPr>
            </a:lvl2pPr>
            <a:lvl3pPr marL="1143000" indent="-228600" algn="l" rtl="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+mn-ea"/>
              </a:defRPr>
            </a:lvl3pPr>
            <a:lvl4pPr marL="1600200" indent="-228600" algn="l" rtl="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+mn-ea"/>
              </a:defRPr>
            </a:lvl4pPr>
            <a:lvl5pPr marL="2057400" indent="-228600" algn="l" rtl="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+mn-ea"/>
              </a:defRPr>
            </a:lvl5pPr>
          </a:lstStyle>
          <a:p>
            <a:pPr marL="0" lvl="0" indent="0" ea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dirty="0">
                <a:solidFill>
                  <a:srgbClr val="0000FF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a</a:t>
            </a:r>
            <a:r>
              <a:rPr lang="en-US" altLang="zh-CN" sz="2800" baseline="-25000" dirty="0">
                <a:solidFill>
                  <a:srgbClr val="0000FF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1</a:t>
            </a:r>
            <a:r>
              <a:rPr lang="en-US" altLang="zh-CN" sz="2800" dirty="0">
                <a:solidFill>
                  <a:srgbClr val="0000FF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  a</a:t>
            </a:r>
            <a:r>
              <a:rPr lang="en-US" altLang="zh-CN" sz="2800" baseline="-25000" dirty="0">
                <a:solidFill>
                  <a:srgbClr val="0000FF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2</a:t>
            </a:r>
            <a:r>
              <a:rPr lang="en-US" altLang="zh-CN" sz="2800" dirty="0">
                <a:solidFill>
                  <a:srgbClr val="0000FF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   …    a</a:t>
            </a:r>
            <a:r>
              <a:rPr lang="en-US" altLang="zh-CN" sz="2800" baseline="-25000" dirty="0">
                <a:solidFill>
                  <a:srgbClr val="0000FF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n</a:t>
            </a:r>
          </a:p>
        </p:txBody>
      </p:sp>
      <p:sp>
        <p:nvSpPr>
          <p:cNvPr id="77831" name="AutoShape 7"/>
          <p:cNvSpPr/>
          <p:nvPr>
            <p:custDataLst>
              <p:tags r:id="rId5"/>
            </p:custDataLst>
          </p:nvPr>
        </p:nvSpPr>
        <p:spPr>
          <a:xfrm>
            <a:off x="5734050" y="5520373"/>
            <a:ext cx="762000" cy="152400"/>
          </a:xfrm>
          <a:prstGeom prst="leftArrow">
            <a:avLst>
              <a:gd name="adj1" fmla="val 50000"/>
              <a:gd name="adj2" fmla="val 125000"/>
            </a:avLst>
          </a:prstGeom>
          <a:solidFill>
            <a:srgbClr val="0000FF"/>
          </a:solidFill>
          <a:ln w="9525" cap="flat" cmpd="sng">
            <a:solidFill>
              <a:srgbClr val="0000FF"/>
            </a:solidFill>
            <a:prstDash val="solid"/>
            <a:miter/>
            <a:headEnd type="none" w="med" len="med"/>
            <a:tailEnd type="none" w="med" len="med"/>
          </a:ln>
          <a:effectLst>
            <a:prstShdw prst="shdw17" dist="17961" dir="2699999">
              <a:srgbClr val="000099"/>
            </a:prstShdw>
          </a:effectLst>
        </p:spPr>
        <p:txBody>
          <a:bodyPr wrap="none" anchor="ctr" anchorCtr="0"/>
          <a:lstStyle>
            <a:lvl1pPr marL="342900" indent="-342900" algn="l" rtl="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rgbClr val="333399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+mn-ea"/>
              </a:defRPr>
            </a:lvl2pPr>
            <a:lvl3pPr marL="1143000" indent="-228600" algn="l" rtl="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+mn-ea"/>
              </a:defRPr>
            </a:lvl3pPr>
            <a:lvl4pPr marL="1600200" indent="-228600" algn="l" rtl="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+mn-ea"/>
              </a:defRPr>
            </a:lvl4pPr>
            <a:lvl5pPr marL="2057400" indent="-228600" algn="l" rtl="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+mn-ea"/>
              </a:defRPr>
            </a:lvl5pPr>
          </a:lstStyle>
          <a:p>
            <a:pPr marL="0" lvl="0" indent="0" ea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zh-CN" altLang="en-US" sz="2000" dirty="0">
              <a:solidFill>
                <a:schemeClr val="tx1"/>
              </a:solidFill>
              <a:latin typeface="Times New Roman" panose="02020603050405020304" pitchFamily="18" charset="0"/>
              <a:ea typeface="隶书" panose="02010509060101010101" pitchFamily="49" charset="-122"/>
            </a:endParaRPr>
          </a:p>
        </p:txBody>
      </p:sp>
      <p:sp>
        <p:nvSpPr>
          <p:cNvPr id="77832" name="Text Box 8"/>
          <p:cNvSpPr txBox="1"/>
          <p:nvPr>
            <p:custDataLst>
              <p:tags r:id="rId6"/>
            </p:custDataLst>
          </p:nvPr>
        </p:nvSpPr>
        <p:spPr>
          <a:xfrm>
            <a:off x="6648450" y="5009198"/>
            <a:ext cx="895350" cy="94615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rgbClr val="333399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+mn-ea"/>
              </a:defRPr>
            </a:lvl2pPr>
            <a:lvl3pPr marL="1143000" indent="-228600" algn="l" rtl="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+mn-ea"/>
              </a:defRPr>
            </a:lvl3pPr>
            <a:lvl4pPr marL="1600200" indent="-228600" algn="l" rtl="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+mn-ea"/>
              </a:defRPr>
            </a:lvl4pPr>
            <a:lvl5pPr marL="2057400" indent="-228600" algn="l" rtl="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+mn-ea"/>
              </a:defRPr>
            </a:lvl5pPr>
          </a:lstStyle>
          <a:p>
            <a:pPr marL="0" lvl="0" indent="0" ea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800" dirty="0">
                <a:solidFill>
                  <a:srgbClr val="800000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入队</a:t>
            </a:r>
          </a:p>
          <a:p>
            <a:pPr marL="0" lvl="0" indent="0" ea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800" dirty="0">
                <a:solidFill>
                  <a:srgbClr val="800000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插入</a:t>
            </a:r>
            <a:endParaRPr lang="zh-CN" altLang="en-US" sz="2800" dirty="0">
              <a:solidFill>
                <a:schemeClr val="tx1"/>
              </a:solidFill>
              <a:latin typeface="Times New Roman" panose="02020603050405020304" pitchFamily="18" charset="0"/>
              <a:ea typeface="隶书" panose="02010509060101010101" pitchFamily="49" charset="-122"/>
            </a:endParaRPr>
          </a:p>
        </p:txBody>
      </p:sp>
      <p:sp>
        <p:nvSpPr>
          <p:cNvPr id="77833" name="AutoShape 9"/>
          <p:cNvSpPr/>
          <p:nvPr>
            <p:custDataLst>
              <p:tags r:id="rId7"/>
            </p:custDataLst>
          </p:nvPr>
        </p:nvSpPr>
        <p:spPr>
          <a:xfrm>
            <a:off x="2152650" y="5518785"/>
            <a:ext cx="609600" cy="152400"/>
          </a:xfrm>
          <a:prstGeom prst="leftArrow">
            <a:avLst>
              <a:gd name="adj1" fmla="val 50000"/>
              <a:gd name="adj2" fmla="val 100000"/>
            </a:avLst>
          </a:prstGeom>
          <a:solidFill>
            <a:srgbClr val="0000FF"/>
          </a:solidFill>
          <a:ln w="9525" cap="flat" cmpd="sng">
            <a:solidFill>
              <a:srgbClr val="0000FF"/>
            </a:solidFill>
            <a:prstDash val="solid"/>
            <a:miter/>
            <a:headEnd type="none" w="med" len="med"/>
            <a:tailEnd type="none" w="med" len="med"/>
          </a:ln>
          <a:effectLst>
            <a:prstShdw prst="shdw17" dist="17961" dir="2699999">
              <a:srgbClr val="000099"/>
            </a:prstShdw>
          </a:effectLst>
        </p:spPr>
        <p:txBody>
          <a:bodyPr wrap="none" anchor="ctr" anchorCtr="0"/>
          <a:lstStyle>
            <a:lvl1pPr marL="342900" indent="-342900" algn="l" rtl="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rgbClr val="333399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+mn-ea"/>
              </a:defRPr>
            </a:lvl2pPr>
            <a:lvl3pPr marL="1143000" indent="-228600" algn="l" rtl="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+mn-ea"/>
              </a:defRPr>
            </a:lvl3pPr>
            <a:lvl4pPr marL="1600200" indent="-228600" algn="l" rtl="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+mn-ea"/>
              </a:defRPr>
            </a:lvl4pPr>
            <a:lvl5pPr marL="2057400" indent="-228600" algn="l" rtl="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+mn-ea"/>
              </a:defRPr>
            </a:lvl5pPr>
          </a:lstStyle>
          <a:p>
            <a:pPr marL="0" lvl="0" indent="0" ea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zh-CN" altLang="en-US" sz="2000" dirty="0">
              <a:solidFill>
                <a:schemeClr val="tx1"/>
              </a:solidFill>
              <a:latin typeface="Times New Roman" panose="02020603050405020304" pitchFamily="18" charset="0"/>
              <a:ea typeface="隶书" panose="02010509060101010101" pitchFamily="49" charset="-122"/>
            </a:endParaRPr>
          </a:p>
        </p:txBody>
      </p:sp>
      <p:sp>
        <p:nvSpPr>
          <p:cNvPr id="77834" name="Text Box 10"/>
          <p:cNvSpPr txBox="1"/>
          <p:nvPr>
            <p:custDataLst>
              <p:tags r:id="rId8"/>
            </p:custDataLst>
          </p:nvPr>
        </p:nvSpPr>
        <p:spPr>
          <a:xfrm>
            <a:off x="1146175" y="5029835"/>
            <a:ext cx="895350" cy="94615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rgbClr val="333399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+mn-ea"/>
              </a:defRPr>
            </a:lvl2pPr>
            <a:lvl3pPr marL="1143000" indent="-228600" algn="l" rtl="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+mn-ea"/>
              </a:defRPr>
            </a:lvl3pPr>
            <a:lvl4pPr marL="1600200" indent="-228600" algn="l" rtl="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+mn-ea"/>
              </a:defRPr>
            </a:lvl4pPr>
            <a:lvl5pPr marL="2057400" indent="-228600" algn="l" rtl="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+mn-ea"/>
              </a:defRPr>
            </a:lvl5pPr>
          </a:lstStyle>
          <a:p>
            <a:pPr marL="0" lvl="0" indent="0" ea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800" dirty="0">
                <a:solidFill>
                  <a:srgbClr val="800000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退队</a:t>
            </a:r>
          </a:p>
          <a:p>
            <a:pPr marL="0" lvl="0" indent="0" ea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800" dirty="0">
                <a:solidFill>
                  <a:srgbClr val="800000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删除</a:t>
            </a:r>
            <a:endParaRPr lang="zh-CN" altLang="en-US" sz="2800" dirty="0">
              <a:solidFill>
                <a:schemeClr val="tx1"/>
              </a:solidFill>
              <a:latin typeface="Times New Roman" panose="02020603050405020304" pitchFamily="18" charset="0"/>
              <a:ea typeface="隶书" panose="02010509060101010101" pitchFamily="49" charset="-122"/>
            </a:endParaRPr>
          </a:p>
        </p:txBody>
      </p:sp>
      <p:sp>
        <p:nvSpPr>
          <p:cNvPr id="77835" name="Line 11"/>
          <p:cNvSpPr/>
          <p:nvPr>
            <p:custDataLst>
              <p:tags r:id="rId9"/>
            </p:custDataLst>
          </p:nvPr>
        </p:nvSpPr>
        <p:spPr>
          <a:xfrm flipV="1">
            <a:off x="3203848" y="5764848"/>
            <a:ext cx="0" cy="381000"/>
          </a:xfrm>
          <a:prstGeom prst="line">
            <a:avLst/>
          </a:prstGeom>
          <a:ln w="9525" cap="flat" cmpd="sng">
            <a:solidFill>
              <a:srgbClr val="660033"/>
            </a:solidFill>
            <a:prstDash val="solid"/>
            <a:headEnd type="none" w="med" len="med"/>
            <a:tailEnd type="triangl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7836" name="Line 12"/>
          <p:cNvSpPr/>
          <p:nvPr>
            <p:custDataLst>
              <p:tags r:id="rId10"/>
            </p:custDataLst>
          </p:nvPr>
        </p:nvSpPr>
        <p:spPr>
          <a:xfrm flipV="1">
            <a:off x="5364088" y="5764848"/>
            <a:ext cx="0" cy="304800"/>
          </a:xfrm>
          <a:prstGeom prst="line">
            <a:avLst/>
          </a:prstGeom>
          <a:ln w="9525" cap="flat" cmpd="sng">
            <a:solidFill>
              <a:srgbClr val="660033"/>
            </a:solidFill>
            <a:prstDash val="solid"/>
            <a:headEnd type="none" w="med" len="med"/>
            <a:tailEnd type="triangl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7837" name="Text Box 13"/>
          <p:cNvSpPr txBox="1"/>
          <p:nvPr>
            <p:custDataLst>
              <p:tags r:id="rId11"/>
            </p:custDataLst>
          </p:nvPr>
        </p:nvSpPr>
        <p:spPr>
          <a:xfrm>
            <a:off x="2152650" y="5964387"/>
            <a:ext cx="955675" cy="519112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rgbClr val="333399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+mn-ea"/>
              </a:defRPr>
            </a:lvl2pPr>
            <a:lvl3pPr marL="1143000" indent="-228600" algn="l" rtl="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+mn-ea"/>
              </a:defRPr>
            </a:lvl3pPr>
            <a:lvl4pPr marL="1600200" indent="-228600" algn="l" rtl="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+mn-ea"/>
              </a:defRPr>
            </a:lvl4pPr>
            <a:lvl5pPr marL="2057400" indent="-228600" algn="l" rtl="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+mn-ea"/>
              </a:defRPr>
            </a:lvl5pPr>
          </a:lstStyle>
          <a:p>
            <a:pPr marL="0" lvl="0" indent="0" ea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dirty="0">
                <a:solidFill>
                  <a:srgbClr val="0000FF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front</a:t>
            </a:r>
          </a:p>
        </p:txBody>
      </p:sp>
      <p:sp>
        <p:nvSpPr>
          <p:cNvPr id="77838" name="Text Box 14"/>
          <p:cNvSpPr txBox="1"/>
          <p:nvPr>
            <p:custDataLst>
              <p:tags r:id="rId12"/>
            </p:custDataLst>
          </p:nvPr>
        </p:nvSpPr>
        <p:spPr>
          <a:xfrm>
            <a:off x="5087938" y="5914073"/>
            <a:ext cx="833437" cy="519112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rgbClr val="333399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+mn-ea"/>
              </a:defRPr>
            </a:lvl2pPr>
            <a:lvl3pPr marL="1143000" indent="-228600" algn="l" rtl="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+mn-ea"/>
              </a:defRPr>
            </a:lvl3pPr>
            <a:lvl4pPr marL="1600200" indent="-228600" algn="l" rtl="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+mn-ea"/>
              </a:defRPr>
            </a:lvl4pPr>
            <a:lvl5pPr marL="2057400" indent="-228600" algn="l" rtl="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+mn-ea"/>
              </a:defRPr>
            </a:lvl5pPr>
          </a:lstStyle>
          <a:p>
            <a:pPr marL="0" lvl="0" indent="0" ea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dirty="0">
                <a:solidFill>
                  <a:srgbClr val="0000FF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rear</a:t>
            </a:r>
          </a:p>
        </p:txBody>
      </p:sp>
    </p:spTree>
  </p:cSld>
  <p:clrMapOvr>
    <a:masterClrMapping/>
  </p:clrMapOvr>
  <p:transition/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Rectangle 3"/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381000" y="1524000"/>
            <a:ext cx="8458200" cy="160020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anchor="t" anchorCtr="0"/>
          <a:lstStyle>
            <a:lvl1pPr marL="342900" indent="-342900" algn="l" rtl="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 b="1">
                <a:solidFill>
                  <a:srgbClr val="333399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+mn-ea"/>
              </a:defRPr>
            </a:lvl2pPr>
            <a:lvl3pPr marL="1143000" indent="-228600" algn="l" rtl="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+mn-ea"/>
              </a:defRPr>
            </a:lvl3pPr>
            <a:lvl4pPr marL="1600200" indent="-228600" algn="l" rtl="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+mn-ea"/>
              </a:defRPr>
            </a:lvl4pPr>
            <a:lvl5pPr marL="2057400" indent="-228600" algn="l" rtl="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+mn-ea"/>
              </a:defRPr>
            </a:lvl5pPr>
            <a:lvl6pPr marL="2514600" indent="-228600" algn="l" rtl="0" fontAlgn="base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+mn-ea"/>
              </a:defRPr>
            </a:lvl6pPr>
            <a:lvl7pPr marL="2971800" indent="-228600" algn="l" rtl="0" fontAlgn="base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+mn-ea"/>
              </a:defRPr>
            </a:lvl7pPr>
            <a:lvl8pPr marL="3429000" indent="-228600" algn="l" rtl="0" fontAlgn="base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+mn-ea"/>
              </a:defRPr>
            </a:lvl8pPr>
            <a:lvl9pPr marL="3886200" indent="-228600" algn="l" rtl="0" fontAlgn="base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+mn-ea"/>
              </a:defRPr>
            </a:lvl9pPr>
          </a:lstStyle>
          <a:p>
            <a:pPr eaLnBrk="1" hangingPunct="1"/>
            <a:r>
              <a:rPr lang="en-US" altLang="zh-CN" sz="2800" dirty="0">
                <a:latin typeface="Times New Roman" panose="02020603050405020304" pitchFamily="18" charset="0"/>
              </a:rPr>
              <a:t>front</a:t>
            </a:r>
            <a:r>
              <a:rPr lang="zh-CN" altLang="en-US" sz="2800" dirty="0">
                <a:latin typeface="Times New Roman" panose="02020603050405020304" pitchFamily="18" charset="0"/>
              </a:rPr>
              <a:t>为</a:t>
            </a:r>
            <a:r>
              <a:rPr lang="zh-CN" altLang="en-US" sz="2800" dirty="0">
                <a:solidFill>
                  <a:srgbClr val="000066"/>
                </a:solidFill>
                <a:latin typeface="Times New Roman" panose="02020603050405020304" pitchFamily="18" charset="0"/>
              </a:rPr>
              <a:t>队头指针</a:t>
            </a:r>
            <a:r>
              <a:rPr lang="zh-CN" altLang="en-US" sz="2800" dirty="0">
                <a:latin typeface="Times New Roman" panose="02020603050405020304" pitchFamily="18" charset="0"/>
              </a:rPr>
              <a:t>，指示</a:t>
            </a:r>
            <a:r>
              <a:rPr lang="zh-CN" altLang="en-US" sz="2800" dirty="0">
                <a:solidFill>
                  <a:srgbClr val="FF0000"/>
                </a:solidFill>
                <a:latin typeface="Times New Roman" panose="02020603050405020304" pitchFamily="18" charset="0"/>
              </a:rPr>
              <a:t>队头元素</a:t>
            </a:r>
            <a:r>
              <a:rPr lang="zh-CN" altLang="en-US" sz="2800" dirty="0">
                <a:latin typeface="Times New Roman" panose="02020603050405020304" pitchFamily="18" charset="0"/>
              </a:rPr>
              <a:t>。</a:t>
            </a:r>
          </a:p>
          <a:p>
            <a:pPr eaLnBrk="1" hangingPunct="1"/>
            <a:r>
              <a:rPr lang="en-US" altLang="zh-CN" sz="2800" dirty="0">
                <a:latin typeface="Times New Roman" panose="02020603050405020304" pitchFamily="18" charset="0"/>
              </a:rPr>
              <a:t>rear </a:t>
            </a:r>
            <a:r>
              <a:rPr lang="zh-CN" altLang="en-US" sz="2800" dirty="0">
                <a:latin typeface="Times New Roman" panose="02020603050405020304" pitchFamily="18" charset="0"/>
              </a:rPr>
              <a:t>为</a:t>
            </a:r>
            <a:r>
              <a:rPr lang="zh-CN" altLang="en-US" sz="2800" dirty="0">
                <a:solidFill>
                  <a:srgbClr val="000066"/>
                </a:solidFill>
                <a:latin typeface="Times New Roman" panose="02020603050405020304" pitchFamily="18" charset="0"/>
              </a:rPr>
              <a:t>队尾指针，</a:t>
            </a:r>
            <a:r>
              <a:rPr lang="zh-CN" altLang="en-US" sz="2800" dirty="0">
                <a:latin typeface="Times New Roman" panose="02020603050405020304" pitchFamily="18" charset="0"/>
              </a:rPr>
              <a:t>指示</a:t>
            </a:r>
            <a:r>
              <a:rPr lang="zh-CN" altLang="en-US" sz="2800" dirty="0">
                <a:solidFill>
                  <a:srgbClr val="FF3300"/>
                </a:solidFill>
                <a:latin typeface="Times New Roman" panose="02020603050405020304" pitchFamily="18" charset="0"/>
              </a:rPr>
              <a:t>队尾元素的下一个位置</a:t>
            </a:r>
            <a:r>
              <a:rPr lang="zh-CN" altLang="en-US" sz="2800" dirty="0">
                <a:latin typeface="Times New Roman" panose="02020603050405020304" pitchFamily="18" charset="0"/>
              </a:rPr>
              <a:t>。</a:t>
            </a:r>
          </a:p>
        </p:txBody>
      </p:sp>
      <p:sp>
        <p:nvSpPr>
          <p:cNvPr id="2" name="文本框 1"/>
          <p:cNvSpPr txBox="1"/>
          <p:nvPr/>
        </p:nvSpPr>
        <p:spPr>
          <a:xfrm>
            <a:off x="5246779" y="5805264"/>
            <a:ext cx="389722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chemeClr val="accent6">
                    <a:lumMod val="75000"/>
                  </a:schemeClr>
                </a:solidFill>
              </a:rPr>
              <a:t>注：与原软基课程的差异！</a:t>
            </a:r>
          </a:p>
        </p:txBody>
      </p:sp>
    </p:spTree>
  </p:cSld>
  <p:clrMapOvr>
    <a:masterClrMapping/>
  </p:clrMapOvr>
  <p:transition/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Rectangle 2"/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609600" y="773430"/>
            <a:ext cx="6781800" cy="76200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anchor="b" anchorCtr="0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hlink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hlink"/>
                </a:solidFill>
                <a:latin typeface="Arial" panose="020B0604020202020204" pitchFamily="34" charset="0"/>
                <a:ea typeface="隶书" panose="02010509060101010101" pitchFamily="49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hlink"/>
                </a:solidFill>
                <a:latin typeface="Arial" panose="020B0604020202020204" pitchFamily="34" charset="0"/>
                <a:ea typeface="隶书" panose="02010509060101010101" pitchFamily="49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hlink"/>
                </a:solidFill>
                <a:latin typeface="Arial" panose="020B0604020202020204" pitchFamily="34" charset="0"/>
                <a:ea typeface="隶书" panose="02010509060101010101" pitchFamily="49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hlink"/>
                </a:solidFill>
                <a:latin typeface="Arial" panose="020B0604020202020204" pitchFamily="34" charset="0"/>
                <a:ea typeface="隶书" panose="02010509060101010101" pitchFamily="49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hlink"/>
                </a:solidFill>
                <a:latin typeface="Arial" panose="020B0604020202020204" pitchFamily="34" charset="0"/>
                <a:ea typeface="隶书" panose="02010509060101010101" pitchFamily="49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hlink"/>
                </a:solidFill>
                <a:latin typeface="Arial" panose="020B0604020202020204" pitchFamily="34" charset="0"/>
                <a:ea typeface="隶书" panose="02010509060101010101" pitchFamily="49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hlink"/>
                </a:solidFill>
                <a:latin typeface="Arial" panose="020B0604020202020204" pitchFamily="34" charset="0"/>
                <a:ea typeface="隶书" panose="02010509060101010101" pitchFamily="49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hlink"/>
                </a:solidFill>
                <a:latin typeface="Arial" panose="020B0604020202020204" pitchFamily="34" charset="0"/>
                <a:ea typeface="隶书" panose="02010509060101010101" pitchFamily="49" charset="-122"/>
              </a:defRPr>
            </a:lvl9pPr>
          </a:lstStyle>
          <a:p>
            <a:pPr eaLnBrk="1" hangingPunct="1"/>
            <a:r>
              <a:rPr lang="zh-CN" altLang="en-US" dirty="0">
                <a:solidFill>
                  <a:schemeClr val="tx1"/>
                </a:solidFill>
                <a:latin typeface="Times New Roman" panose="02020603050405020304" pitchFamily="18" charset="0"/>
              </a:rPr>
              <a:t>队列的操作</a:t>
            </a:r>
          </a:p>
        </p:txBody>
      </p:sp>
      <p:sp>
        <p:nvSpPr>
          <p:cNvPr id="79875" name="Rectangle 3"/>
          <p:cNvSpPr>
            <a:spLocks noGrp="1"/>
          </p:cNvSpPr>
          <p:nvPr>
            <p:custDataLst>
              <p:tags r:id="rId2"/>
            </p:custDataLst>
          </p:nvPr>
        </p:nvSpPr>
        <p:spPr>
          <a:xfrm>
            <a:off x="533400" y="1916430"/>
            <a:ext cx="8001000" cy="449580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anchor="t" anchorCtr="0"/>
          <a:lstStyle>
            <a:lvl1pPr marL="342900" indent="-342900" algn="l" rtl="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 b="1">
                <a:solidFill>
                  <a:srgbClr val="333399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+mn-ea"/>
              </a:defRPr>
            </a:lvl2pPr>
            <a:lvl3pPr marL="1143000" indent="-228600" algn="l" rtl="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+mn-ea"/>
              </a:defRPr>
            </a:lvl3pPr>
            <a:lvl4pPr marL="1600200" indent="-228600" algn="l" rtl="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+mn-ea"/>
              </a:defRPr>
            </a:lvl4pPr>
            <a:lvl5pPr marL="2057400" indent="-228600" algn="l" rtl="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+mn-ea"/>
              </a:defRPr>
            </a:lvl5pPr>
            <a:lvl6pPr marL="2514600" indent="-228600" algn="l" rtl="0" fontAlgn="base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+mn-ea"/>
              </a:defRPr>
            </a:lvl6pPr>
            <a:lvl7pPr marL="2971800" indent="-228600" algn="l" rtl="0" fontAlgn="base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+mn-ea"/>
              </a:defRPr>
            </a:lvl7pPr>
            <a:lvl8pPr marL="3429000" indent="-228600" algn="l" rtl="0" fontAlgn="base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+mn-ea"/>
              </a:defRPr>
            </a:lvl8pPr>
            <a:lvl9pPr marL="3886200" indent="-228600" algn="l" rtl="0" fontAlgn="base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+mn-ea"/>
              </a:defRPr>
            </a:lvl9pPr>
          </a:lstStyle>
          <a:p>
            <a:pPr eaLnBrk="1" hangingPunct="1">
              <a:buFontTx/>
              <a:buNone/>
            </a:pPr>
            <a:r>
              <a:rPr lang="zh-CN" altLang="en-US" sz="2800" dirty="0">
                <a:latin typeface="Times New Roman" panose="02020603050405020304" pitchFamily="18" charset="0"/>
              </a:rPr>
              <a:t>清空队列</a:t>
            </a:r>
          </a:p>
          <a:p>
            <a:pPr eaLnBrk="1" hangingPunct="1">
              <a:buFontTx/>
              <a:buNone/>
            </a:pPr>
            <a:r>
              <a:rPr lang="zh-CN" altLang="en-US" sz="2800" dirty="0">
                <a:latin typeface="Times New Roman" panose="02020603050405020304" pitchFamily="18" charset="0"/>
              </a:rPr>
              <a:t>判别队列是否为空；空，取</a:t>
            </a:r>
            <a:r>
              <a:rPr lang="en-US" altLang="zh-CN" sz="2800" dirty="0">
                <a:latin typeface="Times New Roman" panose="02020603050405020304" pitchFamily="18" charset="0"/>
              </a:rPr>
              <a:t>T;</a:t>
            </a:r>
          </a:p>
          <a:p>
            <a:pPr eaLnBrk="1" hangingPunct="1">
              <a:buFontTx/>
              <a:buNone/>
            </a:pPr>
            <a:r>
              <a:rPr lang="en-US" altLang="zh-CN" sz="2800" dirty="0">
                <a:latin typeface="Times New Roman" panose="02020603050405020304" pitchFamily="18" charset="0"/>
              </a:rPr>
              <a:t>                               </a:t>
            </a:r>
            <a:r>
              <a:rPr lang="zh-CN" altLang="en-US" sz="2800" dirty="0">
                <a:latin typeface="Times New Roman" panose="02020603050405020304" pitchFamily="18" charset="0"/>
              </a:rPr>
              <a:t>非空，取值为</a:t>
            </a:r>
            <a:r>
              <a:rPr lang="en-US" altLang="zh-CN" sz="2800" dirty="0">
                <a:latin typeface="Times New Roman" panose="02020603050405020304" pitchFamily="18" charset="0"/>
              </a:rPr>
              <a:t>F</a:t>
            </a:r>
            <a:r>
              <a:rPr lang="zh-CN" altLang="en-US" sz="2800" dirty="0">
                <a:latin typeface="Times New Roman" panose="02020603050405020304" pitchFamily="18" charset="0"/>
              </a:rPr>
              <a:t>。</a:t>
            </a:r>
          </a:p>
          <a:p>
            <a:pPr eaLnBrk="1" hangingPunct="1">
              <a:buFontTx/>
              <a:buNone/>
            </a:pPr>
            <a:r>
              <a:rPr lang="zh-CN" altLang="en-US" sz="2800" dirty="0">
                <a:latin typeface="Times New Roman" panose="02020603050405020304" pitchFamily="18" charset="0"/>
              </a:rPr>
              <a:t>插入操作</a:t>
            </a:r>
          </a:p>
          <a:p>
            <a:pPr eaLnBrk="1" hangingPunct="1">
              <a:buFontTx/>
              <a:buNone/>
            </a:pPr>
            <a:r>
              <a:rPr lang="zh-CN" altLang="en-US" sz="2800" dirty="0">
                <a:latin typeface="Times New Roman" panose="02020603050405020304" pitchFamily="18" charset="0"/>
              </a:rPr>
              <a:t>删除操作</a:t>
            </a:r>
          </a:p>
          <a:p>
            <a:pPr eaLnBrk="1" hangingPunct="1">
              <a:buFontTx/>
              <a:buNone/>
            </a:pPr>
            <a:r>
              <a:rPr lang="zh-CN" altLang="en-US" sz="2800" dirty="0">
                <a:latin typeface="Times New Roman" panose="02020603050405020304" pitchFamily="18" charset="0"/>
              </a:rPr>
              <a:t>取队头元素</a:t>
            </a:r>
          </a:p>
          <a:p>
            <a:pPr eaLnBrk="1" hangingPunct="1">
              <a:buFontTx/>
              <a:buNone/>
            </a:pPr>
            <a:endParaRPr lang="zh-CN" altLang="zh-CN" sz="2400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/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4273" name="Object 2"/>
          <p:cNvGraphicFramePr>
            <a:graphicFrameLocks noGrp="1"/>
          </p:cNvGraphicFramePr>
          <p:nvPr>
            <p:ph idx="1"/>
          </p:nvPr>
        </p:nvGraphicFramePr>
        <p:xfrm>
          <a:off x="2667000" y="1409700"/>
          <a:ext cx="5943600" cy="5667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" imgW="2540000" imgH="228600" progId="Equation.3">
                  <p:embed/>
                </p:oleObj>
              </mc:Choice>
              <mc:Fallback>
                <p:oleObj r:id="rId2" imgW="2540000" imgH="228600" progId="Equation.3">
                  <p:embed/>
                  <p:pic>
                    <p:nvPicPr>
                      <p:cNvPr id="54273" name="Object 2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2667000" y="1409700"/>
                        <a:ext cx="5943600" cy="566738"/>
                      </a:xfrm>
                      <a:prstGeom prst="rect">
                        <a:avLst/>
                      </a:prstGeom>
                      <a:solidFill>
                        <a:schemeClr val="accent1"/>
                      </a:solidFill>
                      <a:ln>
                        <a:solidFill>
                          <a:schemeClr val="tx1"/>
                        </a:solidFill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54274" name="Text Box 4"/>
          <p:cNvSpPr txBox="1"/>
          <p:nvPr/>
        </p:nvSpPr>
        <p:spPr>
          <a:xfrm>
            <a:off x="609600" y="1360488"/>
            <a:ext cx="1951038" cy="579437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lstStyle/>
          <a:p>
            <a:r>
              <a:rPr lang="zh-CN" altLang="en-US" sz="3200" dirty="0">
                <a:latin typeface="Times New Roman" panose="02020603050405020304" pitchFamily="18" charset="0"/>
                <a:ea typeface="楷体_GB2312" charset="-122"/>
              </a:rPr>
              <a:t>数据对象</a:t>
            </a:r>
            <a:r>
              <a:rPr lang="en-US" altLang="zh-CN" sz="3200" dirty="0">
                <a:latin typeface="Times New Roman" panose="02020603050405020304" pitchFamily="18" charset="0"/>
                <a:ea typeface="楷体_GB2312" charset="-122"/>
              </a:rPr>
              <a:t>:</a:t>
            </a:r>
            <a:endParaRPr lang="en-US" altLang="zh-CN" dirty="0">
              <a:latin typeface="Times New Roman" panose="02020603050405020304" pitchFamily="18" charset="0"/>
              <a:ea typeface="楷体_GB2312" charset="-122"/>
            </a:endParaRPr>
          </a:p>
        </p:txBody>
      </p:sp>
      <p:sp>
        <p:nvSpPr>
          <p:cNvPr id="54275" name="Text Box 5"/>
          <p:cNvSpPr txBox="1"/>
          <p:nvPr/>
        </p:nvSpPr>
        <p:spPr>
          <a:xfrm>
            <a:off x="609600" y="2046288"/>
            <a:ext cx="1951038" cy="579437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lstStyle/>
          <a:p>
            <a:r>
              <a:rPr lang="zh-CN" altLang="en-US" sz="3200" dirty="0">
                <a:latin typeface="Times New Roman" panose="02020603050405020304" pitchFamily="18" charset="0"/>
                <a:ea typeface="楷体_GB2312" charset="-122"/>
              </a:rPr>
              <a:t>数据关系</a:t>
            </a:r>
            <a:r>
              <a:rPr lang="en-US" altLang="zh-CN" sz="3200" dirty="0">
                <a:latin typeface="Times New Roman" panose="02020603050405020304" pitchFamily="18" charset="0"/>
                <a:ea typeface="楷体_GB2312" charset="-122"/>
              </a:rPr>
              <a:t>:</a:t>
            </a:r>
            <a:endParaRPr lang="en-US" altLang="zh-CN" dirty="0">
              <a:latin typeface="Times New Roman" panose="02020603050405020304" pitchFamily="18" charset="0"/>
              <a:ea typeface="楷体_GB2312" charset="-122"/>
            </a:endParaRPr>
          </a:p>
        </p:txBody>
      </p:sp>
      <p:graphicFrame>
        <p:nvGraphicFramePr>
          <p:cNvPr id="54276" name="Object 6"/>
          <p:cNvGraphicFramePr/>
          <p:nvPr/>
        </p:nvGraphicFramePr>
        <p:xfrm>
          <a:off x="2667000" y="2095500"/>
          <a:ext cx="5943600" cy="1063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4" imgW="2489200" imgH="457200" progId="Equation.3">
                  <p:embed/>
                </p:oleObj>
              </mc:Choice>
              <mc:Fallback>
                <p:oleObj r:id="rId4" imgW="2489200" imgH="457200" progId="Equation.3">
                  <p:embed/>
                  <p:pic>
                    <p:nvPicPr>
                      <p:cNvPr id="54276" name="Object 6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667000" y="2095500"/>
                        <a:ext cx="5943600" cy="1063625"/>
                      </a:xfrm>
                      <a:prstGeom prst="rect">
                        <a:avLst/>
                      </a:prstGeom>
                      <a:solidFill>
                        <a:schemeClr val="accent1"/>
                      </a:solidFill>
                      <a:ln w="9525" cap="flat" cmpd="sng">
                        <a:solidFill>
                          <a:schemeClr val="tx1"/>
                        </a:solidFill>
                        <a:prstDash val="solid"/>
                        <a:miter/>
                        <a:headEnd type="none" w="med" len="med"/>
                        <a:tailEnd type="none" w="med" len="med"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54277" name="Text Box 7"/>
          <p:cNvSpPr txBox="1"/>
          <p:nvPr/>
        </p:nvSpPr>
        <p:spPr>
          <a:xfrm>
            <a:off x="609600" y="2732088"/>
            <a:ext cx="1951038" cy="579437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lstStyle/>
          <a:p>
            <a:r>
              <a:rPr lang="zh-CN" altLang="en-US" sz="3200" dirty="0">
                <a:latin typeface="Times New Roman" panose="02020603050405020304" pitchFamily="18" charset="0"/>
                <a:ea typeface="楷体_GB2312" charset="-122"/>
              </a:rPr>
              <a:t>基本操作</a:t>
            </a:r>
            <a:r>
              <a:rPr lang="en-US" altLang="zh-CN" sz="3200" dirty="0">
                <a:latin typeface="Times New Roman" panose="02020603050405020304" pitchFamily="18" charset="0"/>
                <a:ea typeface="楷体_GB2312" charset="-122"/>
              </a:rPr>
              <a:t>:</a:t>
            </a:r>
          </a:p>
        </p:txBody>
      </p:sp>
      <p:sp>
        <p:nvSpPr>
          <p:cNvPr id="54278" name="Rectangle 8"/>
          <p:cNvSpPr/>
          <p:nvPr/>
        </p:nvSpPr>
        <p:spPr>
          <a:xfrm>
            <a:off x="914400" y="3467100"/>
            <a:ext cx="7620000" cy="2314575"/>
          </a:xfrm>
          <a:prstGeom prst="rect">
            <a:avLst/>
          </a:prstGeom>
          <a:solidFill>
            <a:srgbClr val="CCFFFF"/>
          </a:solidFill>
          <a:ln w="9525">
            <a:noFill/>
          </a:ln>
        </p:spPr>
        <p:txBody>
          <a:bodyPr anchor="t" anchorCtr="0">
            <a:spAutoFit/>
          </a:bodyPr>
          <a:lstStyle/>
          <a:p>
            <a:pPr algn="just">
              <a:lnSpc>
                <a:spcPct val="130000"/>
              </a:lnSpc>
            </a:pPr>
            <a:r>
              <a:rPr lang="en-US" altLang="zh-CN" dirty="0">
                <a:latin typeface="Times New Roman" panose="02020603050405020304" pitchFamily="18" charset="0"/>
                <a:ea typeface="楷体_GB2312" charset="-122"/>
              </a:rPr>
              <a:t>       </a:t>
            </a:r>
            <a:r>
              <a:rPr lang="en-US" altLang="zh-CN" sz="2800" dirty="0">
                <a:latin typeface="Times New Roman" panose="02020603050405020304" pitchFamily="18" charset="0"/>
                <a:ea typeface="楷体_GB2312" charset="-122"/>
              </a:rPr>
              <a:t>(1)</a:t>
            </a:r>
            <a:r>
              <a:rPr lang="en-US" altLang="zh-CN" dirty="0">
                <a:latin typeface="Times New Roman" panose="02020603050405020304" pitchFamily="18" charset="0"/>
                <a:ea typeface="楷体_GB2312" charset="-122"/>
              </a:rPr>
              <a:t>  </a:t>
            </a:r>
            <a:r>
              <a:rPr lang="en-US" altLang="zh-CN" sz="2800" dirty="0" err="1">
                <a:latin typeface="Times New Roman" panose="02020603050405020304" pitchFamily="18" charset="0"/>
                <a:ea typeface="楷体_GB2312" charset="-122"/>
              </a:rPr>
              <a:t>InitQueue</a:t>
            </a:r>
            <a:r>
              <a:rPr lang="en-US" altLang="zh-CN" sz="2800" dirty="0">
                <a:latin typeface="Times New Roman" panose="02020603050405020304" pitchFamily="18" charset="0"/>
                <a:ea typeface="楷体_GB2312" charset="-122"/>
              </a:rPr>
              <a:t> ()         //</a:t>
            </a:r>
            <a:r>
              <a:rPr lang="zh-CN" altLang="en-US" sz="2800" dirty="0">
                <a:latin typeface="Times New Roman" panose="02020603050405020304" pitchFamily="18" charset="0"/>
                <a:ea typeface="楷体_GB2312" charset="-122"/>
              </a:rPr>
              <a:t>构造空队列</a:t>
            </a:r>
          </a:p>
          <a:p>
            <a:pPr algn="just">
              <a:lnSpc>
                <a:spcPct val="130000"/>
              </a:lnSpc>
            </a:pPr>
            <a:r>
              <a:rPr lang="zh-CN" altLang="en-US" sz="2800" dirty="0">
                <a:latin typeface="Times New Roman" panose="02020603050405020304" pitchFamily="18" charset="0"/>
                <a:ea typeface="楷体_GB2312" charset="-122"/>
              </a:rPr>
              <a:t>      </a:t>
            </a:r>
            <a:r>
              <a:rPr lang="en-US" altLang="zh-CN" sz="2800" dirty="0">
                <a:latin typeface="Times New Roman" panose="02020603050405020304" pitchFamily="18" charset="0"/>
                <a:ea typeface="楷体_GB2312" charset="-122"/>
              </a:rPr>
              <a:t>(2) </a:t>
            </a:r>
            <a:r>
              <a:rPr lang="en-US" altLang="zh-CN" sz="2800" dirty="0" err="1">
                <a:latin typeface="Times New Roman" panose="02020603050405020304" pitchFamily="18" charset="0"/>
                <a:ea typeface="楷体_GB2312" charset="-122"/>
              </a:rPr>
              <a:t>DestroyQueue</a:t>
            </a:r>
            <a:r>
              <a:rPr lang="en-US" altLang="zh-CN" sz="2800" dirty="0">
                <a:latin typeface="Times New Roman" panose="02020603050405020304" pitchFamily="18" charset="0"/>
                <a:ea typeface="楷体_GB2312" charset="-122"/>
              </a:rPr>
              <a:t> ()   //</a:t>
            </a:r>
            <a:r>
              <a:rPr lang="zh-CN" altLang="en-US" sz="2800" dirty="0">
                <a:latin typeface="Times New Roman" panose="02020603050405020304" pitchFamily="18" charset="0"/>
                <a:ea typeface="楷体_GB2312" charset="-122"/>
              </a:rPr>
              <a:t>销毁队列</a:t>
            </a:r>
          </a:p>
          <a:p>
            <a:pPr algn="just">
              <a:lnSpc>
                <a:spcPct val="130000"/>
              </a:lnSpc>
            </a:pPr>
            <a:r>
              <a:rPr lang="zh-CN" altLang="en-US" sz="2800" dirty="0">
                <a:latin typeface="Times New Roman" panose="02020603050405020304" pitchFamily="18" charset="0"/>
                <a:ea typeface="楷体_GB2312" charset="-122"/>
              </a:rPr>
              <a:t>      </a:t>
            </a:r>
            <a:r>
              <a:rPr lang="en-US" altLang="zh-CN" sz="2800" dirty="0">
                <a:latin typeface="Times New Roman" panose="02020603050405020304" pitchFamily="18" charset="0"/>
                <a:ea typeface="楷体_GB2312" charset="-122"/>
              </a:rPr>
              <a:t>(3) </a:t>
            </a:r>
            <a:r>
              <a:rPr lang="en-US" altLang="zh-CN" sz="2800" dirty="0" err="1">
                <a:latin typeface="Times New Roman" panose="02020603050405020304" pitchFamily="18" charset="0"/>
                <a:ea typeface="楷体_GB2312" charset="-122"/>
              </a:rPr>
              <a:t>ClearQueue</a:t>
            </a:r>
            <a:r>
              <a:rPr lang="en-US" altLang="zh-CN" sz="2800" dirty="0">
                <a:latin typeface="Times New Roman" panose="02020603050405020304" pitchFamily="18" charset="0"/>
                <a:ea typeface="楷体_GB2312" charset="-122"/>
              </a:rPr>
              <a:t> ()       //</a:t>
            </a:r>
            <a:r>
              <a:rPr lang="zh-CN" altLang="en-US" sz="2800" dirty="0">
                <a:latin typeface="Times New Roman" panose="02020603050405020304" pitchFamily="18" charset="0"/>
                <a:ea typeface="楷体_GB2312" charset="-122"/>
              </a:rPr>
              <a:t>清空队列</a:t>
            </a:r>
          </a:p>
          <a:p>
            <a:pPr algn="just">
              <a:lnSpc>
                <a:spcPct val="130000"/>
              </a:lnSpc>
            </a:pPr>
            <a:r>
              <a:rPr lang="zh-CN" altLang="en-US" sz="2800" dirty="0">
                <a:latin typeface="Times New Roman" panose="02020603050405020304" pitchFamily="18" charset="0"/>
                <a:ea typeface="楷体_GB2312" charset="-122"/>
              </a:rPr>
              <a:t>      </a:t>
            </a:r>
            <a:r>
              <a:rPr lang="en-US" altLang="zh-CN" sz="2800" dirty="0">
                <a:latin typeface="Times New Roman" panose="02020603050405020304" pitchFamily="18" charset="0"/>
                <a:ea typeface="楷体_GB2312" charset="-122"/>
              </a:rPr>
              <a:t>(4) </a:t>
            </a:r>
            <a:r>
              <a:rPr lang="en-US" altLang="zh-CN" sz="2800" dirty="0" err="1">
                <a:latin typeface="Times New Roman" panose="02020603050405020304" pitchFamily="18" charset="0"/>
                <a:ea typeface="楷体_GB2312" charset="-122"/>
              </a:rPr>
              <a:t>QueueEmpty</a:t>
            </a:r>
            <a:r>
              <a:rPr lang="en-US" altLang="zh-CN" sz="2800" dirty="0">
                <a:latin typeface="Times New Roman" panose="02020603050405020304" pitchFamily="18" charset="0"/>
                <a:ea typeface="楷体_GB2312" charset="-122"/>
              </a:rPr>
              <a:t>()          //</a:t>
            </a:r>
            <a:r>
              <a:rPr lang="zh-CN" altLang="en-US" sz="2800" dirty="0">
                <a:latin typeface="Times New Roman" panose="02020603050405020304" pitchFamily="18" charset="0"/>
                <a:ea typeface="楷体_GB2312" charset="-122"/>
              </a:rPr>
              <a:t>判空</a:t>
            </a:r>
            <a:r>
              <a:rPr lang="en-US" altLang="zh-CN" sz="2800" dirty="0">
                <a:latin typeface="Times New Roman" panose="02020603050405020304" pitchFamily="18" charset="0"/>
                <a:ea typeface="楷体_GB2312" charset="-122"/>
              </a:rPr>
              <a:t>. </a:t>
            </a:r>
            <a:r>
              <a:rPr lang="zh-CN" altLang="en-US" sz="2800" dirty="0">
                <a:latin typeface="Times New Roman" panose="02020603050405020304" pitchFamily="18" charset="0"/>
                <a:ea typeface="楷体_GB2312" charset="-122"/>
              </a:rPr>
              <a:t>空</a:t>
            </a:r>
            <a:r>
              <a:rPr lang="en-US" altLang="zh-CN" sz="2800" dirty="0">
                <a:latin typeface="Times New Roman" panose="02020603050405020304" pitchFamily="18" charset="0"/>
                <a:ea typeface="楷体_GB2312" charset="-122"/>
              </a:rPr>
              <a:t>--TRUE,</a:t>
            </a:r>
          </a:p>
        </p:txBody>
      </p:sp>
      <p:sp>
        <p:nvSpPr>
          <p:cNvPr id="54279" name="Text Box 9"/>
          <p:cNvSpPr txBox="1"/>
          <p:nvPr/>
        </p:nvSpPr>
        <p:spPr>
          <a:xfrm>
            <a:off x="381000" y="571500"/>
            <a:ext cx="2535238" cy="579438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lstStyle/>
          <a:p>
            <a:r>
              <a:rPr lang="en-US" altLang="zh-CN" sz="3200" dirty="0">
                <a:latin typeface="Times New Roman" panose="02020603050405020304" pitchFamily="18" charset="0"/>
                <a:ea typeface="楷体_GB2312" charset="-122"/>
              </a:rPr>
              <a:t>ADT Queue {</a:t>
            </a:r>
          </a:p>
        </p:txBody>
      </p:sp>
      <p:sp>
        <p:nvSpPr>
          <p:cNvPr id="686092" name="Comment 12"/>
          <p:cNvSpPr>
            <a:spLocks noChangeArrowheads="1"/>
          </p:cNvSpPr>
          <p:nvPr/>
        </p:nvSpPr>
        <p:spPr bwMode="auto">
          <a:xfrm>
            <a:off x="-47625" y="0"/>
            <a:ext cx="4906963" cy="650875"/>
          </a:xfrm>
          <a:prstGeom prst="rect">
            <a:avLst/>
          </a:prstGeom>
          <a:solidFill>
            <a:srgbClr val="FCFDC6"/>
          </a:solidFill>
          <a:ln w="9525">
            <a:solidFill>
              <a:schemeClr val="tx1"/>
            </a:solidFill>
            <a:miter lim="800000"/>
          </a:ln>
          <a:effectLst>
            <a:outerShdw dist="107763" dir="2700000" algn="ctr" rotWithShape="0">
              <a:schemeClr val="bg2"/>
            </a:outerShdw>
          </a:effectLst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3600" b="1" i="0" u="none" strike="noStrike" kern="1200" cap="none" spc="0" normalizeH="0" baseline="0" noProof="0">
                <a:ln>
                  <a:noFill/>
                </a:ln>
                <a:solidFill>
                  <a:srgbClr val="A50021"/>
                </a:solidFill>
                <a:effectLst/>
                <a:uLnTx/>
                <a:uFillTx/>
                <a:latin typeface="Arial" panose="020B0604020202020204" pitchFamily="34" charset="0"/>
                <a:ea typeface="楷体_GB2312" charset="-122"/>
                <a:cs typeface="+mn-cs"/>
                <a:sym typeface="+mn-ea"/>
              </a:rPr>
              <a:t>队列的抽象数据类型</a:t>
            </a:r>
            <a:endParaRPr kumimoji="1" lang="zh-CN" altLang="en-US" sz="36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楷体_GB2312" charset="-122"/>
              <a:cs typeface="+mn-cs"/>
              <a:sym typeface="+mn-ea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7" name="Rectangle 3"/>
          <p:cNvSpPr>
            <a:spLocks noGrp="1"/>
          </p:cNvSpPr>
          <p:nvPr>
            <p:ph idx="1"/>
          </p:nvPr>
        </p:nvSpPr>
        <p:spPr>
          <a:xfrm>
            <a:off x="468313" y="1125538"/>
            <a:ext cx="8229600" cy="4114800"/>
          </a:xfrm>
          <a:solidFill>
            <a:srgbClr val="CCFFFF"/>
          </a:solidFill>
          <a:ln/>
        </p:spPr>
        <p:txBody>
          <a:bodyPr vert="horz" wrap="square" lIns="91440" tIns="45720" rIns="91440" bIns="45720" anchor="t" anchorCtr="0"/>
          <a:lstStyle/>
          <a:p>
            <a:pPr algn="just">
              <a:lnSpc>
                <a:spcPct val="130000"/>
              </a:lnSpc>
              <a:buNone/>
            </a:pPr>
            <a:r>
              <a:rPr lang="en-US" altLang="zh-CN" sz="2800" b="1" dirty="0"/>
              <a:t>      (5) </a:t>
            </a:r>
            <a:r>
              <a:rPr lang="en-US" altLang="zh-CN" sz="2800" b="1" dirty="0" err="1"/>
              <a:t>QueueLength</a:t>
            </a:r>
            <a:r>
              <a:rPr lang="en-US" altLang="zh-CN" sz="2800" b="1" dirty="0"/>
              <a:t>()         //</a:t>
            </a:r>
            <a:r>
              <a:rPr lang="zh-CN" altLang="en-US" sz="2800" b="1" dirty="0"/>
              <a:t>取队列长度</a:t>
            </a:r>
          </a:p>
          <a:p>
            <a:pPr algn="just">
              <a:lnSpc>
                <a:spcPct val="130000"/>
              </a:lnSpc>
              <a:buNone/>
            </a:pPr>
            <a:r>
              <a:rPr lang="zh-CN" altLang="en-US" sz="2800" b="1" dirty="0"/>
              <a:t>      </a:t>
            </a:r>
            <a:r>
              <a:rPr lang="en-US" altLang="zh-CN" sz="2800" b="1" dirty="0"/>
              <a:t>(6) </a:t>
            </a:r>
            <a:r>
              <a:rPr lang="en-US" altLang="zh-CN" sz="2800" b="1" dirty="0" err="1"/>
              <a:t>GetHead</a:t>
            </a:r>
            <a:r>
              <a:rPr lang="en-US" altLang="zh-CN" sz="2800" b="1" dirty="0"/>
              <a:t> ()         //</a:t>
            </a:r>
            <a:r>
              <a:rPr lang="zh-CN" altLang="en-US" sz="2800" b="1" dirty="0"/>
              <a:t>取队头元素</a:t>
            </a:r>
            <a:r>
              <a:rPr lang="en-US" altLang="zh-CN" sz="2800" b="1" dirty="0"/>
              <a:t>,</a:t>
            </a:r>
          </a:p>
          <a:p>
            <a:pPr algn="just">
              <a:lnSpc>
                <a:spcPct val="130000"/>
              </a:lnSpc>
              <a:buNone/>
            </a:pPr>
            <a:r>
              <a:rPr lang="en-US" altLang="zh-CN" sz="2800" b="1" dirty="0"/>
              <a:t>      (7) </a:t>
            </a:r>
            <a:r>
              <a:rPr lang="en-US" altLang="zh-CN" sz="2800" b="1" dirty="0" err="1">
                <a:solidFill>
                  <a:srgbClr val="FF0000"/>
                </a:solidFill>
              </a:rPr>
              <a:t>EnQueue</a:t>
            </a:r>
            <a:r>
              <a:rPr lang="en-US" altLang="zh-CN" sz="2800" b="1" dirty="0">
                <a:solidFill>
                  <a:srgbClr val="FF0000"/>
                </a:solidFill>
              </a:rPr>
              <a:t> ()        //</a:t>
            </a:r>
            <a:r>
              <a:rPr lang="zh-CN" altLang="en-US" sz="2800" b="1" dirty="0">
                <a:solidFill>
                  <a:srgbClr val="FF0000"/>
                </a:solidFill>
              </a:rPr>
              <a:t>入队列</a:t>
            </a:r>
          </a:p>
          <a:p>
            <a:pPr algn="just">
              <a:lnSpc>
                <a:spcPct val="130000"/>
              </a:lnSpc>
              <a:buNone/>
            </a:pPr>
            <a:r>
              <a:rPr lang="zh-CN" altLang="en-US" sz="2800" b="1" dirty="0"/>
              <a:t>      </a:t>
            </a:r>
            <a:r>
              <a:rPr lang="en-US" altLang="zh-CN" sz="2800" b="1" dirty="0"/>
              <a:t>(8) </a:t>
            </a:r>
            <a:r>
              <a:rPr lang="en-US" altLang="zh-CN" sz="2800" b="1" dirty="0" err="1">
                <a:solidFill>
                  <a:srgbClr val="FF0000"/>
                </a:solidFill>
              </a:rPr>
              <a:t>DeQueue</a:t>
            </a:r>
            <a:r>
              <a:rPr lang="en-US" altLang="zh-CN" sz="2800" b="1" dirty="0">
                <a:solidFill>
                  <a:srgbClr val="FF0000"/>
                </a:solidFill>
              </a:rPr>
              <a:t> ()     //</a:t>
            </a:r>
            <a:r>
              <a:rPr lang="zh-CN" altLang="en-US" sz="2800" b="1" dirty="0">
                <a:solidFill>
                  <a:srgbClr val="FF0000"/>
                </a:solidFill>
              </a:rPr>
              <a:t>出队列</a:t>
            </a:r>
          </a:p>
          <a:p>
            <a:pPr algn="just">
              <a:lnSpc>
                <a:spcPct val="130000"/>
              </a:lnSpc>
              <a:buNone/>
            </a:pPr>
            <a:r>
              <a:rPr lang="zh-CN" altLang="en-US" sz="2800" b="1" dirty="0"/>
              <a:t>      </a:t>
            </a:r>
            <a:r>
              <a:rPr lang="en-US" altLang="zh-CN" sz="2800" b="1" dirty="0"/>
              <a:t>(9) </a:t>
            </a:r>
            <a:r>
              <a:rPr lang="en-US" altLang="zh-CN" sz="2800" b="1" dirty="0" err="1"/>
              <a:t>QueueTraverse</a:t>
            </a:r>
            <a:r>
              <a:rPr lang="en-US" altLang="zh-CN" sz="2800" b="1" dirty="0"/>
              <a:t>()       //</a:t>
            </a:r>
            <a:r>
              <a:rPr lang="zh-CN" altLang="en-US" sz="2800" b="1" dirty="0"/>
              <a:t>遍历</a:t>
            </a:r>
          </a:p>
          <a:p>
            <a:pPr algn="just">
              <a:lnSpc>
                <a:spcPct val="130000"/>
              </a:lnSpc>
              <a:buNone/>
            </a:pPr>
            <a:r>
              <a:rPr lang="en-US" altLang="zh-CN" sz="2800" b="1" dirty="0"/>
              <a:t>}ADT Queue</a:t>
            </a:r>
          </a:p>
          <a:p>
            <a:pPr lvl="2">
              <a:lnSpc>
                <a:spcPct val="130000"/>
              </a:lnSpc>
              <a:buNone/>
            </a:pPr>
            <a:endParaRPr lang="en-US" altLang="zh-CN" sz="2800" b="1" dirty="0"/>
          </a:p>
        </p:txBody>
      </p:sp>
      <p:sp>
        <p:nvSpPr>
          <p:cNvPr id="687108" name="Comment 4"/>
          <p:cNvSpPr>
            <a:spLocks noChangeArrowheads="1"/>
          </p:cNvSpPr>
          <p:nvPr/>
        </p:nvSpPr>
        <p:spPr bwMode="auto">
          <a:xfrm>
            <a:off x="-47625" y="0"/>
            <a:ext cx="4906963" cy="650875"/>
          </a:xfrm>
          <a:prstGeom prst="rect">
            <a:avLst/>
          </a:prstGeom>
          <a:solidFill>
            <a:srgbClr val="FCFDC6"/>
          </a:solidFill>
          <a:ln w="9525">
            <a:solidFill>
              <a:schemeClr val="tx1"/>
            </a:solidFill>
            <a:miter lim="800000"/>
          </a:ln>
          <a:effectLst>
            <a:outerShdw dist="107763" dir="2700000" algn="ctr" rotWithShape="0">
              <a:schemeClr val="bg2"/>
            </a:outerShdw>
          </a:effectLst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3600" b="1" i="0" u="none" strike="noStrike" kern="1200" cap="none" spc="0" normalizeH="0" baseline="0" noProof="0">
                <a:ln>
                  <a:noFill/>
                </a:ln>
                <a:solidFill>
                  <a:srgbClr val="A50021"/>
                </a:solidFill>
                <a:effectLst/>
                <a:uLnTx/>
                <a:uFillTx/>
                <a:latin typeface="Arial" panose="020B0604020202020204" pitchFamily="34" charset="0"/>
                <a:ea typeface="楷体_GB2312" charset="-122"/>
                <a:cs typeface="+mn-cs"/>
                <a:sym typeface="+mn-ea"/>
              </a:rPr>
              <a:t>队列的抽象数据类型</a:t>
            </a:r>
            <a:endParaRPr kumimoji="1" lang="zh-CN" altLang="en-US" sz="36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楷体_GB2312" charset="-122"/>
              <a:cs typeface="+mn-cs"/>
              <a:sym typeface="+mn-ea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1" name="Rectangle 2"/>
          <p:cNvSpPr/>
          <p:nvPr/>
        </p:nvSpPr>
        <p:spPr>
          <a:xfrm>
            <a:off x="228600" y="1557338"/>
            <a:ext cx="8915400" cy="464820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lstStyle/>
          <a:p>
            <a:pPr marL="342900" indent="-342900" algn="just" eaLnBrk="0" hangingPunct="0">
              <a:lnSpc>
                <a:spcPct val="120000"/>
              </a:lnSpc>
              <a:spcBef>
                <a:spcPct val="20000"/>
              </a:spcBef>
            </a:pPr>
            <a:r>
              <a:rPr lang="en-US" altLang="zh-CN" sz="2800" dirty="0">
                <a:latin typeface="Times New Roman" panose="02020603050405020304" pitchFamily="18" charset="0"/>
                <a:ea typeface="楷体_GB2312" charset="-122"/>
              </a:rPr>
              <a:t>#define M  100   //</a:t>
            </a:r>
            <a:r>
              <a:rPr lang="zh-CN" altLang="zh-CN" sz="2800" dirty="0">
                <a:latin typeface="Times New Roman" panose="02020603050405020304" pitchFamily="18" charset="0"/>
                <a:ea typeface="楷体_GB2312" charset="-122"/>
              </a:rPr>
              <a:t>最大队列长度</a:t>
            </a:r>
            <a:endParaRPr lang="zh-CN" altLang="en-US" sz="2800" dirty="0">
              <a:latin typeface="Times New Roman" panose="02020603050405020304" pitchFamily="18" charset="0"/>
              <a:ea typeface="楷体_GB2312" charset="-122"/>
            </a:endParaRPr>
          </a:p>
          <a:p>
            <a:pPr marL="342900" indent="-342900" algn="just" eaLnBrk="0" hangingPunct="0">
              <a:lnSpc>
                <a:spcPct val="120000"/>
              </a:lnSpc>
              <a:spcBef>
                <a:spcPct val="20000"/>
              </a:spcBef>
            </a:pPr>
            <a:r>
              <a:rPr lang="en-US" altLang="zh-CN" sz="2800" dirty="0" err="1">
                <a:latin typeface="Times New Roman" panose="02020603050405020304" pitchFamily="18" charset="0"/>
                <a:ea typeface="楷体_GB2312" charset="-122"/>
              </a:rPr>
              <a:t>typedef</a:t>
            </a:r>
            <a:r>
              <a:rPr lang="en-US" altLang="zh-CN" sz="2800" dirty="0">
                <a:latin typeface="Times New Roman" panose="02020603050405020304" pitchFamily="18" charset="0"/>
                <a:ea typeface="楷体_GB2312" charset="-122"/>
              </a:rPr>
              <a:t> struct {</a:t>
            </a:r>
          </a:p>
          <a:p>
            <a:pPr marL="342900" indent="-342900" algn="just" eaLnBrk="0" hangingPunct="0">
              <a:lnSpc>
                <a:spcPct val="120000"/>
              </a:lnSpc>
              <a:spcBef>
                <a:spcPct val="20000"/>
              </a:spcBef>
            </a:pPr>
            <a:r>
              <a:rPr lang="en-US" altLang="zh-CN" sz="2800" dirty="0">
                <a:latin typeface="Times New Roman" panose="02020603050405020304" pitchFamily="18" charset="0"/>
                <a:ea typeface="楷体_GB2312" charset="-122"/>
              </a:rPr>
              <a:t>   QElemType *base;  //</a:t>
            </a:r>
            <a:r>
              <a:rPr lang="zh-CN" altLang="zh-CN" sz="2800" dirty="0">
                <a:latin typeface="Times New Roman" panose="02020603050405020304" pitchFamily="18" charset="0"/>
                <a:ea typeface="楷体_GB2312" charset="-122"/>
              </a:rPr>
              <a:t>初始化的动态分配存储空间</a:t>
            </a:r>
          </a:p>
          <a:p>
            <a:pPr marL="342900" indent="-342900" algn="just" eaLnBrk="0" hangingPunct="0">
              <a:lnSpc>
                <a:spcPct val="120000"/>
              </a:lnSpc>
              <a:spcBef>
                <a:spcPct val="20000"/>
              </a:spcBef>
            </a:pPr>
            <a:r>
              <a:rPr lang="zh-CN" altLang="zh-CN" sz="2800" dirty="0">
                <a:latin typeface="Times New Roman" panose="02020603050405020304" pitchFamily="18" charset="0"/>
                <a:ea typeface="楷体_GB2312" charset="-122"/>
              </a:rPr>
              <a:t>   </a:t>
            </a:r>
            <a:r>
              <a:rPr lang="en-US" altLang="zh-CN" sz="2800" dirty="0">
                <a:latin typeface="Times New Roman" panose="02020603050405020304" pitchFamily="18" charset="0"/>
                <a:ea typeface="楷体_GB2312" charset="-122"/>
              </a:rPr>
              <a:t>int  front;            //</a:t>
            </a:r>
            <a:r>
              <a:rPr lang="zh-CN" altLang="zh-CN" sz="2800" dirty="0">
                <a:latin typeface="Times New Roman" panose="02020603050405020304" pitchFamily="18" charset="0"/>
                <a:ea typeface="楷体_GB2312" charset="-122"/>
              </a:rPr>
              <a:t>头指针</a:t>
            </a:r>
            <a:r>
              <a:rPr lang="zh-CN" altLang="en-US" sz="2800" dirty="0">
                <a:latin typeface="Times New Roman" panose="02020603050405020304" pitchFamily="18" charset="0"/>
                <a:ea typeface="楷体_GB2312" charset="-122"/>
              </a:rPr>
              <a:t>   </a:t>
            </a:r>
          </a:p>
          <a:p>
            <a:pPr marL="342900" indent="-342900" algn="just" eaLnBrk="0" hangingPunct="0">
              <a:lnSpc>
                <a:spcPct val="120000"/>
              </a:lnSpc>
              <a:spcBef>
                <a:spcPct val="20000"/>
              </a:spcBef>
            </a:pPr>
            <a:r>
              <a:rPr lang="zh-CN" altLang="en-US" sz="2800" dirty="0">
                <a:latin typeface="Times New Roman" panose="02020603050405020304" pitchFamily="18" charset="0"/>
                <a:ea typeface="楷体_GB2312" charset="-122"/>
              </a:rPr>
              <a:t>   </a:t>
            </a:r>
            <a:r>
              <a:rPr lang="en-US" altLang="zh-CN" sz="2800" dirty="0">
                <a:latin typeface="Times New Roman" panose="02020603050405020304" pitchFamily="18" charset="0"/>
                <a:ea typeface="楷体_GB2312" charset="-122"/>
              </a:rPr>
              <a:t>int  rear;             //</a:t>
            </a:r>
            <a:r>
              <a:rPr lang="zh-CN" altLang="en-US" sz="2800" dirty="0">
                <a:latin typeface="Times New Roman" panose="02020603050405020304" pitchFamily="18" charset="0"/>
                <a:ea typeface="楷体_GB2312" charset="-122"/>
              </a:rPr>
              <a:t>尾指针</a:t>
            </a:r>
          </a:p>
          <a:p>
            <a:pPr marL="342900" indent="-342900" algn="just" eaLnBrk="0" hangingPunct="0">
              <a:lnSpc>
                <a:spcPct val="120000"/>
              </a:lnSpc>
              <a:spcBef>
                <a:spcPct val="20000"/>
              </a:spcBef>
            </a:pPr>
            <a:r>
              <a:rPr lang="en-US" altLang="zh-CN" sz="2800" dirty="0">
                <a:latin typeface="Times New Roman" panose="02020603050405020304" pitchFamily="18" charset="0"/>
                <a:ea typeface="楷体_GB2312" charset="-122"/>
              </a:rPr>
              <a:t>}SqQueue;</a:t>
            </a:r>
            <a:r>
              <a:rPr lang="en-US" altLang="zh-CN" sz="2800" dirty="0">
                <a:latin typeface="宋体" panose="02010600030101010101" pitchFamily="2" charset="-122"/>
                <a:ea typeface="楷体_GB2312" charset="-122"/>
              </a:rPr>
              <a:t>  </a:t>
            </a:r>
          </a:p>
          <a:p>
            <a:pPr marL="342900" indent="-342900" algn="just" eaLnBrk="0" hangingPunct="0">
              <a:lnSpc>
                <a:spcPct val="120000"/>
              </a:lnSpc>
              <a:spcBef>
                <a:spcPct val="20000"/>
              </a:spcBef>
            </a:pPr>
            <a:r>
              <a:rPr lang="en-US" altLang="zh-CN" sz="2800" dirty="0">
                <a:latin typeface="宋体" panose="02010600030101010101" pitchFamily="2" charset="-122"/>
                <a:ea typeface="楷体_GB2312" charset="-122"/>
              </a:rPr>
              <a:t> </a:t>
            </a:r>
          </a:p>
          <a:p>
            <a:pPr marL="342900" indent="-342900" eaLnBrk="0" hangingPunct="0">
              <a:spcBef>
                <a:spcPct val="20000"/>
              </a:spcBef>
            </a:pPr>
            <a:endParaRPr lang="en-US" altLang="zh-CN" sz="2800" dirty="0">
              <a:latin typeface="Times New Roman" panose="02020603050405020304" pitchFamily="18" charset="0"/>
              <a:ea typeface="楷体_GB2312" charset="-122"/>
            </a:endParaRPr>
          </a:p>
        </p:txBody>
      </p:sp>
      <p:sp>
        <p:nvSpPr>
          <p:cNvPr id="5" name="Comment 3"/>
          <p:cNvSpPr>
            <a:spLocks noChangeArrowheads="1"/>
          </p:cNvSpPr>
          <p:nvPr/>
        </p:nvSpPr>
        <p:spPr bwMode="auto">
          <a:xfrm>
            <a:off x="-47625" y="0"/>
            <a:ext cx="8864600" cy="644525"/>
          </a:xfrm>
          <a:prstGeom prst="rect">
            <a:avLst/>
          </a:prstGeom>
          <a:solidFill>
            <a:srgbClr val="FCFDC6"/>
          </a:solidFill>
          <a:ln w="9525">
            <a:solidFill>
              <a:schemeClr val="tx1"/>
            </a:solidFill>
            <a:miter lim="800000"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squar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3600" b="1" i="0" u="none" strike="noStrike" kern="120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/>
                <a:uLnTx/>
                <a:uFillTx/>
                <a:latin typeface="Arial" panose="020B0604020202020204" pitchFamily="34" charset="0"/>
                <a:ea typeface="楷体_GB2312" charset="-122"/>
                <a:cs typeface="+mn-cs"/>
                <a:sym typeface="+mn-ea"/>
              </a:rPr>
              <a:t>队列的顺序表示－－用一维数组</a:t>
            </a:r>
            <a:r>
              <a:rPr kumimoji="0" lang="en-US" altLang="zh-CN" sz="3600" b="1" i="0" u="none" strike="noStrike" kern="120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/>
                <a:uLnTx/>
                <a:uFillTx/>
                <a:latin typeface="Arial" panose="020B0604020202020204" pitchFamily="34" charset="0"/>
                <a:ea typeface="楷体_GB2312" charset="-122"/>
                <a:cs typeface="+mn-cs"/>
                <a:sym typeface="+mn-ea"/>
              </a:rPr>
              <a:t>base[M]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EFAC9647-E7BD-F841-AD68-4A4629D41AC0}"/>
              </a:ext>
            </a:extLst>
          </p:cNvPr>
          <p:cNvSpPr txBox="1"/>
          <p:nvPr/>
        </p:nvSpPr>
        <p:spPr>
          <a:xfrm>
            <a:off x="611560" y="5157192"/>
            <a:ext cx="784887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初始化队列底指针</a:t>
            </a:r>
            <a:r>
              <a:rPr lang="en-US" altLang="zh-CN" dirty="0"/>
              <a:t>,</a:t>
            </a:r>
            <a:r>
              <a:rPr lang="zh-CN" altLang="en-US" dirty="0"/>
              <a:t>和实际上使用下标表示头</a:t>
            </a:r>
            <a:r>
              <a:rPr lang="en-US" altLang="zh-CN" dirty="0"/>
              <a:t>/</a:t>
            </a:r>
            <a:r>
              <a:rPr lang="zh-CN" altLang="en-US" dirty="0"/>
              <a:t>尾</a:t>
            </a:r>
            <a:r>
              <a:rPr lang="en-US" altLang="zh-CN" dirty="0"/>
              <a:t>”</a:t>
            </a:r>
            <a:r>
              <a:rPr lang="zh-CN" altLang="en-US" dirty="0"/>
              <a:t>指针</a:t>
            </a:r>
            <a:r>
              <a:rPr lang="en-US" altLang="zh-CN" dirty="0"/>
              <a:t>”</a:t>
            </a:r>
          </a:p>
          <a:p>
            <a:r>
              <a:rPr lang="zh-CN" altLang="en-US" dirty="0"/>
              <a:t>不再设置长度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2882" name="Comment 2"/>
          <p:cNvSpPr>
            <a:spLocks noChangeArrowheads="1"/>
          </p:cNvSpPr>
          <p:nvPr/>
        </p:nvSpPr>
        <p:spPr bwMode="auto">
          <a:xfrm>
            <a:off x="-47625" y="0"/>
            <a:ext cx="8626475" cy="650875"/>
          </a:xfrm>
          <a:prstGeom prst="rect">
            <a:avLst/>
          </a:prstGeom>
          <a:solidFill>
            <a:srgbClr val="FCFDC6"/>
          </a:solidFill>
          <a:ln w="9525">
            <a:solidFill>
              <a:schemeClr val="tx1"/>
            </a:solidFill>
            <a:miter lim="800000"/>
          </a:ln>
          <a:effectLst>
            <a:outerShdw dist="107763" dir="2700000" algn="ctr" rotWithShape="0">
              <a:schemeClr val="bg2"/>
            </a:outerShdw>
          </a:effectLst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3600" b="1" i="0" u="none" strike="noStrike" kern="1200" cap="none" spc="0" normalizeH="0" baseline="0" noProof="0">
                <a:ln>
                  <a:noFill/>
                </a:ln>
                <a:solidFill>
                  <a:schemeClr val="hlink"/>
                </a:solidFill>
                <a:effectLst/>
                <a:uLnTx/>
                <a:uFillTx/>
                <a:latin typeface="Arial" panose="020B0604020202020204" pitchFamily="34" charset="0"/>
                <a:ea typeface="楷体_GB2312" charset="-122"/>
                <a:cs typeface="+mn-cs"/>
                <a:sym typeface="+mn-ea"/>
              </a:rPr>
              <a:t>队列的顺序表示－－用一维数组</a:t>
            </a:r>
            <a:r>
              <a:rPr kumimoji="0" lang="en-US" altLang="zh-CN" sz="3600" b="1" i="0" u="none" strike="noStrike" kern="1200" cap="none" spc="0" normalizeH="0" baseline="0" noProof="0">
                <a:ln>
                  <a:noFill/>
                </a:ln>
                <a:solidFill>
                  <a:schemeClr val="hlink"/>
                </a:solidFill>
                <a:effectLst/>
                <a:uLnTx/>
                <a:uFillTx/>
                <a:latin typeface="Arial" panose="020B0604020202020204" pitchFamily="34" charset="0"/>
                <a:ea typeface="楷体_GB2312" charset="-122"/>
                <a:cs typeface="+mn-cs"/>
                <a:sym typeface="+mn-ea"/>
              </a:rPr>
              <a:t>base[M]</a:t>
            </a:r>
          </a:p>
        </p:txBody>
      </p:sp>
      <p:grpSp>
        <p:nvGrpSpPr>
          <p:cNvPr id="57346" name="Group 3"/>
          <p:cNvGrpSpPr>
            <a:grpSpLocks noChangeAspect="1"/>
          </p:cNvGrpSpPr>
          <p:nvPr/>
        </p:nvGrpSpPr>
        <p:grpSpPr>
          <a:xfrm>
            <a:off x="228600" y="955675"/>
            <a:ext cx="1878013" cy="3336925"/>
            <a:chOff x="144" y="602"/>
            <a:chExt cx="1183" cy="2102"/>
          </a:xfrm>
        </p:grpSpPr>
        <p:sp>
          <p:nvSpPr>
            <p:cNvPr id="57347" name="AutoShape 4"/>
            <p:cNvSpPr>
              <a:spLocks noChangeAspect="1" noTextEdit="1"/>
            </p:cNvSpPr>
            <p:nvPr/>
          </p:nvSpPr>
          <p:spPr>
            <a:xfrm>
              <a:off x="144" y="602"/>
              <a:ext cx="1183" cy="2102"/>
            </a:xfrm>
            <a:prstGeom prst="rect">
              <a:avLst/>
            </a:prstGeom>
            <a:solidFill>
              <a:schemeClr val="accent1"/>
            </a:solidFill>
            <a:ln w="9525">
              <a:noFill/>
            </a:ln>
          </p:spPr>
          <p:txBody>
            <a:bodyPr anchor="t" anchorCtr="0"/>
            <a:lstStyle/>
            <a:p>
              <a:pPr eaLnBrk="0" hangingPunct="0"/>
              <a:endParaRPr lang="zh-CN" altLang="en-US">
                <a:latin typeface="Times New Roman" panose="02020603050405020304" pitchFamily="18" charset="0"/>
                <a:ea typeface="楷体_GB2312" charset="-122"/>
              </a:endParaRPr>
            </a:p>
          </p:txBody>
        </p:sp>
        <p:sp>
          <p:nvSpPr>
            <p:cNvPr id="57348" name="Rectangle 5"/>
            <p:cNvSpPr/>
            <p:nvPr/>
          </p:nvSpPr>
          <p:spPr>
            <a:xfrm>
              <a:off x="828" y="627"/>
              <a:ext cx="483" cy="2001"/>
            </a:xfrm>
            <a:prstGeom prst="rect">
              <a:avLst/>
            </a:prstGeom>
            <a:solidFill>
              <a:srgbClr val="FFFF00"/>
            </a:solidFill>
            <a:ln w="12700" cap="flat" cmpd="sng">
              <a:solidFill>
                <a:srgbClr val="00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anchor="t" anchorCtr="0"/>
            <a:lstStyle/>
            <a:p>
              <a:pPr eaLnBrk="0" hangingPunct="0">
                <a:spcBef>
                  <a:spcPct val="20000"/>
                </a:spcBef>
              </a:pPr>
              <a:endParaRPr lang="zh-CN" altLang="en-US" dirty="0">
                <a:latin typeface="Times New Roman" panose="02020603050405020304" pitchFamily="18" charset="0"/>
                <a:ea typeface="楷体_GB2312" charset="-122"/>
              </a:endParaRPr>
            </a:p>
          </p:txBody>
        </p:sp>
        <p:sp>
          <p:nvSpPr>
            <p:cNvPr id="57349" name="Line 6"/>
            <p:cNvSpPr/>
            <p:nvPr/>
          </p:nvSpPr>
          <p:spPr>
            <a:xfrm>
              <a:off x="828" y="1235"/>
              <a:ext cx="483" cy="1"/>
            </a:xfrm>
            <a:prstGeom prst="line">
              <a:avLst/>
            </a:prstGeom>
            <a:ln w="1270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7350" name="Line 7"/>
            <p:cNvSpPr/>
            <p:nvPr/>
          </p:nvSpPr>
          <p:spPr>
            <a:xfrm>
              <a:off x="828" y="1602"/>
              <a:ext cx="483" cy="1"/>
            </a:xfrm>
            <a:prstGeom prst="line">
              <a:avLst/>
            </a:prstGeom>
            <a:ln w="1270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7351" name="Line 8"/>
            <p:cNvSpPr/>
            <p:nvPr/>
          </p:nvSpPr>
          <p:spPr>
            <a:xfrm>
              <a:off x="828" y="1944"/>
              <a:ext cx="483" cy="1"/>
            </a:xfrm>
            <a:prstGeom prst="line">
              <a:avLst/>
            </a:prstGeom>
            <a:ln w="1270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7352" name="Line 9"/>
            <p:cNvSpPr/>
            <p:nvPr/>
          </p:nvSpPr>
          <p:spPr>
            <a:xfrm>
              <a:off x="828" y="2286"/>
              <a:ext cx="483" cy="1"/>
            </a:xfrm>
            <a:prstGeom prst="line">
              <a:avLst/>
            </a:prstGeom>
            <a:ln w="1270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7353" name="Line 10"/>
            <p:cNvSpPr/>
            <p:nvPr/>
          </p:nvSpPr>
          <p:spPr>
            <a:xfrm>
              <a:off x="277" y="2584"/>
              <a:ext cx="334" cy="1"/>
            </a:xfrm>
            <a:prstGeom prst="line">
              <a:avLst/>
            </a:prstGeom>
            <a:ln w="1270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7354" name="Freeform 11"/>
            <p:cNvSpPr/>
            <p:nvPr/>
          </p:nvSpPr>
          <p:spPr>
            <a:xfrm>
              <a:off x="591" y="2527"/>
              <a:ext cx="76" cy="107"/>
            </a:xfrm>
            <a:custGeom>
              <a:avLst/>
              <a:gdLst/>
              <a:ahLst/>
              <a:cxnLst>
                <a:cxn ang="0">
                  <a:pos x="76" y="57"/>
                </a:cxn>
                <a:cxn ang="0">
                  <a:pos x="0" y="107"/>
                </a:cxn>
                <a:cxn ang="0">
                  <a:pos x="8" y="76"/>
                </a:cxn>
                <a:cxn ang="0">
                  <a:pos x="8" y="38"/>
                </a:cxn>
                <a:cxn ang="0">
                  <a:pos x="0" y="0"/>
                </a:cxn>
                <a:cxn ang="0">
                  <a:pos x="76" y="57"/>
                </a:cxn>
              </a:cxnLst>
              <a:rect l="0" t="0" r="0" b="0"/>
              <a:pathLst>
                <a:path w="76" h="107">
                  <a:moveTo>
                    <a:pt x="76" y="57"/>
                  </a:moveTo>
                  <a:lnTo>
                    <a:pt x="0" y="107"/>
                  </a:lnTo>
                  <a:lnTo>
                    <a:pt x="8" y="76"/>
                  </a:lnTo>
                  <a:lnTo>
                    <a:pt x="8" y="38"/>
                  </a:lnTo>
                  <a:lnTo>
                    <a:pt x="0" y="0"/>
                  </a:lnTo>
                  <a:lnTo>
                    <a:pt x="76" y="57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7355" name="Rectangle 12"/>
            <p:cNvSpPr/>
            <p:nvPr/>
          </p:nvSpPr>
          <p:spPr>
            <a:xfrm>
              <a:off x="212" y="2432"/>
              <a:ext cx="483" cy="163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342900" indent="-342900" eaLnBrk="0" hangingPunct="0">
                <a:spcBef>
                  <a:spcPct val="20000"/>
                </a:spcBef>
              </a:pPr>
              <a:r>
                <a:rPr lang="en-US" altLang="zh-CN" sz="1700" dirty="0"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Q.front</a:t>
              </a:r>
              <a:endParaRPr lang="en-US" altLang="zh-CN" sz="3200" dirty="0">
                <a:latin typeface="Times New Roman" panose="02020603050405020304" pitchFamily="18" charset="0"/>
                <a:ea typeface="楷体_GB2312" charset="-122"/>
              </a:endParaRPr>
            </a:p>
          </p:txBody>
        </p:sp>
        <p:sp>
          <p:nvSpPr>
            <p:cNvPr id="57356" name="Line 13"/>
            <p:cNvSpPr/>
            <p:nvPr/>
          </p:nvSpPr>
          <p:spPr>
            <a:xfrm>
              <a:off x="277" y="2337"/>
              <a:ext cx="334" cy="1"/>
            </a:xfrm>
            <a:prstGeom prst="line">
              <a:avLst/>
            </a:prstGeom>
            <a:ln w="1270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7357" name="Freeform 14"/>
            <p:cNvSpPr/>
            <p:nvPr/>
          </p:nvSpPr>
          <p:spPr>
            <a:xfrm>
              <a:off x="591" y="2280"/>
              <a:ext cx="76" cy="114"/>
            </a:xfrm>
            <a:custGeom>
              <a:avLst/>
              <a:gdLst/>
              <a:ahLst/>
              <a:cxnLst>
                <a:cxn ang="0">
                  <a:pos x="76" y="57"/>
                </a:cxn>
                <a:cxn ang="0">
                  <a:pos x="0" y="114"/>
                </a:cxn>
                <a:cxn ang="0">
                  <a:pos x="8" y="76"/>
                </a:cxn>
                <a:cxn ang="0">
                  <a:pos x="8" y="38"/>
                </a:cxn>
                <a:cxn ang="0">
                  <a:pos x="0" y="0"/>
                </a:cxn>
                <a:cxn ang="0">
                  <a:pos x="76" y="57"/>
                </a:cxn>
              </a:cxnLst>
              <a:rect l="0" t="0" r="0" b="0"/>
              <a:pathLst>
                <a:path w="76" h="114">
                  <a:moveTo>
                    <a:pt x="76" y="57"/>
                  </a:moveTo>
                  <a:lnTo>
                    <a:pt x="0" y="114"/>
                  </a:lnTo>
                  <a:lnTo>
                    <a:pt x="8" y="76"/>
                  </a:lnTo>
                  <a:lnTo>
                    <a:pt x="8" y="38"/>
                  </a:lnTo>
                  <a:lnTo>
                    <a:pt x="0" y="0"/>
                  </a:lnTo>
                  <a:lnTo>
                    <a:pt x="76" y="57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7358" name="Rectangle 15"/>
            <p:cNvSpPr/>
            <p:nvPr/>
          </p:nvSpPr>
          <p:spPr>
            <a:xfrm>
              <a:off x="679" y="2362"/>
              <a:ext cx="85" cy="20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342900" indent="-342900" eaLnBrk="0" hangingPunct="0">
                <a:spcBef>
                  <a:spcPct val="20000"/>
                </a:spcBef>
              </a:pPr>
              <a:r>
                <a:rPr lang="en-US" altLang="zh-CN" sz="2100" dirty="0"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0</a:t>
              </a:r>
              <a:endParaRPr lang="en-US" altLang="zh-CN" sz="3200" dirty="0">
                <a:latin typeface="Times New Roman" panose="02020603050405020304" pitchFamily="18" charset="0"/>
                <a:ea typeface="楷体_GB2312" charset="-122"/>
              </a:endParaRPr>
            </a:p>
          </p:txBody>
        </p:sp>
        <p:sp>
          <p:nvSpPr>
            <p:cNvPr id="57359" name="Rectangle 16"/>
            <p:cNvSpPr/>
            <p:nvPr/>
          </p:nvSpPr>
          <p:spPr>
            <a:xfrm>
              <a:off x="679" y="2020"/>
              <a:ext cx="85" cy="20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342900" indent="-342900" eaLnBrk="0" hangingPunct="0">
                <a:spcBef>
                  <a:spcPct val="20000"/>
                </a:spcBef>
              </a:pPr>
              <a:r>
                <a:rPr lang="en-US" altLang="zh-CN" sz="2100" dirty="0"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1</a:t>
              </a:r>
              <a:endParaRPr lang="en-US" altLang="zh-CN" sz="3200" dirty="0">
                <a:latin typeface="Times New Roman" panose="02020603050405020304" pitchFamily="18" charset="0"/>
                <a:ea typeface="楷体_GB2312" charset="-122"/>
              </a:endParaRPr>
            </a:p>
          </p:txBody>
        </p:sp>
        <p:sp>
          <p:nvSpPr>
            <p:cNvPr id="57360" name="Rectangle 17"/>
            <p:cNvSpPr/>
            <p:nvPr/>
          </p:nvSpPr>
          <p:spPr>
            <a:xfrm>
              <a:off x="679" y="1703"/>
              <a:ext cx="85" cy="20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342900" indent="-342900" eaLnBrk="0" hangingPunct="0">
                <a:spcBef>
                  <a:spcPct val="20000"/>
                </a:spcBef>
              </a:pPr>
              <a:r>
                <a:rPr lang="en-US" altLang="zh-CN" sz="2100" dirty="0"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2</a:t>
              </a:r>
              <a:endParaRPr lang="en-US" altLang="zh-CN" sz="3200" dirty="0">
                <a:latin typeface="Times New Roman" panose="02020603050405020304" pitchFamily="18" charset="0"/>
                <a:ea typeface="楷体_GB2312" charset="-122"/>
              </a:endParaRPr>
            </a:p>
          </p:txBody>
        </p:sp>
        <p:sp>
          <p:nvSpPr>
            <p:cNvPr id="57361" name="Rectangle 18"/>
            <p:cNvSpPr/>
            <p:nvPr/>
          </p:nvSpPr>
          <p:spPr>
            <a:xfrm>
              <a:off x="679" y="1317"/>
              <a:ext cx="85" cy="20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342900" indent="-342900" eaLnBrk="0" hangingPunct="0">
                <a:spcBef>
                  <a:spcPct val="20000"/>
                </a:spcBef>
              </a:pPr>
              <a:r>
                <a:rPr lang="en-US" altLang="zh-CN" sz="2100" dirty="0"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3</a:t>
              </a:r>
              <a:endParaRPr lang="en-US" altLang="zh-CN" sz="3200" dirty="0">
                <a:latin typeface="Times New Roman" panose="02020603050405020304" pitchFamily="18" charset="0"/>
                <a:ea typeface="楷体_GB2312" charset="-122"/>
              </a:endParaRPr>
            </a:p>
          </p:txBody>
        </p:sp>
        <p:sp>
          <p:nvSpPr>
            <p:cNvPr id="57362" name="Rectangle 19"/>
            <p:cNvSpPr/>
            <p:nvPr/>
          </p:nvSpPr>
          <p:spPr>
            <a:xfrm>
              <a:off x="679" y="1019"/>
              <a:ext cx="85" cy="20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342900" indent="-342900" eaLnBrk="0" hangingPunct="0">
                <a:spcBef>
                  <a:spcPct val="20000"/>
                </a:spcBef>
              </a:pPr>
              <a:r>
                <a:rPr lang="en-US" altLang="zh-CN" sz="2100" dirty="0"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4</a:t>
              </a:r>
              <a:endParaRPr lang="en-US" altLang="zh-CN" sz="3200" dirty="0">
                <a:latin typeface="Times New Roman" panose="02020603050405020304" pitchFamily="18" charset="0"/>
                <a:ea typeface="楷体_GB2312" charset="-122"/>
              </a:endParaRPr>
            </a:p>
          </p:txBody>
        </p:sp>
        <p:sp>
          <p:nvSpPr>
            <p:cNvPr id="57363" name="Line 20"/>
            <p:cNvSpPr/>
            <p:nvPr/>
          </p:nvSpPr>
          <p:spPr>
            <a:xfrm>
              <a:off x="828" y="919"/>
              <a:ext cx="483" cy="1"/>
            </a:xfrm>
            <a:prstGeom prst="line">
              <a:avLst/>
            </a:prstGeom>
            <a:ln w="1270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7364" name="Rectangle 21"/>
            <p:cNvSpPr/>
            <p:nvPr/>
          </p:nvSpPr>
          <p:spPr>
            <a:xfrm>
              <a:off x="679" y="703"/>
              <a:ext cx="85" cy="20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342900" indent="-342900" eaLnBrk="0" hangingPunct="0">
                <a:spcBef>
                  <a:spcPct val="20000"/>
                </a:spcBef>
              </a:pPr>
              <a:r>
                <a:rPr lang="en-US" altLang="zh-CN" sz="2100" dirty="0"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5</a:t>
              </a:r>
              <a:endParaRPr lang="en-US" altLang="zh-CN" sz="3200" dirty="0">
                <a:latin typeface="Times New Roman" panose="02020603050405020304" pitchFamily="18" charset="0"/>
                <a:ea typeface="楷体_GB2312" charset="-122"/>
              </a:endParaRPr>
            </a:p>
          </p:txBody>
        </p:sp>
        <p:sp>
          <p:nvSpPr>
            <p:cNvPr id="57365" name="Rectangle 22"/>
            <p:cNvSpPr/>
            <p:nvPr/>
          </p:nvSpPr>
          <p:spPr>
            <a:xfrm>
              <a:off x="237" y="2185"/>
              <a:ext cx="414" cy="163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342900" indent="-342900" eaLnBrk="0" hangingPunct="0">
                <a:spcBef>
                  <a:spcPct val="20000"/>
                </a:spcBef>
              </a:pPr>
              <a:r>
                <a:rPr lang="en-US" altLang="zh-CN" sz="1700" dirty="0"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Q.rear</a:t>
              </a:r>
              <a:endParaRPr lang="en-US" altLang="zh-CN" sz="3200" dirty="0">
                <a:latin typeface="Times New Roman" panose="02020603050405020304" pitchFamily="18" charset="0"/>
                <a:ea typeface="楷体_GB2312" charset="-122"/>
              </a:endParaRPr>
            </a:p>
          </p:txBody>
        </p:sp>
      </p:grpSp>
      <p:grpSp>
        <p:nvGrpSpPr>
          <p:cNvPr id="57366" name="Group 23"/>
          <p:cNvGrpSpPr>
            <a:grpSpLocks noChangeAspect="1"/>
          </p:cNvGrpSpPr>
          <p:nvPr/>
        </p:nvGrpSpPr>
        <p:grpSpPr>
          <a:xfrm>
            <a:off x="2627313" y="993775"/>
            <a:ext cx="1905000" cy="3298825"/>
            <a:chOff x="1655" y="626"/>
            <a:chExt cx="1200" cy="2078"/>
          </a:xfrm>
        </p:grpSpPr>
        <p:sp>
          <p:nvSpPr>
            <p:cNvPr id="57367" name="AutoShape 24"/>
            <p:cNvSpPr>
              <a:spLocks noChangeAspect="1" noTextEdit="1"/>
            </p:cNvSpPr>
            <p:nvPr/>
          </p:nvSpPr>
          <p:spPr>
            <a:xfrm>
              <a:off x="1655" y="626"/>
              <a:ext cx="1200" cy="2078"/>
            </a:xfrm>
            <a:prstGeom prst="rect">
              <a:avLst/>
            </a:prstGeom>
            <a:solidFill>
              <a:schemeClr val="accent1"/>
            </a:solidFill>
            <a:ln w="9525">
              <a:noFill/>
            </a:ln>
          </p:spPr>
          <p:txBody>
            <a:bodyPr anchor="t" anchorCtr="0"/>
            <a:lstStyle/>
            <a:p>
              <a:pPr eaLnBrk="0" hangingPunct="0"/>
              <a:endParaRPr lang="zh-CN" altLang="en-US">
                <a:latin typeface="Times New Roman" panose="02020603050405020304" pitchFamily="18" charset="0"/>
                <a:ea typeface="楷体_GB2312" charset="-122"/>
              </a:endParaRPr>
            </a:p>
          </p:txBody>
        </p:sp>
        <p:sp>
          <p:nvSpPr>
            <p:cNvPr id="57368" name="Rectangle 25"/>
            <p:cNvSpPr/>
            <p:nvPr/>
          </p:nvSpPr>
          <p:spPr>
            <a:xfrm>
              <a:off x="2253" y="652"/>
              <a:ext cx="584" cy="2020"/>
            </a:xfrm>
            <a:prstGeom prst="rect">
              <a:avLst/>
            </a:prstGeom>
            <a:solidFill>
              <a:srgbClr val="FFFF00"/>
            </a:solidFill>
            <a:ln w="14288" cap="flat" cmpd="sng">
              <a:solidFill>
                <a:srgbClr val="00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anchor="t" anchorCtr="0"/>
            <a:lstStyle/>
            <a:p>
              <a:pPr eaLnBrk="0" hangingPunct="0">
                <a:spcBef>
                  <a:spcPct val="20000"/>
                </a:spcBef>
              </a:pPr>
              <a:endParaRPr lang="zh-CN" altLang="en-US" dirty="0">
                <a:latin typeface="Times New Roman" panose="02020603050405020304" pitchFamily="18" charset="0"/>
                <a:ea typeface="楷体_GB2312" charset="-122"/>
              </a:endParaRPr>
            </a:p>
          </p:txBody>
        </p:sp>
        <p:sp>
          <p:nvSpPr>
            <p:cNvPr id="57369" name="Line 26"/>
            <p:cNvSpPr/>
            <p:nvPr/>
          </p:nvSpPr>
          <p:spPr>
            <a:xfrm flipV="1">
              <a:off x="2253" y="1265"/>
              <a:ext cx="584" cy="7"/>
            </a:xfrm>
            <a:prstGeom prst="line">
              <a:avLst/>
            </a:prstGeom>
            <a:ln w="14288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7370" name="Line 27"/>
            <p:cNvSpPr/>
            <p:nvPr/>
          </p:nvSpPr>
          <p:spPr>
            <a:xfrm>
              <a:off x="2280" y="1636"/>
              <a:ext cx="557" cy="1"/>
            </a:xfrm>
            <a:prstGeom prst="line">
              <a:avLst/>
            </a:prstGeom>
            <a:ln w="14288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7371" name="Line 28"/>
            <p:cNvSpPr/>
            <p:nvPr/>
          </p:nvSpPr>
          <p:spPr>
            <a:xfrm>
              <a:off x="2280" y="1981"/>
              <a:ext cx="557" cy="1"/>
            </a:xfrm>
            <a:prstGeom prst="line">
              <a:avLst/>
            </a:prstGeom>
            <a:ln w="14288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7372" name="Line 29"/>
            <p:cNvSpPr/>
            <p:nvPr/>
          </p:nvSpPr>
          <p:spPr>
            <a:xfrm>
              <a:off x="2280" y="2327"/>
              <a:ext cx="557" cy="1"/>
            </a:xfrm>
            <a:prstGeom prst="line">
              <a:avLst/>
            </a:prstGeom>
            <a:ln w="14288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7373" name="Line 30"/>
            <p:cNvSpPr/>
            <p:nvPr/>
          </p:nvSpPr>
          <p:spPr>
            <a:xfrm>
              <a:off x="1807" y="2627"/>
              <a:ext cx="381" cy="1"/>
            </a:xfrm>
            <a:prstGeom prst="line">
              <a:avLst/>
            </a:prstGeom>
            <a:ln w="14288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7374" name="Freeform 31"/>
            <p:cNvSpPr/>
            <p:nvPr/>
          </p:nvSpPr>
          <p:spPr>
            <a:xfrm>
              <a:off x="2165" y="2570"/>
              <a:ext cx="88" cy="115"/>
            </a:xfrm>
            <a:custGeom>
              <a:avLst/>
              <a:gdLst/>
              <a:ahLst/>
              <a:cxnLst>
                <a:cxn ang="0">
                  <a:pos x="88" y="57"/>
                </a:cxn>
                <a:cxn ang="0">
                  <a:pos x="0" y="115"/>
                </a:cxn>
                <a:cxn ang="0">
                  <a:pos x="10" y="76"/>
                </a:cxn>
                <a:cxn ang="0">
                  <a:pos x="10" y="38"/>
                </a:cxn>
                <a:cxn ang="0">
                  <a:pos x="0" y="0"/>
                </a:cxn>
                <a:cxn ang="0">
                  <a:pos x="88" y="57"/>
                </a:cxn>
              </a:cxnLst>
              <a:rect l="0" t="0" r="0" b="0"/>
              <a:pathLst>
                <a:path w="88" h="115">
                  <a:moveTo>
                    <a:pt x="88" y="57"/>
                  </a:moveTo>
                  <a:lnTo>
                    <a:pt x="0" y="115"/>
                  </a:lnTo>
                  <a:lnTo>
                    <a:pt x="10" y="76"/>
                  </a:lnTo>
                  <a:lnTo>
                    <a:pt x="10" y="38"/>
                  </a:lnTo>
                  <a:lnTo>
                    <a:pt x="0" y="0"/>
                  </a:lnTo>
                  <a:lnTo>
                    <a:pt x="88" y="57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7375" name="Rectangle 32"/>
            <p:cNvSpPr/>
            <p:nvPr/>
          </p:nvSpPr>
          <p:spPr>
            <a:xfrm>
              <a:off x="1733" y="2423"/>
              <a:ext cx="511" cy="173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342900" indent="-342900" eaLnBrk="0" hangingPunct="0">
                <a:spcBef>
                  <a:spcPct val="20000"/>
                </a:spcBef>
              </a:pPr>
              <a:r>
                <a:rPr lang="en-US" altLang="zh-CN" sz="1800" dirty="0"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Q.front</a:t>
              </a:r>
              <a:endParaRPr lang="en-US" altLang="zh-CN" sz="3200" dirty="0">
                <a:latin typeface="Times New Roman" panose="02020603050405020304" pitchFamily="18" charset="0"/>
                <a:ea typeface="楷体_GB2312" charset="-122"/>
              </a:endParaRPr>
            </a:p>
          </p:txBody>
        </p:sp>
        <p:sp>
          <p:nvSpPr>
            <p:cNvPr id="57376" name="Line 33"/>
            <p:cNvSpPr/>
            <p:nvPr/>
          </p:nvSpPr>
          <p:spPr>
            <a:xfrm>
              <a:off x="1807" y="1489"/>
              <a:ext cx="381" cy="1"/>
            </a:xfrm>
            <a:prstGeom prst="line">
              <a:avLst/>
            </a:prstGeom>
            <a:ln w="14288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7377" name="Freeform 34"/>
            <p:cNvSpPr/>
            <p:nvPr/>
          </p:nvSpPr>
          <p:spPr>
            <a:xfrm>
              <a:off x="2165" y="1432"/>
              <a:ext cx="88" cy="115"/>
            </a:xfrm>
            <a:custGeom>
              <a:avLst/>
              <a:gdLst/>
              <a:ahLst/>
              <a:cxnLst>
                <a:cxn ang="0">
                  <a:pos x="88" y="57"/>
                </a:cxn>
                <a:cxn ang="0">
                  <a:pos x="0" y="115"/>
                </a:cxn>
                <a:cxn ang="0">
                  <a:pos x="10" y="76"/>
                </a:cxn>
                <a:cxn ang="0">
                  <a:pos x="10" y="38"/>
                </a:cxn>
                <a:cxn ang="0">
                  <a:pos x="0" y="0"/>
                </a:cxn>
                <a:cxn ang="0">
                  <a:pos x="88" y="57"/>
                </a:cxn>
              </a:cxnLst>
              <a:rect l="0" t="0" r="0" b="0"/>
              <a:pathLst>
                <a:path w="88" h="115">
                  <a:moveTo>
                    <a:pt x="88" y="57"/>
                  </a:moveTo>
                  <a:lnTo>
                    <a:pt x="0" y="115"/>
                  </a:lnTo>
                  <a:lnTo>
                    <a:pt x="10" y="76"/>
                  </a:lnTo>
                  <a:lnTo>
                    <a:pt x="10" y="38"/>
                  </a:lnTo>
                  <a:lnTo>
                    <a:pt x="0" y="0"/>
                  </a:lnTo>
                  <a:lnTo>
                    <a:pt x="88" y="57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7378" name="Line 35"/>
            <p:cNvSpPr/>
            <p:nvPr/>
          </p:nvSpPr>
          <p:spPr>
            <a:xfrm>
              <a:off x="2253" y="946"/>
              <a:ext cx="584" cy="1"/>
            </a:xfrm>
            <a:prstGeom prst="line">
              <a:avLst/>
            </a:prstGeom>
            <a:ln w="14288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7379" name="Rectangle 36"/>
            <p:cNvSpPr/>
            <p:nvPr/>
          </p:nvSpPr>
          <p:spPr>
            <a:xfrm>
              <a:off x="1802" y="1311"/>
              <a:ext cx="438" cy="173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342900" indent="-342900" eaLnBrk="0" hangingPunct="0">
                <a:spcBef>
                  <a:spcPct val="20000"/>
                </a:spcBef>
              </a:pPr>
              <a:r>
                <a:rPr lang="en-US" altLang="zh-CN" sz="1800" dirty="0"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Q.rear</a:t>
              </a:r>
              <a:endParaRPr lang="en-US" altLang="zh-CN" sz="3200" dirty="0">
                <a:latin typeface="Times New Roman" panose="02020603050405020304" pitchFamily="18" charset="0"/>
                <a:ea typeface="楷体_GB2312" charset="-122"/>
              </a:endParaRPr>
            </a:p>
          </p:txBody>
        </p:sp>
        <p:sp>
          <p:nvSpPr>
            <p:cNvPr id="57380" name="Line 37"/>
            <p:cNvSpPr/>
            <p:nvPr/>
          </p:nvSpPr>
          <p:spPr>
            <a:xfrm>
              <a:off x="2271" y="1636"/>
              <a:ext cx="552" cy="1"/>
            </a:xfrm>
            <a:prstGeom prst="line">
              <a:avLst/>
            </a:prstGeom>
            <a:ln w="14288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7381" name="Line 38"/>
            <p:cNvSpPr/>
            <p:nvPr/>
          </p:nvSpPr>
          <p:spPr>
            <a:xfrm>
              <a:off x="2271" y="1981"/>
              <a:ext cx="552" cy="1"/>
            </a:xfrm>
            <a:prstGeom prst="line">
              <a:avLst/>
            </a:prstGeom>
            <a:ln w="14288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7382" name="Line 39"/>
            <p:cNvSpPr/>
            <p:nvPr/>
          </p:nvSpPr>
          <p:spPr>
            <a:xfrm>
              <a:off x="2271" y="2327"/>
              <a:ext cx="552" cy="1"/>
            </a:xfrm>
            <a:prstGeom prst="line">
              <a:avLst/>
            </a:prstGeom>
            <a:ln w="14288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7383" name="Rectangle 40"/>
            <p:cNvSpPr/>
            <p:nvPr/>
          </p:nvSpPr>
          <p:spPr>
            <a:xfrm>
              <a:off x="2455" y="2404"/>
              <a:ext cx="89" cy="21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342900" indent="-342900" eaLnBrk="0" hangingPunct="0">
                <a:spcBef>
                  <a:spcPct val="20000"/>
                </a:spcBef>
              </a:pPr>
              <a:r>
                <a:rPr lang="en-US" altLang="zh-CN" sz="2200" dirty="0"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J</a:t>
              </a:r>
              <a:endParaRPr lang="en-US" altLang="zh-CN" sz="3200" dirty="0">
                <a:latin typeface="Times New Roman" panose="02020603050405020304" pitchFamily="18" charset="0"/>
                <a:ea typeface="楷体_GB2312" charset="-122"/>
              </a:endParaRPr>
            </a:p>
          </p:txBody>
        </p:sp>
        <p:sp>
          <p:nvSpPr>
            <p:cNvPr id="57384" name="Rectangle 41"/>
            <p:cNvSpPr/>
            <p:nvPr/>
          </p:nvSpPr>
          <p:spPr>
            <a:xfrm>
              <a:off x="2519" y="2430"/>
              <a:ext cx="73" cy="173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342900" indent="-342900" eaLnBrk="0" hangingPunct="0">
                <a:spcBef>
                  <a:spcPct val="20000"/>
                </a:spcBef>
              </a:pPr>
              <a:r>
                <a:rPr lang="en-US" altLang="zh-CN" sz="1800" dirty="0"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1</a:t>
              </a:r>
              <a:endParaRPr lang="en-US" altLang="zh-CN" sz="3200" dirty="0">
                <a:latin typeface="Times New Roman" panose="02020603050405020304" pitchFamily="18" charset="0"/>
                <a:ea typeface="楷体_GB2312" charset="-122"/>
              </a:endParaRPr>
            </a:p>
          </p:txBody>
        </p:sp>
        <p:sp>
          <p:nvSpPr>
            <p:cNvPr id="57385" name="Rectangle 42"/>
            <p:cNvSpPr/>
            <p:nvPr/>
          </p:nvSpPr>
          <p:spPr>
            <a:xfrm>
              <a:off x="2455" y="2090"/>
              <a:ext cx="89" cy="21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342900" indent="-342900" eaLnBrk="0" hangingPunct="0">
                <a:spcBef>
                  <a:spcPct val="20000"/>
                </a:spcBef>
              </a:pPr>
              <a:r>
                <a:rPr lang="en-US" altLang="zh-CN" sz="2200" dirty="0"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J</a:t>
              </a:r>
              <a:endParaRPr lang="en-US" altLang="zh-CN" sz="3200" dirty="0">
                <a:latin typeface="Times New Roman" panose="02020603050405020304" pitchFamily="18" charset="0"/>
                <a:ea typeface="楷体_GB2312" charset="-122"/>
              </a:endParaRPr>
            </a:p>
          </p:txBody>
        </p:sp>
        <p:sp>
          <p:nvSpPr>
            <p:cNvPr id="57386" name="Rectangle 43"/>
            <p:cNvSpPr/>
            <p:nvPr/>
          </p:nvSpPr>
          <p:spPr>
            <a:xfrm>
              <a:off x="2519" y="2116"/>
              <a:ext cx="73" cy="173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342900" indent="-342900" eaLnBrk="0" hangingPunct="0">
                <a:spcBef>
                  <a:spcPct val="20000"/>
                </a:spcBef>
              </a:pPr>
              <a:r>
                <a:rPr lang="en-US" altLang="zh-CN" sz="1800" dirty="0"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2</a:t>
              </a:r>
              <a:endParaRPr lang="en-US" altLang="zh-CN" sz="3200" dirty="0">
                <a:latin typeface="Times New Roman" panose="02020603050405020304" pitchFamily="18" charset="0"/>
                <a:ea typeface="楷体_GB2312" charset="-122"/>
              </a:endParaRPr>
            </a:p>
          </p:txBody>
        </p:sp>
        <p:sp>
          <p:nvSpPr>
            <p:cNvPr id="57387" name="Rectangle 44"/>
            <p:cNvSpPr/>
            <p:nvPr/>
          </p:nvSpPr>
          <p:spPr>
            <a:xfrm>
              <a:off x="2455" y="1713"/>
              <a:ext cx="89" cy="21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342900" indent="-342900" eaLnBrk="0" hangingPunct="0">
                <a:spcBef>
                  <a:spcPct val="20000"/>
                </a:spcBef>
              </a:pPr>
              <a:r>
                <a:rPr lang="en-US" altLang="zh-CN" sz="2200" dirty="0"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J</a:t>
              </a:r>
              <a:endParaRPr lang="en-US" altLang="zh-CN" sz="3200" dirty="0">
                <a:latin typeface="Times New Roman" panose="02020603050405020304" pitchFamily="18" charset="0"/>
                <a:ea typeface="楷体_GB2312" charset="-122"/>
              </a:endParaRPr>
            </a:p>
          </p:txBody>
        </p:sp>
        <p:sp>
          <p:nvSpPr>
            <p:cNvPr id="57388" name="Rectangle 45"/>
            <p:cNvSpPr/>
            <p:nvPr/>
          </p:nvSpPr>
          <p:spPr>
            <a:xfrm>
              <a:off x="2519" y="1739"/>
              <a:ext cx="73" cy="173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342900" indent="-342900" eaLnBrk="0" hangingPunct="0">
                <a:spcBef>
                  <a:spcPct val="20000"/>
                </a:spcBef>
              </a:pPr>
              <a:r>
                <a:rPr lang="en-US" altLang="zh-CN" sz="1800" dirty="0"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3</a:t>
              </a:r>
              <a:endParaRPr lang="en-US" altLang="zh-CN" sz="3200" dirty="0">
                <a:latin typeface="Times New Roman" panose="02020603050405020304" pitchFamily="18" charset="0"/>
                <a:ea typeface="楷体_GB2312" charset="-122"/>
              </a:endParaRPr>
            </a:p>
          </p:txBody>
        </p:sp>
      </p:grpSp>
      <p:grpSp>
        <p:nvGrpSpPr>
          <p:cNvPr id="57389" name="Group 46"/>
          <p:cNvGrpSpPr>
            <a:grpSpLocks noChangeAspect="1"/>
          </p:cNvGrpSpPr>
          <p:nvPr/>
        </p:nvGrpSpPr>
        <p:grpSpPr>
          <a:xfrm>
            <a:off x="5029200" y="922338"/>
            <a:ext cx="1905000" cy="3340100"/>
            <a:chOff x="3168" y="581"/>
            <a:chExt cx="1200" cy="2104"/>
          </a:xfrm>
        </p:grpSpPr>
        <p:sp>
          <p:nvSpPr>
            <p:cNvPr id="57390" name="AutoShape 47"/>
            <p:cNvSpPr>
              <a:spLocks noChangeAspect="1" noTextEdit="1"/>
            </p:cNvSpPr>
            <p:nvPr/>
          </p:nvSpPr>
          <p:spPr>
            <a:xfrm>
              <a:off x="3168" y="581"/>
              <a:ext cx="1200" cy="2104"/>
            </a:xfrm>
            <a:prstGeom prst="rect">
              <a:avLst/>
            </a:prstGeom>
            <a:solidFill>
              <a:schemeClr val="accent1"/>
            </a:solidFill>
            <a:ln w="9525">
              <a:noFill/>
            </a:ln>
          </p:spPr>
          <p:txBody>
            <a:bodyPr anchor="t" anchorCtr="0"/>
            <a:lstStyle/>
            <a:p>
              <a:pPr eaLnBrk="0" hangingPunct="0"/>
              <a:endParaRPr lang="zh-CN" altLang="en-US">
                <a:latin typeface="Times New Roman" panose="02020603050405020304" pitchFamily="18" charset="0"/>
                <a:ea typeface="楷体_GB2312" charset="-122"/>
              </a:endParaRPr>
            </a:p>
          </p:txBody>
        </p:sp>
        <p:sp>
          <p:nvSpPr>
            <p:cNvPr id="57391" name="Rectangle 48"/>
            <p:cNvSpPr/>
            <p:nvPr/>
          </p:nvSpPr>
          <p:spPr>
            <a:xfrm>
              <a:off x="3763" y="607"/>
              <a:ext cx="587" cy="2052"/>
            </a:xfrm>
            <a:prstGeom prst="rect">
              <a:avLst/>
            </a:prstGeom>
            <a:solidFill>
              <a:srgbClr val="FFFF00"/>
            </a:solidFill>
            <a:ln w="14288" cap="flat" cmpd="sng">
              <a:solidFill>
                <a:srgbClr val="00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anchor="t" anchorCtr="0"/>
            <a:lstStyle/>
            <a:p>
              <a:pPr eaLnBrk="0" hangingPunct="0">
                <a:spcBef>
                  <a:spcPct val="20000"/>
                </a:spcBef>
              </a:pPr>
              <a:endParaRPr lang="zh-CN" altLang="en-US" dirty="0">
                <a:latin typeface="Times New Roman" panose="02020603050405020304" pitchFamily="18" charset="0"/>
                <a:ea typeface="楷体_GB2312" charset="-122"/>
              </a:endParaRPr>
            </a:p>
          </p:txBody>
        </p:sp>
        <p:sp>
          <p:nvSpPr>
            <p:cNvPr id="57392" name="Line 49"/>
            <p:cNvSpPr/>
            <p:nvPr/>
          </p:nvSpPr>
          <p:spPr>
            <a:xfrm flipV="1">
              <a:off x="3763" y="1230"/>
              <a:ext cx="587" cy="7"/>
            </a:xfrm>
            <a:prstGeom prst="line">
              <a:avLst/>
            </a:prstGeom>
            <a:ln w="14288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7393" name="Line 50"/>
            <p:cNvSpPr/>
            <p:nvPr/>
          </p:nvSpPr>
          <p:spPr>
            <a:xfrm>
              <a:off x="3795" y="1607"/>
              <a:ext cx="555" cy="1"/>
            </a:xfrm>
            <a:prstGeom prst="line">
              <a:avLst/>
            </a:prstGeom>
            <a:ln w="14288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7394" name="Line 51"/>
            <p:cNvSpPr/>
            <p:nvPr/>
          </p:nvSpPr>
          <p:spPr>
            <a:xfrm>
              <a:off x="3795" y="1958"/>
              <a:ext cx="555" cy="1"/>
            </a:xfrm>
            <a:prstGeom prst="line">
              <a:avLst/>
            </a:prstGeom>
            <a:ln w="14288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7395" name="Line 52"/>
            <p:cNvSpPr/>
            <p:nvPr/>
          </p:nvSpPr>
          <p:spPr>
            <a:xfrm>
              <a:off x="3795" y="2308"/>
              <a:ext cx="555" cy="1"/>
            </a:xfrm>
            <a:prstGeom prst="line">
              <a:avLst/>
            </a:prstGeom>
            <a:ln w="14288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7396" name="Line 53"/>
            <p:cNvSpPr/>
            <p:nvPr/>
          </p:nvSpPr>
          <p:spPr>
            <a:xfrm>
              <a:off x="3319" y="1860"/>
              <a:ext cx="380" cy="1"/>
            </a:xfrm>
            <a:prstGeom prst="line">
              <a:avLst/>
            </a:prstGeom>
            <a:ln w="14288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7397" name="Freeform 54"/>
            <p:cNvSpPr/>
            <p:nvPr/>
          </p:nvSpPr>
          <p:spPr>
            <a:xfrm>
              <a:off x="3676" y="1802"/>
              <a:ext cx="87" cy="117"/>
            </a:xfrm>
            <a:custGeom>
              <a:avLst/>
              <a:gdLst/>
              <a:ahLst/>
              <a:cxnLst>
                <a:cxn ang="0">
                  <a:pos x="87" y="58"/>
                </a:cxn>
                <a:cxn ang="0">
                  <a:pos x="0" y="117"/>
                </a:cxn>
                <a:cxn ang="0">
                  <a:pos x="10" y="78"/>
                </a:cxn>
                <a:cxn ang="0">
                  <a:pos x="10" y="39"/>
                </a:cxn>
                <a:cxn ang="0">
                  <a:pos x="0" y="0"/>
                </a:cxn>
                <a:cxn ang="0">
                  <a:pos x="87" y="58"/>
                </a:cxn>
              </a:cxnLst>
              <a:rect l="0" t="0" r="0" b="0"/>
              <a:pathLst>
                <a:path w="87" h="117">
                  <a:moveTo>
                    <a:pt x="87" y="58"/>
                  </a:moveTo>
                  <a:lnTo>
                    <a:pt x="0" y="117"/>
                  </a:lnTo>
                  <a:lnTo>
                    <a:pt x="10" y="78"/>
                  </a:lnTo>
                  <a:lnTo>
                    <a:pt x="10" y="39"/>
                  </a:lnTo>
                  <a:lnTo>
                    <a:pt x="0" y="0"/>
                  </a:lnTo>
                  <a:lnTo>
                    <a:pt x="87" y="58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7398" name="Rectangle 55"/>
            <p:cNvSpPr/>
            <p:nvPr/>
          </p:nvSpPr>
          <p:spPr>
            <a:xfrm>
              <a:off x="3246" y="1653"/>
              <a:ext cx="511" cy="173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342900" indent="-342900" eaLnBrk="0" hangingPunct="0">
                <a:spcBef>
                  <a:spcPct val="20000"/>
                </a:spcBef>
              </a:pPr>
              <a:r>
                <a:rPr lang="en-US" altLang="zh-CN" sz="1800" dirty="0"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Q.front</a:t>
              </a:r>
              <a:endParaRPr lang="en-US" altLang="zh-CN" sz="3200" dirty="0">
                <a:latin typeface="Times New Roman" panose="02020603050405020304" pitchFamily="18" charset="0"/>
                <a:ea typeface="楷体_GB2312" charset="-122"/>
              </a:endParaRPr>
            </a:p>
          </p:txBody>
        </p:sp>
        <p:sp>
          <p:nvSpPr>
            <p:cNvPr id="57399" name="Line 56"/>
            <p:cNvSpPr/>
            <p:nvPr/>
          </p:nvSpPr>
          <p:spPr>
            <a:xfrm>
              <a:off x="3324" y="1458"/>
              <a:ext cx="380" cy="1"/>
            </a:xfrm>
            <a:prstGeom prst="line">
              <a:avLst/>
            </a:prstGeom>
            <a:ln w="14288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7400" name="Freeform 57"/>
            <p:cNvSpPr/>
            <p:nvPr/>
          </p:nvSpPr>
          <p:spPr>
            <a:xfrm>
              <a:off x="3681" y="1399"/>
              <a:ext cx="82" cy="117"/>
            </a:xfrm>
            <a:custGeom>
              <a:avLst/>
              <a:gdLst/>
              <a:ahLst/>
              <a:cxnLst>
                <a:cxn ang="0">
                  <a:pos x="82" y="59"/>
                </a:cxn>
                <a:cxn ang="0">
                  <a:pos x="0" y="117"/>
                </a:cxn>
                <a:cxn ang="0">
                  <a:pos x="9" y="78"/>
                </a:cxn>
                <a:cxn ang="0">
                  <a:pos x="9" y="39"/>
                </a:cxn>
                <a:cxn ang="0">
                  <a:pos x="0" y="0"/>
                </a:cxn>
                <a:cxn ang="0">
                  <a:pos x="82" y="59"/>
                </a:cxn>
              </a:cxnLst>
              <a:rect l="0" t="0" r="0" b="0"/>
              <a:pathLst>
                <a:path w="82" h="117">
                  <a:moveTo>
                    <a:pt x="82" y="59"/>
                  </a:moveTo>
                  <a:lnTo>
                    <a:pt x="0" y="117"/>
                  </a:lnTo>
                  <a:lnTo>
                    <a:pt x="9" y="78"/>
                  </a:lnTo>
                  <a:lnTo>
                    <a:pt x="9" y="39"/>
                  </a:lnTo>
                  <a:lnTo>
                    <a:pt x="0" y="0"/>
                  </a:lnTo>
                  <a:lnTo>
                    <a:pt x="82" y="59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7401" name="Line 58"/>
            <p:cNvSpPr/>
            <p:nvPr/>
          </p:nvSpPr>
          <p:spPr>
            <a:xfrm>
              <a:off x="3763" y="906"/>
              <a:ext cx="587" cy="1"/>
            </a:xfrm>
            <a:prstGeom prst="line">
              <a:avLst/>
            </a:prstGeom>
            <a:ln w="14288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7402" name="Rectangle 59"/>
            <p:cNvSpPr/>
            <p:nvPr/>
          </p:nvSpPr>
          <p:spPr>
            <a:xfrm>
              <a:off x="3319" y="1276"/>
              <a:ext cx="438" cy="173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342900" indent="-342900" eaLnBrk="0" hangingPunct="0">
                <a:spcBef>
                  <a:spcPct val="20000"/>
                </a:spcBef>
              </a:pPr>
              <a:r>
                <a:rPr lang="en-US" altLang="zh-CN" sz="1800" dirty="0"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Q.rear</a:t>
              </a:r>
              <a:endParaRPr lang="en-US" altLang="zh-CN" sz="3200" dirty="0">
                <a:latin typeface="Times New Roman" panose="02020603050405020304" pitchFamily="18" charset="0"/>
                <a:ea typeface="楷体_GB2312" charset="-122"/>
              </a:endParaRPr>
            </a:p>
          </p:txBody>
        </p:sp>
        <p:sp>
          <p:nvSpPr>
            <p:cNvPr id="57403" name="Line 60"/>
            <p:cNvSpPr/>
            <p:nvPr/>
          </p:nvSpPr>
          <p:spPr>
            <a:xfrm>
              <a:off x="3782" y="1607"/>
              <a:ext cx="554" cy="1"/>
            </a:xfrm>
            <a:prstGeom prst="line">
              <a:avLst/>
            </a:prstGeom>
            <a:ln w="14288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7404" name="Line 61"/>
            <p:cNvSpPr/>
            <p:nvPr/>
          </p:nvSpPr>
          <p:spPr>
            <a:xfrm>
              <a:off x="3782" y="1958"/>
              <a:ext cx="554" cy="1"/>
            </a:xfrm>
            <a:prstGeom prst="line">
              <a:avLst/>
            </a:prstGeom>
            <a:ln w="14288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7405" name="Line 62"/>
            <p:cNvSpPr/>
            <p:nvPr/>
          </p:nvSpPr>
          <p:spPr>
            <a:xfrm>
              <a:off x="3782" y="2308"/>
              <a:ext cx="554" cy="1"/>
            </a:xfrm>
            <a:prstGeom prst="line">
              <a:avLst/>
            </a:prstGeom>
            <a:ln w="14288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7406" name="Rectangle 63"/>
            <p:cNvSpPr/>
            <p:nvPr/>
          </p:nvSpPr>
          <p:spPr>
            <a:xfrm>
              <a:off x="3974" y="1685"/>
              <a:ext cx="89" cy="21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342900" indent="-342900" eaLnBrk="0" hangingPunct="0">
                <a:spcBef>
                  <a:spcPct val="20000"/>
                </a:spcBef>
              </a:pPr>
              <a:r>
                <a:rPr lang="en-US" altLang="zh-CN" sz="2200" dirty="0"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J</a:t>
              </a:r>
              <a:endParaRPr lang="en-US" altLang="zh-CN" sz="3200" dirty="0">
                <a:latin typeface="Times New Roman" panose="02020603050405020304" pitchFamily="18" charset="0"/>
                <a:ea typeface="楷体_GB2312" charset="-122"/>
              </a:endParaRPr>
            </a:p>
          </p:txBody>
        </p:sp>
        <p:sp>
          <p:nvSpPr>
            <p:cNvPr id="57407" name="Rectangle 64"/>
            <p:cNvSpPr/>
            <p:nvPr/>
          </p:nvSpPr>
          <p:spPr>
            <a:xfrm>
              <a:off x="4038" y="1711"/>
              <a:ext cx="73" cy="173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342900" indent="-342900" eaLnBrk="0" hangingPunct="0">
                <a:spcBef>
                  <a:spcPct val="20000"/>
                </a:spcBef>
              </a:pPr>
              <a:r>
                <a:rPr lang="en-US" altLang="zh-CN" sz="1800" dirty="0"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3</a:t>
              </a:r>
              <a:endParaRPr lang="en-US" altLang="zh-CN" sz="3200" dirty="0">
                <a:latin typeface="Times New Roman" panose="02020603050405020304" pitchFamily="18" charset="0"/>
                <a:ea typeface="楷体_GB2312" charset="-122"/>
              </a:endParaRPr>
            </a:p>
          </p:txBody>
        </p:sp>
      </p:grpSp>
      <p:grpSp>
        <p:nvGrpSpPr>
          <p:cNvPr id="57408" name="Group 65"/>
          <p:cNvGrpSpPr>
            <a:grpSpLocks noChangeAspect="1"/>
          </p:cNvGrpSpPr>
          <p:nvPr/>
        </p:nvGrpSpPr>
        <p:grpSpPr>
          <a:xfrm>
            <a:off x="7315200" y="650875"/>
            <a:ext cx="1828800" cy="3570288"/>
            <a:chOff x="4608" y="410"/>
            <a:chExt cx="1152" cy="2249"/>
          </a:xfrm>
        </p:grpSpPr>
        <p:sp>
          <p:nvSpPr>
            <p:cNvPr id="57409" name="AutoShape 66"/>
            <p:cNvSpPr>
              <a:spLocks noChangeAspect="1" noTextEdit="1"/>
            </p:cNvSpPr>
            <p:nvPr/>
          </p:nvSpPr>
          <p:spPr>
            <a:xfrm>
              <a:off x="4608" y="410"/>
              <a:ext cx="1152" cy="2249"/>
            </a:xfrm>
            <a:prstGeom prst="rect">
              <a:avLst/>
            </a:prstGeom>
            <a:solidFill>
              <a:schemeClr val="accent1"/>
            </a:solidFill>
            <a:ln w="9525">
              <a:noFill/>
            </a:ln>
          </p:spPr>
          <p:txBody>
            <a:bodyPr anchor="t" anchorCtr="0"/>
            <a:lstStyle/>
            <a:p>
              <a:pPr eaLnBrk="0" hangingPunct="0"/>
              <a:endParaRPr lang="zh-CN" altLang="en-US">
                <a:latin typeface="Times New Roman" panose="02020603050405020304" pitchFamily="18" charset="0"/>
                <a:ea typeface="楷体_GB2312" charset="-122"/>
              </a:endParaRPr>
            </a:p>
          </p:txBody>
        </p:sp>
        <p:sp>
          <p:nvSpPr>
            <p:cNvPr id="57410" name="Rectangle 67"/>
            <p:cNvSpPr/>
            <p:nvPr/>
          </p:nvSpPr>
          <p:spPr>
            <a:xfrm>
              <a:off x="5184" y="775"/>
              <a:ext cx="558" cy="1860"/>
            </a:xfrm>
            <a:prstGeom prst="rect">
              <a:avLst/>
            </a:prstGeom>
            <a:solidFill>
              <a:srgbClr val="FFFF00"/>
            </a:solidFill>
            <a:ln w="14288" cap="flat" cmpd="sng">
              <a:solidFill>
                <a:srgbClr val="00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anchor="t" anchorCtr="0"/>
            <a:lstStyle/>
            <a:p>
              <a:pPr eaLnBrk="0" hangingPunct="0">
                <a:spcBef>
                  <a:spcPct val="20000"/>
                </a:spcBef>
              </a:pPr>
              <a:endParaRPr lang="zh-CN" altLang="en-US" dirty="0">
                <a:latin typeface="Times New Roman" panose="02020603050405020304" pitchFamily="18" charset="0"/>
                <a:ea typeface="楷体_GB2312" charset="-122"/>
              </a:endParaRPr>
            </a:p>
          </p:txBody>
        </p:sp>
        <p:sp>
          <p:nvSpPr>
            <p:cNvPr id="57411" name="Line 68"/>
            <p:cNvSpPr/>
            <p:nvPr/>
          </p:nvSpPr>
          <p:spPr>
            <a:xfrm flipV="1">
              <a:off x="5184" y="1340"/>
              <a:ext cx="558" cy="6"/>
            </a:xfrm>
            <a:prstGeom prst="line">
              <a:avLst/>
            </a:prstGeom>
            <a:ln w="14288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7412" name="Line 69"/>
            <p:cNvSpPr/>
            <p:nvPr/>
          </p:nvSpPr>
          <p:spPr>
            <a:xfrm>
              <a:off x="5210" y="1688"/>
              <a:ext cx="532" cy="1"/>
            </a:xfrm>
            <a:prstGeom prst="line">
              <a:avLst/>
            </a:prstGeom>
            <a:ln w="14288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7413" name="Line 70"/>
            <p:cNvSpPr/>
            <p:nvPr/>
          </p:nvSpPr>
          <p:spPr>
            <a:xfrm>
              <a:off x="5210" y="2005"/>
              <a:ext cx="532" cy="1"/>
            </a:xfrm>
            <a:prstGeom prst="line">
              <a:avLst/>
            </a:prstGeom>
            <a:ln w="14288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7414" name="Line 71"/>
            <p:cNvSpPr/>
            <p:nvPr/>
          </p:nvSpPr>
          <p:spPr>
            <a:xfrm>
              <a:off x="5210" y="2323"/>
              <a:ext cx="532" cy="1"/>
            </a:xfrm>
            <a:prstGeom prst="line">
              <a:avLst/>
            </a:prstGeom>
            <a:ln w="14288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7415" name="Line 72"/>
            <p:cNvSpPr/>
            <p:nvPr/>
          </p:nvSpPr>
          <p:spPr>
            <a:xfrm>
              <a:off x="4753" y="1228"/>
              <a:ext cx="365" cy="1"/>
            </a:xfrm>
            <a:prstGeom prst="line">
              <a:avLst/>
            </a:prstGeom>
            <a:ln w="14288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7416" name="Freeform 73"/>
            <p:cNvSpPr/>
            <p:nvPr/>
          </p:nvSpPr>
          <p:spPr>
            <a:xfrm>
              <a:off x="5096" y="1175"/>
              <a:ext cx="84" cy="106"/>
            </a:xfrm>
            <a:custGeom>
              <a:avLst/>
              <a:gdLst/>
              <a:ahLst/>
              <a:cxnLst>
                <a:cxn ang="0">
                  <a:pos x="84" y="53"/>
                </a:cxn>
                <a:cxn ang="0">
                  <a:pos x="0" y="106"/>
                </a:cxn>
                <a:cxn ang="0">
                  <a:pos x="9" y="71"/>
                </a:cxn>
                <a:cxn ang="0">
                  <a:pos x="9" y="36"/>
                </a:cxn>
                <a:cxn ang="0">
                  <a:pos x="0" y="0"/>
                </a:cxn>
                <a:cxn ang="0">
                  <a:pos x="84" y="53"/>
                </a:cxn>
              </a:cxnLst>
              <a:rect l="0" t="0" r="0" b="0"/>
              <a:pathLst>
                <a:path w="84" h="106">
                  <a:moveTo>
                    <a:pt x="84" y="53"/>
                  </a:moveTo>
                  <a:lnTo>
                    <a:pt x="0" y="106"/>
                  </a:lnTo>
                  <a:lnTo>
                    <a:pt x="9" y="71"/>
                  </a:lnTo>
                  <a:lnTo>
                    <a:pt x="9" y="36"/>
                  </a:lnTo>
                  <a:lnTo>
                    <a:pt x="0" y="0"/>
                  </a:lnTo>
                  <a:lnTo>
                    <a:pt x="84" y="53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7417" name="Rectangle 74"/>
            <p:cNvSpPr/>
            <p:nvPr/>
          </p:nvSpPr>
          <p:spPr>
            <a:xfrm>
              <a:off x="4683" y="1040"/>
              <a:ext cx="455" cy="154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342900" indent="-342900" eaLnBrk="0" hangingPunct="0">
                <a:spcBef>
                  <a:spcPct val="20000"/>
                </a:spcBef>
              </a:pPr>
              <a:r>
                <a:rPr lang="en-US" altLang="zh-CN" sz="1600" dirty="0"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Q.front</a:t>
              </a:r>
              <a:endParaRPr lang="en-US" altLang="zh-CN" sz="3200" dirty="0">
                <a:latin typeface="Times New Roman" panose="02020603050405020304" pitchFamily="18" charset="0"/>
                <a:ea typeface="楷体_GB2312" charset="-122"/>
              </a:endParaRPr>
            </a:p>
          </p:txBody>
        </p:sp>
        <p:sp>
          <p:nvSpPr>
            <p:cNvPr id="57418" name="Line 75"/>
            <p:cNvSpPr/>
            <p:nvPr/>
          </p:nvSpPr>
          <p:spPr>
            <a:xfrm>
              <a:off x="4736" y="687"/>
              <a:ext cx="360" cy="1"/>
            </a:xfrm>
            <a:prstGeom prst="line">
              <a:avLst/>
            </a:prstGeom>
            <a:ln w="14288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7419" name="Freeform 76"/>
            <p:cNvSpPr/>
            <p:nvPr/>
          </p:nvSpPr>
          <p:spPr>
            <a:xfrm>
              <a:off x="5078" y="634"/>
              <a:ext cx="80" cy="106"/>
            </a:xfrm>
            <a:custGeom>
              <a:avLst/>
              <a:gdLst/>
              <a:ahLst/>
              <a:cxnLst>
                <a:cxn ang="0">
                  <a:pos x="80" y="53"/>
                </a:cxn>
                <a:cxn ang="0">
                  <a:pos x="0" y="106"/>
                </a:cxn>
                <a:cxn ang="0">
                  <a:pos x="9" y="70"/>
                </a:cxn>
                <a:cxn ang="0">
                  <a:pos x="9" y="35"/>
                </a:cxn>
                <a:cxn ang="0">
                  <a:pos x="0" y="0"/>
                </a:cxn>
                <a:cxn ang="0">
                  <a:pos x="80" y="53"/>
                </a:cxn>
              </a:cxnLst>
              <a:rect l="0" t="0" r="0" b="0"/>
              <a:pathLst>
                <a:path w="80" h="106">
                  <a:moveTo>
                    <a:pt x="80" y="53"/>
                  </a:moveTo>
                  <a:lnTo>
                    <a:pt x="0" y="106"/>
                  </a:lnTo>
                  <a:lnTo>
                    <a:pt x="9" y="70"/>
                  </a:lnTo>
                  <a:lnTo>
                    <a:pt x="9" y="35"/>
                  </a:lnTo>
                  <a:lnTo>
                    <a:pt x="0" y="0"/>
                  </a:lnTo>
                  <a:lnTo>
                    <a:pt x="80" y="53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7420" name="Line 77"/>
            <p:cNvSpPr/>
            <p:nvPr/>
          </p:nvSpPr>
          <p:spPr>
            <a:xfrm flipV="1">
              <a:off x="5184" y="1046"/>
              <a:ext cx="558" cy="6"/>
            </a:xfrm>
            <a:prstGeom prst="line">
              <a:avLst/>
            </a:prstGeom>
            <a:ln w="14288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7421" name="Rectangle 78"/>
            <p:cNvSpPr/>
            <p:nvPr/>
          </p:nvSpPr>
          <p:spPr>
            <a:xfrm>
              <a:off x="4727" y="522"/>
              <a:ext cx="390" cy="154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342900" indent="-342900" eaLnBrk="0" hangingPunct="0">
                <a:spcBef>
                  <a:spcPct val="20000"/>
                </a:spcBef>
              </a:pPr>
              <a:r>
                <a:rPr lang="en-US" altLang="zh-CN" sz="1600" dirty="0"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Q.rear</a:t>
              </a:r>
              <a:endParaRPr lang="en-US" altLang="zh-CN" sz="3200" dirty="0">
                <a:latin typeface="Times New Roman" panose="02020603050405020304" pitchFamily="18" charset="0"/>
                <a:ea typeface="楷体_GB2312" charset="-122"/>
              </a:endParaRPr>
            </a:p>
          </p:txBody>
        </p:sp>
        <p:sp>
          <p:nvSpPr>
            <p:cNvPr id="57422" name="Line 79"/>
            <p:cNvSpPr/>
            <p:nvPr/>
          </p:nvSpPr>
          <p:spPr>
            <a:xfrm>
              <a:off x="5202" y="1688"/>
              <a:ext cx="527" cy="1"/>
            </a:xfrm>
            <a:prstGeom prst="line">
              <a:avLst/>
            </a:prstGeom>
            <a:ln w="14288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7423" name="Line 80"/>
            <p:cNvSpPr/>
            <p:nvPr/>
          </p:nvSpPr>
          <p:spPr>
            <a:xfrm>
              <a:off x="5202" y="2005"/>
              <a:ext cx="527" cy="1"/>
            </a:xfrm>
            <a:prstGeom prst="line">
              <a:avLst/>
            </a:prstGeom>
            <a:ln w="14288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7424" name="Line 81"/>
            <p:cNvSpPr/>
            <p:nvPr/>
          </p:nvSpPr>
          <p:spPr>
            <a:xfrm>
              <a:off x="5202" y="2323"/>
              <a:ext cx="527" cy="1"/>
            </a:xfrm>
            <a:prstGeom prst="line">
              <a:avLst/>
            </a:prstGeom>
            <a:ln w="14288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7425" name="Rectangle 82"/>
            <p:cNvSpPr/>
            <p:nvPr/>
          </p:nvSpPr>
          <p:spPr>
            <a:xfrm>
              <a:off x="5404" y="1123"/>
              <a:ext cx="81" cy="19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342900" indent="-342900" eaLnBrk="0" hangingPunct="0">
                <a:spcBef>
                  <a:spcPct val="20000"/>
                </a:spcBef>
              </a:pPr>
              <a:r>
                <a:rPr lang="en-US" altLang="zh-CN" sz="2000" dirty="0"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J</a:t>
              </a:r>
              <a:endParaRPr lang="en-US" altLang="zh-CN" sz="3200" dirty="0">
                <a:latin typeface="Times New Roman" panose="02020603050405020304" pitchFamily="18" charset="0"/>
                <a:ea typeface="楷体_GB2312" charset="-122"/>
              </a:endParaRPr>
            </a:p>
          </p:txBody>
        </p:sp>
        <p:sp>
          <p:nvSpPr>
            <p:cNvPr id="57426" name="Rectangle 83"/>
            <p:cNvSpPr/>
            <p:nvPr/>
          </p:nvSpPr>
          <p:spPr>
            <a:xfrm>
              <a:off x="5465" y="1146"/>
              <a:ext cx="65" cy="154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342900" indent="-342900" eaLnBrk="0" hangingPunct="0">
                <a:spcBef>
                  <a:spcPct val="20000"/>
                </a:spcBef>
              </a:pPr>
              <a:r>
                <a:rPr lang="en-US" altLang="zh-CN" sz="1600" dirty="0"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5</a:t>
              </a:r>
              <a:endParaRPr lang="en-US" altLang="zh-CN" sz="3200" dirty="0">
                <a:latin typeface="Times New Roman" panose="02020603050405020304" pitchFamily="18" charset="0"/>
                <a:ea typeface="楷体_GB2312" charset="-122"/>
              </a:endParaRPr>
            </a:p>
          </p:txBody>
        </p:sp>
        <p:sp>
          <p:nvSpPr>
            <p:cNvPr id="57427" name="Rectangle 84"/>
            <p:cNvSpPr/>
            <p:nvPr/>
          </p:nvSpPr>
          <p:spPr>
            <a:xfrm>
              <a:off x="5404" y="846"/>
              <a:ext cx="81" cy="19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342900" indent="-342900" eaLnBrk="0" hangingPunct="0">
                <a:spcBef>
                  <a:spcPct val="20000"/>
                </a:spcBef>
              </a:pPr>
              <a:r>
                <a:rPr lang="en-US" altLang="zh-CN" sz="2000" dirty="0"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J</a:t>
              </a:r>
              <a:endParaRPr lang="en-US" altLang="zh-CN" sz="3200" dirty="0">
                <a:latin typeface="Times New Roman" panose="02020603050405020304" pitchFamily="18" charset="0"/>
                <a:ea typeface="楷体_GB2312" charset="-122"/>
              </a:endParaRPr>
            </a:p>
          </p:txBody>
        </p:sp>
        <p:sp>
          <p:nvSpPr>
            <p:cNvPr id="57428" name="Rectangle 85"/>
            <p:cNvSpPr/>
            <p:nvPr/>
          </p:nvSpPr>
          <p:spPr>
            <a:xfrm>
              <a:off x="5465" y="869"/>
              <a:ext cx="65" cy="154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342900" indent="-342900" eaLnBrk="0" hangingPunct="0">
                <a:spcBef>
                  <a:spcPct val="20000"/>
                </a:spcBef>
              </a:pPr>
              <a:r>
                <a:rPr lang="en-US" altLang="zh-CN" sz="1600" dirty="0"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6</a:t>
              </a:r>
              <a:endParaRPr lang="en-US" altLang="zh-CN" sz="3200" dirty="0">
                <a:latin typeface="Times New Roman" panose="02020603050405020304" pitchFamily="18" charset="0"/>
                <a:ea typeface="楷体_GB2312" charset="-122"/>
              </a:endParaRPr>
            </a:p>
          </p:txBody>
        </p:sp>
      </p:grpSp>
      <p:sp>
        <p:nvSpPr>
          <p:cNvPr id="57429" name="Text Box 86"/>
          <p:cNvSpPr txBox="1"/>
          <p:nvPr/>
        </p:nvSpPr>
        <p:spPr>
          <a:xfrm>
            <a:off x="219076" y="4464050"/>
            <a:ext cx="3056780" cy="1815882"/>
          </a:xfrm>
          <a:prstGeom prst="rect">
            <a:avLst/>
          </a:prstGeom>
          <a:solidFill>
            <a:srgbClr val="CC99FF"/>
          </a:solidFill>
          <a:ln w="9525">
            <a:noFill/>
          </a:ln>
        </p:spPr>
        <p:txBody>
          <a:bodyPr wrap="square" anchor="t" anchorCtr="0">
            <a:spAutoFit/>
          </a:bodyPr>
          <a:lstStyle/>
          <a:p>
            <a:r>
              <a:rPr lang="en-US" altLang="zh-CN" sz="2800" dirty="0">
                <a:latin typeface="Times New Roman" panose="02020603050405020304" pitchFamily="18" charset="0"/>
                <a:ea typeface="楷体_GB2312" charset="-122"/>
              </a:rPr>
              <a:t>front=rear=0</a:t>
            </a:r>
          </a:p>
          <a:p>
            <a:r>
              <a:rPr lang="en-US" altLang="zh-CN" sz="2800" dirty="0"/>
              <a:t>“</a:t>
            </a:r>
            <a:r>
              <a:rPr lang="zh-CN" altLang="en-US" sz="2800" dirty="0"/>
              <a:t>尾指针</a:t>
            </a:r>
            <a:r>
              <a:rPr lang="en-US" altLang="zh-CN" sz="2800" dirty="0"/>
              <a:t>”</a:t>
            </a:r>
            <a:r>
              <a:rPr lang="zh-CN" altLang="en-US" sz="2800" dirty="0"/>
              <a:t>和栈的栈顶指针类似指向</a:t>
            </a:r>
            <a:r>
              <a:rPr lang="zh-CN" altLang="en-US" sz="2800" dirty="0">
                <a:highlight>
                  <a:srgbClr val="00FF00"/>
                </a:highlight>
              </a:rPr>
              <a:t>末尾下一个</a:t>
            </a:r>
            <a:endParaRPr lang="en-US" altLang="zh-CN" sz="2800" dirty="0">
              <a:highlight>
                <a:srgbClr val="00FF00"/>
              </a:highlight>
              <a:latin typeface="Times New Roman" panose="02020603050405020304" pitchFamily="18" charset="0"/>
              <a:ea typeface="楷体_GB2312" charset="-122"/>
            </a:endParaRPr>
          </a:p>
        </p:txBody>
      </p:sp>
      <p:sp>
        <p:nvSpPr>
          <p:cNvPr id="57430" name="Text Box 87"/>
          <p:cNvSpPr txBox="1"/>
          <p:nvPr/>
        </p:nvSpPr>
        <p:spPr>
          <a:xfrm>
            <a:off x="3404245" y="4593316"/>
            <a:ext cx="5935340" cy="1557349"/>
          </a:xfrm>
          <a:prstGeom prst="rect">
            <a:avLst/>
          </a:prstGeom>
          <a:solidFill>
            <a:srgbClr val="CC99FF"/>
          </a:solidFill>
          <a:ln w="9525">
            <a:noFill/>
          </a:ln>
        </p:spPr>
        <p:txBody>
          <a:bodyPr wrap="square" anchor="t" anchorCtr="0">
            <a:spAutoFit/>
          </a:bodyPr>
          <a:lstStyle/>
          <a:p>
            <a:r>
              <a:rPr lang="zh-CN" altLang="en-US" sz="2800" dirty="0">
                <a:latin typeface="Times New Roman" panose="02020603050405020304" pitchFamily="18" charset="0"/>
                <a:ea typeface="楷体_GB2312" charset="-122"/>
              </a:rPr>
              <a:t>空队标志：</a:t>
            </a:r>
            <a:r>
              <a:rPr lang="en-US" altLang="zh-CN" sz="2800" dirty="0">
                <a:highlight>
                  <a:srgbClr val="00FF00"/>
                </a:highlight>
                <a:latin typeface="Times New Roman" panose="02020603050405020304" pitchFamily="18" charset="0"/>
                <a:ea typeface="楷体_GB2312" charset="-122"/>
              </a:rPr>
              <a:t>front= =rear</a:t>
            </a:r>
            <a:r>
              <a:rPr lang="en-US" altLang="zh-CN" sz="2800" dirty="0">
                <a:latin typeface="Times New Roman" panose="02020603050405020304" pitchFamily="18" charset="0"/>
                <a:ea typeface="楷体_GB2312" charset="-122"/>
              </a:rPr>
              <a:t>  </a:t>
            </a:r>
            <a:r>
              <a:rPr lang="zh-CN" altLang="en-US" sz="2800" dirty="0">
                <a:highlight>
                  <a:srgbClr val="00FF00"/>
                </a:highlight>
                <a:latin typeface="Times New Roman" panose="02020603050405020304" pitchFamily="18" charset="0"/>
                <a:ea typeface="楷体_GB2312" charset="-122"/>
              </a:rPr>
              <a:t>同线性栈</a:t>
            </a:r>
            <a:endParaRPr lang="en-US" altLang="zh-CN" sz="2800" dirty="0">
              <a:highlight>
                <a:srgbClr val="00FF00"/>
              </a:highlight>
              <a:latin typeface="Times New Roman" panose="02020603050405020304" pitchFamily="18" charset="0"/>
              <a:ea typeface="楷体_GB2312" charset="-122"/>
            </a:endParaRPr>
          </a:p>
          <a:p>
            <a:pPr eaLnBrk="0" hangingPunct="0">
              <a:spcBef>
                <a:spcPct val="20000"/>
              </a:spcBef>
            </a:pPr>
            <a:r>
              <a:rPr lang="zh-CN" altLang="zh-CN" sz="2800" dirty="0">
                <a:latin typeface="Times New Roman" panose="02020603050405020304" pitchFamily="18" charset="0"/>
                <a:ea typeface="楷体_GB2312" charset="-122"/>
              </a:rPr>
              <a:t>入队：</a:t>
            </a:r>
            <a:r>
              <a:rPr lang="en-US" altLang="zh-CN" sz="2800" dirty="0">
                <a:highlight>
                  <a:srgbClr val="00FF00"/>
                </a:highlight>
                <a:latin typeface="Times New Roman" panose="02020603050405020304" pitchFamily="18" charset="0"/>
                <a:ea typeface="楷体_GB2312" charset="-122"/>
              </a:rPr>
              <a:t>base[rear++]=x</a:t>
            </a:r>
            <a:r>
              <a:rPr lang="en-US" altLang="zh-CN" sz="2800" dirty="0">
                <a:latin typeface="Times New Roman" panose="02020603050405020304" pitchFamily="18" charset="0"/>
                <a:ea typeface="楷体_GB2312" charset="-122"/>
              </a:rPr>
              <a:t>;</a:t>
            </a:r>
          </a:p>
          <a:p>
            <a:pPr eaLnBrk="0" hangingPunct="0">
              <a:spcBef>
                <a:spcPct val="20000"/>
              </a:spcBef>
            </a:pPr>
            <a:r>
              <a:rPr lang="zh-CN" altLang="zh-CN" sz="2800" dirty="0">
                <a:latin typeface="Times New Roman" panose="02020603050405020304" pitchFamily="18" charset="0"/>
                <a:ea typeface="楷体_GB2312" charset="-122"/>
              </a:rPr>
              <a:t>出队：</a:t>
            </a:r>
            <a:r>
              <a:rPr lang="en-US" altLang="zh-CN" sz="2800" dirty="0">
                <a:highlight>
                  <a:srgbClr val="00FF00"/>
                </a:highlight>
                <a:latin typeface="Times New Roman" panose="02020603050405020304" pitchFamily="18" charset="0"/>
                <a:ea typeface="楷体_GB2312" charset="-122"/>
              </a:rPr>
              <a:t>x=base[front++]</a:t>
            </a:r>
            <a:r>
              <a:rPr lang="en-US" altLang="zh-CN" sz="2800" dirty="0">
                <a:latin typeface="Times New Roman" panose="02020603050405020304" pitchFamily="18" charset="0"/>
                <a:ea typeface="楷体_GB2312" charset="-122"/>
              </a:rPr>
              <a:t>;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8369" name="Group 2"/>
          <p:cNvGrpSpPr/>
          <p:nvPr/>
        </p:nvGrpSpPr>
        <p:grpSpPr>
          <a:xfrm>
            <a:off x="2422525" y="757238"/>
            <a:ext cx="1263650" cy="2789237"/>
            <a:chOff x="4608" y="410"/>
            <a:chExt cx="1152" cy="2249"/>
          </a:xfrm>
        </p:grpSpPr>
        <p:sp>
          <p:nvSpPr>
            <p:cNvPr id="58370" name="AutoShape 3"/>
            <p:cNvSpPr>
              <a:spLocks noChangeAspect="1" noTextEdit="1"/>
            </p:cNvSpPr>
            <p:nvPr/>
          </p:nvSpPr>
          <p:spPr>
            <a:xfrm>
              <a:off x="4608" y="410"/>
              <a:ext cx="1152" cy="2249"/>
            </a:xfrm>
            <a:prstGeom prst="rect">
              <a:avLst/>
            </a:prstGeom>
            <a:solidFill>
              <a:schemeClr val="accent1"/>
            </a:solidFill>
            <a:ln w="9525">
              <a:noFill/>
            </a:ln>
          </p:spPr>
          <p:txBody>
            <a:bodyPr anchor="t" anchorCtr="0"/>
            <a:lstStyle/>
            <a:p>
              <a:pPr eaLnBrk="0" hangingPunct="0"/>
              <a:endParaRPr lang="zh-CN" altLang="en-US">
                <a:latin typeface="Times New Roman" panose="02020603050405020304" pitchFamily="18" charset="0"/>
                <a:ea typeface="楷体_GB2312" charset="-122"/>
              </a:endParaRPr>
            </a:p>
          </p:txBody>
        </p:sp>
        <p:sp>
          <p:nvSpPr>
            <p:cNvPr id="58371" name="Rectangle 4"/>
            <p:cNvSpPr/>
            <p:nvPr/>
          </p:nvSpPr>
          <p:spPr>
            <a:xfrm>
              <a:off x="5184" y="775"/>
              <a:ext cx="558" cy="1860"/>
            </a:xfrm>
            <a:prstGeom prst="rect">
              <a:avLst/>
            </a:prstGeom>
            <a:solidFill>
              <a:srgbClr val="FFFF00"/>
            </a:solidFill>
            <a:ln w="14288" cap="flat" cmpd="sng">
              <a:solidFill>
                <a:srgbClr val="00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anchor="t" anchorCtr="0"/>
            <a:lstStyle/>
            <a:p>
              <a:pPr eaLnBrk="0" hangingPunct="0">
                <a:spcBef>
                  <a:spcPct val="20000"/>
                </a:spcBef>
              </a:pPr>
              <a:endParaRPr lang="zh-CN" altLang="en-US" dirty="0">
                <a:latin typeface="Times New Roman" panose="02020603050405020304" pitchFamily="18" charset="0"/>
                <a:ea typeface="楷体_GB2312" charset="-122"/>
              </a:endParaRPr>
            </a:p>
          </p:txBody>
        </p:sp>
        <p:sp>
          <p:nvSpPr>
            <p:cNvPr id="58372" name="Line 5"/>
            <p:cNvSpPr/>
            <p:nvPr/>
          </p:nvSpPr>
          <p:spPr>
            <a:xfrm flipV="1">
              <a:off x="5184" y="1340"/>
              <a:ext cx="558" cy="6"/>
            </a:xfrm>
            <a:prstGeom prst="line">
              <a:avLst/>
            </a:prstGeom>
            <a:ln w="14288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8373" name="Line 6"/>
            <p:cNvSpPr/>
            <p:nvPr/>
          </p:nvSpPr>
          <p:spPr>
            <a:xfrm>
              <a:off x="5210" y="1688"/>
              <a:ext cx="532" cy="1"/>
            </a:xfrm>
            <a:prstGeom prst="line">
              <a:avLst/>
            </a:prstGeom>
            <a:ln w="14288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8374" name="Line 7"/>
            <p:cNvSpPr/>
            <p:nvPr/>
          </p:nvSpPr>
          <p:spPr>
            <a:xfrm>
              <a:off x="5210" y="2005"/>
              <a:ext cx="532" cy="1"/>
            </a:xfrm>
            <a:prstGeom prst="line">
              <a:avLst/>
            </a:prstGeom>
            <a:ln w="14288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8375" name="Line 8"/>
            <p:cNvSpPr/>
            <p:nvPr/>
          </p:nvSpPr>
          <p:spPr>
            <a:xfrm>
              <a:off x="5210" y="2323"/>
              <a:ext cx="532" cy="1"/>
            </a:xfrm>
            <a:prstGeom prst="line">
              <a:avLst/>
            </a:prstGeom>
            <a:ln w="14288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8376" name="Line 9"/>
            <p:cNvSpPr/>
            <p:nvPr/>
          </p:nvSpPr>
          <p:spPr>
            <a:xfrm>
              <a:off x="4753" y="1228"/>
              <a:ext cx="365" cy="1"/>
            </a:xfrm>
            <a:prstGeom prst="line">
              <a:avLst/>
            </a:prstGeom>
            <a:ln w="14288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8377" name="Freeform 10"/>
            <p:cNvSpPr/>
            <p:nvPr/>
          </p:nvSpPr>
          <p:spPr>
            <a:xfrm>
              <a:off x="5096" y="1175"/>
              <a:ext cx="84" cy="106"/>
            </a:xfrm>
            <a:custGeom>
              <a:avLst/>
              <a:gdLst/>
              <a:ahLst/>
              <a:cxnLst>
                <a:cxn ang="0">
                  <a:pos x="84" y="53"/>
                </a:cxn>
                <a:cxn ang="0">
                  <a:pos x="0" y="106"/>
                </a:cxn>
                <a:cxn ang="0">
                  <a:pos x="9" y="71"/>
                </a:cxn>
                <a:cxn ang="0">
                  <a:pos x="9" y="36"/>
                </a:cxn>
                <a:cxn ang="0">
                  <a:pos x="0" y="0"/>
                </a:cxn>
                <a:cxn ang="0">
                  <a:pos x="84" y="53"/>
                </a:cxn>
              </a:cxnLst>
              <a:rect l="0" t="0" r="0" b="0"/>
              <a:pathLst>
                <a:path w="84" h="106">
                  <a:moveTo>
                    <a:pt x="84" y="53"/>
                  </a:moveTo>
                  <a:lnTo>
                    <a:pt x="0" y="106"/>
                  </a:lnTo>
                  <a:lnTo>
                    <a:pt x="9" y="71"/>
                  </a:lnTo>
                  <a:lnTo>
                    <a:pt x="9" y="36"/>
                  </a:lnTo>
                  <a:lnTo>
                    <a:pt x="0" y="0"/>
                  </a:lnTo>
                  <a:lnTo>
                    <a:pt x="84" y="53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8378" name="Rectangle 11"/>
            <p:cNvSpPr/>
            <p:nvPr/>
          </p:nvSpPr>
          <p:spPr>
            <a:xfrm>
              <a:off x="4683" y="1040"/>
              <a:ext cx="659" cy="19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342900" indent="-342900" eaLnBrk="0" hangingPunct="0">
                <a:spcBef>
                  <a:spcPct val="20000"/>
                </a:spcBef>
              </a:pPr>
              <a:r>
                <a:rPr lang="en-US" altLang="zh-CN" sz="1600" dirty="0"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Q.front</a:t>
              </a:r>
              <a:endParaRPr lang="en-US" altLang="zh-CN" sz="3200" dirty="0">
                <a:latin typeface="Times New Roman" panose="02020603050405020304" pitchFamily="18" charset="0"/>
                <a:ea typeface="楷体_GB2312" charset="-122"/>
              </a:endParaRPr>
            </a:p>
          </p:txBody>
        </p:sp>
        <p:sp>
          <p:nvSpPr>
            <p:cNvPr id="58379" name="Line 12"/>
            <p:cNvSpPr/>
            <p:nvPr/>
          </p:nvSpPr>
          <p:spPr>
            <a:xfrm>
              <a:off x="4736" y="687"/>
              <a:ext cx="360" cy="1"/>
            </a:xfrm>
            <a:prstGeom prst="line">
              <a:avLst/>
            </a:prstGeom>
            <a:ln w="14288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8380" name="Freeform 13"/>
            <p:cNvSpPr/>
            <p:nvPr/>
          </p:nvSpPr>
          <p:spPr>
            <a:xfrm>
              <a:off x="5078" y="634"/>
              <a:ext cx="80" cy="106"/>
            </a:xfrm>
            <a:custGeom>
              <a:avLst/>
              <a:gdLst/>
              <a:ahLst/>
              <a:cxnLst>
                <a:cxn ang="0">
                  <a:pos x="80" y="53"/>
                </a:cxn>
                <a:cxn ang="0">
                  <a:pos x="0" y="106"/>
                </a:cxn>
                <a:cxn ang="0">
                  <a:pos x="9" y="70"/>
                </a:cxn>
                <a:cxn ang="0">
                  <a:pos x="9" y="35"/>
                </a:cxn>
                <a:cxn ang="0">
                  <a:pos x="0" y="0"/>
                </a:cxn>
                <a:cxn ang="0">
                  <a:pos x="80" y="53"/>
                </a:cxn>
              </a:cxnLst>
              <a:rect l="0" t="0" r="0" b="0"/>
              <a:pathLst>
                <a:path w="80" h="106">
                  <a:moveTo>
                    <a:pt x="80" y="53"/>
                  </a:moveTo>
                  <a:lnTo>
                    <a:pt x="0" y="106"/>
                  </a:lnTo>
                  <a:lnTo>
                    <a:pt x="9" y="70"/>
                  </a:lnTo>
                  <a:lnTo>
                    <a:pt x="9" y="35"/>
                  </a:lnTo>
                  <a:lnTo>
                    <a:pt x="0" y="0"/>
                  </a:lnTo>
                  <a:lnTo>
                    <a:pt x="80" y="53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8381" name="Line 14"/>
            <p:cNvSpPr/>
            <p:nvPr/>
          </p:nvSpPr>
          <p:spPr>
            <a:xfrm flipV="1">
              <a:off x="5184" y="1046"/>
              <a:ext cx="558" cy="6"/>
            </a:xfrm>
            <a:prstGeom prst="line">
              <a:avLst/>
            </a:prstGeom>
            <a:ln w="14288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8382" name="Rectangle 15"/>
            <p:cNvSpPr/>
            <p:nvPr/>
          </p:nvSpPr>
          <p:spPr>
            <a:xfrm>
              <a:off x="4727" y="521"/>
              <a:ext cx="564" cy="19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342900" indent="-342900" eaLnBrk="0" hangingPunct="0">
                <a:spcBef>
                  <a:spcPct val="20000"/>
                </a:spcBef>
              </a:pPr>
              <a:r>
                <a:rPr lang="en-US" altLang="zh-CN" sz="1600" dirty="0"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Q.rear</a:t>
              </a:r>
              <a:endParaRPr lang="en-US" altLang="zh-CN" sz="3200" dirty="0">
                <a:latin typeface="Times New Roman" panose="02020603050405020304" pitchFamily="18" charset="0"/>
                <a:ea typeface="楷体_GB2312" charset="-122"/>
              </a:endParaRPr>
            </a:p>
          </p:txBody>
        </p:sp>
        <p:sp>
          <p:nvSpPr>
            <p:cNvPr id="58383" name="Line 16"/>
            <p:cNvSpPr/>
            <p:nvPr/>
          </p:nvSpPr>
          <p:spPr>
            <a:xfrm>
              <a:off x="5202" y="1688"/>
              <a:ext cx="527" cy="1"/>
            </a:xfrm>
            <a:prstGeom prst="line">
              <a:avLst/>
            </a:prstGeom>
            <a:ln w="14288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8384" name="Line 17"/>
            <p:cNvSpPr/>
            <p:nvPr/>
          </p:nvSpPr>
          <p:spPr>
            <a:xfrm>
              <a:off x="5202" y="2005"/>
              <a:ext cx="527" cy="1"/>
            </a:xfrm>
            <a:prstGeom prst="line">
              <a:avLst/>
            </a:prstGeom>
            <a:ln w="14288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8385" name="Line 18"/>
            <p:cNvSpPr/>
            <p:nvPr/>
          </p:nvSpPr>
          <p:spPr>
            <a:xfrm>
              <a:off x="5202" y="2323"/>
              <a:ext cx="527" cy="1"/>
            </a:xfrm>
            <a:prstGeom prst="line">
              <a:avLst/>
            </a:prstGeom>
            <a:ln w="14288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8386" name="Rectangle 19"/>
            <p:cNvSpPr/>
            <p:nvPr/>
          </p:nvSpPr>
          <p:spPr>
            <a:xfrm>
              <a:off x="5404" y="1123"/>
              <a:ext cx="234" cy="246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342900" indent="-342900" eaLnBrk="0" hangingPunct="0">
                <a:spcBef>
                  <a:spcPct val="20000"/>
                </a:spcBef>
              </a:pPr>
              <a:r>
                <a:rPr lang="en-US" altLang="zh-CN" sz="2000" dirty="0"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J5</a:t>
              </a:r>
              <a:endParaRPr lang="en-US" altLang="zh-CN" sz="3200" dirty="0">
                <a:latin typeface="Times New Roman" panose="02020603050405020304" pitchFamily="18" charset="0"/>
                <a:ea typeface="楷体_GB2312" charset="-122"/>
              </a:endParaRPr>
            </a:p>
          </p:txBody>
        </p:sp>
        <p:sp>
          <p:nvSpPr>
            <p:cNvPr id="58387" name="Rectangle 20"/>
            <p:cNvSpPr/>
            <p:nvPr/>
          </p:nvSpPr>
          <p:spPr>
            <a:xfrm>
              <a:off x="5404" y="846"/>
              <a:ext cx="234" cy="246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342900" indent="-342900" eaLnBrk="0" hangingPunct="0">
                <a:spcBef>
                  <a:spcPct val="20000"/>
                </a:spcBef>
              </a:pPr>
              <a:r>
                <a:rPr lang="en-US" altLang="zh-CN" sz="2000" dirty="0"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J6</a:t>
              </a:r>
              <a:endParaRPr lang="en-US" altLang="zh-CN" sz="3200" dirty="0">
                <a:latin typeface="Times New Roman" panose="02020603050405020304" pitchFamily="18" charset="0"/>
                <a:ea typeface="楷体_GB2312" charset="-122"/>
              </a:endParaRPr>
            </a:p>
          </p:txBody>
        </p:sp>
      </p:grpSp>
      <p:grpSp>
        <p:nvGrpSpPr>
          <p:cNvPr id="58388" name="Group 21"/>
          <p:cNvGrpSpPr/>
          <p:nvPr/>
        </p:nvGrpSpPr>
        <p:grpSpPr>
          <a:xfrm>
            <a:off x="400050" y="738188"/>
            <a:ext cx="1614488" cy="2847975"/>
            <a:chOff x="3175" y="1464"/>
            <a:chExt cx="1183" cy="2379"/>
          </a:xfrm>
        </p:grpSpPr>
        <p:sp>
          <p:nvSpPr>
            <p:cNvPr id="58389" name="AutoShape 22"/>
            <p:cNvSpPr>
              <a:spLocks noChangeAspect="1" noTextEdit="1"/>
            </p:cNvSpPr>
            <p:nvPr/>
          </p:nvSpPr>
          <p:spPr>
            <a:xfrm>
              <a:off x="3175" y="1464"/>
              <a:ext cx="1183" cy="2379"/>
            </a:xfrm>
            <a:prstGeom prst="rect">
              <a:avLst/>
            </a:prstGeom>
            <a:solidFill>
              <a:schemeClr val="accent1"/>
            </a:solidFill>
            <a:ln w="9525">
              <a:noFill/>
            </a:ln>
          </p:spPr>
          <p:txBody>
            <a:bodyPr anchor="t" anchorCtr="0"/>
            <a:lstStyle/>
            <a:p>
              <a:pPr eaLnBrk="0" hangingPunct="0"/>
              <a:endParaRPr lang="zh-CN" altLang="en-US">
                <a:latin typeface="Times New Roman" panose="02020603050405020304" pitchFamily="18" charset="0"/>
                <a:ea typeface="楷体_GB2312" charset="-122"/>
              </a:endParaRPr>
            </a:p>
          </p:txBody>
        </p:sp>
        <p:sp>
          <p:nvSpPr>
            <p:cNvPr id="58390" name="Rectangle 23"/>
            <p:cNvSpPr/>
            <p:nvPr/>
          </p:nvSpPr>
          <p:spPr>
            <a:xfrm>
              <a:off x="3859" y="1766"/>
              <a:ext cx="483" cy="2001"/>
            </a:xfrm>
            <a:prstGeom prst="rect">
              <a:avLst/>
            </a:prstGeom>
            <a:solidFill>
              <a:srgbClr val="FFFF00"/>
            </a:solidFill>
            <a:ln w="12700" cap="flat" cmpd="sng">
              <a:solidFill>
                <a:srgbClr val="00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anchor="t" anchorCtr="0"/>
            <a:lstStyle/>
            <a:p>
              <a:pPr eaLnBrk="0" hangingPunct="0">
                <a:spcBef>
                  <a:spcPct val="20000"/>
                </a:spcBef>
              </a:pPr>
              <a:endParaRPr lang="zh-CN" altLang="en-US" dirty="0">
                <a:latin typeface="Times New Roman" panose="02020603050405020304" pitchFamily="18" charset="0"/>
                <a:ea typeface="楷体_GB2312" charset="-122"/>
              </a:endParaRPr>
            </a:p>
          </p:txBody>
        </p:sp>
        <p:sp>
          <p:nvSpPr>
            <p:cNvPr id="58391" name="Line 24"/>
            <p:cNvSpPr/>
            <p:nvPr/>
          </p:nvSpPr>
          <p:spPr>
            <a:xfrm>
              <a:off x="3859" y="2374"/>
              <a:ext cx="483" cy="1"/>
            </a:xfrm>
            <a:prstGeom prst="line">
              <a:avLst/>
            </a:prstGeom>
            <a:ln w="1270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8392" name="Line 25"/>
            <p:cNvSpPr/>
            <p:nvPr/>
          </p:nvSpPr>
          <p:spPr>
            <a:xfrm>
              <a:off x="3859" y="2741"/>
              <a:ext cx="483" cy="1"/>
            </a:xfrm>
            <a:prstGeom prst="line">
              <a:avLst/>
            </a:prstGeom>
            <a:ln w="1270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8393" name="Line 26"/>
            <p:cNvSpPr/>
            <p:nvPr/>
          </p:nvSpPr>
          <p:spPr>
            <a:xfrm>
              <a:off x="3859" y="3083"/>
              <a:ext cx="483" cy="1"/>
            </a:xfrm>
            <a:prstGeom prst="line">
              <a:avLst/>
            </a:prstGeom>
            <a:ln w="1270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8394" name="Line 27"/>
            <p:cNvSpPr/>
            <p:nvPr/>
          </p:nvSpPr>
          <p:spPr>
            <a:xfrm>
              <a:off x="3859" y="3425"/>
              <a:ext cx="483" cy="1"/>
            </a:xfrm>
            <a:prstGeom prst="line">
              <a:avLst/>
            </a:prstGeom>
            <a:ln w="1270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8395" name="Line 28"/>
            <p:cNvSpPr/>
            <p:nvPr/>
          </p:nvSpPr>
          <p:spPr>
            <a:xfrm>
              <a:off x="3308" y="3723"/>
              <a:ext cx="334" cy="1"/>
            </a:xfrm>
            <a:prstGeom prst="line">
              <a:avLst/>
            </a:prstGeom>
            <a:ln w="1270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8396" name="Freeform 29"/>
            <p:cNvSpPr/>
            <p:nvPr/>
          </p:nvSpPr>
          <p:spPr>
            <a:xfrm>
              <a:off x="3622" y="3666"/>
              <a:ext cx="76" cy="107"/>
            </a:xfrm>
            <a:custGeom>
              <a:avLst/>
              <a:gdLst/>
              <a:ahLst/>
              <a:cxnLst>
                <a:cxn ang="0">
                  <a:pos x="76" y="57"/>
                </a:cxn>
                <a:cxn ang="0">
                  <a:pos x="0" y="107"/>
                </a:cxn>
                <a:cxn ang="0">
                  <a:pos x="8" y="76"/>
                </a:cxn>
                <a:cxn ang="0">
                  <a:pos x="8" y="38"/>
                </a:cxn>
                <a:cxn ang="0">
                  <a:pos x="0" y="0"/>
                </a:cxn>
                <a:cxn ang="0">
                  <a:pos x="76" y="57"/>
                </a:cxn>
              </a:cxnLst>
              <a:rect l="0" t="0" r="0" b="0"/>
              <a:pathLst>
                <a:path w="76" h="107">
                  <a:moveTo>
                    <a:pt x="76" y="57"/>
                  </a:moveTo>
                  <a:lnTo>
                    <a:pt x="0" y="107"/>
                  </a:lnTo>
                  <a:lnTo>
                    <a:pt x="8" y="76"/>
                  </a:lnTo>
                  <a:lnTo>
                    <a:pt x="8" y="38"/>
                  </a:lnTo>
                  <a:lnTo>
                    <a:pt x="0" y="0"/>
                  </a:lnTo>
                  <a:lnTo>
                    <a:pt x="76" y="57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8397" name="Rectangle 30"/>
            <p:cNvSpPr/>
            <p:nvPr/>
          </p:nvSpPr>
          <p:spPr>
            <a:xfrm>
              <a:off x="3242" y="3571"/>
              <a:ext cx="562" cy="216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342900" indent="-342900" eaLnBrk="0" hangingPunct="0">
                <a:spcBef>
                  <a:spcPct val="20000"/>
                </a:spcBef>
              </a:pPr>
              <a:r>
                <a:rPr lang="en-US" altLang="zh-CN" sz="1700" dirty="0"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Q.front</a:t>
              </a:r>
              <a:endParaRPr lang="en-US" altLang="zh-CN" sz="3200" dirty="0">
                <a:latin typeface="Times New Roman" panose="02020603050405020304" pitchFamily="18" charset="0"/>
                <a:ea typeface="楷体_GB2312" charset="-122"/>
              </a:endParaRPr>
            </a:p>
          </p:txBody>
        </p:sp>
        <p:sp>
          <p:nvSpPr>
            <p:cNvPr id="58398" name="Line 31"/>
            <p:cNvSpPr/>
            <p:nvPr/>
          </p:nvSpPr>
          <p:spPr>
            <a:xfrm>
              <a:off x="3392" y="1741"/>
              <a:ext cx="334" cy="1"/>
            </a:xfrm>
            <a:prstGeom prst="line">
              <a:avLst/>
            </a:prstGeom>
            <a:ln w="38100" cap="flat" cmpd="sng">
              <a:solidFill>
                <a:srgbClr val="000000"/>
              </a:solidFill>
              <a:prstDash val="solid"/>
              <a:round/>
              <a:headEnd type="none" w="med" len="med"/>
              <a:tailEnd type="triangle" w="lg" len="lg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8399" name="Rectangle 32"/>
            <p:cNvSpPr/>
            <p:nvPr/>
          </p:nvSpPr>
          <p:spPr>
            <a:xfrm>
              <a:off x="3710" y="3501"/>
              <a:ext cx="99" cy="26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342900" indent="-342900" eaLnBrk="0" hangingPunct="0">
                <a:spcBef>
                  <a:spcPct val="20000"/>
                </a:spcBef>
              </a:pPr>
              <a:r>
                <a:rPr lang="en-US" altLang="zh-CN" sz="2100" dirty="0"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0</a:t>
              </a:r>
              <a:endParaRPr lang="en-US" altLang="zh-CN" sz="3200" dirty="0">
                <a:latin typeface="Times New Roman" panose="02020603050405020304" pitchFamily="18" charset="0"/>
                <a:ea typeface="楷体_GB2312" charset="-122"/>
              </a:endParaRPr>
            </a:p>
          </p:txBody>
        </p:sp>
        <p:sp>
          <p:nvSpPr>
            <p:cNvPr id="58400" name="Rectangle 33"/>
            <p:cNvSpPr/>
            <p:nvPr/>
          </p:nvSpPr>
          <p:spPr>
            <a:xfrm>
              <a:off x="3710" y="3159"/>
              <a:ext cx="99" cy="26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342900" indent="-342900" eaLnBrk="0" hangingPunct="0">
                <a:spcBef>
                  <a:spcPct val="20000"/>
                </a:spcBef>
              </a:pPr>
              <a:r>
                <a:rPr lang="en-US" altLang="zh-CN" sz="2100" dirty="0"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1</a:t>
              </a:r>
              <a:endParaRPr lang="en-US" altLang="zh-CN" sz="3200" dirty="0">
                <a:latin typeface="Times New Roman" panose="02020603050405020304" pitchFamily="18" charset="0"/>
                <a:ea typeface="楷体_GB2312" charset="-122"/>
              </a:endParaRPr>
            </a:p>
          </p:txBody>
        </p:sp>
        <p:sp>
          <p:nvSpPr>
            <p:cNvPr id="58401" name="Rectangle 34"/>
            <p:cNvSpPr/>
            <p:nvPr/>
          </p:nvSpPr>
          <p:spPr>
            <a:xfrm>
              <a:off x="3710" y="2840"/>
              <a:ext cx="99" cy="26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342900" indent="-342900" eaLnBrk="0" hangingPunct="0">
                <a:spcBef>
                  <a:spcPct val="20000"/>
                </a:spcBef>
              </a:pPr>
              <a:r>
                <a:rPr lang="en-US" altLang="zh-CN" sz="2100" dirty="0"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2</a:t>
              </a:r>
              <a:endParaRPr lang="en-US" altLang="zh-CN" sz="3200" dirty="0">
                <a:latin typeface="Times New Roman" panose="02020603050405020304" pitchFamily="18" charset="0"/>
                <a:ea typeface="楷体_GB2312" charset="-122"/>
              </a:endParaRPr>
            </a:p>
          </p:txBody>
        </p:sp>
        <p:sp>
          <p:nvSpPr>
            <p:cNvPr id="58402" name="Rectangle 35"/>
            <p:cNvSpPr/>
            <p:nvPr/>
          </p:nvSpPr>
          <p:spPr>
            <a:xfrm>
              <a:off x="3710" y="2456"/>
              <a:ext cx="99" cy="26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342900" indent="-342900" eaLnBrk="0" hangingPunct="0">
                <a:spcBef>
                  <a:spcPct val="20000"/>
                </a:spcBef>
              </a:pPr>
              <a:r>
                <a:rPr lang="en-US" altLang="zh-CN" sz="2100" dirty="0"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3</a:t>
              </a:r>
              <a:endParaRPr lang="en-US" altLang="zh-CN" sz="3200" dirty="0">
                <a:latin typeface="Times New Roman" panose="02020603050405020304" pitchFamily="18" charset="0"/>
                <a:ea typeface="楷体_GB2312" charset="-122"/>
              </a:endParaRPr>
            </a:p>
          </p:txBody>
        </p:sp>
        <p:sp>
          <p:nvSpPr>
            <p:cNvPr id="58403" name="Rectangle 36"/>
            <p:cNvSpPr/>
            <p:nvPr/>
          </p:nvSpPr>
          <p:spPr>
            <a:xfrm>
              <a:off x="3710" y="2158"/>
              <a:ext cx="99" cy="26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342900" indent="-342900" eaLnBrk="0" hangingPunct="0">
                <a:spcBef>
                  <a:spcPct val="20000"/>
                </a:spcBef>
              </a:pPr>
              <a:r>
                <a:rPr lang="en-US" altLang="zh-CN" sz="2100" dirty="0"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4</a:t>
              </a:r>
              <a:endParaRPr lang="en-US" altLang="zh-CN" sz="3200" dirty="0">
                <a:latin typeface="Times New Roman" panose="02020603050405020304" pitchFamily="18" charset="0"/>
                <a:ea typeface="楷体_GB2312" charset="-122"/>
              </a:endParaRPr>
            </a:p>
          </p:txBody>
        </p:sp>
        <p:sp>
          <p:nvSpPr>
            <p:cNvPr id="58404" name="Line 37"/>
            <p:cNvSpPr/>
            <p:nvPr/>
          </p:nvSpPr>
          <p:spPr>
            <a:xfrm>
              <a:off x="3859" y="2058"/>
              <a:ext cx="483" cy="1"/>
            </a:xfrm>
            <a:prstGeom prst="line">
              <a:avLst/>
            </a:prstGeom>
            <a:ln w="1270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8405" name="Rectangle 38"/>
            <p:cNvSpPr/>
            <p:nvPr/>
          </p:nvSpPr>
          <p:spPr>
            <a:xfrm>
              <a:off x="3710" y="1842"/>
              <a:ext cx="99" cy="26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342900" indent="-342900" eaLnBrk="0" hangingPunct="0">
                <a:spcBef>
                  <a:spcPct val="20000"/>
                </a:spcBef>
              </a:pPr>
              <a:r>
                <a:rPr lang="en-US" altLang="zh-CN" sz="2100" dirty="0"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5</a:t>
              </a:r>
              <a:endParaRPr lang="en-US" altLang="zh-CN" sz="3200" dirty="0">
                <a:latin typeface="Times New Roman" panose="02020603050405020304" pitchFamily="18" charset="0"/>
                <a:ea typeface="楷体_GB2312" charset="-122"/>
              </a:endParaRPr>
            </a:p>
          </p:txBody>
        </p:sp>
        <p:sp>
          <p:nvSpPr>
            <p:cNvPr id="58406" name="Rectangle 39"/>
            <p:cNvSpPr/>
            <p:nvPr/>
          </p:nvSpPr>
          <p:spPr>
            <a:xfrm>
              <a:off x="3393" y="1469"/>
              <a:ext cx="637" cy="255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0" tIns="0" rIns="0" bIns="0" anchor="t" anchorCtr="0">
              <a:spAutoFit/>
            </a:bodyPr>
            <a:lstStyle/>
            <a:p>
              <a:pPr marL="342900" indent="-342900" eaLnBrk="0" hangingPunct="0">
                <a:spcBef>
                  <a:spcPct val="20000"/>
                </a:spcBef>
              </a:pPr>
              <a:r>
                <a:rPr lang="en-US" altLang="zh-CN" sz="2000" dirty="0"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Q.rear</a:t>
              </a:r>
              <a:endParaRPr lang="en-US" altLang="zh-CN" sz="2000" dirty="0">
                <a:latin typeface="Times New Roman" panose="02020603050405020304" pitchFamily="18" charset="0"/>
                <a:ea typeface="楷体_GB2312" charset="-122"/>
              </a:endParaRPr>
            </a:p>
          </p:txBody>
        </p:sp>
        <p:sp>
          <p:nvSpPr>
            <p:cNvPr id="58407" name="Rectangle 40"/>
            <p:cNvSpPr/>
            <p:nvPr/>
          </p:nvSpPr>
          <p:spPr>
            <a:xfrm>
              <a:off x="4014" y="2154"/>
              <a:ext cx="188" cy="254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342900" indent="-342900" eaLnBrk="0" hangingPunct="0">
                <a:spcBef>
                  <a:spcPct val="20000"/>
                </a:spcBef>
              </a:pPr>
              <a:r>
                <a:rPr lang="en-US" altLang="zh-CN" sz="2000" dirty="0"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J5</a:t>
              </a:r>
              <a:endParaRPr lang="en-US" altLang="zh-CN" sz="3200" dirty="0">
                <a:latin typeface="Times New Roman" panose="02020603050405020304" pitchFamily="18" charset="0"/>
                <a:ea typeface="楷体_GB2312" charset="-122"/>
              </a:endParaRPr>
            </a:p>
          </p:txBody>
        </p:sp>
        <p:sp>
          <p:nvSpPr>
            <p:cNvPr id="58408" name="Rectangle 41"/>
            <p:cNvSpPr/>
            <p:nvPr/>
          </p:nvSpPr>
          <p:spPr>
            <a:xfrm>
              <a:off x="4014" y="1876"/>
              <a:ext cx="188" cy="25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342900" indent="-342900" eaLnBrk="0" hangingPunct="0">
                <a:spcBef>
                  <a:spcPct val="20000"/>
                </a:spcBef>
              </a:pPr>
              <a:r>
                <a:rPr lang="en-US" altLang="zh-CN" sz="2000" dirty="0"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J6</a:t>
              </a:r>
              <a:endParaRPr lang="en-US" altLang="zh-CN" sz="3200" dirty="0">
                <a:latin typeface="Times New Roman" panose="02020603050405020304" pitchFamily="18" charset="0"/>
                <a:ea typeface="楷体_GB2312" charset="-122"/>
              </a:endParaRPr>
            </a:p>
          </p:txBody>
        </p:sp>
        <p:sp>
          <p:nvSpPr>
            <p:cNvPr id="58409" name="Rectangle 42"/>
            <p:cNvSpPr/>
            <p:nvPr/>
          </p:nvSpPr>
          <p:spPr>
            <a:xfrm>
              <a:off x="4030" y="3405"/>
              <a:ext cx="188" cy="25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342900" indent="-342900" eaLnBrk="0" hangingPunct="0">
                <a:spcBef>
                  <a:spcPct val="20000"/>
                </a:spcBef>
              </a:pPr>
              <a:r>
                <a:rPr lang="en-US" altLang="zh-CN" sz="2000" dirty="0"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J1</a:t>
              </a:r>
              <a:endParaRPr lang="en-US" altLang="zh-CN" sz="3200" dirty="0">
                <a:latin typeface="Times New Roman" panose="02020603050405020304" pitchFamily="18" charset="0"/>
                <a:ea typeface="楷体_GB2312" charset="-122"/>
              </a:endParaRPr>
            </a:p>
          </p:txBody>
        </p:sp>
        <p:sp>
          <p:nvSpPr>
            <p:cNvPr id="58410" name="Rectangle 43"/>
            <p:cNvSpPr/>
            <p:nvPr/>
          </p:nvSpPr>
          <p:spPr>
            <a:xfrm>
              <a:off x="4030" y="3130"/>
              <a:ext cx="188" cy="254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342900" indent="-342900" eaLnBrk="0" hangingPunct="0">
                <a:spcBef>
                  <a:spcPct val="20000"/>
                </a:spcBef>
              </a:pPr>
              <a:r>
                <a:rPr lang="en-US" altLang="zh-CN" sz="2000" dirty="0"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J2</a:t>
              </a:r>
              <a:endParaRPr lang="en-US" altLang="zh-CN" sz="3200" dirty="0">
                <a:latin typeface="Times New Roman" panose="02020603050405020304" pitchFamily="18" charset="0"/>
                <a:ea typeface="楷体_GB2312" charset="-122"/>
              </a:endParaRPr>
            </a:p>
          </p:txBody>
        </p:sp>
        <p:sp>
          <p:nvSpPr>
            <p:cNvPr id="58411" name="Rectangle 44"/>
            <p:cNvSpPr/>
            <p:nvPr/>
          </p:nvSpPr>
          <p:spPr>
            <a:xfrm>
              <a:off x="4030" y="2772"/>
              <a:ext cx="188" cy="254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342900" indent="-342900" eaLnBrk="0" hangingPunct="0">
                <a:spcBef>
                  <a:spcPct val="20000"/>
                </a:spcBef>
              </a:pPr>
              <a:r>
                <a:rPr lang="en-US" altLang="zh-CN" sz="2000" dirty="0"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J3</a:t>
              </a:r>
              <a:endParaRPr lang="en-US" altLang="zh-CN" sz="3200" dirty="0">
                <a:latin typeface="Times New Roman" panose="02020603050405020304" pitchFamily="18" charset="0"/>
                <a:ea typeface="楷体_GB2312" charset="-122"/>
              </a:endParaRPr>
            </a:p>
          </p:txBody>
        </p:sp>
        <p:sp>
          <p:nvSpPr>
            <p:cNvPr id="58412" name="Rectangle 45"/>
            <p:cNvSpPr/>
            <p:nvPr/>
          </p:nvSpPr>
          <p:spPr>
            <a:xfrm>
              <a:off x="4030" y="2494"/>
              <a:ext cx="188" cy="25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342900" indent="-342900" eaLnBrk="0" hangingPunct="0">
                <a:spcBef>
                  <a:spcPct val="20000"/>
                </a:spcBef>
              </a:pPr>
              <a:r>
                <a:rPr lang="en-US" altLang="zh-CN" sz="2000" dirty="0"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J4</a:t>
              </a:r>
              <a:endParaRPr lang="en-US" altLang="zh-CN" sz="3200" dirty="0">
                <a:latin typeface="Times New Roman" panose="02020603050405020304" pitchFamily="18" charset="0"/>
                <a:ea typeface="楷体_GB2312" charset="-122"/>
              </a:endParaRPr>
            </a:p>
          </p:txBody>
        </p:sp>
      </p:grpSp>
      <p:sp>
        <p:nvSpPr>
          <p:cNvPr id="48" name="Comment 46"/>
          <p:cNvSpPr>
            <a:spLocks noChangeArrowheads="1"/>
          </p:cNvSpPr>
          <p:nvPr/>
        </p:nvSpPr>
        <p:spPr bwMode="auto">
          <a:xfrm>
            <a:off x="-47625" y="0"/>
            <a:ext cx="2763838" cy="650875"/>
          </a:xfrm>
          <a:prstGeom prst="rect">
            <a:avLst/>
          </a:prstGeom>
          <a:solidFill>
            <a:srgbClr val="FCFDC6"/>
          </a:solidFill>
          <a:ln w="9525">
            <a:solidFill>
              <a:schemeClr val="tx1"/>
            </a:solidFill>
            <a:miter lim="800000"/>
          </a:ln>
          <a:effectLst>
            <a:outerShdw dist="107763" dir="2700000" algn="ctr" rotWithShape="0">
              <a:schemeClr val="bg2"/>
            </a:outerShdw>
          </a:effectLst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3600" b="1" i="0" u="none" strike="noStrike" kern="1200" cap="none" spc="0" normalizeH="0" baseline="0" noProof="0">
                <a:ln>
                  <a:noFill/>
                </a:ln>
                <a:solidFill>
                  <a:schemeClr val="hlink"/>
                </a:solidFill>
                <a:effectLst/>
                <a:uLnTx/>
                <a:uFillTx/>
                <a:latin typeface="Arial" panose="020B0604020202020204" pitchFamily="34" charset="0"/>
                <a:ea typeface="楷体_GB2312" charset="-122"/>
                <a:cs typeface="+mn-cs"/>
                <a:sym typeface="+mn-ea"/>
              </a:rPr>
              <a:t>存在的问题</a:t>
            </a:r>
          </a:p>
        </p:txBody>
      </p:sp>
      <p:sp>
        <p:nvSpPr>
          <p:cNvPr id="58414" name="Text Box 47"/>
          <p:cNvSpPr txBox="1"/>
          <p:nvPr/>
        </p:nvSpPr>
        <p:spPr>
          <a:xfrm>
            <a:off x="2828925" y="131763"/>
            <a:ext cx="1947863" cy="519112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lstStyle/>
          <a:p>
            <a:r>
              <a:rPr lang="zh-CN" altLang="en-US" sz="2800" dirty="0">
                <a:latin typeface="Times New Roman" panose="02020603050405020304" pitchFamily="18" charset="0"/>
                <a:ea typeface="楷体_GB2312" charset="-122"/>
              </a:rPr>
              <a:t>设大小为</a:t>
            </a:r>
            <a:r>
              <a:rPr lang="en-US" altLang="zh-CN" sz="2800" dirty="0">
                <a:latin typeface="Times New Roman" panose="02020603050405020304" pitchFamily="18" charset="0"/>
                <a:ea typeface="楷体_GB2312" charset="-122"/>
              </a:rPr>
              <a:t>M</a:t>
            </a:r>
          </a:p>
        </p:txBody>
      </p:sp>
      <p:sp>
        <p:nvSpPr>
          <p:cNvPr id="58415" name="Text Box 48"/>
          <p:cNvSpPr txBox="1"/>
          <p:nvPr/>
        </p:nvSpPr>
        <p:spPr>
          <a:xfrm>
            <a:off x="35496" y="3683495"/>
            <a:ext cx="2470150" cy="1390650"/>
          </a:xfrm>
          <a:prstGeom prst="rect">
            <a:avLst/>
          </a:prstGeom>
          <a:noFill/>
          <a:ln w="57150" cap="flat" cmpd="sng">
            <a:solidFill>
              <a:srgbClr val="FF0000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>
            <a:spAutoFit/>
          </a:bodyPr>
          <a:lstStyle/>
          <a:p>
            <a:pPr eaLnBrk="0" hangingPunct="0">
              <a:spcBef>
                <a:spcPct val="20000"/>
              </a:spcBef>
            </a:pPr>
            <a:r>
              <a:rPr lang="en-US" altLang="zh-CN" dirty="0">
                <a:latin typeface="Times New Roman" panose="02020603050405020304" pitchFamily="18" charset="0"/>
                <a:ea typeface="楷体_GB2312" charset="-122"/>
              </a:rPr>
              <a:t>front=0</a:t>
            </a:r>
          </a:p>
          <a:p>
            <a:pPr eaLnBrk="0" hangingPunct="0">
              <a:spcBef>
                <a:spcPct val="20000"/>
              </a:spcBef>
            </a:pPr>
            <a:r>
              <a:rPr lang="en-US" altLang="zh-CN" dirty="0">
                <a:latin typeface="Times New Roman" panose="02020603050405020304" pitchFamily="18" charset="0"/>
                <a:ea typeface="楷体_GB2312" charset="-122"/>
              </a:rPr>
              <a:t>rear=M</a:t>
            </a:r>
            <a:r>
              <a:rPr lang="zh-CN" altLang="zh-CN" dirty="0">
                <a:latin typeface="Times New Roman" panose="02020603050405020304" pitchFamily="18" charset="0"/>
                <a:ea typeface="楷体_GB2312" charset="-122"/>
                <a:sym typeface="Symbol" panose="05050102010706020507" pitchFamily="18" charset="2"/>
              </a:rPr>
              <a:t>时</a:t>
            </a:r>
            <a:endParaRPr lang="zh-CN" altLang="en-US" dirty="0">
              <a:latin typeface="Times New Roman" panose="02020603050405020304" pitchFamily="18" charset="0"/>
              <a:ea typeface="楷体_GB2312" charset="-122"/>
            </a:endParaRPr>
          </a:p>
          <a:p>
            <a:pPr eaLnBrk="0" hangingPunct="0">
              <a:spcBef>
                <a:spcPct val="20000"/>
              </a:spcBef>
            </a:pPr>
            <a:r>
              <a:rPr lang="zh-CN" altLang="zh-CN" dirty="0">
                <a:latin typeface="Times New Roman" panose="02020603050405020304" pitchFamily="18" charset="0"/>
                <a:ea typeface="楷体_GB2312" charset="-122"/>
              </a:rPr>
              <a:t>再入队—</a:t>
            </a:r>
            <a:r>
              <a:rPr lang="zh-CN" altLang="zh-CN" dirty="0">
                <a:solidFill>
                  <a:schemeClr val="hlink"/>
                </a:solidFill>
                <a:latin typeface="Times New Roman" panose="02020603050405020304" pitchFamily="18" charset="0"/>
                <a:ea typeface="楷体_GB2312" charset="-122"/>
              </a:rPr>
              <a:t>真溢出</a:t>
            </a:r>
            <a:endParaRPr lang="zh-CN" altLang="en-US" dirty="0">
              <a:solidFill>
                <a:schemeClr val="hlink"/>
              </a:solidFill>
              <a:latin typeface="Times New Roman" panose="02020603050405020304" pitchFamily="18" charset="0"/>
              <a:ea typeface="楷体_GB2312" charset="-122"/>
            </a:endParaRPr>
          </a:p>
        </p:txBody>
      </p:sp>
      <p:sp>
        <p:nvSpPr>
          <p:cNvPr id="58416" name="Text Box 49"/>
          <p:cNvSpPr txBox="1"/>
          <p:nvPr/>
        </p:nvSpPr>
        <p:spPr>
          <a:xfrm>
            <a:off x="2625531" y="3586163"/>
            <a:ext cx="2478088" cy="1390650"/>
          </a:xfrm>
          <a:prstGeom prst="rect">
            <a:avLst/>
          </a:prstGeom>
          <a:noFill/>
          <a:ln w="57150" cap="flat" cmpd="sng">
            <a:solidFill>
              <a:srgbClr val="FF0000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>
            <a:spAutoFit/>
          </a:bodyPr>
          <a:lstStyle/>
          <a:p>
            <a:pPr eaLnBrk="0" hangingPunct="0">
              <a:spcBef>
                <a:spcPct val="20000"/>
              </a:spcBef>
            </a:pPr>
            <a:r>
              <a:rPr lang="en-US" altLang="zh-CN" dirty="0">
                <a:latin typeface="Times New Roman" panose="02020603050405020304" pitchFamily="18" charset="0"/>
                <a:ea typeface="楷体_GB2312" charset="-122"/>
              </a:rPr>
              <a:t>front</a:t>
            </a:r>
            <a:r>
              <a:rPr lang="en-US" altLang="zh-CN" dirty="0">
                <a:latin typeface="Times New Roman" panose="02020603050405020304" pitchFamily="18" charset="0"/>
                <a:ea typeface="楷体_GB2312" charset="-122"/>
                <a:sym typeface="Symbol" panose="05050102010706020507" pitchFamily="18" charset="2"/>
              </a:rPr>
              <a:t>0</a:t>
            </a:r>
          </a:p>
          <a:p>
            <a:pPr eaLnBrk="0" hangingPunct="0">
              <a:spcBef>
                <a:spcPct val="20000"/>
              </a:spcBef>
            </a:pPr>
            <a:r>
              <a:rPr lang="en-US" altLang="zh-CN" dirty="0">
                <a:latin typeface="Times New Roman" panose="02020603050405020304" pitchFamily="18" charset="0"/>
                <a:ea typeface="楷体_GB2312" charset="-122"/>
                <a:sym typeface="Symbol" panose="05050102010706020507" pitchFamily="18" charset="2"/>
              </a:rPr>
              <a:t>rear=M</a:t>
            </a:r>
            <a:r>
              <a:rPr lang="zh-CN" altLang="zh-CN" dirty="0">
                <a:latin typeface="Times New Roman" panose="02020603050405020304" pitchFamily="18" charset="0"/>
                <a:ea typeface="楷体_GB2312" charset="-122"/>
                <a:sym typeface="Symbol" panose="05050102010706020507" pitchFamily="18" charset="2"/>
              </a:rPr>
              <a:t>时</a:t>
            </a:r>
            <a:endParaRPr lang="zh-CN" altLang="en-US" dirty="0">
              <a:latin typeface="Times New Roman" panose="02020603050405020304" pitchFamily="18" charset="0"/>
              <a:ea typeface="楷体_GB2312" charset="-122"/>
              <a:sym typeface="Symbol" panose="05050102010706020507" pitchFamily="18" charset="2"/>
            </a:endParaRPr>
          </a:p>
          <a:p>
            <a:pPr eaLnBrk="0" hangingPunct="0">
              <a:spcBef>
                <a:spcPct val="20000"/>
              </a:spcBef>
            </a:pPr>
            <a:r>
              <a:rPr lang="zh-CN" altLang="zh-CN" dirty="0">
                <a:latin typeface="Times New Roman" panose="02020603050405020304" pitchFamily="18" charset="0"/>
                <a:ea typeface="楷体_GB2312" charset="-122"/>
                <a:sym typeface="Symbol" panose="05050102010706020507" pitchFamily="18" charset="2"/>
              </a:rPr>
              <a:t>再入队—</a:t>
            </a:r>
            <a:r>
              <a:rPr lang="zh-CN" altLang="zh-CN" dirty="0">
                <a:solidFill>
                  <a:schemeClr val="hlink"/>
                </a:solidFill>
                <a:latin typeface="Times New Roman" panose="02020603050405020304" pitchFamily="18" charset="0"/>
                <a:ea typeface="楷体_GB2312" charset="-122"/>
                <a:sym typeface="Symbol" panose="05050102010706020507" pitchFamily="18" charset="2"/>
              </a:rPr>
              <a:t>假溢出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9" name="Rectangle 3"/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230505" y="5100320"/>
            <a:ext cx="3733800" cy="68580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anchor="t" anchorCtr="0"/>
          <a:lstStyle>
            <a:lvl1pPr marL="342900" indent="-342900" algn="l" rtl="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 b="1">
                <a:solidFill>
                  <a:srgbClr val="333399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+mn-ea"/>
              </a:defRPr>
            </a:lvl2pPr>
            <a:lvl3pPr marL="1143000" indent="-228600" algn="l" rtl="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+mn-ea"/>
              </a:defRPr>
            </a:lvl3pPr>
            <a:lvl4pPr marL="1600200" indent="-228600" algn="l" rtl="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+mn-ea"/>
              </a:defRPr>
            </a:lvl4pPr>
            <a:lvl5pPr marL="2057400" indent="-228600" algn="l" rtl="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+mn-ea"/>
              </a:defRPr>
            </a:lvl5pPr>
            <a:lvl6pPr marL="2514600" indent="-228600" algn="l" rtl="0" fontAlgn="base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+mn-ea"/>
              </a:defRPr>
            </a:lvl6pPr>
            <a:lvl7pPr marL="2971800" indent="-228600" algn="l" rtl="0" fontAlgn="base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+mn-ea"/>
              </a:defRPr>
            </a:lvl7pPr>
            <a:lvl8pPr marL="3429000" indent="-228600" algn="l" rtl="0" fontAlgn="base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+mn-ea"/>
              </a:defRPr>
            </a:lvl8pPr>
            <a:lvl9pPr marL="3886200" indent="-228600" algn="l" rtl="0" fontAlgn="base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+mn-ea"/>
              </a:defRPr>
            </a:lvl9pPr>
          </a:lstStyle>
          <a:p>
            <a:pPr eaLnBrk="1" hangingPunct="1">
              <a:buFontTx/>
              <a:buNone/>
            </a:pPr>
            <a:r>
              <a:rPr lang="zh-CN" altLang="en-US" sz="2800" dirty="0">
                <a:latin typeface="Times New Roman" panose="02020603050405020304" pitchFamily="18" charset="0"/>
              </a:rPr>
              <a:t>（</a:t>
            </a:r>
            <a:r>
              <a:rPr lang="en-US" altLang="zh-CN" sz="2800" dirty="0">
                <a:latin typeface="Times New Roman" panose="02020603050405020304" pitchFamily="18" charset="0"/>
              </a:rPr>
              <a:t>C</a:t>
            </a:r>
            <a:r>
              <a:rPr lang="zh-CN" altLang="en-US" sz="2800" dirty="0">
                <a:latin typeface="Times New Roman" panose="02020603050405020304" pitchFamily="18" charset="0"/>
              </a:rPr>
              <a:t>）</a:t>
            </a:r>
            <a:r>
              <a:rPr lang="en-US" altLang="zh-CN" sz="2800" dirty="0">
                <a:latin typeface="Times New Roman" panose="02020603050405020304" pitchFamily="18" charset="0"/>
              </a:rPr>
              <a:t>A</a:t>
            </a:r>
            <a:r>
              <a:rPr lang="zh-CN" altLang="en-US" sz="2800" dirty="0">
                <a:latin typeface="Times New Roman" panose="02020603050405020304" pitchFamily="18" charset="0"/>
              </a:rPr>
              <a:t>、</a:t>
            </a:r>
            <a:r>
              <a:rPr lang="en-US" altLang="zh-CN" sz="2800" dirty="0">
                <a:latin typeface="Times New Roman" panose="02020603050405020304" pitchFamily="18" charset="0"/>
              </a:rPr>
              <a:t>B</a:t>
            </a:r>
            <a:r>
              <a:rPr lang="zh-CN" altLang="en-US" sz="2800" dirty="0">
                <a:latin typeface="Times New Roman" panose="02020603050405020304" pitchFamily="18" charset="0"/>
              </a:rPr>
              <a:t>、</a:t>
            </a:r>
            <a:r>
              <a:rPr lang="en-US" altLang="zh-CN" sz="2800" dirty="0">
                <a:latin typeface="Times New Roman" panose="02020603050405020304" pitchFamily="18" charset="0"/>
              </a:rPr>
              <a:t>C</a:t>
            </a:r>
            <a:r>
              <a:rPr lang="zh-CN" altLang="en-US" sz="2800" dirty="0">
                <a:latin typeface="Times New Roman" panose="02020603050405020304" pitchFamily="18" charset="0"/>
              </a:rPr>
              <a:t>出队</a:t>
            </a:r>
          </a:p>
        </p:txBody>
      </p:sp>
      <p:grpSp>
        <p:nvGrpSpPr>
          <p:cNvPr id="80900" name="Group 4"/>
          <p:cNvGrpSpPr/>
          <p:nvPr/>
        </p:nvGrpSpPr>
        <p:grpSpPr>
          <a:xfrm>
            <a:off x="5488305" y="4262120"/>
            <a:ext cx="3505200" cy="1828800"/>
            <a:chOff x="3504" y="2880"/>
            <a:chExt cx="2208" cy="1152"/>
          </a:xfrm>
        </p:grpSpPr>
        <p:sp>
          <p:nvSpPr>
            <p:cNvPr id="80932" name="Rectangle 5"/>
            <p:cNvSpPr/>
            <p:nvPr>
              <p:custDataLst>
                <p:tags r:id="rId30"/>
              </p:custDataLst>
            </p:nvPr>
          </p:nvSpPr>
          <p:spPr>
            <a:xfrm>
              <a:off x="3504" y="3504"/>
              <a:ext cx="2208" cy="240"/>
            </a:xfrm>
            <a:prstGeom prst="rect">
              <a:avLst/>
            </a:prstGeom>
            <a:solidFill>
              <a:schemeClr val="accent1"/>
            </a:solidFill>
            <a:ln w="9525">
              <a:noFill/>
            </a:ln>
            <a:effectLst>
              <a:outerShdw dist="107763" dir="13499999" algn="ctr" rotWithShape="0">
                <a:srgbClr val="808080"/>
              </a:outerShdw>
            </a:effectLst>
          </p:spPr>
          <p:txBody>
            <a:bodyPr wrap="none" anchor="ctr" anchorCtr="0"/>
            <a:lstStyle>
              <a:lvl1pPr marL="342900" indent="-342900" algn="l" rtl="0" eaLnBrk="0" fontAlgn="base" hangingPunct="0">
                <a:lnSpc>
                  <a:spcPct val="115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rgbClr val="333399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lnSpc>
                  <a:spcPct val="115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+mn-ea"/>
                </a:defRPr>
              </a:lvl2pPr>
              <a:lvl3pPr marL="1143000" indent="-228600" algn="l" rtl="0" eaLnBrk="0" fontAlgn="base" hangingPunct="0">
                <a:lnSpc>
                  <a:spcPct val="115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+mn-ea"/>
                </a:defRPr>
              </a:lvl3pPr>
              <a:lvl4pPr marL="1600200" indent="-228600" algn="l" rtl="0" eaLnBrk="0" fontAlgn="base" hangingPunct="0">
                <a:lnSpc>
                  <a:spcPct val="115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+mn-ea"/>
                </a:defRPr>
              </a:lvl4pPr>
              <a:lvl5pPr marL="2057400" indent="-228600" algn="l" rtl="0" eaLnBrk="0" fontAlgn="base" hangingPunct="0">
                <a:lnSpc>
                  <a:spcPct val="115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+mn-ea"/>
                </a:defRPr>
              </a:lvl5pPr>
            </a:lstStyle>
            <a:p>
              <a:pPr marL="0" lvl="0" indent="0" eaLnBrk="1" hangingPunct="1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zh-CN" sz="2400" dirty="0">
                  <a:solidFill>
                    <a:srgbClr val="660033"/>
                  </a:solidFill>
                  <a:latin typeface="Times New Roman" panose="02020603050405020304" pitchFamily="18" charset="0"/>
                  <a:ea typeface="隶书" panose="02010509060101010101" pitchFamily="49" charset="-122"/>
                </a:rPr>
                <a:t>                 </a:t>
              </a:r>
              <a:r>
                <a:rPr lang="en-US" altLang="zh-CN" sz="2400" dirty="0">
                  <a:solidFill>
                    <a:srgbClr val="660033"/>
                  </a:solidFill>
                  <a:latin typeface="Times New Roman" panose="02020603050405020304" pitchFamily="18" charset="0"/>
                  <a:ea typeface="隶书" panose="02010509060101010101" pitchFamily="49" charset="-122"/>
                </a:rPr>
                <a:t>D    E</a:t>
              </a:r>
              <a:r>
                <a:rPr lang="en-US" altLang="zh-CN" sz="2800" dirty="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rPr>
                <a:t>  </a:t>
              </a:r>
            </a:p>
          </p:txBody>
        </p:sp>
        <p:sp>
          <p:nvSpPr>
            <p:cNvPr id="80933" name="Line 6"/>
            <p:cNvSpPr/>
            <p:nvPr>
              <p:custDataLst>
                <p:tags r:id="rId31"/>
              </p:custDataLst>
            </p:nvPr>
          </p:nvSpPr>
          <p:spPr>
            <a:xfrm>
              <a:off x="3744" y="3504"/>
              <a:ext cx="0" cy="24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0934" name="Line 7"/>
            <p:cNvSpPr/>
            <p:nvPr>
              <p:custDataLst>
                <p:tags r:id="rId32"/>
              </p:custDataLst>
            </p:nvPr>
          </p:nvSpPr>
          <p:spPr>
            <a:xfrm>
              <a:off x="3984" y="3504"/>
              <a:ext cx="0" cy="24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0935" name="Line 8"/>
            <p:cNvSpPr/>
            <p:nvPr>
              <p:custDataLst>
                <p:tags r:id="rId33"/>
              </p:custDataLst>
            </p:nvPr>
          </p:nvSpPr>
          <p:spPr>
            <a:xfrm>
              <a:off x="4272" y="3504"/>
              <a:ext cx="0" cy="24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0936" name="Line 9"/>
            <p:cNvSpPr/>
            <p:nvPr>
              <p:custDataLst>
                <p:tags r:id="rId34"/>
              </p:custDataLst>
            </p:nvPr>
          </p:nvSpPr>
          <p:spPr>
            <a:xfrm>
              <a:off x="4560" y="3504"/>
              <a:ext cx="0" cy="24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0937" name="Line 10"/>
            <p:cNvSpPr/>
            <p:nvPr>
              <p:custDataLst>
                <p:tags r:id="rId35"/>
              </p:custDataLst>
            </p:nvPr>
          </p:nvSpPr>
          <p:spPr>
            <a:xfrm>
              <a:off x="4848" y="3504"/>
              <a:ext cx="0" cy="24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0938" name="Line 11"/>
            <p:cNvSpPr/>
            <p:nvPr>
              <p:custDataLst>
                <p:tags r:id="rId36"/>
              </p:custDataLst>
            </p:nvPr>
          </p:nvSpPr>
          <p:spPr>
            <a:xfrm>
              <a:off x="5088" y="3504"/>
              <a:ext cx="0" cy="24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0939" name="Line 12"/>
            <p:cNvSpPr/>
            <p:nvPr>
              <p:custDataLst>
                <p:tags r:id="rId37"/>
              </p:custDataLst>
            </p:nvPr>
          </p:nvSpPr>
          <p:spPr>
            <a:xfrm>
              <a:off x="5376" y="3504"/>
              <a:ext cx="0" cy="24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0940" name="Line 13"/>
            <p:cNvSpPr/>
            <p:nvPr>
              <p:custDataLst>
                <p:tags r:id="rId38"/>
              </p:custDataLst>
            </p:nvPr>
          </p:nvSpPr>
          <p:spPr>
            <a:xfrm flipV="1">
              <a:off x="4378" y="3761"/>
              <a:ext cx="0" cy="240"/>
            </a:xfrm>
            <a:prstGeom prst="line">
              <a:avLst/>
            </a:prstGeom>
            <a:ln w="9525" cap="flat" cmpd="sng">
              <a:solidFill>
                <a:srgbClr val="660033"/>
              </a:solidFill>
              <a:prstDash val="solid"/>
              <a:headEnd type="none" w="med" len="med"/>
              <a:tailEnd type="triangl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0941" name="Line 14"/>
            <p:cNvSpPr/>
            <p:nvPr>
              <p:custDataLst>
                <p:tags r:id="rId39"/>
              </p:custDataLst>
            </p:nvPr>
          </p:nvSpPr>
          <p:spPr>
            <a:xfrm flipV="1">
              <a:off x="4958" y="3737"/>
              <a:ext cx="0" cy="240"/>
            </a:xfrm>
            <a:prstGeom prst="line">
              <a:avLst/>
            </a:prstGeom>
            <a:ln w="9525" cap="flat" cmpd="sng">
              <a:solidFill>
                <a:srgbClr val="660033"/>
              </a:solidFill>
              <a:prstDash val="solid"/>
              <a:headEnd type="none" w="med" len="med"/>
              <a:tailEnd type="triangl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0942" name="Text Box 15"/>
            <p:cNvSpPr txBox="1"/>
            <p:nvPr>
              <p:custDataLst>
                <p:tags r:id="rId40"/>
              </p:custDataLst>
            </p:nvPr>
          </p:nvSpPr>
          <p:spPr>
            <a:xfrm>
              <a:off x="3504" y="3744"/>
              <a:ext cx="654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lnSpc>
                  <a:spcPct val="115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rgbClr val="333399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lnSpc>
                  <a:spcPct val="115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+mn-ea"/>
                </a:defRPr>
              </a:lvl2pPr>
              <a:lvl3pPr marL="1143000" indent="-228600" algn="l" rtl="0" eaLnBrk="0" fontAlgn="base" hangingPunct="0">
                <a:lnSpc>
                  <a:spcPct val="115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+mn-ea"/>
                </a:defRPr>
              </a:lvl3pPr>
              <a:lvl4pPr marL="1600200" indent="-228600" algn="l" rtl="0" eaLnBrk="0" fontAlgn="base" hangingPunct="0">
                <a:lnSpc>
                  <a:spcPct val="115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+mn-ea"/>
                </a:defRPr>
              </a:lvl4pPr>
              <a:lvl5pPr marL="2057400" indent="-228600" algn="l" rtl="0" eaLnBrk="0" fontAlgn="base" hangingPunct="0">
                <a:lnSpc>
                  <a:spcPct val="115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+mn-ea"/>
                </a:defRPr>
              </a:lvl5pPr>
            </a:lstStyle>
            <a:p>
              <a:pPr marL="0" lvl="0" indent="0" eaLnBrk="1" hangingPunct="1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 dirty="0">
                  <a:solidFill>
                    <a:srgbClr val="0000FF"/>
                  </a:solidFill>
                  <a:latin typeface="Times New Roman" panose="02020603050405020304" pitchFamily="18" charset="0"/>
                  <a:ea typeface="隶书" panose="02010509060101010101" pitchFamily="49" charset="-122"/>
                </a:rPr>
                <a:t>front</a:t>
              </a:r>
              <a:endParaRPr lang="en-US" altLang="zh-CN" sz="2800" dirty="0">
                <a:solidFill>
                  <a:srgbClr val="0000FF"/>
                </a:solidFill>
                <a:latin typeface="Times New Roman" panose="02020603050405020304" pitchFamily="18" charset="0"/>
                <a:ea typeface="隶书" panose="02010509060101010101" pitchFamily="49" charset="-122"/>
              </a:endParaRPr>
            </a:p>
          </p:txBody>
        </p:sp>
        <p:sp>
          <p:nvSpPr>
            <p:cNvPr id="80943" name="Text Box 16"/>
            <p:cNvSpPr txBox="1"/>
            <p:nvPr>
              <p:custDataLst>
                <p:tags r:id="rId41"/>
              </p:custDataLst>
            </p:nvPr>
          </p:nvSpPr>
          <p:spPr>
            <a:xfrm>
              <a:off x="4800" y="3713"/>
              <a:ext cx="467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lnSpc>
                  <a:spcPct val="115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rgbClr val="333399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lnSpc>
                  <a:spcPct val="115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+mn-ea"/>
                </a:defRPr>
              </a:lvl2pPr>
              <a:lvl3pPr marL="1143000" indent="-228600" algn="l" rtl="0" eaLnBrk="0" fontAlgn="base" hangingPunct="0">
                <a:lnSpc>
                  <a:spcPct val="115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+mn-ea"/>
                </a:defRPr>
              </a:lvl3pPr>
              <a:lvl4pPr marL="1600200" indent="-228600" algn="l" rtl="0" eaLnBrk="0" fontAlgn="base" hangingPunct="0">
                <a:lnSpc>
                  <a:spcPct val="115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+mn-ea"/>
                </a:defRPr>
              </a:lvl4pPr>
              <a:lvl5pPr marL="2057400" indent="-228600" algn="l" rtl="0" eaLnBrk="0" fontAlgn="base" hangingPunct="0">
                <a:lnSpc>
                  <a:spcPct val="115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+mn-ea"/>
                </a:defRPr>
              </a:lvl5pPr>
            </a:lstStyle>
            <a:p>
              <a:pPr marL="0" lvl="0" indent="0" eaLnBrk="1" hangingPunct="1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 dirty="0">
                  <a:solidFill>
                    <a:srgbClr val="0000FF"/>
                  </a:solidFill>
                  <a:latin typeface="Times New Roman" panose="02020603050405020304" pitchFamily="18" charset="0"/>
                  <a:ea typeface="隶书" panose="02010509060101010101" pitchFamily="49" charset="-122"/>
                </a:rPr>
                <a:t>rear</a:t>
              </a:r>
            </a:p>
          </p:txBody>
        </p:sp>
        <p:sp>
          <p:nvSpPr>
            <p:cNvPr id="80944" name="AutoShape 17"/>
            <p:cNvSpPr/>
            <p:nvPr>
              <p:custDataLst>
                <p:tags r:id="rId42"/>
              </p:custDataLst>
            </p:nvPr>
          </p:nvSpPr>
          <p:spPr>
            <a:xfrm>
              <a:off x="3744" y="2880"/>
              <a:ext cx="1488" cy="288"/>
            </a:xfrm>
            <a:prstGeom prst="wedgeRectCallout">
              <a:avLst>
                <a:gd name="adj1" fmla="val -24796"/>
                <a:gd name="adj2" fmla="val 145486"/>
              </a:avLst>
            </a:prstGeom>
            <a:solidFill>
              <a:srgbClr val="00FF00"/>
            </a:solidFill>
            <a:ln w="12700">
              <a:noFill/>
            </a:ln>
            <a:effectLst>
              <a:outerShdw dist="107763" dir="13499999" algn="ctr" rotWithShape="0">
                <a:srgbClr val="808080"/>
              </a:outerShdw>
            </a:effectLst>
          </p:spPr>
          <p:txBody>
            <a:bodyPr wrap="none" anchor="ctr" anchorCtr="0"/>
            <a:lstStyle>
              <a:lvl1pPr marL="342900" indent="-342900" algn="l" rtl="0" eaLnBrk="0" fontAlgn="base" hangingPunct="0">
                <a:lnSpc>
                  <a:spcPct val="115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rgbClr val="333399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lnSpc>
                  <a:spcPct val="115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+mn-ea"/>
                </a:defRPr>
              </a:lvl2pPr>
              <a:lvl3pPr marL="1143000" indent="-228600" algn="l" rtl="0" eaLnBrk="0" fontAlgn="base" hangingPunct="0">
                <a:lnSpc>
                  <a:spcPct val="115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+mn-ea"/>
                </a:defRPr>
              </a:lvl3pPr>
              <a:lvl4pPr marL="1600200" indent="-228600" algn="l" rtl="0" eaLnBrk="0" fontAlgn="base" hangingPunct="0">
                <a:lnSpc>
                  <a:spcPct val="115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+mn-ea"/>
                </a:defRPr>
              </a:lvl4pPr>
              <a:lvl5pPr marL="2057400" indent="-228600" algn="l" rtl="0" eaLnBrk="0" fontAlgn="base" hangingPunct="0">
                <a:lnSpc>
                  <a:spcPct val="115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+mn-ea"/>
                </a:defRPr>
              </a:lvl5pPr>
            </a:lstStyle>
            <a:p>
              <a:pPr marL="0" lvl="0" indent="0" algn="ctr" eaLnBrk="1" hangingPunct="1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2400" dirty="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endParaRPr>
            </a:p>
          </p:txBody>
        </p:sp>
        <p:sp>
          <p:nvSpPr>
            <p:cNvPr id="80945" name="Text Box 18"/>
            <p:cNvSpPr txBox="1"/>
            <p:nvPr>
              <p:custDataLst>
                <p:tags r:id="rId43"/>
              </p:custDataLst>
            </p:nvPr>
          </p:nvSpPr>
          <p:spPr>
            <a:xfrm>
              <a:off x="3696" y="2880"/>
              <a:ext cx="1428" cy="250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lnSpc>
                  <a:spcPct val="115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rgbClr val="333399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lnSpc>
                  <a:spcPct val="115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+mn-ea"/>
                </a:defRPr>
              </a:lvl2pPr>
              <a:lvl3pPr marL="1143000" indent="-228600" algn="l" rtl="0" eaLnBrk="0" fontAlgn="base" hangingPunct="0">
                <a:lnSpc>
                  <a:spcPct val="115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+mn-ea"/>
                </a:defRPr>
              </a:lvl3pPr>
              <a:lvl4pPr marL="1600200" indent="-228600" algn="l" rtl="0" eaLnBrk="0" fontAlgn="base" hangingPunct="0">
                <a:lnSpc>
                  <a:spcPct val="115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+mn-ea"/>
                </a:defRPr>
              </a:lvl4pPr>
              <a:lvl5pPr marL="2057400" indent="-228600" algn="l" rtl="0" eaLnBrk="0" fontAlgn="base" hangingPunct="0">
                <a:lnSpc>
                  <a:spcPct val="115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+mn-ea"/>
                </a:defRPr>
              </a:lvl5pPr>
            </a:lstStyle>
            <a:p>
              <a:pPr marL="0" lvl="0" indent="0" eaLnBrk="1" hangingPunct="1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2000" dirty="0">
                  <a:solidFill>
                    <a:srgbClr val="800000"/>
                  </a:solidFill>
                  <a:latin typeface="Times New Roman" panose="02020603050405020304" pitchFamily="18" charset="0"/>
                  <a:ea typeface="隶书" panose="02010509060101010101" pitchFamily="49" charset="-122"/>
                </a:rPr>
                <a:t>出队时，</a:t>
              </a:r>
              <a:r>
                <a:rPr lang="en-US" altLang="zh-CN" sz="2000" dirty="0">
                  <a:solidFill>
                    <a:srgbClr val="800000"/>
                  </a:solidFill>
                  <a:latin typeface="Times New Roman" panose="02020603050405020304" pitchFamily="18" charset="0"/>
                  <a:ea typeface="隶书" panose="02010509060101010101" pitchFamily="49" charset="-122"/>
                </a:rPr>
                <a:t>front</a:t>
              </a:r>
              <a:r>
                <a:rPr lang="zh-CN" altLang="en-US" sz="2000" dirty="0">
                  <a:solidFill>
                    <a:srgbClr val="800000"/>
                  </a:solidFill>
                  <a:latin typeface="Times New Roman" panose="02020603050405020304" pitchFamily="18" charset="0"/>
                  <a:ea typeface="隶书" panose="02010509060101010101" pitchFamily="49" charset="-122"/>
                </a:rPr>
                <a:t>在变</a:t>
              </a:r>
              <a:endParaRPr lang="zh-CN" altLang="en-US" sz="2400" dirty="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endParaRPr>
            </a:p>
          </p:txBody>
        </p:sp>
      </p:grpSp>
      <p:grpSp>
        <p:nvGrpSpPr>
          <p:cNvPr id="80901" name="Group 19"/>
          <p:cNvGrpSpPr/>
          <p:nvPr/>
        </p:nvGrpSpPr>
        <p:grpSpPr>
          <a:xfrm>
            <a:off x="249555" y="1366520"/>
            <a:ext cx="8534400" cy="1235075"/>
            <a:chOff x="240" y="1056"/>
            <a:chExt cx="5376" cy="778"/>
          </a:xfrm>
        </p:grpSpPr>
        <p:sp>
          <p:nvSpPr>
            <p:cNvPr id="80919" name="Rectangle 20"/>
            <p:cNvSpPr/>
            <p:nvPr>
              <p:custDataLst>
                <p:tags r:id="rId17"/>
              </p:custDataLst>
            </p:nvPr>
          </p:nvSpPr>
          <p:spPr>
            <a:xfrm>
              <a:off x="3408" y="1296"/>
              <a:ext cx="2208" cy="240"/>
            </a:xfrm>
            <a:prstGeom prst="rect">
              <a:avLst/>
            </a:prstGeom>
            <a:solidFill>
              <a:schemeClr val="accent1"/>
            </a:solidFill>
            <a:ln w="9525">
              <a:noFill/>
            </a:ln>
            <a:effectLst>
              <a:outerShdw dist="107763" dir="13499999" algn="ctr" rotWithShape="0">
                <a:srgbClr val="808080"/>
              </a:outerShdw>
            </a:effectLst>
          </p:spPr>
          <p:txBody>
            <a:bodyPr wrap="none" anchor="ctr" anchorCtr="0"/>
            <a:lstStyle>
              <a:lvl1pPr marL="342900" indent="-342900" algn="l" rtl="0" eaLnBrk="0" fontAlgn="base" hangingPunct="0">
                <a:lnSpc>
                  <a:spcPct val="115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rgbClr val="333399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lnSpc>
                  <a:spcPct val="115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+mn-ea"/>
                </a:defRPr>
              </a:lvl2pPr>
              <a:lvl3pPr marL="1143000" indent="-228600" algn="l" rtl="0" eaLnBrk="0" fontAlgn="base" hangingPunct="0">
                <a:lnSpc>
                  <a:spcPct val="115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+mn-ea"/>
                </a:defRPr>
              </a:lvl3pPr>
              <a:lvl4pPr marL="1600200" indent="-228600" algn="l" rtl="0" eaLnBrk="0" fontAlgn="base" hangingPunct="0">
                <a:lnSpc>
                  <a:spcPct val="115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+mn-ea"/>
                </a:defRPr>
              </a:lvl4pPr>
              <a:lvl5pPr marL="2057400" indent="-228600" algn="l" rtl="0" eaLnBrk="0" fontAlgn="base" hangingPunct="0">
                <a:lnSpc>
                  <a:spcPct val="115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+mn-ea"/>
                </a:defRPr>
              </a:lvl5pPr>
            </a:lstStyle>
            <a:p>
              <a:pPr marL="0" lvl="0" indent="0" eaLnBrk="1" hangingPunct="1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2800" dirty="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endParaRPr>
            </a:p>
          </p:txBody>
        </p:sp>
        <p:sp>
          <p:nvSpPr>
            <p:cNvPr id="80920" name="Line 21"/>
            <p:cNvSpPr/>
            <p:nvPr>
              <p:custDataLst>
                <p:tags r:id="rId18"/>
              </p:custDataLst>
            </p:nvPr>
          </p:nvSpPr>
          <p:spPr>
            <a:xfrm>
              <a:off x="4560" y="1296"/>
              <a:ext cx="0" cy="24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0921" name="Line 22"/>
            <p:cNvSpPr/>
            <p:nvPr>
              <p:custDataLst>
                <p:tags r:id="rId19"/>
              </p:custDataLst>
            </p:nvPr>
          </p:nvSpPr>
          <p:spPr>
            <a:xfrm>
              <a:off x="3984" y="1296"/>
              <a:ext cx="0" cy="24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0922" name="Line 23"/>
            <p:cNvSpPr/>
            <p:nvPr>
              <p:custDataLst>
                <p:tags r:id="rId20"/>
              </p:custDataLst>
            </p:nvPr>
          </p:nvSpPr>
          <p:spPr>
            <a:xfrm>
              <a:off x="3696" y="1296"/>
              <a:ext cx="0" cy="24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0923" name="Line 24"/>
            <p:cNvSpPr/>
            <p:nvPr>
              <p:custDataLst>
                <p:tags r:id="rId21"/>
              </p:custDataLst>
            </p:nvPr>
          </p:nvSpPr>
          <p:spPr>
            <a:xfrm>
              <a:off x="4272" y="1296"/>
              <a:ext cx="0" cy="24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0924" name="Line 25"/>
            <p:cNvSpPr/>
            <p:nvPr>
              <p:custDataLst>
                <p:tags r:id="rId22"/>
              </p:custDataLst>
            </p:nvPr>
          </p:nvSpPr>
          <p:spPr>
            <a:xfrm>
              <a:off x="5136" y="1296"/>
              <a:ext cx="0" cy="24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0925" name="Line 26"/>
            <p:cNvSpPr/>
            <p:nvPr>
              <p:custDataLst>
                <p:tags r:id="rId23"/>
              </p:custDataLst>
            </p:nvPr>
          </p:nvSpPr>
          <p:spPr>
            <a:xfrm>
              <a:off x="4848" y="1296"/>
              <a:ext cx="0" cy="24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0926" name="Line 27"/>
            <p:cNvSpPr/>
            <p:nvPr>
              <p:custDataLst>
                <p:tags r:id="rId24"/>
              </p:custDataLst>
            </p:nvPr>
          </p:nvSpPr>
          <p:spPr>
            <a:xfrm>
              <a:off x="5376" y="1296"/>
              <a:ext cx="0" cy="24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0927" name="Line 28"/>
            <p:cNvSpPr/>
            <p:nvPr>
              <p:custDataLst>
                <p:tags r:id="rId25"/>
              </p:custDataLst>
            </p:nvPr>
          </p:nvSpPr>
          <p:spPr>
            <a:xfrm flipV="1">
              <a:off x="3445" y="1584"/>
              <a:ext cx="0" cy="192"/>
            </a:xfrm>
            <a:prstGeom prst="line">
              <a:avLst/>
            </a:prstGeom>
            <a:ln w="9525" cap="flat" cmpd="sng">
              <a:solidFill>
                <a:srgbClr val="660033"/>
              </a:solidFill>
              <a:prstDash val="solid"/>
              <a:headEnd type="none" w="med" len="med"/>
              <a:tailEnd type="triangl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0928" name="Line 29"/>
            <p:cNvSpPr/>
            <p:nvPr>
              <p:custDataLst>
                <p:tags r:id="rId26"/>
              </p:custDataLst>
            </p:nvPr>
          </p:nvSpPr>
          <p:spPr>
            <a:xfrm flipV="1">
              <a:off x="3421" y="1613"/>
              <a:ext cx="0" cy="192"/>
            </a:xfrm>
            <a:prstGeom prst="line">
              <a:avLst/>
            </a:prstGeom>
            <a:ln w="9525" cap="flat" cmpd="sng">
              <a:solidFill>
                <a:srgbClr val="660033"/>
              </a:solidFill>
              <a:prstDash val="solid"/>
              <a:headEnd type="none" w="med" len="med"/>
              <a:tailEnd type="triangl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0929" name="Text Box 30"/>
            <p:cNvSpPr txBox="1"/>
            <p:nvPr>
              <p:custDataLst>
                <p:tags r:id="rId27"/>
              </p:custDataLst>
            </p:nvPr>
          </p:nvSpPr>
          <p:spPr>
            <a:xfrm>
              <a:off x="2832" y="1584"/>
              <a:ext cx="462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lnSpc>
                  <a:spcPct val="115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rgbClr val="333399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lnSpc>
                  <a:spcPct val="115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+mn-ea"/>
                </a:defRPr>
              </a:lvl2pPr>
              <a:lvl3pPr marL="1143000" indent="-228600" algn="l" rtl="0" eaLnBrk="0" fontAlgn="base" hangingPunct="0">
                <a:lnSpc>
                  <a:spcPct val="115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+mn-ea"/>
                </a:defRPr>
              </a:lvl3pPr>
              <a:lvl4pPr marL="1600200" indent="-228600" algn="l" rtl="0" eaLnBrk="0" fontAlgn="base" hangingPunct="0">
                <a:lnSpc>
                  <a:spcPct val="115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+mn-ea"/>
                </a:defRPr>
              </a:lvl4pPr>
              <a:lvl5pPr marL="2057400" indent="-228600" algn="l" rtl="0" eaLnBrk="0" fontAlgn="base" hangingPunct="0">
                <a:lnSpc>
                  <a:spcPct val="115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+mn-ea"/>
                </a:defRPr>
              </a:lvl5pPr>
            </a:lstStyle>
            <a:p>
              <a:pPr marL="0" lvl="0" indent="0" eaLnBrk="1" hangingPunct="1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000" dirty="0">
                  <a:solidFill>
                    <a:srgbClr val="0000FF"/>
                  </a:solidFill>
                  <a:latin typeface="Times New Roman" panose="02020603050405020304" pitchFamily="18" charset="0"/>
                  <a:ea typeface="隶书" panose="02010509060101010101" pitchFamily="49" charset="-122"/>
                </a:rPr>
                <a:t>front</a:t>
              </a:r>
              <a:endParaRPr lang="en-US" altLang="zh-CN" sz="2800" dirty="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endParaRPr>
            </a:p>
          </p:txBody>
        </p:sp>
        <p:sp>
          <p:nvSpPr>
            <p:cNvPr id="80930" name="Text Box 31"/>
            <p:cNvSpPr txBox="1"/>
            <p:nvPr>
              <p:custDataLst>
                <p:tags r:id="rId28"/>
              </p:custDataLst>
            </p:nvPr>
          </p:nvSpPr>
          <p:spPr>
            <a:xfrm>
              <a:off x="3403" y="1584"/>
              <a:ext cx="409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lnSpc>
                  <a:spcPct val="115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rgbClr val="333399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lnSpc>
                  <a:spcPct val="115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+mn-ea"/>
                </a:defRPr>
              </a:lvl2pPr>
              <a:lvl3pPr marL="1143000" indent="-228600" algn="l" rtl="0" eaLnBrk="0" fontAlgn="base" hangingPunct="0">
                <a:lnSpc>
                  <a:spcPct val="115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+mn-ea"/>
                </a:defRPr>
              </a:lvl3pPr>
              <a:lvl4pPr marL="1600200" indent="-228600" algn="l" rtl="0" eaLnBrk="0" fontAlgn="base" hangingPunct="0">
                <a:lnSpc>
                  <a:spcPct val="115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+mn-ea"/>
                </a:defRPr>
              </a:lvl4pPr>
              <a:lvl5pPr marL="2057400" indent="-228600" algn="l" rtl="0" eaLnBrk="0" fontAlgn="base" hangingPunct="0">
                <a:lnSpc>
                  <a:spcPct val="115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+mn-ea"/>
                </a:defRPr>
              </a:lvl5pPr>
            </a:lstStyle>
            <a:p>
              <a:pPr marL="0" lvl="0" indent="0" eaLnBrk="1" hangingPunct="1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000" dirty="0">
                  <a:solidFill>
                    <a:srgbClr val="0000FF"/>
                  </a:solidFill>
                  <a:latin typeface="Times New Roman" panose="02020603050405020304" pitchFamily="18" charset="0"/>
                  <a:ea typeface="隶书" panose="02010509060101010101" pitchFamily="49" charset="-122"/>
                </a:rPr>
                <a:t>rear</a:t>
              </a:r>
              <a:endParaRPr lang="en-US" altLang="zh-CN" sz="2800" dirty="0">
                <a:solidFill>
                  <a:srgbClr val="0000FF"/>
                </a:solidFill>
                <a:latin typeface="Times New Roman" panose="02020603050405020304" pitchFamily="18" charset="0"/>
                <a:ea typeface="隶书" panose="02010509060101010101" pitchFamily="49" charset="-122"/>
              </a:endParaRPr>
            </a:p>
          </p:txBody>
        </p:sp>
        <p:sp>
          <p:nvSpPr>
            <p:cNvPr id="80931" name="Rectangle 32"/>
            <p:cNvSpPr/>
            <p:nvPr>
              <p:custDataLst>
                <p:tags r:id="rId29"/>
              </p:custDataLst>
            </p:nvPr>
          </p:nvSpPr>
          <p:spPr>
            <a:xfrm>
              <a:off x="240" y="1056"/>
              <a:ext cx="1398" cy="34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lnSpc>
                  <a:spcPct val="115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rgbClr val="333399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lnSpc>
                  <a:spcPct val="115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+mn-ea"/>
                </a:defRPr>
              </a:lvl2pPr>
              <a:lvl3pPr marL="1143000" indent="-228600" algn="l" rtl="0" eaLnBrk="0" fontAlgn="base" hangingPunct="0">
                <a:lnSpc>
                  <a:spcPct val="115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+mn-ea"/>
                </a:defRPr>
              </a:lvl3pPr>
              <a:lvl4pPr marL="1600200" indent="-228600" algn="l" rtl="0" eaLnBrk="0" fontAlgn="base" hangingPunct="0">
                <a:lnSpc>
                  <a:spcPct val="115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+mn-ea"/>
                </a:defRPr>
              </a:lvl4pPr>
              <a:lvl5pPr marL="2057400" indent="-228600" algn="l" rtl="0" eaLnBrk="0" fontAlgn="base" hangingPunct="0">
                <a:lnSpc>
                  <a:spcPct val="115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+mn-ea"/>
                </a:defRPr>
              </a:lvl5pPr>
            </a:lstStyle>
            <a:p>
              <a:pPr marL="0" lvl="0" indent="0" eaLnBrk="1" hangingPunct="1">
                <a:lnSpc>
                  <a:spcPct val="105000"/>
                </a:lnSpc>
                <a:buNone/>
              </a:pPr>
              <a:r>
                <a:rPr lang="zh-CN" altLang="en-US" sz="2800" dirty="0">
                  <a:latin typeface="Times New Roman" panose="02020603050405020304" pitchFamily="18" charset="0"/>
                  <a:ea typeface="隶书" panose="02010509060101010101" pitchFamily="49" charset="-122"/>
                </a:rPr>
                <a:t>（</a:t>
              </a:r>
              <a:r>
                <a:rPr lang="en-US" altLang="zh-CN" sz="2800" dirty="0">
                  <a:latin typeface="Times New Roman" panose="02020603050405020304" pitchFamily="18" charset="0"/>
                  <a:ea typeface="隶书" panose="02010509060101010101" pitchFamily="49" charset="-122"/>
                </a:rPr>
                <a:t>A</a:t>
              </a:r>
              <a:r>
                <a:rPr lang="zh-CN" altLang="en-US" sz="2800" dirty="0">
                  <a:latin typeface="Times New Roman" panose="02020603050405020304" pitchFamily="18" charset="0"/>
                  <a:ea typeface="隶书" panose="02010509060101010101" pitchFamily="49" charset="-122"/>
                </a:rPr>
                <a:t>）空队列</a:t>
              </a:r>
            </a:p>
          </p:txBody>
        </p:sp>
      </p:grpSp>
      <p:grpSp>
        <p:nvGrpSpPr>
          <p:cNvPr id="80902" name="Group 33"/>
          <p:cNvGrpSpPr/>
          <p:nvPr/>
        </p:nvGrpSpPr>
        <p:grpSpPr>
          <a:xfrm>
            <a:off x="232410" y="2585720"/>
            <a:ext cx="8650288" cy="1844675"/>
            <a:chOff x="0" y="1968"/>
            <a:chExt cx="5449" cy="1162"/>
          </a:xfrm>
        </p:grpSpPr>
        <p:grpSp>
          <p:nvGrpSpPr>
            <p:cNvPr id="80903" name="Group 34"/>
            <p:cNvGrpSpPr/>
            <p:nvPr/>
          </p:nvGrpSpPr>
          <p:grpSpPr>
            <a:xfrm>
              <a:off x="0" y="1968"/>
              <a:ext cx="5424" cy="1162"/>
              <a:chOff x="192" y="1776"/>
              <a:chExt cx="5424" cy="1162"/>
            </a:xfrm>
          </p:grpSpPr>
          <p:sp>
            <p:nvSpPr>
              <p:cNvPr id="80905" name="Rectangle 35"/>
              <p:cNvSpPr/>
              <p:nvPr>
                <p:custDataLst>
                  <p:tags r:id="rId3"/>
                </p:custDataLst>
              </p:nvPr>
            </p:nvSpPr>
            <p:spPr>
              <a:xfrm>
                <a:off x="3408" y="2400"/>
                <a:ext cx="2208" cy="240"/>
              </a:xfrm>
              <a:prstGeom prst="rect">
                <a:avLst/>
              </a:prstGeom>
              <a:solidFill>
                <a:schemeClr val="accent1"/>
              </a:solidFill>
              <a:ln w="9525">
                <a:noFill/>
              </a:ln>
              <a:effectLst>
                <a:outerShdw dist="107763" dir="13499999" algn="ctr" rotWithShape="0">
                  <a:srgbClr val="808080"/>
                </a:outerShdw>
              </a:effectLst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lnSpc>
                    <a:spcPct val="11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>
                    <a:solidFill>
                      <a:srgbClr val="333399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lnSpc>
                    <a:spcPct val="11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+mn-ea"/>
                  </a:defRPr>
                </a:lvl2pPr>
                <a:lvl3pPr marL="1143000" indent="-228600" algn="l" rtl="0" eaLnBrk="0" fontAlgn="base" hangingPunct="0">
                  <a:lnSpc>
                    <a:spcPct val="11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+mn-ea"/>
                  </a:defRPr>
                </a:lvl3pPr>
                <a:lvl4pPr marL="1600200" indent="-228600" algn="l" rtl="0" eaLnBrk="0" fontAlgn="base" hangingPunct="0">
                  <a:lnSpc>
                    <a:spcPct val="11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+mn-ea"/>
                  </a:defRPr>
                </a:lvl4pPr>
                <a:lvl5pPr marL="2057400" indent="-228600" algn="l" rtl="0" eaLnBrk="0" fontAlgn="base" hangingPunct="0">
                  <a:lnSpc>
                    <a:spcPct val="11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+mn-ea"/>
                  </a:defRPr>
                </a:lvl5pPr>
              </a:lstStyle>
              <a:p>
                <a:pPr marL="0" lvl="0" indent="0" eaLnBrk="1" hangingPunct="1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2400" dirty="0">
                    <a:solidFill>
                      <a:srgbClr val="660033"/>
                    </a:solidFill>
                    <a:latin typeface="Times New Roman" panose="02020603050405020304" pitchFamily="18" charset="0"/>
                    <a:ea typeface="隶书" panose="02010509060101010101" pitchFamily="49" charset="-122"/>
                  </a:rPr>
                  <a:t>A  B   C   D    E</a:t>
                </a:r>
                <a:r>
                  <a:rPr lang="en-US" altLang="zh-CN" sz="28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隶书" panose="02010509060101010101" pitchFamily="49" charset="-122"/>
                  </a:rPr>
                  <a:t>  </a:t>
                </a:r>
              </a:p>
            </p:txBody>
          </p:sp>
          <p:sp>
            <p:nvSpPr>
              <p:cNvPr id="80906" name="Line 36"/>
              <p:cNvSpPr/>
              <p:nvPr>
                <p:custDataLst>
                  <p:tags r:id="rId4"/>
                </p:custDataLst>
              </p:nvPr>
            </p:nvSpPr>
            <p:spPr>
              <a:xfrm flipV="1">
                <a:off x="3503" y="2650"/>
                <a:ext cx="0" cy="240"/>
              </a:xfrm>
              <a:prstGeom prst="line">
                <a:avLst/>
              </a:prstGeom>
              <a:ln w="9525" cap="flat" cmpd="sng">
                <a:solidFill>
                  <a:srgbClr val="660033"/>
                </a:solidFill>
                <a:prstDash val="solid"/>
                <a:headEnd type="none" w="med" len="med"/>
                <a:tailEnd type="triangl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0907" name="Text Box 37"/>
              <p:cNvSpPr txBox="1"/>
              <p:nvPr>
                <p:custDataLst>
                  <p:tags r:id="rId5"/>
                </p:custDataLst>
              </p:nvPr>
            </p:nvSpPr>
            <p:spPr>
              <a:xfrm>
                <a:off x="2832" y="2688"/>
                <a:ext cx="462" cy="25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lstStyle>
                <a:lvl1pPr marL="342900" indent="-342900" algn="l" rtl="0" eaLnBrk="0" fontAlgn="base" hangingPunct="0">
                  <a:lnSpc>
                    <a:spcPct val="11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>
                    <a:solidFill>
                      <a:srgbClr val="333399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lnSpc>
                    <a:spcPct val="11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+mn-ea"/>
                  </a:defRPr>
                </a:lvl2pPr>
                <a:lvl3pPr marL="1143000" indent="-228600" algn="l" rtl="0" eaLnBrk="0" fontAlgn="base" hangingPunct="0">
                  <a:lnSpc>
                    <a:spcPct val="11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+mn-ea"/>
                  </a:defRPr>
                </a:lvl3pPr>
                <a:lvl4pPr marL="1600200" indent="-228600" algn="l" rtl="0" eaLnBrk="0" fontAlgn="base" hangingPunct="0">
                  <a:lnSpc>
                    <a:spcPct val="11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+mn-ea"/>
                  </a:defRPr>
                </a:lvl4pPr>
                <a:lvl5pPr marL="2057400" indent="-228600" algn="l" rtl="0" eaLnBrk="0" fontAlgn="base" hangingPunct="0">
                  <a:lnSpc>
                    <a:spcPct val="11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+mn-ea"/>
                  </a:defRPr>
                </a:lvl5pPr>
              </a:lstStyle>
              <a:p>
                <a:pPr marL="0" lvl="0" indent="0" eaLnBrk="1" hangingPunct="1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2000" dirty="0">
                    <a:solidFill>
                      <a:srgbClr val="0000FF"/>
                    </a:solidFill>
                    <a:latin typeface="Times New Roman" panose="02020603050405020304" pitchFamily="18" charset="0"/>
                    <a:ea typeface="隶书" panose="02010509060101010101" pitchFamily="49" charset="-122"/>
                  </a:rPr>
                  <a:t>front</a:t>
                </a:r>
                <a:endParaRPr lang="en-US" altLang="zh-CN" sz="2800" dirty="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endParaRPr>
              </a:p>
            </p:txBody>
          </p:sp>
          <p:sp>
            <p:nvSpPr>
              <p:cNvPr id="80908" name="Line 38"/>
              <p:cNvSpPr/>
              <p:nvPr>
                <p:custDataLst>
                  <p:tags r:id="rId6"/>
                </p:custDataLst>
              </p:nvPr>
            </p:nvSpPr>
            <p:spPr>
              <a:xfrm flipV="1">
                <a:off x="4847" y="2669"/>
                <a:ext cx="0" cy="192"/>
              </a:xfrm>
              <a:prstGeom prst="line">
                <a:avLst/>
              </a:prstGeom>
              <a:ln w="9525" cap="flat" cmpd="sng">
                <a:solidFill>
                  <a:srgbClr val="660033"/>
                </a:solidFill>
                <a:prstDash val="solid"/>
                <a:headEnd type="none" w="med" len="med"/>
                <a:tailEnd type="triangl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0909" name="Text Box 39"/>
              <p:cNvSpPr txBox="1"/>
              <p:nvPr>
                <p:custDataLst>
                  <p:tags r:id="rId7"/>
                </p:custDataLst>
              </p:nvPr>
            </p:nvSpPr>
            <p:spPr>
              <a:xfrm>
                <a:off x="4656" y="2640"/>
                <a:ext cx="409" cy="25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lstStyle>
                <a:lvl1pPr marL="342900" indent="-342900" algn="l" rtl="0" eaLnBrk="0" fontAlgn="base" hangingPunct="0">
                  <a:lnSpc>
                    <a:spcPct val="11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>
                    <a:solidFill>
                      <a:srgbClr val="333399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lnSpc>
                    <a:spcPct val="11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+mn-ea"/>
                  </a:defRPr>
                </a:lvl2pPr>
                <a:lvl3pPr marL="1143000" indent="-228600" algn="l" rtl="0" eaLnBrk="0" fontAlgn="base" hangingPunct="0">
                  <a:lnSpc>
                    <a:spcPct val="11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+mn-ea"/>
                  </a:defRPr>
                </a:lvl3pPr>
                <a:lvl4pPr marL="1600200" indent="-228600" algn="l" rtl="0" eaLnBrk="0" fontAlgn="base" hangingPunct="0">
                  <a:lnSpc>
                    <a:spcPct val="11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+mn-ea"/>
                  </a:defRPr>
                </a:lvl4pPr>
                <a:lvl5pPr marL="2057400" indent="-228600" algn="l" rtl="0" eaLnBrk="0" fontAlgn="base" hangingPunct="0">
                  <a:lnSpc>
                    <a:spcPct val="11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+mn-ea"/>
                  </a:defRPr>
                </a:lvl5pPr>
              </a:lstStyle>
              <a:p>
                <a:pPr marL="0" lvl="0" indent="0" eaLnBrk="1" hangingPunct="1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2000" dirty="0">
                    <a:solidFill>
                      <a:srgbClr val="0000FF"/>
                    </a:solidFill>
                    <a:latin typeface="Times New Roman" panose="02020603050405020304" pitchFamily="18" charset="0"/>
                    <a:ea typeface="隶书" panose="02010509060101010101" pitchFamily="49" charset="-122"/>
                  </a:rPr>
                  <a:t>rear</a:t>
                </a:r>
                <a:endParaRPr lang="en-US" altLang="zh-CN" sz="2800" dirty="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endParaRPr>
              </a:p>
            </p:txBody>
          </p:sp>
          <p:sp>
            <p:nvSpPr>
              <p:cNvPr id="80910" name="Line 40"/>
              <p:cNvSpPr/>
              <p:nvPr>
                <p:custDataLst>
                  <p:tags r:id="rId8"/>
                </p:custDataLst>
              </p:nvPr>
            </p:nvSpPr>
            <p:spPr>
              <a:xfrm>
                <a:off x="3648" y="2400"/>
                <a:ext cx="0" cy="24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0911" name="Line 41"/>
              <p:cNvSpPr/>
              <p:nvPr>
                <p:custDataLst>
                  <p:tags r:id="rId9"/>
                </p:custDataLst>
              </p:nvPr>
            </p:nvSpPr>
            <p:spPr>
              <a:xfrm>
                <a:off x="3888" y="2400"/>
                <a:ext cx="0" cy="24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0912" name="Line 42"/>
              <p:cNvSpPr/>
              <p:nvPr>
                <p:custDataLst>
                  <p:tags r:id="rId10"/>
                </p:custDataLst>
              </p:nvPr>
            </p:nvSpPr>
            <p:spPr>
              <a:xfrm>
                <a:off x="4176" y="2400"/>
                <a:ext cx="0" cy="24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0913" name="Line 43"/>
              <p:cNvSpPr/>
              <p:nvPr>
                <p:custDataLst>
                  <p:tags r:id="rId11"/>
                </p:custDataLst>
              </p:nvPr>
            </p:nvSpPr>
            <p:spPr>
              <a:xfrm>
                <a:off x="4464" y="2400"/>
                <a:ext cx="0" cy="24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0914" name="Line 44"/>
              <p:cNvSpPr/>
              <p:nvPr>
                <p:custDataLst>
                  <p:tags r:id="rId12"/>
                </p:custDataLst>
              </p:nvPr>
            </p:nvSpPr>
            <p:spPr>
              <a:xfrm>
                <a:off x="4752" y="2400"/>
                <a:ext cx="0" cy="24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0915" name="Line 45"/>
              <p:cNvSpPr/>
              <p:nvPr>
                <p:custDataLst>
                  <p:tags r:id="rId13"/>
                </p:custDataLst>
              </p:nvPr>
            </p:nvSpPr>
            <p:spPr>
              <a:xfrm>
                <a:off x="5040" y="2400"/>
                <a:ext cx="0" cy="24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0916" name="Line 46"/>
              <p:cNvSpPr/>
              <p:nvPr>
                <p:custDataLst>
                  <p:tags r:id="rId14"/>
                </p:custDataLst>
              </p:nvPr>
            </p:nvSpPr>
            <p:spPr>
              <a:xfrm>
                <a:off x="5328" y="2400"/>
                <a:ext cx="0" cy="24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0917" name="AutoShape 47"/>
              <p:cNvSpPr/>
              <p:nvPr>
                <p:custDataLst>
                  <p:tags r:id="rId15"/>
                </p:custDataLst>
              </p:nvPr>
            </p:nvSpPr>
            <p:spPr>
              <a:xfrm>
                <a:off x="4320" y="1776"/>
                <a:ext cx="1296" cy="288"/>
              </a:xfrm>
              <a:prstGeom prst="wedgeRectCallout">
                <a:avLst>
                  <a:gd name="adj1" fmla="val -21065"/>
                  <a:gd name="adj2" fmla="val 145486"/>
                </a:avLst>
              </a:prstGeom>
              <a:solidFill>
                <a:srgbClr val="00FF00"/>
              </a:solidFill>
              <a:ln w="12700">
                <a:noFill/>
              </a:ln>
              <a:effectLst>
                <a:outerShdw dist="107763" dir="13499999" algn="ctr" rotWithShape="0">
                  <a:srgbClr val="808080"/>
                </a:outerShdw>
              </a:effectLst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lnSpc>
                    <a:spcPct val="11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>
                    <a:solidFill>
                      <a:srgbClr val="333399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lnSpc>
                    <a:spcPct val="11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+mn-ea"/>
                  </a:defRPr>
                </a:lvl2pPr>
                <a:lvl3pPr marL="1143000" indent="-228600" algn="l" rtl="0" eaLnBrk="0" fontAlgn="base" hangingPunct="0">
                  <a:lnSpc>
                    <a:spcPct val="11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+mn-ea"/>
                  </a:defRPr>
                </a:lvl3pPr>
                <a:lvl4pPr marL="1600200" indent="-228600" algn="l" rtl="0" eaLnBrk="0" fontAlgn="base" hangingPunct="0">
                  <a:lnSpc>
                    <a:spcPct val="11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+mn-ea"/>
                  </a:defRPr>
                </a:lvl4pPr>
                <a:lvl5pPr marL="2057400" indent="-228600" algn="l" rtl="0" eaLnBrk="0" fontAlgn="base" hangingPunct="0">
                  <a:lnSpc>
                    <a:spcPct val="11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+mn-ea"/>
                  </a:defRPr>
                </a:lvl5pPr>
              </a:lstStyle>
              <a:p>
                <a:pPr marL="0" lvl="0" indent="0" algn="ctr" eaLnBrk="1" hangingPunct="1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2400" dirty="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endParaRPr>
              </a:p>
            </p:txBody>
          </p:sp>
          <p:sp>
            <p:nvSpPr>
              <p:cNvPr id="80918" name="Rectangle 48"/>
              <p:cNvSpPr/>
              <p:nvPr>
                <p:custDataLst>
                  <p:tags r:id="rId16"/>
                </p:custDataLst>
              </p:nvPr>
            </p:nvSpPr>
            <p:spPr>
              <a:xfrm>
                <a:off x="192" y="2208"/>
                <a:ext cx="2874" cy="367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lstStyle>
                <a:lvl1pPr marL="342900" indent="-342900" algn="l" rtl="0" eaLnBrk="0" fontAlgn="base" hangingPunct="0">
                  <a:lnSpc>
                    <a:spcPct val="11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>
                    <a:solidFill>
                      <a:srgbClr val="333399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lnSpc>
                    <a:spcPct val="11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+mn-ea"/>
                  </a:defRPr>
                </a:lvl2pPr>
                <a:lvl3pPr marL="1143000" indent="-228600" algn="l" rtl="0" eaLnBrk="0" fontAlgn="base" hangingPunct="0">
                  <a:lnSpc>
                    <a:spcPct val="11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+mn-ea"/>
                  </a:defRPr>
                </a:lvl3pPr>
                <a:lvl4pPr marL="1600200" indent="-228600" algn="l" rtl="0" eaLnBrk="0" fontAlgn="base" hangingPunct="0">
                  <a:lnSpc>
                    <a:spcPct val="11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+mn-ea"/>
                  </a:defRPr>
                </a:lvl4pPr>
                <a:lvl5pPr marL="2057400" indent="-228600" algn="l" rtl="0" eaLnBrk="0" fontAlgn="base" hangingPunct="0">
                  <a:lnSpc>
                    <a:spcPct val="11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+mn-ea"/>
                  </a:defRPr>
                </a:lvl5pPr>
              </a:lstStyle>
              <a:p>
                <a:pPr marL="0" lvl="0" indent="0" eaLnBrk="1" hangingPunct="1">
                  <a:spcBef>
                    <a:spcPct val="50000"/>
                  </a:spcBef>
                  <a:buNone/>
                </a:pPr>
                <a:r>
                  <a:rPr lang="zh-CN" altLang="en-US" sz="2800" dirty="0">
                    <a:latin typeface="Times New Roman" panose="02020603050405020304" pitchFamily="18" charset="0"/>
                    <a:ea typeface="隶书" panose="02010509060101010101" pitchFamily="49" charset="-122"/>
                  </a:rPr>
                  <a:t>（</a:t>
                </a:r>
                <a:r>
                  <a:rPr lang="en-US" altLang="zh-CN" sz="2800" dirty="0">
                    <a:latin typeface="Times New Roman" panose="02020603050405020304" pitchFamily="18" charset="0"/>
                    <a:ea typeface="隶书" panose="02010509060101010101" pitchFamily="49" charset="-122"/>
                  </a:rPr>
                  <a:t>B</a:t>
                </a:r>
                <a:r>
                  <a:rPr lang="zh-CN" altLang="en-US" sz="2800" dirty="0">
                    <a:latin typeface="Times New Roman" panose="02020603050405020304" pitchFamily="18" charset="0"/>
                    <a:ea typeface="隶书" panose="02010509060101010101" pitchFamily="49" charset="-122"/>
                  </a:rPr>
                  <a:t>）</a:t>
                </a:r>
                <a:r>
                  <a:rPr lang="en-US" altLang="zh-CN" sz="2800" dirty="0">
                    <a:latin typeface="Times New Roman" panose="02020603050405020304" pitchFamily="18" charset="0"/>
                    <a:ea typeface="隶书" panose="02010509060101010101" pitchFamily="49" charset="-122"/>
                  </a:rPr>
                  <a:t>A</a:t>
                </a:r>
                <a:r>
                  <a:rPr lang="zh-CN" altLang="en-US" sz="2800" dirty="0">
                    <a:latin typeface="Times New Roman" panose="02020603050405020304" pitchFamily="18" charset="0"/>
                    <a:ea typeface="隶书" panose="02010509060101010101" pitchFamily="49" charset="-122"/>
                  </a:rPr>
                  <a:t>、</a:t>
                </a:r>
                <a:r>
                  <a:rPr lang="en-US" altLang="zh-CN" sz="2800" dirty="0">
                    <a:latin typeface="Times New Roman" panose="02020603050405020304" pitchFamily="18" charset="0"/>
                    <a:ea typeface="隶书" panose="02010509060101010101" pitchFamily="49" charset="-122"/>
                  </a:rPr>
                  <a:t>B</a:t>
                </a:r>
                <a:r>
                  <a:rPr lang="zh-CN" altLang="en-US" sz="2800" dirty="0">
                    <a:latin typeface="Times New Roman" panose="02020603050405020304" pitchFamily="18" charset="0"/>
                    <a:ea typeface="隶书" panose="02010509060101010101" pitchFamily="49" charset="-122"/>
                  </a:rPr>
                  <a:t>、</a:t>
                </a:r>
                <a:r>
                  <a:rPr lang="en-US" altLang="zh-CN" sz="2800" dirty="0">
                    <a:latin typeface="Times New Roman" panose="02020603050405020304" pitchFamily="18" charset="0"/>
                    <a:ea typeface="隶书" panose="02010509060101010101" pitchFamily="49" charset="-122"/>
                  </a:rPr>
                  <a:t>C</a:t>
                </a:r>
                <a:r>
                  <a:rPr lang="zh-CN" altLang="en-US" sz="2800" dirty="0">
                    <a:latin typeface="Times New Roman" panose="02020603050405020304" pitchFamily="18" charset="0"/>
                    <a:ea typeface="隶书" panose="02010509060101010101" pitchFamily="49" charset="-122"/>
                  </a:rPr>
                  <a:t>、</a:t>
                </a:r>
                <a:r>
                  <a:rPr lang="en-US" altLang="zh-CN" sz="2800" dirty="0">
                    <a:latin typeface="Times New Roman" panose="02020603050405020304" pitchFamily="18" charset="0"/>
                    <a:ea typeface="隶书" panose="02010509060101010101" pitchFamily="49" charset="-122"/>
                  </a:rPr>
                  <a:t>D</a:t>
                </a:r>
                <a:r>
                  <a:rPr lang="zh-CN" altLang="en-US" sz="2800" dirty="0">
                    <a:latin typeface="Times New Roman" panose="02020603050405020304" pitchFamily="18" charset="0"/>
                    <a:ea typeface="隶书" panose="02010509060101010101" pitchFamily="49" charset="-122"/>
                  </a:rPr>
                  <a:t>、</a:t>
                </a:r>
                <a:r>
                  <a:rPr lang="en-US" altLang="zh-CN" sz="2800" dirty="0">
                    <a:latin typeface="Times New Roman" panose="02020603050405020304" pitchFamily="18" charset="0"/>
                    <a:ea typeface="隶书" panose="02010509060101010101" pitchFamily="49" charset="-122"/>
                  </a:rPr>
                  <a:t>E</a:t>
                </a:r>
                <a:r>
                  <a:rPr lang="zh-CN" altLang="en-US" sz="2800" dirty="0">
                    <a:latin typeface="Times New Roman" panose="02020603050405020304" pitchFamily="18" charset="0"/>
                    <a:ea typeface="隶书" panose="02010509060101010101" pitchFamily="49" charset="-122"/>
                  </a:rPr>
                  <a:t>入队</a:t>
                </a:r>
              </a:p>
            </p:txBody>
          </p:sp>
        </p:grpSp>
        <p:sp>
          <p:nvSpPr>
            <p:cNvPr id="80904" name="Rectangle 49"/>
            <p:cNvSpPr/>
            <p:nvPr>
              <p:custDataLst>
                <p:tags r:id="rId2"/>
              </p:custDataLst>
            </p:nvPr>
          </p:nvSpPr>
          <p:spPr>
            <a:xfrm>
              <a:off x="4080" y="1968"/>
              <a:ext cx="1369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lnSpc>
                  <a:spcPct val="115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rgbClr val="333399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lnSpc>
                  <a:spcPct val="115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+mn-ea"/>
                </a:defRPr>
              </a:lvl2pPr>
              <a:lvl3pPr marL="1143000" indent="-228600" algn="l" rtl="0" eaLnBrk="0" fontAlgn="base" hangingPunct="0">
                <a:lnSpc>
                  <a:spcPct val="115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+mn-ea"/>
                </a:defRPr>
              </a:lvl3pPr>
              <a:lvl4pPr marL="1600200" indent="-228600" algn="l" rtl="0" eaLnBrk="0" fontAlgn="base" hangingPunct="0">
                <a:lnSpc>
                  <a:spcPct val="115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+mn-ea"/>
                </a:defRPr>
              </a:lvl4pPr>
              <a:lvl5pPr marL="2057400" indent="-228600" algn="l" rtl="0" eaLnBrk="0" fontAlgn="base" hangingPunct="0">
                <a:lnSpc>
                  <a:spcPct val="115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+mn-ea"/>
                </a:defRPr>
              </a:lvl5pPr>
            </a:lstStyle>
            <a:p>
              <a:pPr marL="0" lvl="0" indent="0" eaLnBrk="1" hangingPunct="1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2000" dirty="0">
                  <a:solidFill>
                    <a:srgbClr val="800000"/>
                  </a:solidFill>
                  <a:latin typeface="Times New Roman" panose="02020603050405020304" pitchFamily="18" charset="0"/>
                  <a:ea typeface="隶书" panose="02010509060101010101" pitchFamily="49" charset="-122"/>
                </a:rPr>
                <a:t>入队时，</a:t>
              </a:r>
              <a:r>
                <a:rPr lang="en-US" altLang="zh-CN" sz="2000" dirty="0">
                  <a:solidFill>
                    <a:srgbClr val="800000"/>
                  </a:solidFill>
                  <a:latin typeface="Times New Roman" panose="02020603050405020304" pitchFamily="18" charset="0"/>
                  <a:ea typeface="隶书" panose="02010509060101010101" pitchFamily="49" charset="-122"/>
                </a:rPr>
                <a:t>rear</a:t>
              </a:r>
              <a:r>
                <a:rPr lang="zh-CN" altLang="en-US" sz="2000" dirty="0">
                  <a:solidFill>
                    <a:srgbClr val="800000"/>
                  </a:solidFill>
                  <a:latin typeface="Times New Roman" panose="02020603050405020304" pitchFamily="18" charset="0"/>
                  <a:ea typeface="隶书" panose="02010509060101010101" pitchFamily="49" charset="-122"/>
                </a:rPr>
                <a:t>在变</a:t>
              </a:r>
            </a:p>
          </p:txBody>
        </p:sp>
      </p:grpSp>
    </p:spTree>
  </p:cSld>
  <p:clrMapOvr>
    <a:masterClrMapping/>
  </p:clrMapOvr>
  <p:transition/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3" name="Rectangle 3"/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675005" y="4605655"/>
            <a:ext cx="8077200" cy="106680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anchor="t" anchorCtr="0"/>
          <a:lstStyle>
            <a:lvl1pPr marL="342900" indent="-342900" algn="l" rtl="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 b="1">
                <a:solidFill>
                  <a:srgbClr val="333399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+mn-ea"/>
              </a:defRPr>
            </a:lvl2pPr>
            <a:lvl3pPr marL="1143000" indent="-228600" algn="l" rtl="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+mn-ea"/>
              </a:defRPr>
            </a:lvl3pPr>
            <a:lvl4pPr marL="1600200" indent="-228600" algn="l" rtl="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+mn-ea"/>
              </a:defRPr>
            </a:lvl4pPr>
            <a:lvl5pPr marL="2057400" indent="-228600" algn="l" rtl="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+mn-ea"/>
              </a:defRPr>
            </a:lvl5pPr>
            <a:lvl6pPr marL="2514600" indent="-228600" algn="l" rtl="0" fontAlgn="base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+mn-ea"/>
              </a:defRPr>
            </a:lvl6pPr>
            <a:lvl7pPr marL="2971800" indent="-228600" algn="l" rtl="0" fontAlgn="base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+mn-ea"/>
              </a:defRPr>
            </a:lvl7pPr>
            <a:lvl8pPr marL="3429000" indent="-228600" algn="l" rtl="0" fontAlgn="base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+mn-ea"/>
              </a:defRPr>
            </a:lvl8pPr>
            <a:lvl9pPr marL="3886200" indent="-228600" algn="l" rtl="0" fontAlgn="base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+mn-ea"/>
              </a:defRPr>
            </a:lvl9pPr>
          </a:lstStyle>
          <a:p>
            <a:pPr eaLnBrk="1" hangingPunct="1">
              <a:lnSpc>
                <a:spcPct val="105000"/>
              </a:lnSpc>
              <a:buFontTx/>
              <a:buNone/>
            </a:pPr>
            <a:r>
              <a:rPr lang="zh-CN" altLang="en-US" sz="2800" dirty="0">
                <a:solidFill>
                  <a:srgbClr val="000066"/>
                </a:solidFill>
                <a:latin typeface="Times New Roman" panose="02020603050405020304" pitchFamily="18" charset="0"/>
              </a:rPr>
              <a:t>注：一方面队列中是空的，另一方面又出现溢出。显然，这是逻辑设计上的问题。</a:t>
            </a:r>
            <a:endParaRPr lang="zh-CN" altLang="zh-CN" sz="2800" dirty="0">
              <a:solidFill>
                <a:srgbClr val="000066"/>
              </a:solidFill>
              <a:latin typeface="Times New Roman" panose="02020603050405020304" pitchFamily="18" charset="0"/>
            </a:endParaRPr>
          </a:p>
        </p:txBody>
      </p:sp>
      <p:sp>
        <p:nvSpPr>
          <p:cNvPr id="81924" name="Line 4"/>
          <p:cNvSpPr/>
          <p:nvPr>
            <p:custDataLst>
              <p:tags r:id="rId2"/>
            </p:custDataLst>
          </p:nvPr>
        </p:nvSpPr>
        <p:spPr>
          <a:xfrm flipV="1">
            <a:off x="6948264" y="2410143"/>
            <a:ext cx="0" cy="304800"/>
          </a:xfrm>
          <a:prstGeom prst="line">
            <a:avLst/>
          </a:prstGeom>
          <a:ln w="9525" cap="flat" cmpd="sng">
            <a:solidFill>
              <a:srgbClr val="660033"/>
            </a:solidFill>
            <a:prstDash val="solid"/>
            <a:headEnd type="none" w="med" len="med"/>
            <a:tailEnd type="triangl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1925" name="Line 5"/>
          <p:cNvSpPr/>
          <p:nvPr>
            <p:custDataLst>
              <p:tags r:id="rId3"/>
            </p:custDataLst>
          </p:nvPr>
        </p:nvSpPr>
        <p:spPr>
          <a:xfrm flipV="1">
            <a:off x="4644008" y="2486343"/>
            <a:ext cx="0" cy="304800"/>
          </a:xfrm>
          <a:prstGeom prst="line">
            <a:avLst/>
          </a:prstGeom>
          <a:ln w="9525" cap="flat" cmpd="sng">
            <a:solidFill>
              <a:srgbClr val="660033"/>
            </a:solidFill>
            <a:prstDash val="solid"/>
            <a:headEnd type="none" w="med" len="med"/>
            <a:tailEnd type="triangl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1926" name="Text Box 6"/>
          <p:cNvSpPr txBox="1"/>
          <p:nvPr>
            <p:custDataLst>
              <p:tags r:id="rId4"/>
            </p:custDataLst>
          </p:nvPr>
        </p:nvSpPr>
        <p:spPr>
          <a:xfrm>
            <a:off x="3265805" y="2410143"/>
            <a:ext cx="962025" cy="51911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rgbClr val="333399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+mn-ea"/>
              </a:defRPr>
            </a:lvl2pPr>
            <a:lvl3pPr marL="1143000" indent="-228600" algn="l" rtl="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+mn-ea"/>
              </a:defRPr>
            </a:lvl3pPr>
            <a:lvl4pPr marL="1600200" indent="-228600" algn="l" rtl="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+mn-ea"/>
              </a:defRPr>
            </a:lvl4pPr>
            <a:lvl5pPr marL="2057400" indent="-228600" algn="l" rtl="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+mn-ea"/>
              </a:defRPr>
            </a:lvl5pPr>
          </a:lstStyle>
          <a:p>
            <a:pPr marL="0" lvl="0" indent="0" ea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dirty="0">
                <a:solidFill>
                  <a:srgbClr val="0000FF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front</a:t>
            </a:r>
          </a:p>
        </p:txBody>
      </p:sp>
      <p:grpSp>
        <p:nvGrpSpPr>
          <p:cNvPr id="81927" name="Group 7"/>
          <p:cNvGrpSpPr/>
          <p:nvPr/>
        </p:nvGrpSpPr>
        <p:grpSpPr>
          <a:xfrm>
            <a:off x="3265805" y="3691255"/>
            <a:ext cx="4516438" cy="900113"/>
            <a:chOff x="2112" y="3177"/>
            <a:chExt cx="2845" cy="567"/>
          </a:xfrm>
        </p:grpSpPr>
        <p:sp>
          <p:nvSpPr>
            <p:cNvPr id="81939" name="Rectangle 8"/>
            <p:cNvSpPr/>
            <p:nvPr>
              <p:custDataLst>
                <p:tags r:id="rId16"/>
              </p:custDataLst>
            </p:nvPr>
          </p:nvSpPr>
          <p:spPr>
            <a:xfrm>
              <a:off x="2112" y="3177"/>
              <a:ext cx="2208" cy="240"/>
            </a:xfrm>
            <a:prstGeom prst="rect">
              <a:avLst/>
            </a:prstGeom>
            <a:solidFill>
              <a:schemeClr val="accent1"/>
            </a:solidFill>
            <a:ln w="9525">
              <a:noFill/>
            </a:ln>
            <a:effectLst>
              <a:outerShdw dist="107763" dir="13499999" algn="ctr" rotWithShape="0">
                <a:srgbClr val="808080"/>
              </a:outerShdw>
            </a:effectLst>
          </p:spPr>
          <p:txBody>
            <a:bodyPr wrap="none" anchor="ctr" anchorCtr="0"/>
            <a:lstStyle>
              <a:lvl1pPr marL="342900" indent="-342900" algn="l" rtl="0" eaLnBrk="0" fontAlgn="base" hangingPunct="0">
                <a:lnSpc>
                  <a:spcPct val="115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rgbClr val="333399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lnSpc>
                  <a:spcPct val="115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+mn-ea"/>
                </a:defRPr>
              </a:lvl2pPr>
              <a:lvl3pPr marL="1143000" indent="-228600" algn="l" rtl="0" eaLnBrk="0" fontAlgn="base" hangingPunct="0">
                <a:lnSpc>
                  <a:spcPct val="115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+mn-ea"/>
                </a:defRPr>
              </a:lvl3pPr>
              <a:lvl4pPr marL="1600200" indent="-228600" algn="l" rtl="0" eaLnBrk="0" fontAlgn="base" hangingPunct="0">
                <a:lnSpc>
                  <a:spcPct val="115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+mn-ea"/>
                </a:defRPr>
              </a:lvl4pPr>
              <a:lvl5pPr marL="2057400" indent="-228600" algn="l" rtl="0" eaLnBrk="0" fontAlgn="base" hangingPunct="0">
                <a:lnSpc>
                  <a:spcPct val="115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+mn-ea"/>
                </a:defRPr>
              </a:lvl5pPr>
            </a:lstStyle>
            <a:p>
              <a:pPr marL="0" lvl="0" indent="0" eaLnBrk="1" hangingPunct="1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800" dirty="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rPr>
                <a:t> </a:t>
              </a:r>
            </a:p>
          </p:txBody>
        </p:sp>
        <p:sp>
          <p:nvSpPr>
            <p:cNvPr id="81940" name="Line 9"/>
            <p:cNvSpPr/>
            <p:nvPr>
              <p:custDataLst>
                <p:tags r:id="rId17"/>
              </p:custDataLst>
            </p:nvPr>
          </p:nvSpPr>
          <p:spPr>
            <a:xfrm>
              <a:off x="2352" y="3177"/>
              <a:ext cx="0" cy="24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1941" name="Line 10"/>
            <p:cNvSpPr/>
            <p:nvPr>
              <p:custDataLst>
                <p:tags r:id="rId18"/>
              </p:custDataLst>
            </p:nvPr>
          </p:nvSpPr>
          <p:spPr>
            <a:xfrm>
              <a:off x="2640" y="3177"/>
              <a:ext cx="0" cy="24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1942" name="Line 11"/>
            <p:cNvSpPr/>
            <p:nvPr>
              <p:custDataLst>
                <p:tags r:id="rId19"/>
              </p:custDataLst>
            </p:nvPr>
          </p:nvSpPr>
          <p:spPr>
            <a:xfrm>
              <a:off x="2880" y="3177"/>
              <a:ext cx="0" cy="24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1943" name="Line 12"/>
            <p:cNvSpPr/>
            <p:nvPr>
              <p:custDataLst>
                <p:tags r:id="rId20"/>
              </p:custDataLst>
            </p:nvPr>
          </p:nvSpPr>
          <p:spPr>
            <a:xfrm>
              <a:off x="3552" y="3177"/>
              <a:ext cx="0" cy="24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1944" name="Line 13"/>
            <p:cNvSpPr/>
            <p:nvPr>
              <p:custDataLst>
                <p:tags r:id="rId21"/>
              </p:custDataLst>
            </p:nvPr>
          </p:nvSpPr>
          <p:spPr>
            <a:xfrm>
              <a:off x="3168" y="3177"/>
              <a:ext cx="0" cy="24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1945" name="Line 14"/>
            <p:cNvSpPr/>
            <p:nvPr>
              <p:custDataLst>
                <p:tags r:id="rId22"/>
              </p:custDataLst>
            </p:nvPr>
          </p:nvSpPr>
          <p:spPr>
            <a:xfrm>
              <a:off x="3840" y="3177"/>
              <a:ext cx="0" cy="24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1946" name="Line 15"/>
            <p:cNvSpPr/>
            <p:nvPr>
              <p:custDataLst>
                <p:tags r:id="rId23"/>
              </p:custDataLst>
            </p:nvPr>
          </p:nvSpPr>
          <p:spPr>
            <a:xfrm>
              <a:off x="4080" y="3177"/>
              <a:ext cx="0" cy="24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1947" name="Line 16"/>
            <p:cNvSpPr/>
            <p:nvPr>
              <p:custDataLst>
                <p:tags r:id="rId24"/>
              </p:custDataLst>
            </p:nvPr>
          </p:nvSpPr>
          <p:spPr>
            <a:xfrm flipV="1">
              <a:off x="4368" y="3465"/>
              <a:ext cx="0" cy="192"/>
            </a:xfrm>
            <a:prstGeom prst="line">
              <a:avLst/>
            </a:prstGeom>
            <a:ln w="9525" cap="flat" cmpd="sng">
              <a:solidFill>
                <a:srgbClr val="660033"/>
              </a:solidFill>
              <a:prstDash val="solid"/>
              <a:headEnd type="none" w="med" len="med"/>
              <a:tailEnd type="triangl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1948" name="Text Box 17"/>
            <p:cNvSpPr txBox="1"/>
            <p:nvPr>
              <p:custDataLst>
                <p:tags r:id="rId25"/>
              </p:custDataLst>
            </p:nvPr>
          </p:nvSpPr>
          <p:spPr>
            <a:xfrm>
              <a:off x="3379" y="3417"/>
              <a:ext cx="701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lnSpc>
                  <a:spcPct val="115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rgbClr val="333399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lnSpc>
                  <a:spcPct val="115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+mn-ea"/>
                </a:defRPr>
              </a:lvl2pPr>
              <a:lvl3pPr marL="1143000" indent="-228600" algn="l" rtl="0" eaLnBrk="0" fontAlgn="base" hangingPunct="0">
                <a:lnSpc>
                  <a:spcPct val="115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+mn-ea"/>
                </a:defRPr>
              </a:lvl3pPr>
              <a:lvl4pPr marL="1600200" indent="-228600" algn="l" rtl="0" eaLnBrk="0" fontAlgn="base" hangingPunct="0">
                <a:lnSpc>
                  <a:spcPct val="115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+mn-ea"/>
                </a:defRPr>
              </a:lvl4pPr>
              <a:lvl5pPr marL="2057400" indent="-228600" algn="l" rtl="0" eaLnBrk="0" fontAlgn="base" hangingPunct="0">
                <a:lnSpc>
                  <a:spcPct val="115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+mn-ea"/>
                </a:defRPr>
              </a:lvl5pPr>
            </a:lstStyle>
            <a:p>
              <a:pPr marL="0" lvl="0" indent="0" eaLnBrk="1" hangingPunct="1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800" dirty="0">
                  <a:solidFill>
                    <a:srgbClr val="0000FF"/>
                  </a:solidFill>
                  <a:latin typeface="Times New Roman" panose="02020603050405020304" pitchFamily="18" charset="0"/>
                  <a:ea typeface="隶书" panose="02010509060101010101" pitchFamily="49" charset="-122"/>
                </a:rPr>
                <a:t>front</a:t>
              </a:r>
            </a:p>
          </p:txBody>
        </p:sp>
        <p:sp>
          <p:nvSpPr>
            <p:cNvPr id="81949" name="Line 18"/>
            <p:cNvSpPr/>
            <p:nvPr>
              <p:custDataLst>
                <p:tags r:id="rId26"/>
              </p:custDataLst>
            </p:nvPr>
          </p:nvSpPr>
          <p:spPr>
            <a:xfrm flipV="1">
              <a:off x="4432" y="3465"/>
              <a:ext cx="0" cy="192"/>
            </a:xfrm>
            <a:prstGeom prst="line">
              <a:avLst/>
            </a:prstGeom>
            <a:ln w="9525" cap="flat" cmpd="sng">
              <a:solidFill>
                <a:srgbClr val="660033"/>
              </a:solidFill>
              <a:prstDash val="solid"/>
              <a:headEnd type="none" w="med" len="med"/>
              <a:tailEnd type="triangl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1950" name="Text Box 19"/>
            <p:cNvSpPr txBox="1"/>
            <p:nvPr>
              <p:custDataLst>
                <p:tags r:id="rId27"/>
              </p:custDataLst>
            </p:nvPr>
          </p:nvSpPr>
          <p:spPr>
            <a:xfrm>
              <a:off x="4493" y="3378"/>
              <a:ext cx="464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lnSpc>
                  <a:spcPct val="115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rgbClr val="333399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lnSpc>
                  <a:spcPct val="115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+mn-ea"/>
                </a:defRPr>
              </a:lvl2pPr>
              <a:lvl3pPr marL="1143000" indent="-228600" algn="l" rtl="0" eaLnBrk="0" fontAlgn="base" hangingPunct="0">
                <a:lnSpc>
                  <a:spcPct val="115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+mn-ea"/>
                </a:defRPr>
              </a:lvl3pPr>
              <a:lvl4pPr marL="1600200" indent="-228600" algn="l" rtl="0" eaLnBrk="0" fontAlgn="base" hangingPunct="0">
                <a:lnSpc>
                  <a:spcPct val="115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+mn-ea"/>
                </a:defRPr>
              </a:lvl4pPr>
              <a:lvl5pPr marL="2057400" indent="-228600" algn="l" rtl="0" eaLnBrk="0" fontAlgn="base" hangingPunct="0">
                <a:lnSpc>
                  <a:spcPct val="115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+mn-ea"/>
                </a:defRPr>
              </a:lvl5pPr>
            </a:lstStyle>
            <a:p>
              <a:pPr marL="0" lvl="0" indent="0" eaLnBrk="1" hangingPunct="1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800" dirty="0">
                  <a:solidFill>
                    <a:srgbClr val="0000FF"/>
                  </a:solidFill>
                  <a:latin typeface="Times New Roman" panose="02020603050405020304" pitchFamily="18" charset="0"/>
                  <a:ea typeface="隶书" panose="02010509060101010101" pitchFamily="49" charset="-122"/>
                </a:rPr>
                <a:t>rear</a:t>
              </a:r>
            </a:p>
          </p:txBody>
        </p:sp>
      </p:grpSp>
      <p:sp>
        <p:nvSpPr>
          <p:cNvPr id="81928" name="Rectangle 20"/>
          <p:cNvSpPr/>
          <p:nvPr>
            <p:custDataLst>
              <p:tags r:id="rId5"/>
            </p:custDataLst>
          </p:nvPr>
        </p:nvSpPr>
        <p:spPr>
          <a:xfrm>
            <a:off x="3189605" y="2029143"/>
            <a:ext cx="3657600" cy="381000"/>
          </a:xfrm>
          <a:prstGeom prst="rect">
            <a:avLst/>
          </a:prstGeom>
          <a:solidFill>
            <a:schemeClr val="accent1"/>
          </a:solidFill>
          <a:ln w="9525">
            <a:noFill/>
          </a:ln>
          <a:effectLst>
            <a:outerShdw dist="107763" dir="13499999" algn="ctr" rotWithShape="0">
              <a:srgbClr val="808080"/>
            </a:outerShdw>
          </a:effectLst>
        </p:spPr>
        <p:txBody>
          <a:bodyPr wrap="none" anchor="ctr" anchorCtr="0"/>
          <a:lstStyle>
            <a:lvl1pPr marL="342900" indent="-342900" algn="l" rtl="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rgbClr val="333399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+mn-ea"/>
              </a:defRPr>
            </a:lvl2pPr>
            <a:lvl3pPr marL="1143000" indent="-228600" algn="l" rtl="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+mn-ea"/>
              </a:defRPr>
            </a:lvl3pPr>
            <a:lvl4pPr marL="1600200" indent="-228600" algn="l" rtl="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+mn-ea"/>
              </a:defRPr>
            </a:lvl4pPr>
            <a:lvl5pPr marL="2057400" indent="-228600" algn="l" rtl="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+mn-ea"/>
              </a:defRPr>
            </a:lvl5pPr>
          </a:lstStyle>
          <a:p>
            <a:pPr marL="0" lvl="0" indent="0" ea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zh-CN" altLang="zh-CN" sz="2400" dirty="0">
                <a:solidFill>
                  <a:srgbClr val="660033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                 </a:t>
            </a:r>
            <a:r>
              <a:rPr lang="en-US" altLang="zh-CN" sz="2400" dirty="0">
                <a:solidFill>
                  <a:srgbClr val="660033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D    E   F   G   H</a:t>
            </a:r>
            <a:r>
              <a:rPr lang="en-US" altLang="zh-CN" sz="2800" dirty="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  </a:t>
            </a:r>
          </a:p>
        </p:txBody>
      </p:sp>
      <p:sp>
        <p:nvSpPr>
          <p:cNvPr id="81929" name="Text Box 21"/>
          <p:cNvSpPr txBox="1"/>
          <p:nvPr>
            <p:custDataLst>
              <p:tags r:id="rId6"/>
            </p:custDataLst>
          </p:nvPr>
        </p:nvSpPr>
        <p:spPr>
          <a:xfrm>
            <a:off x="6847205" y="2386330"/>
            <a:ext cx="736600" cy="519113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rgbClr val="333399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+mn-ea"/>
              </a:defRPr>
            </a:lvl2pPr>
            <a:lvl3pPr marL="1143000" indent="-228600" algn="l" rtl="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+mn-ea"/>
              </a:defRPr>
            </a:lvl3pPr>
            <a:lvl4pPr marL="1600200" indent="-228600" algn="l" rtl="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+mn-ea"/>
              </a:defRPr>
            </a:lvl4pPr>
            <a:lvl5pPr marL="2057400" indent="-228600" algn="l" rtl="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+mn-ea"/>
              </a:defRPr>
            </a:lvl5pPr>
          </a:lstStyle>
          <a:p>
            <a:pPr marL="0" lvl="0" indent="0" ea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dirty="0">
                <a:solidFill>
                  <a:srgbClr val="0000FF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rear</a:t>
            </a:r>
          </a:p>
        </p:txBody>
      </p:sp>
      <p:sp>
        <p:nvSpPr>
          <p:cNvPr id="81930" name="Line 22"/>
          <p:cNvSpPr/>
          <p:nvPr>
            <p:custDataLst>
              <p:tags r:id="rId7"/>
            </p:custDataLst>
          </p:nvPr>
        </p:nvSpPr>
        <p:spPr>
          <a:xfrm>
            <a:off x="3570605" y="2029143"/>
            <a:ext cx="0" cy="38100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1931" name="Line 23"/>
          <p:cNvSpPr/>
          <p:nvPr>
            <p:custDataLst>
              <p:tags r:id="rId8"/>
            </p:custDataLst>
          </p:nvPr>
        </p:nvSpPr>
        <p:spPr>
          <a:xfrm>
            <a:off x="3951605" y="2029143"/>
            <a:ext cx="0" cy="38100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1932" name="Line 24"/>
          <p:cNvSpPr/>
          <p:nvPr>
            <p:custDataLst>
              <p:tags r:id="rId9"/>
            </p:custDataLst>
          </p:nvPr>
        </p:nvSpPr>
        <p:spPr>
          <a:xfrm>
            <a:off x="4408805" y="2029143"/>
            <a:ext cx="0" cy="38100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1933" name="Line 25"/>
          <p:cNvSpPr/>
          <p:nvPr>
            <p:custDataLst>
              <p:tags r:id="rId10"/>
            </p:custDataLst>
          </p:nvPr>
        </p:nvSpPr>
        <p:spPr>
          <a:xfrm>
            <a:off x="4866005" y="2029143"/>
            <a:ext cx="0" cy="38100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1934" name="Line 26"/>
          <p:cNvSpPr/>
          <p:nvPr>
            <p:custDataLst>
              <p:tags r:id="rId11"/>
            </p:custDataLst>
          </p:nvPr>
        </p:nvSpPr>
        <p:spPr>
          <a:xfrm>
            <a:off x="5399405" y="2029143"/>
            <a:ext cx="0" cy="38100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1935" name="Line 27"/>
          <p:cNvSpPr/>
          <p:nvPr>
            <p:custDataLst>
              <p:tags r:id="rId12"/>
            </p:custDataLst>
          </p:nvPr>
        </p:nvSpPr>
        <p:spPr>
          <a:xfrm>
            <a:off x="5856605" y="2029143"/>
            <a:ext cx="0" cy="38100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1936" name="Line 28"/>
          <p:cNvSpPr/>
          <p:nvPr>
            <p:custDataLst>
              <p:tags r:id="rId13"/>
            </p:custDataLst>
          </p:nvPr>
        </p:nvSpPr>
        <p:spPr>
          <a:xfrm>
            <a:off x="6313805" y="2029143"/>
            <a:ext cx="0" cy="38100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1937" name="Rectangle 29"/>
          <p:cNvSpPr/>
          <p:nvPr>
            <p:custDataLst>
              <p:tags r:id="rId14"/>
            </p:custDataLst>
          </p:nvPr>
        </p:nvSpPr>
        <p:spPr>
          <a:xfrm>
            <a:off x="1284605" y="871855"/>
            <a:ext cx="3805238" cy="60325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rgbClr val="333399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+mn-ea"/>
              </a:defRPr>
            </a:lvl2pPr>
            <a:lvl3pPr marL="1143000" indent="-228600" algn="l" rtl="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+mn-ea"/>
              </a:defRPr>
            </a:lvl3pPr>
            <a:lvl4pPr marL="1600200" indent="-228600" algn="l" rtl="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+mn-ea"/>
              </a:defRPr>
            </a:lvl4pPr>
            <a:lvl5pPr marL="2057400" indent="-228600" algn="l" rtl="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+mn-ea"/>
              </a:defRPr>
            </a:lvl5pPr>
          </a:lstStyle>
          <a:p>
            <a:pPr marL="0" lvl="0" indent="0" eaLnBrk="1" hangingPunct="1">
              <a:lnSpc>
                <a:spcPct val="105000"/>
              </a:lnSpc>
              <a:buNone/>
            </a:pPr>
            <a:r>
              <a:rPr lang="zh-CN" altLang="en-US" dirty="0">
                <a:latin typeface="Times New Roman" panose="02020603050405020304" pitchFamily="18" charset="0"/>
                <a:ea typeface="隶书" panose="02010509060101010101" pitchFamily="49" charset="-122"/>
              </a:rPr>
              <a:t>（</a:t>
            </a:r>
            <a:r>
              <a:rPr lang="en-US" altLang="zh-CN" dirty="0">
                <a:latin typeface="Times New Roman" panose="02020603050405020304" pitchFamily="18" charset="0"/>
                <a:ea typeface="隶书" panose="02010509060101010101" pitchFamily="49" charset="-122"/>
              </a:rPr>
              <a:t>D</a:t>
            </a:r>
            <a:r>
              <a:rPr lang="zh-CN" altLang="en-US" dirty="0">
                <a:latin typeface="Times New Roman" panose="02020603050405020304" pitchFamily="18" charset="0"/>
                <a:ea typeface="隶书" panose="02010509060101010101" pitchFamily="49" charset="-122"/>
              </a:rPr>
              <a:t>）</a:t>
            </a:r>
            <a:r>
              <a:rPr lang="en-US" altLang="zh-CN" dirty="0">
                <a:latin typeface="Times New Roman" panose="02020603050405020304" pitchFamily="18" charset="0"/>
                <a:ea typeface="隶书" panose="02010509060101010101" pitchFamily="49" charset="-122"/>
              </a:rPr>
              <a:t>F</a:t>
            </a:r>
            <a:r>
              <a:rPr lang="zh-CN" altLang="en-US" dirty="0">
                <a:latin typeface="Times New Roman" panose="02020603050405020304" pitchFamily="18" charset="0"/>
                <a:ea typeface="隶书" panose="02010509060101010101" pitchFamily="49" charset="-122"/>
              </a:rPr>
              <a:t>、</a:t>
            </a:r>
            <a:r>
              <a:rPr lang="en-US" altLang="zh-CN" dirty="0">
                <a:latin typeface="Times New Roman" panose="02020603050405020304" pitchFamily="18" charset="0"/>
                <a:ea typeface="隶书" panose="02010509060101010101" pitchFamily="49" charset="-122"/>
              </a:rPr>
              <a:t>G</a:t>
            </a:r>
            <a:r>
              <a:rPr lang="zh-CN" altLang="en-US" dirty="0">
                <a:latin typeface="Times New Roman" panose="02020603050405020304" pitchFamily="18" charset="0"/>
                <a:ea typeface="隶书" panose="02010509060101010101" pitchFamily="49" charset="-122"/>
              </a:rPr>
              <a:t>、</a:t>
            </a:r>
            <a:r>
              <a:rPr lang="en-US" altLang="zh-CN" dirty="0">
                <a:latin typeface="Times New Roman" panose="02020603050405020304" pitchFamily="18" charset="0"/>
                <a:ea typeface="隶书" panose="02010509060101010101" pitchFamily="49" charset="-122"/>
              </a:rPr>
              <a:t>H</a:t>
            </a:r>
            <a:r>
              <a:rPr lang="zh-CN" altLang="en-US" dirty="0">
                <a:latin typeface="Times New Roman" panose="02020603050405020304" pitchFamily="18" charset="0"/>
                <a:ea typeface="隶书" panose="02010509060101010101" pitchFamily="49" charset="-122"/>
              </a:rPr>
              <a:t>入队</a:t>
            </a:r>
          </a:p>
        </p:txBody>
      </p:sp>
      <p:sp>
        <p:nvSpPr>
          <p:cNvPr id="81938" name="Rectangle 30"/>
          <p:cNvSpPr/>
          <p:nvPr>
            <p:custDataLst>
              <p:tags r:id="rId15"/>
            </p:custDataLst>
          </p:nvPr>
        </p:nvSpPr>
        <p:spPr>
          <a:xfrm>
            <a:off x="827405" y="2853055"/>
            <a:ext cx="7745413" cy="60325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rgbClr val="333399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+mn-ea"/>
              </a:defRPr>
            </a:lvl2pPr>
            <a:lvl3pPr marL="1143000" indent="-228600" algn="l" rtl="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+mn-ea"/>
              </a:defRPr>
            </a:lvl3pPr>
            <a:lvl4pPr marL="1600200" indent="-228600" algn="l" rtl="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+mn-ea"/>
              </a:defRPr>
            </a:lvl4pPr>
            <a:lvl5pPr marL="2057400" indent="-228600" algn="l" rtl="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+mn-ea"/>
              </a:defRPr>
            </a:lvl5pPr>
          </a:lstStyle>
          <a:p>
            <a:pPr marL="0" lvl="0" indent="0" eaLnBrk="1" hangingPunct="1">
              <a:lnSpc>
                <a:spcPct val="105000"/>
              </a:lnSpc>
              <a:buNone/>
            </a:pPr>
            <a:r>
              <a:rPr lang="en-US" altLang="zh-CN" dirty="0">
                <a:latin typeface="Times New Roman" panose="02020603050405020304" pitchFamily="18" charset="0"/>
                <a:ea typeface="隶书" panose="02010509060101010101" pitchFamily="49" charset="-122"/>
              </a:rPr>
              <a:t>(E</a:t>
            </a:r>
            <a:r>
              <a:rPr lang="zh-CN" altLang="en-US" dirty="0">
                <a:latin typeface="Times New Roman" panose="02020603050405020304" pitchFamily="18" charset="0"/>
                <a:ea typeface="隶书" panose="02010509060101010101" pitchFamily="49" charset="-122"/>
              </a:rPr>
              <a:t>）</a:t>
            </a:r>
            <a:r>
              <a:rPr lang="en-US" altLang="zh-CN" dirty="0">
                <a:latin typeface="Times New Roman" panose="02020603050405020304" pitchFamily="18" charset="0"/>
                <a:ea typeface="隶书" panose="02010509060101010101" pitchFamily="49" charset="-122"/>
              </a:rPr>
              <a:t>D</a:t>
            </a:r>
            <a:r>
              <a:rPr lang="zh-CN" altLang="en-US" dirty="0">
                <a:latin typeface="Times New Roman" panose="02020603050405020304" pitchFamily="18" charset="0"/>
                <a:ea typeface="隶书" panose="02010509060101010101" pitchFamily="49" charset="-122"/>
              </a:rPr>
              <a:t>、</a:t>
            </a:r>
            <a:r>
              <a:rPr lang="en-US" altLang="zh-CN" dirty="0">
                <a:latin typeface="Times New Roman" panose="02020603050405020304" pitchFamily="18" charset="0"/>
                <a:ea typeface="隶书" panose="02010509060101010101" pitchFamily="49" charset="-122"/>
              </a:rPr>
              <a:t>E</a:t>
            </a:r>
            <a:r>
              <a:rPr lang="zh-CN" altLang="en-US" dirty="0">
                <a:latin typeface="Times New Roman" panose="02020603050405020304" pitchFamily="18" charset="0"/>
                <a:ea typeface="隶书" panose="02010509060101010101" pitchFamily="49" charset="-122"/>
              </a:rPr>
              <a:t>、</a:t>
            </a:r>
            <a:r>
              <a:rPr lang="en-US" altLang="zh-CN" dirty="0">
                <a:latin typeface="Times New Roman" panose="02020603050405020304" pitchFamily="18" charset="0"/>
                <a:ea typeface="隶书" panose="02010509060101010101" pitchFamily="49" charset="-122"/>
              </a:rPr>
              <a:t>F</a:t>
            </a:r>
            <a:r>
              <a:rPr lang="zh-CN" altLang="en-US" dirty="0">
                <a:latin typeface="Times New Roman" panose="02020603050405020304" pitchFamily="18" charset="0"/>
                <a:ea typeface="隶书" panose="02010509060101010101" pitchFamily="49" charset="-122"/>
              </a:rPr>
              <a:t>、</a:t>
            </a:r>
            <a:r>
              <a:rPr lang="en-US" altLang="zh-CN" dirty="0">
                <a:latin typeface="Times New Roman" panose="02020603050405020304" pitchFamily="18" charset="0"/>
                <a:ea typeface="隶书" panose="02010509060101010101" pitchFamily="49" charset="-122"/>
              </a:rPr>
              <a:t>G</a:t>
            </a:r>
            <a:r>
              <a:rPr lang="zh-CN" altLang="en-US" dirty="0">
                <a:latin typeface="Times New Roman" panose="02020603050405020304" pitchFamily="18" charset="0"/>
                <a:ea typeface="隶书" panose="02010509060101010101" pitchFamily="49" charset="-122"/>
              </a:rPr>
              <a:t>、</a:t>
            </a:r>
            <a:r>
              <a:rPr lang="en-US" altLang="zh-CN" dirty="0">
                <a:latin typeface="Times New Roman" panose="02020603050405020304" pitchFamily="18" charset="0"/>
                <a:ea typeface="隶书" panose="02010509060101010101" pitchFamily="49" charset="-122"/>
              </a:rPr>
              <a:t>H</a:t>
            </a:r>
            <a:r>
              <a:rPr lang="zh-CN" altLang="en-US" dirty="0">
                <a:latin typeface="Times New Roman" panose="02020603050405020304" pitchFamily="18" charset="0"/>
                <a:ea typeface="隶书" panose="02010509060101010101" pitchFamily="49" charset="-122"/>
              </a:rPr>
              <a:t>出队，出现假“溢出”</a:t>
            </a:r>
          </a:p>
        </p:txBody>
      </p:sp>
    </p:spTree>
  </p:cSld>
  <p:clrMapOvr>
    <a:masterClrMapping/>
  </p:clrMapOvr>
  <p:transition/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4930" name="Comment 2"/>
          <p:cNvSpPr>
            <a:spLocks noChangeArrowheads="1"/>
          </p:cNvSpPr>
          <p:nvPr/>
        </p:nvSpPr>
        <p:spPr bwMode="auto">
          <a:xfrm>
            <a:off x="-47625" y="0"/>
            <a:ext cx="5556250" cy="650875"/>
          </a:xfrm>
          <a:prstGeom prst="rect">
            <a:avLst/>
          </a:prstGeom>
          <a:solidFill>
            <a:srgbClr val="FCFDC6"/>
          </a:solidFill>
          <a:ln w="9525">
            <a:solidFill>
              <a:schemeClr val="tx1"/>
            </a:solidFill>
            <a:miter lim="800000"/>
          </a:ln>
          <a:effectLst>
            <a:outerShdw dist="107763" dir="2700000" algn="ctr" rotWithShape="0">
              <a:schemeClr val="bg2"/>
            </a:outerShdw>
          </a:effectLst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3600" b="1" i="0" u="none" strike="noStrike" kern="1200" cap="none" spc="0" normalizeH="0" baseline="0" noProof="0">
                <a:ln>
                  <a:noFill/>
                </a:ln>
                <a:solidFill>
                  <a:schemeClr val="hlink"/>
                </a:solidFill>
                <a:effectLst/>
                <a:uLnTx/>
                <a:uFillTx/>
                <a:latin typeface="Arial" panose="020B0604020202020204" pitchFamily="34" charset="0"/>
                <a:ea typeface="楷体_GB2312" charset="-122"/>
                <a:cs typeface="+mn-cs"/>
                <a:sym typeface="+mn-ea"/>
              </a:rPr>
              <a:t>解决的方法－－循环队列</a:t>
            </a:r>
          </a:p>
        </p:txBody>
      </p:sp>
      <p:grpSp>
        <p:nvGrpSpPr>
          <p:cNvPr id="60418" name="Group 3"/>
          <p:cNvGrpSpPr>
            <a:grpSpLocks noChangeAspect="1"/>
          </p:cNvGrpSpPr>
          <p:nvPr/>
        </p:nvGrpSpPr>
        <p:grpSpPr>
          <a:xfrm>
            <a:off x="60325" y="2133600"/>
            <a:ext cx="4872038" cy="3697288"/>
            <a:chOff x="113" y="572"/>
            <a:chExt cx="3402" cy="1996"/>
          </a:xfrm>
        </p:grpSpPr>
        <p:sp>
          <p:nvSpPr>
            <p:cNvPr id="60419" name="AutoShape 4"/>
            <p:cNvSpPr>
              <a:spLocks noChangeAspect="1" noTextEdit="1"/>
            </p:cNvSpPr>
            <p:nvPr/>
          </p:nvSpPr>
          <p:spPr>
            <a:xfrm>
              <a:off x="113" y="572"/>
              <a:ext cx="3402" cy="1996"/>
            </a:xfrm>
            <a:prstGeom prst="rect">
              <a:avLst/>
            </a:prstGeom>
            <a:solidFill>
              <a:schemeClr val="accent1"/>
            </a:solidFill>
            <a:ln w="9525">
              <a:noFill/>
            </a:ln>
          </p:spPr>
          <p:txBody>
            <a:bodyPr anchor="t" anchorCtr="0"/>
            <a:lstStyle/>
            <a:p>
              <a:pPr eaLnBrk="0" hangingPunct="0"/>
              <a:endParaRPr lang="zh-CN" altLang="en-US">
                <a:latin typeface="Times New Roman" panose="02020603050405020304" pitchFamily="18" charset="0"/>
                <a:ea typeface="楷体_GB2312" charset="-122"/>
              </a:endParaRPr>
            </a:p>
          </p:txBody>
        </p:sp>
        <p:sp>
          <p:nvSpPr>
            <p:cNvPr id="60420" name="Freeform 5"/>
            <p:cNvSpPr/>
            <p:nvPr/>
          </p:nvSpPr>
          <p:spPr>
            <a:xfrm>
              <a:off x="781" y="583"/>
              <a:ext cx="2190" cy="1971"/>
            </a:xfrm>
            <a:custGeom>
              <a:avLst/>
              <a:gdLst/>
              <a:ahLst/>
              <a:cxnLst>
                <a:cxn ang="0">
                  <a:pos x="0" y="987"/>
                </a:cxn>
                <a:cxn ang="0">
                  <a:pos x="4" y="871"/>
                </a:cxn>
                <a:cxn ang="0">
                  <a:pos x="27" y="759"/>
                </a:cxn>
                <a:cxn ang="0">
                  <a:pos x="66" y="647"/>
                </a:cxn>
                <a:cxn ang="0">
                  <a:pos x="116" y="542"/>
                </a:cxn>
                <a:cxn ang="0">
                  <a:pos x="179" y="444"/>
                </a:cxn>
                <a:cxn ang="0">
                  <a:pos x="256" y="353"/>
                </a:cxn>
                <a:cxn ang="0">
                  <a:pos x="342" y="269"/>
                </a:cxn>
                <a:cxn ang="0">
                  <a:pos x="439" y="196"/>
                </a:cxn>
                <a:cxn ang="0">
                  <a:pos x="548" y="133"/>
                </a:cxn>
                <a:cxn ang="0">
                  <a:pos x="660" y="80"/>
                </a:cxn>
                <a:cxn ang="0">
                  <a:pos x="781" y="42"/>
                </a:cxn>
                <a:cxn ang="0">
                  <a:pos x="905" y="14"/>
                </a:cxn>
                <a:cxn ang="0">
                  <a:pos x="1029" y="0"/>
                </a:cxn>
                <a:cxn ang="0">
                  <a:pos x="1157" y="0"/>
                </a:cxn>
                <a:cxn ang="0">
                  <a:pos x="1285" y="14"/>
                </a:cxn>
                <a:cxn ang="0">
                  <a:pos x="1406" y="42"/>
                </a:cxn>
                <a:cxn ang="0">
                  <a:pos x="1526" y="80"/>
                </a:cxn>
                <a:cxn ang="0">
                  <a:pos x="1643" y="133"/>
                </a:cxn>
                <a:cxn ang="0">
                  <a:pos x="1748" y="196"/>
                </a:cxn>
                <a:cxn ang="0">
                  <a:pos x="1845" y="269"/>
                </a:cxn>
                <a:cxn ang="0">
                  <a:pos x="1934" y="353"/>
                </a:cxn>
                <a:cxn ang="0">
                  <a:pos x="2008" y="444"/>
                </a:cxn>
                <a:cxn ang="0">
                  <a:pos x="2074" y="542"/>
                </a:cxn>
                <a:cxn ang="0">
                  <a:pos x="2124" y="647"/>
                </a:cxn>
                <a:cxn ang="0">
                  <a:pos x="2159" y="759"/>
                </a:cxn>
                <a:cxn ang="0">
                  <a:pos x="2183" y="871"/>
                </a:cxn>
                <a:cxn ang="0">
                  <a:pos x="2190" y="987"/>
                </a:cxn>
                <a:cxn ang="0">
                  <a:pos x="2183" y="1103"/>
                </a:cxn>
                <a:cxn ang="0">
                  <a:pos x="2159" y="1215"/>
                </a:cxn>
                <a:cxn ang="0">
                  <a:pos x="2124" y="1323"/>
                </a:cxn>
                <a:cxn ang="0">
                  <a:pos x="2074" y="1432"/>
                </a:cxn>
                <a:cxn ang="0">
                  <a:pos x="2008" y="1530"/>
                </a:cxn>
                <a:cxn ang="0">
                  <a:pos x="1934" y="1621"/>
                </a:cxn>
                <a:cxn ang="0">
                  <a:pos x="1845" y="1705"/>
                </a:cxn>
                <a:cxn ang="0">
                  <a:pos x="1748" y="1778"/>
                </a:cxn>
                <a:cxn ang="0">
                  <a:pos x="1643" y="1841"/>
                </a:cxn>
                <a:cxn ang="0">
                  <a:pos x="1526" y="1894"/>
                </a:cxn>
                <a:cxn ang="0">
                  <a:pos x="1406" y="1932"/>
                </a:cxn>
                <a:cxn ang="0">
                  <a:pos x="1285" y="1960"/>
                </a:cxn>
                <a:cxn ang="0">
                  <a:pos x="1157" y="1971"/>
                </a:cxn>
                <a:cxn ang="0">
                  <a:pos x="1029" y="1971"/>
                </a:cxn>
                <a:cxn ang="0">
                  <a:pos x="905" y="1960"/>
                </a:cxn>
                <a:cxn ang="0">
                  <a:pos x="781" y="1932"/>
                </a:cxn>
                <a:cxn ang="0">
                  <a:pos x="660" y="1894"/>
                </a:cxn>
                <a:cxn ang="0">
                  <a:pos x="548" y="1841"/>
                </a:cxn>
                <a:cxn ang="0">
                  <a:pos x="439" y="1778"/>
                </a:cxn>
                <a:cxn ang="0">
                  <a:pos x="342" y="1705"/>
                </a:cxn>
                <a:cxn ang="0">
                  <a:pos x="256" y="1621"/>
                </a:cxn>
                <a:cxn ang="0">
                  <a:pos x="179" y="1530"/>
                </a:cxn>
                <a:cxn ang="0">
                  <a:pos x="116" y="1432"/>
                </a:cxn>
                <a:cxn ang="0">
                  <a:pos x="66" y="1323"/>
                </a:cxn>
                <a:cxn ang="0">
                  <a:pos x="27" y="1215"/>
                </a:cxn>
                <a:cxn ang="0">
                  <a:pos x="4" y="1103"/>
                </a:cxn>
                <a:cxn ang="0">
                  <a:pos x="0" y="987"/>
                </a:cxn>
              </a:cxnLst>
              <a:rect l="0" t="0" r="0" b="0"/>
              <a:pathLst>
                <a:path w="2190" h="1971">
                  <a:moveTo>
                    <a:pt x="0" y="987"/>
                  </a:moveTo>
                  <a:lnTo>
                    <a:pt x="4" y="871"/>
                  </a:lnTo>
                  <a:lnTo>
                    <a:pt x="27" y="759"/>
                  </a:lnTo>
                  <a:lnTo>
                    <a:pt x="66" y="647"/>
                  </a:lnTo>
                  <a:lnTo>
                    <a:pt x="116" y="542"/>
                  </a:lnTo>
                  <a:lnTo>
                    <a:pt x="179" y="444"/>
                  </a:lnTo>
                  <a:lnTo>
                    <a:pt x="256" y="353"/>
                  </a:lnTo>
                  <a:lnTo>
                    <a:pt x="342" y="269"/>
                  </a:lnTo>
                  <a:lnTo>
                    <a:pt x="439" y="196"/>
                  </a:lnTo>
                  <a:lnTo>
                    <a:pt x="548" y="133"/>
                  </a:lnTo>
                  <a:lnTo>
                    <a:pt x="660" y="80"/>
                  </a:lnTo>
                  <a:lnTo>
                    <a:pt x="781" y="42"/>
                  </a:lnTo>
                  <a:lnTo>
                    <a:pt x="905" y="14"/>
                  </a:lnTo>
                  <a:lnTo>
                    <a:pt x="1029" y="0"/>
                  </a:lnTo>
                  <a:lnTo>
                    <a:pt x="1157" y="0"/>
                  </a:lnTo>
                  <a:lnTo>
                    <a:pt x="1285" y="14"/>
                  </a:lnTo>
                  <a:lnTo>
                    <a:pt x="1406" y="42"/>
                  </a:lnTo>
                  <a:lnTo>
                    <a:pt x="1526" y="80"/>
                  </a:lnTo>
                  <a:lnTo>
                    <a:pt x="1643" y="133"/>
                  </a:lnTo>
                  <a:lnTo>
                    <a:pt x="1748" y="196"/>
                  </a:lnTo>
                  <a:lnTo>
                    <a:pt x="1845" y="269"/>
                  </a:lnTo>
                  <a:lnTo>
                    <a:pt x="1934" y="353"/>
                  </a:lnTo>
                  <a:lnTo>
                    <a:pt x="2008" y="444"/>
                  </a:lnTo>
                  <a:lnTo>
                    <a:pt x="2074" y="542"/>
                  </a:lnTo>
                  <a:lnTo>
                    <a:pt x="2124" y="647"/>
                  </a:lnTo>
                  <a:lnTo>
                    <a:pt x="2159" y="759"/>
                  </a:lnTo>
                  <a:lnTo>
                    <a:pt x="2183" y="871"/>
                  </a:lnTo>
                  <a:lnTo>
                    <a:pt x="2190" y="987"/>
                  </a:lnTo>
                  <a:lnTo>
                    <a:pt x="2183" y="1103"/>
                  </a:lnTo>
                  <a:lnTo>
                    <a:pt x="2159" y="1215"/>
                  </a:lnTo>
                  <a:lnTo>
                    <a:pt x="2124" y="1323"/>
                  </a:lnTo>
                  <a:lnTo>
                    <a:pt x="2074" y="1432"/>
                  </a:lnTo>
                  <a:lnTo>
                    <a:pt x="2008" y="1530"/>
                  </a:lnTo>
                  <a:lnTo>
                    <a:pt x="1934" y="1621"/>
                  </a:lnTo>
                  <a:lnTo>
                    <a:pt x="1845" y="1705"/>
                  </a:lnTo>
                  <a:lnTo>
                    <a:pt x="1748" y="1778"/>
                  </a:lnTo>
                  <a:lnTo>
                    <a:pt x="1643" y="1841"/>
                  </a:lnTo>
                  <a:lnTo>
                    <a:pt x="1526" y="1894"/>
                  </a:lnTo>
                  <a:lnTo>
                    <a:pt x="1406" y="1932"/>
                  </a:lnTo>
                  <a:lnTo>
                    <a:pt x="1285" y="1960"/>
                  </a:lnTo>
                  <a:lnTo>
                    <a:pt x="1157" y="1971"/>
                  </a:lnTo>
                  <a:lnTo>
                    <a:pt x="1029" y="1971"/>
                  </a:lnTo>
                  <a:lnTo>
                    <a:pt x="905" y="1960"/>
                  </a:lnTo>
                  <a:lnTo>
                    <a:pt x="781" y="1932"/>
                  </a:lnTo>
                  <a:lnTo>
                    <a:pt x="660" y="1894"/>
                  </a:lnTo>
                  <a:lnTo>
                    <a:pt x="548" y="1841"/>
                  </a:lnTo>
                  <a:lnTo>
                    <a:pt x="439" y="1778"/>
                  </a:lnTo>
                  <a:lnTo>
                    <a:pt x="342" y="1705"/>
                  </a:lnTo>
                  <a:lnTo>
                    <a:pt x="256" y="1621"/>
                  </a:lnTo>
                  <a:lnTo>
                    <a:pt x="179" y="1530"/>
                  </a:lnTo>
                  <a:lnTo>
                    <a:pt x="116" y="1432"/>
                  </a:lnTo>
                  <a:lnTo>
                    <a:pt x="66" y="1323"/>
                  </a:lnTo>
                  <a:lnTo>
                    <a:pt x="27" y="1215"/>
                  </a:lnTo>
                  <a:lnTo>
                    <a:pt x="4" y="1103"/>
                  </a:lnTo>
                  <a:lnTo>
                    <a:pt x="0" y="987"/>
                  </a:lnTo>
                  <a:close/>
                </a:path>
              </a:pathLst>
            </a:custGeom>
            <a:solidFill>
              <a:srgbClr val="FFFFFF"/>
            </a:solidFill>
            <a:ln w="635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0421" name="Freeform 6"/>
            <p:cNvSpPr/>
            <p:nvPr/>
          </p:nvSpPr>
          <p:spPr>
            <a:xfrm>
              <a:off x="1410" y="1118"/>
              <a:ext cx="835" cy="802"/>
            </a:xfrm>
            <a:custGeom>
              <a:avLst/>
              <a:gdLst/>
              <a:ahLst/>
              <a:cxnLst>
                <a:cxn ang="0">
                  <a:pos x="0" y="399"/>
                </a:cxn>
                <a:cxn ang="0">
                  <a:pos x="4" y="326"/>
                </a:cxn>
                <a:cxn ang="0">
                  <a:pos x="27" y="256"/>
                </a:cxn>
                <a:cxn ang="0">
                  <a:pos x="62" y="189"/>
                </a:cxn>
                <a:cxn ang="0">
                  <a:pos x="109" y="130"/>
                </a:cxn>
                <a:cxn ang="0">
                  <a:pos x="163" y="81"/>
                </a:cxn>
                <a:cxn ang="0">
                  <a:pos x="229" y="42"/>
                </a:cxn>
                <a:cxn ang="0">
                  <a:pos x="303" y="14"/>
                </a:cxn>
                <a:cxn ang="0">
                  <a:pos x="377" y="0"/>
                </a:cxn>
                <a:cxn ang="0">
                  <a:pos x="454" y="0"/>
                </a:cxn>
                <a:cxn ang="0">
                  <a:pos x="532" y="14"/>
                </a:cxn>
                <a:cxn ang="0">
                  <a:pos x="602" y="42"/>
                </a:cxn>
                <a:cxn ang="0">
                  <a:pos x="668" y="81"/>
                </a:cxn>
                <a:cxn ang="0">
                  <a:pos x="726" y="130"/>
                </a:cxn>
                <a:cxn ang="0">
                  <a:pos x="773" y="189"/>
                </a:cxn>
                <a:cxn ang="0">
                  <a:pos x="808" y="256"/>
                </a:cxn>
                <a:cxn ang="0">
                  <a:pos x="827" y="326"/>
                </a:cxn>
                <a:cxn ang="0">
                  <a:pos x="835" y="399"/>
                </a:cxn>
                <a:cxn ang="0">
                  <a:pos x="827" y="473"/>
                </a:cxn>
                <a:cxn ang="0">
                  <a:pos x="808" y="547"/>
                </a:cxn>
                <a:cxn ang="0">
                  <a:pos x="773" y="613"/>
                </a:cxn>
                <a:cxn ang="0">
                  <a:pos x="726" y="673"/>
                </a:cxn>
                <a:cxn ang="0">
                  <a:pos x="668" y="722"/>
                </a:cxn>
                <a:cxn ang="0">
                  <a:pos x="602" y="760"/>
                </a:cxn>
                <a:cxn ang="0">
                  <a:pos x="532" y="788"/>
                </a:cxn>
                <a:cxn ang="0">
                  <a:pos x="454" y="802"/>
                </a:cxn>
                <a:cxn ang="0">
                  <a:pos x="377" y="802"/>
                </a:cxn>
                <a:cxn ang="0">
                  <a:pos x="303" y="788"/>
                </a:cxn>
                <a:cxn ang="0">
                  <a:pos x="229" y="760"/>
                </a:cxn>
                <a:cxn ang="0">
                  <a:pos x="163" y="722"/>
                </a:cxn>
                <a:cxn ang="0">
                  <a:pos x="109" y="673"/>
                </a:cxn>
                <a:cxn ang="0">
                  <a:pos x="62" y="613"/>
                </a:cxn>
                <a:cxn ang="0">
                  <a:pos x="27" y="547"/>
                </a:cxn>
                <a:cxn ang="0">
                  <a:pos x="4" y="473"/>
                </a:cxn>
                <a:cxn ang="0">
                  <a:pos x="0" y="399"/>
                </a:cxn>
              </a:cxnLst>
              <a:rect l="0" t="0" r="0" b="0"/>
              <a:pathLst>
                <a:path w="835" h="802">
                  <a:moveTo>
                    <a:pt x="0" y="399"/>
                  </a:moveTo>
                  <a:lnTo>
                    <a:pt x="4" y="326"/>
                  </a:lnTo>
                  <a:lnTo>
                    <a:pt x="27" y="256"/>
                  </a:lnTo>
                  <a:lnTo>
                    <a:pt x="62" y="189"/>
                  </a:lnTo>
                  <a:lnTo>
                    <a:pt x="109" y="130"/>
                  </a:lnTo>
                  <a:lnTo>
                    <a:pt x="163" y="81"/>
                  </a:lnTo>
                  <a:lnTo>
                    <a:pt x="229" y="42"/>
                  </a:lnTo>
                  <a:lnTo>
                    <a:pt x="303" y="14"/>
                  </a:lnTo>
                  <a:lnTo>
                    <a:pt x="377" y="0"/>
                  </a:lnTo>
                  <a:lnTo>
                    <a:pt x="454" y="0"/>
                  </a:lnTo>
                  <a:lnTo>
                    <a:pt x="532" y="14"/>
                  </a:lnTo>
                  <a:lnTo>
                    <a:pt x="602" y="42"/>
                  </a:lnTo>
                  <a:lnTo>
                    <a:pt x="668" y="81"/>
                  </a:lnTo>
                  <a:lnTo>
                    <a:pt x="726" y="130"/>
                  </a:lnTo>
                  <a:lnTo>
                    <a:pt x="773" y="189"/>
                  </a:lnTo>
                  <a:lnTo>
                    <a:pt x="808" y="256"/>
                  </a:lnTo>
                  <a:lnTo>
                    <a:pt x="827" y="326"/>
                  </a:lnTo>
                  <a:lnTo>
                    <a:pt x="835" y="399"/>
                  </a:lnTo>
                  <a:lnTo>
                    <a:pt x="827" y="473"/>
                  </a:lnTo>
                  <a:lnTo>
                    <a:pt x="808" y="547"/>
                  </a:lnTo>
                  <a:lnTo>
                    <a:pt x="773" y="613"/>
                  </a:lnTo>
                  <a:lnTo>
                    <a:pt x="726" y="673"/>
                  </a:lnTo>
                  <a:lnTo>
                    <a:pt x="668" y="722"/>
                  </a:lnTo>
                  <a:lnTo>
                    <a:pt x="602" y="760"/>
                  </a:lnTo>
                  <a:lnTo>
                    <a:pt x="532" y="788"/>
                  </a:lnTo>
                  <a:lnTo>
                    <a:pt x="454" y="802"/>
                  </a:lnTo>
                  <a:lnTo>
                    <a:pt x="377" y="802"/>
                  </a:lnTo>
                  <a:lnTo>
                    <a:pt x="303" y="788"/>
                  </a:lnTo>
                  <a:lnTo>
                    <a:pt x="229" y="760"/>
                  </a:lnTo>
                  <a:lnTo>
                    <a:pt x="163" y="722"/>
                  </a:lnTo>
                  <a:lnTo>
                    <a:pt x="109" y="673"/>
                  </a:lnTo>
                  <a:lnTo>
                    <a:pt x="62" y="613"/>
                  </a:lnTo>
                  <a:lnTo>
                    <a:pt x="27" y="547"/>
                  </a:lnTo>
                  <a:lnTo>
                    <a:pt x="4" y="473"/>
                  </a:lnTo>
                  <a:lnTo>
                    <a:pt x="0" y="399"/>
                  </a:lnTo>
                  <a:close/>
                </a:path>
              </a:pathLst>
            </a:custGeom>
            <a:solidFill>
              <a:srgbClr val="FFFFFF"/>
            </a:solidFill>
            <a:ln w="635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0422" name="Line 7"/>
            <p:cNvSpPr/>
            <p:nvPr/>
          </p:nvSpPr>
          <p:spPr>
            <a:xfrm flipH="1" flipV="1">
              <a:off x="1266" y="754"/>
              <a:ext cx="342" cy="417"/>
            </a:xfrm>
            <a:prstGeom prst="line">
              <a:avLst/>
            </a:prstGeom>
            <a:ln w="635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0423" name="Line 8"/>
            <p:cNvSpPr/>
            <p:nvPr/>
          </p:nvSpPr>
          <p:spPr>
            <a:xfrm flipV="1">
              <a:off x="2028" y="670"/>
              <a:ext cx="337" cy="504"/>
            </a:xfrm>
            <a:prstGeom prst="line">
              <a:avLst/>
            </a:prstGeom>
            <a:ln w="635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0424" name="Line 9"/>
            <p:cNvSpPr/>
            <p:nvPr/>
          </p:nvSpPr>
          <p:spPr>
            <a:xfrm>
              <a:off x="777" y="1524"/>
              <a:ext cx="633" cy="1"/>
            </a:xfrm>
            <a:prstGeom prst="line">
              <a:avLst/>
            </a:prstGeom>
            <a:ln w="635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0425" name="Line 10"/>
            <p:cNvSpPr/>
            <p:nvPr/>
          </p:nvSpPr>
          <p:spPr>
            <a:xfrm flipH="1">
              <a:off x="1111" y="1868"/>
              <a:ext cx="486" cy="402"/>
            </a:xfrm>
            <a:prstGeom prst="line">
              <a:avLst/>
            </a:prstGeom>
            <a:ln w="635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0426" name="Line 11"/>
            <p:cNvSpPr/>
            <p:nvPr/>
          </p:nvSpPr>
          <p:spPr>
            <a:xfrm>
              <a:off x="2035" y="1864"/>
              <a:ext cx="354" cy="532"/>
            </a:xfrm>
            <a:prstGeom prst="line">
              <a:avLst/>
            </a:prstGeom>
            <a:ln w="635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0427" name="Line 12"/>
            <p:cNvSpPr/>
            <p:nvPr/>
          </p:nvSpPr>
          <p:spPr>
            <a:xfrm flipV="1">
              <a:off x="2249" y="1524"/>
              <a:ext cx="664" cy="4"/>
            </a:xfrm>
            <a:prstGeom prst="line">
              <a:avLst/>
            </a:prstGeom>
            <a:ln w="635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0428" name="Rectangle 13"/>
            <p:cNvSpPr/>
            <p:nvPr/>
          </p:nvSpPr>
          <p:spPr>
            <a:xfrm>
              <a:off x="2964" y="1181"/>
              <a:ext cx="94" cy="173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342900" indent="-342900" eaLnBrk="0" hangingPunct="0">
                <a:spcBef>
                  <a:spcPct val="20000"/>
                </a:spcBef>
              </a:pPr>
              <a:r>
                <a:rPr lang="en-US" altLang="zh-CN" sz="2100" dirty="0"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1</a:t>
              </a:r>
              <a:endParaRPr lang="en-US" altLang="zh-CN" sz="3200" dirty="0">
                <a:latin typeface="Times New Roman" panose="02020603050405020304" pitchFamily="18" charset="0"/>
                <a:ea typeface="楷体_GB2312" charset="-122"/>
              </a:endParaRPr>
            </a:p>
          </p:txBody>
        </p:sp>
        <p:sp>
          <p:nvSpPr>
            <p:cNvPr id="60429" name="Rectangle 14"/>
            <p:cNvSpPr/>
            <p:nvPr/>
          </p:nvSpPr>
          <p:spPr>
            <a:xfrm>
              <a:off x="2715" y="705"/>
              <a:ext cx="94" cy="173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342900" indent="-342900" eaLnBrk="0" hangingPunct="0">
                <a:spcBef>
                  <a:spcPct val="20000"/>
                </a:spcBef>
              </a:pPr>
              <a:r>
                <a:rPr lang="en-US" altLang="zh-CN" sz="2100" dirty="0"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0</a:t>
              </a:r>
              <a:endParaRPr lang="en-US" altLang="zh-CN" sz="3200" dirty="0">
                <a:latin typeface="Times New Roman" panose="02020603050405020304" pitchFamily="18" charset="0"/>
                <a:ea typeface="楷体_GB2312" charset="-122"/>
              </a:endParaRPr>
            </a:p>
          </p:txBody>
        </p:sp>
        <p:sp>
          <p:nvSpPr>
            <p:cNvPr id="60430" name="Rectangle 15"/>
            <p:cNvSpPr/>
            <p:nvPr/>
          </p:nvSpPr>
          <p:spPr>
            <a:xfrm>
              <a:off x="191" y="2050"/>
              <a:ext cx="334" cy="143"/>
            </a:xfrm>
            <a:prstGeom prst="rect">
              <a:avLst/>
            </a:prstGeom>
            <a:solidFill>
              <a:srgbClr val="FFFFFF"/>
            </a:solidFill>
            <a:ln w="6350" cap="flat" cmpd="sng">
              <a:solidFill>
                <a:srgbClr val="00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anchor="t" anchorCtr="0"/>
            <a:lstStyle/>
            <a:p>
              <a:pPr eaLnBrk="0" hangingPunct="0">
                <a:spcBef>
                  <a:spcPct val="20000"/>
                </a:spcBef>
              </a:pPr>
              <a:endParaRPr lang="zh-CN" altLang="en-US" dirty="0">
                <a:latin typeface="Times New Roman" panose="02020603050405020304" pitchFamily="18" charset="0"/>
                <a:ea typeface="楷体_GB2312" charset="-122"/>
              </a:endParaRPr>
            </a:p>
          </p:txBody>
        </p:sp>
        <p:sp>
          <p:nvSpPr>
            <p:cNvPr id="60431" name="Rectangle 16"/>
            <p:cNvSpPr/>
            <p:nvPr/>
          </p:nvSpPr>
          <p:spPr>
            <a:xfrm>
              <a:off x="167" y="1871"/>
              <a:ext cx="433" cy="13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342900" indent="-342900" eaLnBrk="0" hangingPunct="0">
                <a:spcBef>
                  <a:spcPct val="20000"/>
                </a:spcBef>
              </a:pPr>
              <a:r>
                <a:rPr lang="en-US" altLang="zh-CN" sz="1600" dirty="0"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Q.rear</a:t>
              </a:r>
              <a:endParaRPr lang="en-US" altLang="zh-CN" sz="3200" dirty="0">
                <a:latin typeface="Times New Roman" panose="02020603050405020304" pitchFamily="18" charset="0"/>
                <a:ea typeface="楷体_GB2312" charset="-122"/>
              </a:endParaRPr>
            </a:p>
          </p:txBody>
        </p:sp>
        <p:sp>
          <p:nvSpPr>
            <p:cNvPr id="60432" name="Rectangle 17"/>
            <p:cNvSpPr/>
            <p:nvPr/>
          </p:nvSpPr>
          <p:spPr>
            <a:xfrm>
              <a:off x="3010" y="2319"/>
              <a:ext cx="334" cy="144"/>
            </a:xfrm>
            <a:prstGeom prst="rect">
              <a:avLst/>
            </a:prstGeom>
            <a:solidFill>
              <a:srgbClr val="FFFFFF"/>
            </a:solidFill>
            <a:ln w="6350" cap="flat" cmpd="sng">
              <a:solidFill>
                <a:srgbClr val="00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anchor="t" anchorCtr="0"/>
            <a:lstStyle/>
            <a:p>
              <a:pPr eaLnBrk="0" hangingPunct="0">
                <a:spcBef>
                  <a:spcPct val="20000"/>
                </a:spcBef>
              </a:pPr>
              <a:endParaRPr lang="zh-CN" altLang="en-US" dirty="0">
                <a:latin typeface="Times New Roman" panose="02020603050405020304" pitchFamily="18" charset="0"/>
                <a:ea typeface="楷体_GB2312" charset="-122"/>
              </a:endParaRPr>
            </a:p>
          </p:txBody>
        </p:sp>
        <p:sp>
          <p:nvSpPr>
            <p:cNvPr id="60433" name="Rectangle 18"/>
            <p:cNvSpPr/>
            <p:nvPr/>
          </p:nvSpPr>
          <p:spPr>
            <a:xfrm>
              <a:off x="2949" y="2137"/>
              <a:ext cx="504" cy="13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342900" indent="-342900" eaLnBrk="0" hangingPunct="0">
                <a:spcBef>
                  <a:spcPct val="20000"/>
                </a:spcBef>
              </a:pPr>
              <a:r>
                <a:rPr lang="en-US" altLang="zh-CN" sz="1600" dirty="0"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Q.front</a:t>
              </a:r>
              <a:endParaRPr lang="en-US" altLang="zh-CN" sz="3200" dirty="0">
                <a:latin typeface="Times New Roman" panose="02020603050405020304" pitchFamily="18" charset="0"/>
                <a:ea typeface="楷体_GB2312" charset="-122"/>
              </a:endParaRPr>
            </a:p>
          </p:txBody>
        </p:sp>
        <p:sp>
          <p:nvSpPr>
            <p:cNvPr id="60434" name="Line 19"/>
            <p:cNvSpPr/>
            <p:nvPr/>
          </p:nvSpPr>
          <p:spPr>
            <a:xfrm>
              <a:off x="2187" y="1724"/>
              <a:ext cx="575" cy="399"/>
            </a:xfrm>
            <a:prstGeom prst="line">
              <a:avLst/>
            </a:prstGeom>
            <a:ln w="635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0435" name="Line 20"/>
            <p:cNvSpPr/>
            <p:nvPr/>
          </p:nvSpPr>
          <p:spPr>
            <a:xfrm flipH="1">
              <a:off x="1216" y="2141"/>
              <a:ext cx="54" cy="210"/>
            </a:xfrm>
            <a:prstGeom prst="line">
              <a:avLst/>
            </a:prstGeom>
            <a:ln w="635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0436" name="Line 21"/>
            <p:cNvSpPr/>
            <p:nvPr/>
          </p:nvSpPr>
          <p:spPr>
            <a:xfrm flipH="1">
              <a:off x="1348" y="2015"/>
              <a:ext cx="82" cy="416"/>
            </a:xfrm>
            <a:prstGeom prst="line">
              <a:avLst/>
            </a:prstGeom>
            <a:ln w="635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0437" name="Line 22"/>
            <p:cNvSpPr/>
            <p:nvPr/>
          </p:nvSpPr>
          <p:spPr>
            <a:xfrm flipH="1">
              <a:off x="1391" y="1962"/>
              <a:ext cx="97" cy="487"/>
            </a:xfrm>
            <a:prstGeom prst="line">
              <a:avLst/>
            </a:prstGeom>
            <a:ln w="635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0438" name="Line 23"/>
            <p:cNvSpPr/>
            <p:nvPr/>
          </p:nvSpPr>
          <p:spPr>
            <a:xfrm flipH="1">
              <a:off x="1449" y="1920"/>
              <a:ext cx="101" cy="546"/>
            </a:xfrm>
            <a:prstGeom prst="line">
              <a:avLst/>
            </a:prstGeom>
            <a:ln w="635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0439" name="Line 24"/>
            <p:cNvSpPr/>
            <p:nvPr/>
          </p:nvSpPr>
          <p:spPr>
            <a:xfrm flipH="1">
              <a:off x="1503" y="1896"/>
              <a:ext cx="105" cy="595"/>
            </a:xfrm>
            <a:prstGeom prst="line">
              <a:avLst/>
            </a:prstGeom>
            <a:ln w="635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0440" name="Line 25"/>
            <p:cNvSpPr/>
            <p:nvPr/>
          </p:nvSpPr>
          <p:spPr>
            <a:xfrm flipH="1">
              <a:off x="1558" y="1896"/>
              <a:ext cx="101" cy="609"/>
            </a:xfrm>
            <a:prstGeom prst="line">
              <a:avLst/>
            </a:prstGeom>
            <a:ln w="635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0441" name="Line 26"/>
            <p:cNvSpPr/>
            <p:nvPr/>
          </p:nvSpPr>
          <p:spPr>
            <a:xfrm flipH="1">
              <a:off x="2218" y="1808"/>
              <a:ext cx="81" cy="697"/>
            </a:xfrm>
            <a:prstGeom prst="line">
              <a:avLst/>
            </a:prstGeom>
            <a:ln w="635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0442" name="Line 27"/>
            <p:cNvSpPr/>
            <p:nvPr/>
          </p:nvSpPr>
          <p:spPr>
            <a:xfrm flipH="1">
              <a:off x="2171" y="1794"/>
              <a:ext cx="97" cy="721"/>
            </a:xfrm>
            <a:prstGeom prst="line">
              <a:avLst/>
            </a:prstGeom>
            <a:ln w="635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0443" name="Line 28"/>
            <p:cNvSpPr/>
            <p:nvPr/>
          </p:nvSpPr>
          <p:spPr>
            <a:xfrm flipH="1">
              <a:off x="1732" y="1920"/>
              <a:ext cx="78" cy="623"/>
            </a:xfrm>
            <a:prstGeom prst="line">
              <a:avLst/>
            </a:prstGeom>
            <a:ln w="635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0444" name="Line 29"/>
            <p:cNvSpPr/>
            <p:nvPr/>
          </p:nvSpPr>
          <p:spPr>
            <a:xfrm flipH="1">
              <a:off x="1678" y="1931"/>
              <a:ext cx="78" cy="602"/>
            </a:xfrm>
            <a:prstGeom prst="line">
              <a:avLst/>
            </a:prstGeom>
            <a:ln w="635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0445" name="Line 30"/>
            <p:cNvSpPr/>
            <p:nvPr/>
          </p:nvSpPr>
          <p:spPr>
            <a:xfrm flipH="1">
              <a:off x="2129" y="1766"/>
              <a:ext cx="104" cy="756"/>
            </a:xfrm>
            <a:prstGeom prst="line">
              <a:avLst/>
            </a:prstGeom>
            <a:ln w="635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0446" name="Line 31"/>
            <p:cNvSpPr/>
            <p:nvPr/>
          </p:nvSpPr>
          <p:spPr>
            <a:xfrm flipH="1">
              <a:off x="2090" y="1749"/>
              <a:ext cx="101" cy="777"/>
            </a:xfrm>
            <a:prstGeom prst="line">
              <a:avLst/>
            </a:prstGeom>
            <a:ln w="635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0447" name="Line 32"/>
            <p:cNvSpPr/>
            <p:nvPr/>
          </p:nvSpPr>
          <p:spPr>
            <a:xfrm flipH="1">
              <a:off x="2043" y="1805"/>
              <a:ext cx="93" cy="731"/>
            </a:xfrm>
            <a:prstGeom prst="line">
              <a:avLst/>
            </a:prstGeom>
            <a:ln w="635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0448" name="Line 33"/>
            <p:cNvSpPr/>
            <p:nvPr/>
          </p:nvSpPr>
          <p:spPr>
            <a:xfrm flipH="1">
              <a:off x="1993" y="1847"/>
              <a:ext cx="93" cy="700"/>
            </a:xfrm>
            <a:prstGeom prst="line">
              <a:avLst/>
            </a:prstGeom>
            <a:ln w="635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0449" name="Line 34"/>
            <p:cNvSpPr/>
            <p:nvPr/>
          </p:nvSpPr>
          <p:spPr>
            <a:xfrm flipH="1">
              <a:off x="1950" y="1882"/>
              <a:ext cx="89" cy="668"/>
            </a:xfrm>
            <a:prstGeom prst="line">
              <a:avLst/>
            </a:prstGeom>
            <a:ln w="635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0450" name="Line 35"/>
            <p:cNvSpPr/>
            <p:nvPr/>
          </p:nvSpPr>
          <p:spPr>
            <a:xfrm flipH="1">
              <a:off x="1896" y="1910"/>
              <a:ext cx="81" cy="644"/>
            </a:xfrm>
            <a:prstGeom prst="line">
              <a:avLst/>
            </a:prstGeom>
            <a:ln w="635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0451" name="Line 36"/>
            <p:cNvSpPr/>
            <p:nvPr/>
          </p:nvSpPr>
          <p:spPr>
            <a:xfrm flipH="1">
              <a:off x="1841" y="1920"/>
              <a:ext cx="82" cy="634"/>
            </a:xfrm>
            <a:prstGeom prst="line">
              <a:avLst/>
            </a:prstGeom>
            <a:ln w="635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0452" name="Line 37"/>
            <p:cNvSpPr/>
            <p:nvPr/>
          </p:nvSpPr>
          <p:spPr>
            <a:xfrm flipH="1">
              <a:off x="1783" y="1927"/>
              <a:ext cx="85" cy="623"/>
            </a:xfrm>
            <a:prstGeom prst="line">
              <a:avLst/>
            </a:prstGeom>
            <a:ln w="635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0453" name="Line 38"/>
            <p:cNvSpPr/>
            <p:nvPr/>
          </p:nvSpPr>
          <p:spPr>
            <a:xfrm flipH="1">
              <a:off x="2583" y="2029"/>
              <a:ext cx="39" cy="283"/>
            </a:xfrm>
            <a:prstGeom prst="line">
              <a:avLst/>
            </a:prstGeom>
            <a:ln w="635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0454" name="Line 39"/>
            <p:cNvSpPr/>
            <p:nvPr/>
          </p:nvSpPr>
          <p:spPr>
            <a:xfrm flipH="1">
              <a:off x="2529" y="1994"/>
              <a:ext cx="46" cy="353"/>
            </a:xfrm>
            <a:prstGeom prst="line">
              <a:avLst/>
            </a:prstGeom>
            <a:ln w="635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0455" name="Line 40"/>
            <p:cNvSpPr/>
            <p:nvPr/>
          </p:nvSpPr>
          <p:spPr>
            <a:xfrm flipH="1">
              <a:off x="2490" y="1976"/>
              <a:ext cx="46" cy="392"/>
            </a:xfrm>
            <a:prstGeom prst="line">
              <a:avLst/>
            </a:prstGeom>
            <a:ln w="635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0456" name="Line 41"/>
            <p:cNvSpPr/>
            <p:nvPr/>
          </p:nvSpPr>
          <p:spPr>
            <a:xfrm flipH="1">
              <a:off x="2431" y="1941"/>
              <a:ext cx="63" cy="466"/>
            </a:xfrm>
            <a:prstGeom prst="line">
              <a:avLst/>
            </a:prstGeom>
            <a:ln w="635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0457" name="Line 42"/>
            <p:cNvSpPr/>
            <p:nvPr/>
          </p:nvSpPr>
          <p:spPr>
            <a:xfrm flipH="1">
              <a:off x="2362" y="1903"/>
              <a:ext cx="73" cy="546"/>
            </a:xfrm>
            <a:prstGeom prst="line">
              <a:avLst/>
            </a:prstGeom>
            <a:ln w="635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0458" name="Line 43"/>
            <p:cNvSpPr/>
            <p:nvPr/>
          </p:nvSpPr>
          <p:spPr>
            <a:xfrm flipH="1">
              <a:off x="2307" y="1868"/>
              <a:ext cx="74" cy="598"/>
            </a:xfrm>
            <a:prstGeom prst="line">
              <a:avLst/>
            </a:prstGeom>
            <a:ln w="635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0459" name="Line 44"/>
            <p:cNvSpPr/>
            <p:nvPr/>
          </p:nvSpPr>
          <p:spPr>
            <a:xfrm flipH="1">
              <a:off x="2257" y="1840"/>
              <a:ext cx="77" cy="640"/>
            </a:xfrm>
            <a:prstGeom prst="line">
              <a:avLst/>
            </a:prstGeom>
            <a:ln w="635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0460" name="Line 45"/>
            <p:cNvSpPr/>
            <p:nvPr/>
          </p:nvSpPr>
          <p:spPr>
            <a:xfrm flipH="1">
              <a:off x="2641" y="2053"/>
              <a:ext cx="27" cy="214"/>
            </a:xfrm>
            <a:prstGeom prst="line">
              <a:avLst/>
            </a:prstGeom>
            <a:ln w="635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0461" name="Line 46"/>
            <p:cNvSpPr/>
            <p:nvPr/>
          </p:nvSpPr>
          <p:spPr>
            <a:xfrm flipH="1">
              <a:off x="1620" y="1917"/>
              <a:ext cx="89" cy="609"/>
            </a:xfrm>
            <a:prstGeom prst="line">
              <a:avLst/>
            </a:prstGeom>
            <a:ln w="635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0462" name="Line 47"/>
            <p:cNvSpPr/>
            <p:nvPr/>
          </p:nvSpPr>
          <p:spPr>
            <a:xfrm flipH="1">
              <a:off x="1305" y="2053"/>
              <a:ext cx="74" cy="357"/>
            </a:xfrm>
            <a:prstGeom prst="line">
              <a:avLst/>
            </a:prstGeom>
            <a:ln w="635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0463" name="Line 48"/>
            <p:cNvSpPr/>
            <p:nvPr/>
          </p:nvSpPr>
          <p:spPr>
            <a:xfrm flipH="1">
              <a:off x="1263" y="2088"/>
              <a:ext cx="66" cy="298"/>
            </a:xfrm>
            <a:prstGeom prst="line">
              <a:avLst/>
            </a:prstGeom>
            <a:ln w="635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0464" name="Line 49"/>
            <p:cNvSpPr/>
            <p:nvPr/>
          </p:nvSpPr>
          <p:spPr>
            <a:xfrm flipH="1">
              <a:off x="1185" y="2190"/>
              <a:ext cx="31" cy="136"/>
            </a:xfrm>
            <a:prstGeom prst="line">
              <a:avLst/>
            </a:prstGeom>
            <a:ln w="635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0465" name="Line 50"/>
            <p:cNvSpPr/>
            <p:nvPr/>
          </p:nvSpPr>
          <p:spPr>
            <a:xfrm flipH="1">
              <a:off x="1154" y="2228"/>
              <a:ext cx="15" cy="77"/>
            </a:xfrm>
            <a:prstGeom prst="line">
              <a:avLst/>
            </a:prstGeom>
            <a:ln w="635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0466" name="Line 51"/>
            <p:cNvSpPr/>
            <p:nvPr/>
          </p:nvSpPr>
          <p:spPr>
            <a:xfrm flipV="1">
              <a:off x="2233" y="1010"/>
              <a:ext cx="509" cy="308"/>
            </a:xfrm>
            <a:prstGeom prst="line">
              <a:avLst/>
            </a:prstGeom>
            <a:ln w="635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0467" name="Line 52"/>
            <p:cNvSpPr/>
            <p:nvPr/>
          </p:nvSpPr>
          <p:spPr>
            <a:xfrm>
              <a:off x="2614" y="2372"/>
              <a:ext cx="555" cy="1"/>
            </a:xfrm>
            <a:prstGeom prst="line">
              <a:avLst/>
            </a:prstGeom>
            <a:ln w="635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0468" name="Freeform 53"/>
            <p:cNvSpPr/>
            <p:nvPr/>
          </p:nvSpPr>
          <p:spPr>
            <a:xfrm>
              <a:off x="2575" y="2347"/>
              <a:ext cx="51" cy="46"/>
            </a:xfrm>
            <a:custGeom>
              <a:avLst/>
              <a:gdLst/>
              <a:ahLst/>
              <a:cxnLst>
                <a:cxn ang="0">
                  <a:pos x="0" y="25"/>
                </a:cxn>
                <a:cxn ang="0">
                  <a:pos x="51" y="0"/>
                </a:cxn>
                <a:cxn ang="0">
                  <a:pos x="43" y="25"/>
                </a:cxn>
                <a:cxn ang="0">
                  <a:pos x="51" y="46"/>
                </a:cxn>
                <a:cxn ang="0">
                  <a:pos x="0" y="25"/>
                </a:cxn>
              </a:cxnLst>
              <a:rect l="0" t="0" r="0" b="0"/>
              <a:pathLst>
                <a:path w="51" h="46">
                  <a:moveTo>
                    <a:pt x="0" y="25"/>
                  </a:moveTo>
                  <a:lnTo>
                    <a:pt x="51" y="0"/>
                  </a:lnTo>
                  <a:lnTo>
                    <a:pt x="43" y="25"/>
                  </a:lnTo>
                  <a:lnTo>
                    <a:pt x="51" y="46"/>
                  </a:lnTo>
                  <a:lnTo>
                    <a:pt x="0" y="25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0469" name="Line 54"/>
            <p:cNvSpPr/>
            <p:nvPr/>
          </p:nvSpPr>
          <p:spPr>
            <a:xfrm>
              <a:off x="362" y="2102"/>
              <a:ext cx="524" cy="1"/>
            </a:xfrm>
            <a:prstGeom prst="line">
              <a:avLst/>
            </a:prstGeom>
            <a:ln w="635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0470" name="Freeform 55"/>
            <p:cNvSpPr/>
            <p:nvPr/>
          </p:nvSpPr>
          <p:spPr>
            <a:xfrm>
              <a:off x="874" y="2081"/>
              <a:ext cx="51" cy="46"/>
            </a:xfrm>
            <a:custGeom>
              <a:avLst/>
              <a:gdLst/>
              <a:ahLst/>
              <a:cxnLst>
                <a:cxn ang="0">
                  <a:pos x="51" y="21"/>
                </a:cxn>
                <a:cxn ang="0">
                  <a:pos x="0" y="46"/>
                </a:cxn>
                <a:cxn ang="0">
                  <a:pos x="4" y="21"/>
                </a:cxn>
                <a:cxn ang="0">
                  <a:pos x="0" y="0"/>
                </a:cxn>
                <a:cxn ang="0">
                  <a:pos x="51" y="21"/>
                </a:cxn>
              </a:cxnLst>
              <a:rect l="0" t="0" r="0" b="0"/>
              <a:pathLst>
                <a:path w="51" h="46">
                  <a:moveTo>
                    <a:pt x="51" y="21"/>
                  </a:moveTo>
                  <a:lnTo>
                    <a:pt x="0" y="46"/>
                  </a:lnTo>
                  <a:lnTo>
                    <a:pt x="4" y="21"/>
                  </a:lnTo>
                  <a:lnTo>
                    <a:pt x="0" y="0"/>
                  </a:lnTo>
                  <a:lnTo>
                    <a:pt x="51" y="21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0471" name="Rectangle 56"/>
            <p:cNvSpPr/>
            <p:nvPr/>
          </p:nvSpPr>
          <p:spPr>
            <a:xfrm rot="-4200000">
              <a:off x="2529" y="1696"/>
              <a:ext cx="167" cy="17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342900" indent="-342900" eaLnBrk="0" hangingPunct="0">
                <a:spcBef>
                  <a:spcPct val="20000"/>
                </a:spcBef>
              </a:pPr>
              <a:r>
                <a:rPr lang="en-US" altLang="zh-CN" sz="1600" dirty="0"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...</a:t>
              </a:r>
              <a:endParaRPr lang="en-US" altLang="zh-CN" sz="3200" dirty="0">
                <a:latin typeface="Times New Roman" panose="02020603050405020304" pitchFamily="18" charset="0"/>
                <a:ea typeface="楷体_GB2312" charset="-122"/>
              </a:endParaRPr>
            </a:p>
          </p:txBody>
        </p:sp>
        <p:sp>
          <p:nvSpPr>
            <p:cNvPr id="60472" name="Rectangle 57"/>
            <p:cNvSpPr/>
            <p:nvPr/>
          </p:nvSpPr>
          <p:spPr>
            <a:xfrm rot="-1200000">
              <a:off x="1678" y="778"/>
              <a:ext cx="216" cy="13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342900" indent="-342900" eaLnBrk="0" hangingPunct="0">
                <a:spcBef>
                  <a:spcPct val="20000"/>
                </a:spcBef>
              </a:pPr>
              <a:r>
                <a:rPr lang="en-US" altLang="zh-CN" sz="1600" dirty="0"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...</a:t>
              </a:r>
              <a:endParaRPr lang="en-US" altLang="zh-CN" sz="3200" dirty="0">
                <a:latin typeface="Times New Roman" panose="02020603050405020304" pitchFamily="18" charset="0"/>
                <a:ea typeface="楷体_GB2312" charset="-122"/>
              </a:endParaRPr>
            </a:p>
          </p:txBody>
        </p:sp>
      </p:grpSp>
      <p:sp>
        <p:nvSpPr>
          <p:cNvPr id="60473" name="Text Box 58"/>
          <p:cNvSpPr txBox="1"/>
          <p:nvPr/>
        </p:nvSpPr>
        <p:spPr>
          <a:xfrm>
            <a:off x="844550" y="749300"/>
            <a:ext cx="4087813" cy="1390650"/>
          </a:xfrm>
          <a:prstGeom prst="rect">
            <a:avLst/>
          </a:prstGeom>
          <a:noFill/>
          <a:ln w="57150" cap="flat" cmpd="sng">
            <a:solidFill>
              <a:srgbClr val="FF0000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>
            <a:spAutoFit/>
          </a:bodyPr>
          <a:lstStyle/>
          <a:p>
            <a:pPr eaLnBrk="0" hangingPunct="0">
              <a:spcBef>
                <a:spcPct val="20000"/>
              </a:spcBef>
            </a:pPr>
            <a:r>
              <a:rPr lang="en-US" altLang="zh-CN" dirty="0">
                <a:latin typeface="Times New Roman" panose="02020603050405020304" pitchFamily="18" charset="0"/>
                <a:ea typeface="楷体_GB2312" charset="-122"/>
              </a:rPr>
              <a:t>base[0]</a:t>
            </a:r>
            <a:r>
              <a:rPr lang="zh-CN" altLang="zh-CN" dirty="0">
                <a:latin typeface="Times New Roman" panose="02020603050405020304" pitchFamily="18" charset="0"/>
                <a:ea typeface="楷体_GB2312" charset="-122"/>
              </a:rPr>
              <a:t>接在</a:t>
            </a:r>
            <a:r>
              <a:rPr lang="en-US" altLang="zh-CN" dirty="0">
                <a:latin typeface="Times New Roman" panose="02020603050405020304" pitchFamily="18" charset="0"/>
                <a:ea typeface="楷体_GB2312" charset="-122"/>
              </a:rPr>
              <a:t>base[M-1]</a:t>
            </a:r>
            <a:r>
              <a:rPr lang="zh-CN" altLang="zh-CN" dirty="0">
                <a:latin typeface="Times New Roman" panose="02020603050405020304" pitchFamily="18" charset="0"/>
                <a:ea typeface="楷体_GB2312" charset="-122"/>
              </a:rPr>
              <a:t>之</a:t>
            </a:r>
            <a:r>
              <a:rPr lang="zh-CN" altLang="en-US" dirty="0">
                <a:latin typeface="Times New Roman" panose="02020603050405020304" pitchFamily="18" charset="0"/>
                <a:ea typeface="楷体_GB2312" charset="-122"/>
              </a:rPr>
              <a:t>后</a:t>
            </a:r>
          </a:p>
          <a:p>
            <a:pPr eaLnBrk="0" hangingPunct="0">
              <a:spcBef>
                <a:spcPct val="20000"/>
              </a:spcBef>
            </a:pPr>
            <a:r>
              <a:rPr lang="zh-CN" altLang="zh-CN" dirty="0">
                <a:latin typeface="Times New Roman" panose="02020603050405020304" pitchFamily="18" charset="0"/>
                <a:ea typeface="楷体_GB2312" charset="-122"/>
              </a:rPr>
              <a:t>若</a:t>
            </a:r>
            <a:r>
              <a:rPr lang="en-US" altLang="zh-CN" dirty="0">
                <a:latin typeface="Times New Roman" panose="02020603050405020304" pitchFamily="18" charset="0"/>
                <a:ea typeface="楷体_GB2312" charset="-122"/>
              </a:rPr>
              <a:t>rear+1==M</a:t>
            </a:r>
          </a:p>
          <a:p>
            <a:pPr eaLnBrk="0" hangingPunct="0">
              <a:spcBef>
                <a:spcPct val="20000"/>
              </a:spcBef>
            </a:pPr>
            <a:r>
              <a:rPr lang="zh-CN" altLang="zh-CN" dirty="0">
                <a:latin typeface="Times New Roman" panose="02020603050405020304" pitchFamily="18" charset="0"/>
                <a:ea typeface="楷体_GB2312" charset="-122"/>
              </a:rPr>
              <a:t>则令</a:t>
            </a:r>
            <a:r>
              <a:rPr lang="en-US" altLang="zh-CN" dirty="0">
                <a:latin typeface="Times New Roman" panose="02020603050405020304" pitchFamily="18" charset="0"/>
                <a:ea typeface="楷体_GB2312" charset="-122"/>
              </a:rPr>
              <a:t>rear=0;</a:t>
            </a:r>
          </a:p>
        </p:txBody>
      </p:sp>
      <p:sp>
        <p:nvSpPr>
          <p:cNvPr id="60474" name="Text Box 59"/>
          <p:cNvSpPr txBox="1"/>
          <p:nvPr/>
        </p:nvSpPr>
        <p:spPr>
          <a:xfrm>
            <a:off x="4932363" y="2768600"/>
            <a:ext cx="4087812" cy="3933384"/>
          </a:xfrm>
          <a:prstGeom prst="rect">
            <a:avLst/>
          </a:prstGeom>
          <a:noFill/>
          <a:ln w="57150" cap="flat" cmpd="sng">
            <a:solidFill>
              <a:srgbClr val="FF0000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>
            <a:spAutoFit/>
          </a:bodyPr>
          <a:lstStyle/>
          <a:p>
            <a:pPr eaLnBrk="0" hangingPunct="0">
              <a:spcBef>
                <a:spcPct val="20000"/>
              </a:spcBef>
            </a:pPr>
            <a:r>
              <a:rPr lang="zh-CN" altLang="zh-CN" dirty="0">
                <a:latin typeface="Times New Roman" panose="02020603050405020304" pitchFamily="18" charset="0"/>
                <a:ea typeface="楷体_GB2312" charset="-122"/>
              </a:rPr>
              <a:t>实现：利用“</a:t>
            </a:r>
            <a:r>
              <a:rPr lang="zh-CN" altLang="zh-CN" dirty="0">
                <a:highlight>
                  <a:srgbClr val="00FF00"/>
                </a:highlight>
                <a:latin typeface="Times New Roman" panose="02020603050405020304" pitchFamily="18" charset="0"/>
                <a:ea typeface="楷体_GB2312" charset="-122"/>
              </a:rPr>
              <a:t>模</a:t>
            </a:r>
            <a:r>
              <a:rPr lang="zh-CN" altLang="zh-CN" dirty="0">
                <a:latin typeface="Times New Roman" panose="02020603050405020304" pitchFamily="18" charset="0"/>
                <a:ea typeface="楷体_GB2312" charset="-122"/>
              </a:rPr>
              <a:t>”运算</a:t>
            </a:r>
            <a:endParaRPr lang="zh-CN" altLang="en-US" dirty="0">
              <a:latin typeface="Times New Roman" panose="02020603050405020304" pitchFamily="18" charset="0"/>
              <a:ea typeface="楷体_GB2312" charset="-122"/>
            </a:endParaRPr>
          </a:p>
          <a:p>
            <a:pPr eaLnBrk="0" hangingPunct="0">
              <a:spcBef>
                <a:spcPct val="20000"/>
              </a:spcBef>
            </a:pPr>
            <a:r>
              <a:rPr lang="zh-CN" altLang="zh-CN" dirty="0">
                <a:latin typeface="Times New Roman" panose="02020603050405020304" pitchFamily="18" charset="0"/>
                <a:ea typeface="楷体_GB2312" charset="-122"/>
              </a:rPr>
              <a:t>入队：</a:t>
            </a:r>
            <a:endParaRPr lang="zh-CN" altLang="en-US" dirty="0">
              <a:latin typeface="Times New Roman" panose="02020603050405020304" pitchFamily="18" charset="0"/>
              <a:ea typeface="楷体_GB2312" charset="-122"/>
            </a:endParaRPr>
          </a:p>
          <a:p>
            <a:pPr eaLnBrk="0" hangingPunct="0">
              <a:spcBef>
                <a:spcPct val="20000"/>
              </a:spcBef>
            </a:pPr>
            <a:r>
              <a:rPr lang="zh-CN" altLang="en-US" dirty="0">
                <a:latin typeface="Times New Roman" panose="02020603050405020304" pitchFamily="18" charset="0"/>
                <a:ea typeface="楷体_GB2312" charset="-122"/>
              </a:rPr>
              <a:t>  </a:t>
            </a:r>
            <a:r>
              <a:rPr lang="en-US" altLang="zh-CN" dirty="0">
                <a:solidFill>
                  <a:srgbClr val="FF0000"/>
                </a:solidFill>
                <a:latin typeface="Times New Roman" panose="02020603050405020304" pitchFamily="18" charset="0"/>
                <a:ea typeface="楷体_GB2312" charset="-122"/>
              </a:rPr>
              <a:t>base[rear]=x;</a:t>
            </a:r>
          </a:p>
          <a:p>
            <a:pPr eaLnBrk="0" hangingPunct="0">
              <a:spcBef>
                <a:spcPct val="20000"/>
              </a:spcBef>
            </a:pPr>
            <a:r>
              <a:rPr lang="en-US" altLang="zh-CN" dirty="0">
                <a:solidFill>
                  <a:srgbClr val="FF0000"/>
                </a:solidFill>
                <a:latin typeface="Times New Roman" panose="02020603050405020304" pitchFamily="18" charset="0"/>
                <a:ea typeface="楷体_GB2312" charset="-122"/>
              </a:rPr>
              <a:t>  </a:t>
            </a:r>
            <a:r>
              <a:rPr lang="en-US" altLang="zh-CN" dirty="0">
                <a:solidFill>
                  <a:srgbClr val="FF0000"/>
                </a:solidFill>
                <a:highlight>
                  <a:srgbClr val="00FF00"/>
                </a:highlight>
                <a:latin typeface="Times New Roman" panose="02020603050405020304" pitchFamily="18" charset="0"/>
                <a:ea typeface="楷体_GB2312" charset="-122"/>
              </a:rPr>
              <a:t>rear=(rear+1)%M</a:t>
            </a:r>
            <a:r>
              <a:rPr lang="en-US" altLang="zh-CN" dirty="0">
                <a:solidFill>
                  <a:srgbClr val="FF0000"/>
                </a:solidFill>
                <a:latin typeface="Times New Roman" panose="02020603050405020304" pitchFamily="18" charset="0"/>
                <a:ea typeface="楷体_GB2312" charset="-122"/>
              </a:rPr>
              <a:t>;</a:t>
            </a:r>
          </a:p>
          <a:p>
            <a:pPr eaLnBrk="0" hangingPunct="0">
              <a:spcBef>
                <a:spcPct val="20000"/>
              </a:spcBef>
            </a:pPr>
            <a:r>
              <a:rPr lang="zh-CN" altLang="en-US" dirty="0">
                <a:latin typeface="Times New Roman" panose="02020603050405020304" pitchFamily="18" charset="0"/>
                <a:ea typeface="楷体_GB2312" charset="-122"/>
              </a:rPr>
              <a:t>出队：</a:t>
            </a:r>
          </a:p>
          <a:p>
            <a:pPr eaLnBrk="0" hangingPunct="0">
              <a:spcBef>
                <a:spcPct val="20000"/>
              </a:spcBef>
            </a:pPr>
            <a:r>
              <a:rPr lang="zh-CN" altLang="en-US" dirty="0">
                <a:solidFill>
                  <a:srgbClr val="FF0000"/>
                </a:solidFill>
                <a:latin typeface="Times New Roman" panose="02020603050405020304" pitchFamily="18" charset="0"/>
                <a:ea typeface="楷体_GB2312" charset="-122"/>
              </a:rPr>
              <a:t>  </a:t>
            </a:r>
            <a:r>
              <a:rPr lang="en-US" altLang="zh-CN" dirty="0">
                <a:solidFill>
                  <a:srgbClr val="FF0000"/>
                </a:solidFill>
                <a:latin typeface="Times New Roman" panose="02020603050405020304" pitchFamily="18" charset="0"/>
                <a:ea typeface="楷体_GB2312" charset="-122"/>
              </a:rPr>
              <a:t>x=base[front];</a:t>
            </a:r>
          </a:p>
          <a:p>
            <a:pPr eaLnBrk="0" hangingPunct="0">
              <a:spcBef>
                <a:spcPct val="20000"/>
              </a:spcBef>
            </a:pPr>
            <a:r>
              <a:rPr lang="en-US" altLang="zh-CN" dirty="0">
                <a:solidFill>
                  <a:srgbClr val="FF0000"/>
                </a:solidFill>
                <a:latin typeface="Times New Roman" panose="02020603050405020304" pitchFamily="18" charset="0"/>
                <a:ea typeface="楷体_GB2312" charset="-122"/>
              </a:rPr>
              <a:t>  </a:t>
            </a:r>
            <a:r>
              <a:rPr lang="en-US" altLang="zh-CN" dirty="0">
                <a:solidFill>
                  <a:srgbClr val="FF0000"/>
                </a:solidFill>
                <a:highlight>
                  <a:srgbClr val="00FF00"/>
                </a:highlight>
                <a:latin typeface="Times New Roman" panose="02020603050405020304" pitchFamily="18" charset="0"/>
                <a:ea typeface="楷体_GB2312" charset="-122"/>
              </a:rPr>
              <a:t>front=(front+1)%M</a:t>
            </a:r>
            <a:r>
              <a:rPr lang="en-US" altLang="zh-CN" dirty="0">
                <a:solidFill>
                  <a:srgbClr val="FF0000"/>
                </a:solidFill>
                <a:latin typeface="Times New Roman" panose="02020603050405020304" pitchFamily="18" charset="0"/>
                <a:ea typeface="楷体_GB2312" charset="-122"/>
              </a:rPr>
              <a:t>;</a:t>
            </a:r>
          </a:p>
          <a:p>
            <a:pPr eaLnBrk="0" hangingPunct="0">
              <a:spcBef>
                <a:spcPct val="20000"/>
              </a:spcBef>
            </a:pPr>
            <a:r>
              <a:rPr lang="zh-CN" altLang="en-US" dirty="0">
                <a:solidFill>
                  <a:srgbClr val="FF0000"/>
                </a:solidFill>
                <a:highlight>
                  <a:srgbClr val="00FF00"/>
                </a:highlight>
              </a:rPr>
              <a:t>在原来运算的基础上</a:t>
            </a:r>
            <a:r>
              <a:rPr lang="en-US" altLang="zh-CN" dirty="0">
                <a:solidFill>
                  <a:srgbClr val="FF0000"/>
                </a:solidFill>
                <a:highlight>
                  <a:srgbClr val="00FF00"/>
                </a:highlight>
              </a:rPr>
              <a:t>%</a:t>
            </a:r>
            <a:r>
              <a:rPr lang="zh-CN" altLang="en-US" dirty="0">
                <a:solidFill>
                  <a:srgbClr val="FF0000"/>
                </a:solidFill>
                <a:highlight>
                  <a:srgbClr val="00FF00"/>
                </a:highlight>
              </a:rPr>
              <a:t>队列长度</a:t>
            </a:r>
            <a:r>
              <a:rPr lang="en-US" altLang="zh-CN" dirty="0">
                <a:highlight>
                  <a:srgbClr val="00FF00"/>
                </a:highlight>
                <a:latin typeface="Times New Roman" panose="02020603050405020304" pitchFamily="18" charset="0"/>
                <a:ea typeface="楷体_GB2312" charset="-122"/>
              </a:rPr>
              <a:t> 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日期占位符 1"/>
          <p:cNvSpPr txBox="1">
            <a:spLocks noGrp="1"/>
          </p:cNvSpPr>
          <p:nvPr>
            <p:ph type="dt" sz="half"/>
          </p:nvPr>
        </p:nvSpPr>
        <p:spPr bwMode="auto">
          <a:xfrm>
            <a:off x="4937125" y="6240463"/>
            <a:ext cx="4419600" cy="457200"/>
          </a:xfrm>
          <a:prstGeom prst="rect">
            <a:avLst/>
          </a:prstGeom>
        </p:spPr>
        <p:txBody>
          <a:bodyPr wrap="square" lIns="91440" tIns="45720" rIns="91440" bIns="45720" numCol="1" anchor="t" anchorCtr="0" compatLnSpc="1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                    </a:t>
            </a:r>
            <a:fld id="{FDC772D1-CBD7-4712-BD25-83AAB63A6FAE}" type="datetime2">
              <a:rPr kumimoji="1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2025年4月23日</a:t>
            </a:fld>
            <a:r>
              <a:rPr kumimoji="1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        </a:t>
            </a:r>
          </a:p>
        </p:txBody>
      </p:sp>
      <p:sp>
        <p:nvSpPr>
          <p:cNvPr id="61443" name="Text Box 2"/>
          <p:cNvSpPr txBox="1"/>
          <p:nvPr/>
        </p:nvSpPr>
        <p:spPr>
          <a:xfrm>
            <a:off x="0" y="5876925"/>
            <a:ext cx="9144000" cy="1311275"/>
          </a:xfrm>
          <a:prstGeom prst="rect">
            <a:avLst/>
          </a:prstGeom>
          <a:solidFill>
            <a:schemeClr val="bg1"/>
          </a:solidFill>
          <a:ln w="9525">
            <a:noFill/>
          </a:ln>
        </p:spPr>
        <p:txBody>
          <a:bodyPr anchor="t" anchorCtr="0">
            <a:spAutoFit/>
          </a:bodyPr>
          <a:lstStyle/>
          <a:p>
            <a:pPr marL="342900" indent="-342900" eaLnBrk="0" hangingPunct="0">
              <a:spcBef>
                <a:spcPct val="50000"/>
              </a:spcBef>
            </a:pPr>
            <a:endParaRPr lang="en-US" altLang="zh-CN" sz="3200" dirty="0">
              <a:latin typeface="Times New Roman" panose="02020603050405020304" pitchFamily="18" charset="0"/>
              <a:ea typeface="楷体_GB2312" charset="-122"/>
            </a:endParaRPr>
          </a:p>
          <a:p>
            <a:pPr marL="342900" indent="-342900" eaLnBrk="0" hangingPunct="0">
              <a:spcBef>
                <a:spcPct val="50000"/>
              </a:spcBef>
            </a:pPr>
            <a:endParaRPr lang="en-US" altLang="zh-CN" sz="3200" dirty="0">
              <a:latin typeface="Times New Roman" panose="02020603050405020304" pitchFamily="18" charset="0"/>
              <a:ea typeface="楷体_GB2312" charset="-122"/>
            </a:endParaRPr>
          </a:p>
        </p:txBody>
      </p:sp>
      <p:sp>
        <p:nvSpPr>
          <p:cNvPr id="61444" name="Text Box 3"/>
          <p:cNvSpPr txBox="1"/>
          <p:nvPr/>
        </p:nvSpPr>
        <p:spPr>
          <a:xfrm>
            <a:off x="28575" y="23813"/>
            <a:ext cx="9115425" cy="579437"/>
          </a:xfrm>
          <a:prstGeom prst="rect">
            <a:avLst/>
          </a:prstGeom>
          <a:solidFill>
            <a:schemeClr val="bg1"/>
          </a:solidFill>
          <a:ln w="9525">
            <a:noFill/>
          </a:ln>
        </p:spPr>
        <p:txBody>
          <a:bodyPr anchor="t" anchorCtr="0">
            <a:spAutoFit/>
          </a:bodyPr>
          <a:lstStyle/>
          <a:p>
            <a:pPr marL="342900" indent="-342900" eaLnBrk="0" hangingPunct="0">
              <a:spcBef>
                <a:spcPct val="50000"/>
              </a:spcBef>
            </a:pPr>
            <a:endParaRPr lang="zh-CN" altLang="zh-CN" sz="3200" dirty="0">
              <a:latin typeface="Times New Roman" panose="02020603050405020304" pitchFamily="18" charset="0"/>
              <a:ea typeface="楷体_GB2312" charset="-122"/>
            </a:endParaRPr>
          </a:p>
        </p:txBody>
      </p:sp>
      <p:sp>
        <p:nvSpPr>
          <p:cNvPr id="61445" name="Text Box 4"/>
          <p:cNvSpPr txBox="1"/>
          <p:nvPr/>
        </p:nvSpPr>
        <p:spPr>
          <a:xfrm>
            <a:off x="-77787" y="23813"/>
            <a:ext cx="9231312" cy="723265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lstStyle/>
          <a:p>
            <a:pPr marL="342900" indent="-342900" eaLnBrk="0" hangingPunct="0">
              <a:spcBef>
                <a:spcPct val="50000"/>
              </a:spcBef>
            </a:pPr>
            <a:endParaRPr lang="en-US" altLang="zh-CN" sz="3200" dirty="0">
              <a:latin typeface="Times New Roman" panose="02020603050405020304" pitchFamily="18" charset="0"/>
              <a:ea typeface="楷体_GB2312" charset="-122"/>
            </a:endParaRPr>
          </a:p>
          <a:p>
            <a:pPr marL="342900" indent="-342900" eaLnBrk="0" hangingPunct="0">
              <a:spcBef>
                <a:spcPct val="50000"/>
              </a:spcBef>
            </a:pPr>
            <a:endParaRPr lang="en-US" altLang="zh-CN" sz="3200" dirty="0">
              <a:latin typeface="Times New Roman" panose="02020603050405020304" pitchFamily="18" charset="0"/>
              <a:ea typeface="楷体_GB2312" charset="-122"/>
            </a:endParaRPr>
          </a:p>
          <a:p>
            <a:pPr marL="342900" indent="-342900" eaLnBrk="0" hangingPunct="0">
              <a:spcBef>
                <a:spcPct val="50000"/>
              </a:spcBef>
            </a:pPr>
            <a:endParaRPr lang="en-US" altLang="zh-CN" sz="3200" dirty="0">
              <a:latin typeface="Times New Roman" panose="02020603050405020304" pitchFamily="18" charset="0"/>
              <a:ea typeface="楷体_GB2312" charset="-122"/>
            </a:endParaRPr>
          </a:p>
          <a:p>
            <a:pPr marL="342900" indent="-342900" eaLnBrk="0" hangingPunct="0">
              <a:spcBef>
                <a:spcPct val="50000"/>
              </a:spcBef>
            </a:pPr>
            <a:endParaRPr lang="en-US" altLang="zh-CN" sz="3200" dirty="0">
              <a:latin typeface="Times New Roman" panose="02020603050405020304" pitchFamily="18" charset="0"/>
              <a:ea typeface="楷体_GB2312" charset="-122"/>
            </a:endParaRPr>
          </a:p>
          <a:p>
            <a:pPr marL="342900" indent="-342900" eaLnBrk="0" hangingPunct="0">
              <a:spcBef>
                <a:spcPct val="50000"/>
              </a:spcBef>
            </a:pPr>
            <a:endParaRPr lang="en-US" altLang="zh-CN" sz="3200" dirty="0">
              <a:latin typeface="Times New Roman" panose="02020603050405020304" pitchFamily="18" charset="0"/>
              <a:ea typeface="楷体_GB2312" charset="-122"/>
            </a:endParaRPr>
          </a:p>
          <a:p>
            <a:pPr marL="342900" indent="-342900" eaLnBrk="0" hangingPunct="0">
              <a:spcBef>
                <a:spcPct val="50000"/>
              </a:spcBef>
            </a:pPr>
            <a:endParaRPr lang="en-US" altLang="zh-CN" sz="3200" dirty="0">
              <a:latin typeface="Times New Roman" panose="02020603050405020304" pitchFamily="18" charset="0"/>
              <a:ea typeface="楷体_GB2312" charset="-122"/>
            </a:endParaRPr>
          </a:p>
          <a:p>
            <a:pPr marL="342900" indent="-342900" eaLnBrk="0" hangingPunct="0">
              <a:spcBef>
                <a:spcPct val="50000"/>
              </a:spcBef>
            </a:pPr>
            <a:endParaRPr lang="en-US" altLang="zh-CN" sz="3200" dirty="0">
              <a:latin typeface="Times New Roman" panose="02020603050405020304" pitchFamily="18" charset="0"/>
              <a:ea typeface="楷体_GB2312" charset="-122"/>
            </a:endParaRPr>
          </a:p>
          <a:p>
            <a:pPr marL="342900" indent="-342900" eaLnBrk="0" hangingPunct="0">
              <a:spcBef>
                <a:spcPct val="50000"/>
              </a:spcBef>
            </a:pPr>
            <a:endParaRPr lang="en-US" altLang="zh-CN" sz="3200" dirty="0">
              <a:latin typeface="Times New Roman" panose="02020603050405020304" pitchFamily="18" charset="0"/>
              <a:ea typeface="楷体_GB2312" charset="-122"/>
            </a:endParaRPr>
          </a:p>
          <a:p>
            <a:pPr marL="342900" indent="-342900" eaLnBrk="0" hangingPunct="0">
              <a:spcBef>
                <a:spcPct val="50000"/>
              </a:spcBef>
            </a:pPr>
            <a:endParaRPr lang="en-US" altLang="zh-CN" sz="3200" dirty="0">
              <a:latin typeface="Times New Roman" panose="02020603050405020304" pitchFamily="18" charset="0"/>
              <a:ea typeface="楷体_GB2312" charset="-122"/>
            </a:endParaRPr>
          </a:p>
          <a:p>
            <a:pPr marL="342900" indent="-342900" eaLnBrk="0" hangingPunct="0">
              <a:spcBef>
                <a:spcPct val="50000"/>
              </a:spcBef>
            </a:pPr>
            <a:endParaRPr lang="en-US" altLang="zh-CN" sz="3200" dirty="0">
              <a:latin typeface="Times New Roman" panose="02020603050405020304" pitchFamily="18" charset="0"/>
              <a:ea typeface="楷体_GB2312" charset="-122"/>
            </a:endParaRPr>
          </a:p>
        </p:txBody>
      </p:sp>
      <p:grpSp>
        <p:nvGrpSpPr>
          <p:cNvPr id="61446" name="Group 5"/>
          <p:cNvGrpSpPr/>
          <p:nvPr/>
        </p:nvGrpSpPr>
        <p:grpSpPr>
          <a:xfrm>
            <a:off x="3294063" y="2878138"/>
            <a:ext cx="4605337" cy="2195512"/>
            <a:chOff x="2075" y="1813"/>
            <a:chExt cx="2901" cy="1383"/>
          </a:xfrm>
        </p:grpSpPr>
        <p:sp>
          <p:nvSpPr>
            <p:cNvPr id="61447" name="AutoShape 6"/>
            <p:cNvSpPr/>
            <p:nvPr/>
          </p:nvSpPr>
          <p:spPr>
            <a:xfrm>
              <a:off x="3542" y="1941"/>
              <a:ext cx="1434" cy="1255"/>
            </a:xfrm>
            <a:custGeom>
              <a:avLst/>
              <a:gdLst/>
              <a:ahLst/>
              <a:cxnLst>
                <a:cxn ang="0">
                  <a:pos x="0" y="628"/>
                </a:cxn>
                <a:cxn ang="0">
                  <a:pos x="717" y="0"/>
                </a:cxn>
                <a:cxn ang="0">
                  <a:pos x="1434" y="628"/>
                </a:cxn>
                <a:cxn ang="0">
                  <a:pos x="717" y="1255"/>
                </a:cxn>
                <a:cxn ang="0">
                  <a:pos x="0" y="628"/>
                </a:cxn>
                <a:cxn ang="0">
                  <a:pos x="437" y="628"/>
                </a:cxn>
                <a:cxn ang="0">
                  <a:pos x="717" y="873"/>
                </a:cxn>
                <a:cxn ang="0">
                  <a:pos x="997" y="628"/>
                </a:cxn>
                <a:cxn ang="0">
                  <a:pos x="717" y="382"/>
                </a:cxn>
                <a:cxn ang="0">
                  <a:pos x="437" y="628"/>
                </a:cxn>
              </a:cxnLst>
              <a:rect l="0" t="0" r="0" b="0"/>
              <a:pathLst>
                <a:path w="21600" h="21600">
                  <a:moveTo>
                    <a:pt x="0" y="10800"/>
                  </a:moveTo>
                  <a:cubicBezTo>
                    <a:pt x="0" y="4835"/>
                    <a:pt x="4835" y="0"/>
                    <a:pt x="10800" y="0"/>
                  </a:cubicBezTo>
                  <a:cubicBezTo>
                    <a:pt x="16765" y="0"/>
                    <a:pt x="21600" y="4835"/>
                    <a:pt x="21600" y="10800"/>
                  </a:cubicBezTo>
                  <a:cubicBezTo>
                    <a:pt x="21600" y="16765"/>
                    <a:pt x="16765" y="21600"/>
                    <a:pt x="10800" y="21600"/>
                  </a:cubicBezTo>
                  <a:cubicBezTo>
                    <a:pt x="4835" y="21600"/>
                    <a:pt x="0" y="16765"/>
                    <a:pt x="0" y="10800"/>
                  </a:cubicBezTo>
                  <a:close/>
                  <a:moveTo>
                    <a:pt x="6582" y="10800"/>
                  </a:moveTo>
                  <a:cubicBezTo>
                    <a:pt x="6582" y="13130"/>
                    <a:pt x="8470" y="15018"/>
                    <a:pt x="10800" y="15018"/>
                  </a:cubicBezTo>
                  <a:cubicBezTo>
                    <a:pt x="13130" y="15018"/>
                    <a:pt x="15018" y="13130"/>
                    <a:pt x="15018" y="10800"/>
                  </a:cubicBezTo>
                  <a:cubicBezTo>
                    <a:pt x="15018" y="8470"/>
                    <a:pt x="13130" y="6582"/>
                    <a:pt x="10800" y="6582"/>
                  </a:cubicBezTo>
                  <a:cubicBezTo>
                    <a:pt x="8470" y="6582"/>
                    <a:pt x="6582" y="8470"/>
                    <a:pt x="6582" y="10800"/>
                  </a:cubicBezTo>
                  <a:close/>
                </a:path>
              </a:pathLst>
            </a:custGeom>
            <a:noFill/>
            <a:ln w="9525" cap="flat" cmpd="sng">
              <a:solidFill>
                <a:srgbClr val="0066FF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1448" name="Line 7"/>
            <p:cNvSpPr/>
            <p:nvPr/>
          </p:nvSpPr>
          <p:spPr>
            <a:xfrm>
              <a:off x="3531" y="2552"/>
              <a:ext cx="434" cy="0"/>
            </a:xfrm>
            <a:prstGeom prst="line">
              <a:avLst/>
            </a:prstGeom>
            <a:ln w="9525" cap="flat" cmpd="sng">
              <a:solidFill>
                <a:srgbClr val="0066FF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1449" name="Line 8"/>
            <p:cNvSpPr/>
            <p:nvPr/>
          </p:nvSpPr>
          <p:spPr>
            <a:xfrm>
              <a:off x="4516" y="2581"/>
              <a:ext cx="434" cy="0"/>
            </a:xfrm>
            <a:prstGeom prst="line">
              <a:avLst/>
            </a:prstGeom>
            <a:ln w="9525" cap="flat" cmpd="sng">
              <a:solidFill>
                <a:srgbClr val="0066FF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1450" name="Line 9"/>
            <p:cNvSpPr/>
            <p:nvPr/>
          </p:nvSpPr>
          <p:spPr>
            <a:xfrm>
              <a:off x="3898" y="2030"/>
              <a:ext cx="222" cy="322"/>
            </a:xfrm>
            <a:prstGeom prst="line">
              <a:avLst/>
            </a:prstGeom>
            <a:ln w="9525" cap="flat" cmpd="sng">
              <a:solidFill>
                <a:srgbClr val="0066FF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1451" name="Line 10"/>
            <p:cNvSpPr/>
            <p:nvPr/>
          </p:nvSpPr>
          <p:spPr>
            <a:xfrm>
              <a:off x="4450" y="2770"/>
              <a:ext cx="222" cy="322"/>
            </a:xfrm>
            <a:prstGeom prst="line">
              <a:avLst/>
            </a:prstGeom>
            <a:ln w="9525" cap="flat" cmpd="sng">
              <a:solidFill>
                <a:srgbClr val="0066FF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1452" name="Line 11"/>
            <p:cNvSpPr/>
            <p:nvPr/>
          </p:nvSpPr>
          <p:spPr>
            <a:xfrm flipH="1">
              <a:off x="4420" y="2041"/>
              <a:ext cx="233" cy="311"/>
            </a:xfrm>
            <a:prstGeom prst="line">
              <a:avLst/>
            </a:prstGeom>
            <a:ln w="9525" cap="flat" cmpd="sng">
              <a:solidFill>
                <a:srgbClr val="0066FF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1453" name="Line 12"/>
            <p:cNvSpPr/>
            <p:nvPr/>
          </p:nvSpPr>
          <p:spPr>
            <a:xfrm flipH="1">
              <a:off x="3871" y="2782"/>
              <a:ext cx="233" cy="311"/>
            </a:xfrm>
            <a:prstGeom prst="line">
              <a:avLst/>
            </a:prstGeom>
            <a:ln w="9525" cap="flat" cmpd="sng">
              <a:solidFill>
                <a:srgbClr val="0066FF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1454" name="Text Box 13"/>
            <p:cNvSpPr txBox="1"/>
            <p:nvPr/>
          </p:nvSpPr>
          <p:spPr>
            <a:xfrm>
              <a:off x="3658" y="2272"/>
              <a:ext cx="258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 anchorCtr="0"/>
            <a:lstStyle/>
            <a:p>
              <a:pPr algn="ctr"/>
              <a:r>
                <a:rPr lang="en-US" altLang="zh-CN" sz="2000" dirty="0">
                  <a:latin typeface="宋体" panose="02010600030101010101" pitchFamily="2" charset="-122"/>
                  <a:ea typeface="宋体" panose="02010600030101010101" pitchFamily="2" charset="-122"/>
                </a:rPr>
                <a:t>J4</a:t>
              </a:r>
            </a:p>
          </p:txBody>
        </p:sp>
        <p:sp>
          <p:nvSpPr>
            <p:cNvPr id="61455" name="Text Box 14"/>
            <p:cNvSpPr txBox="1"/>
            <p:nvPr/>
          </p:nvSpPr>
          <p:spPr>
            <a:xfrm>
              <a:off x="4158" y="2027"/>
              <a:ext cx="258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 anchorCtr="0"/>
            <a:lstStyle/>
            <a:p>
              <a:pPr algn="ctr"/>
              <a:r>
                <a:rPr lang="en-US" altLang="zh-CN" sz="2000" dirty="0">
                  <a:latin typeface="宋体" panose="02010600030101010101" pitchFamily="2" charset="-122"/>
                  <a:ea typeface="宋体" panose="02010600030101010101" pitchFamily="2" charset="-122"/>
                </a:rPr>
                <a:t>J5</a:t>
              </a:r>
            </a:p>
          </p:txBody>
        </p:sp>
        <p:sp>
          <p:nvSpPr>
            <p:cNvPr id="61456" name="Text Box 15"/>
            <p:cNvSpPr txBox="1"/>
            <p:nvPr/>
          </p:nvSpPr>
          <p:spPr>
            <a:xfrm>
              <a:off x="4547" y="2238"/>
              <a:ext cx="258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 anchorCtr="0"/>
            <a:lstStyle/>
            <a:p>
              <a:pPr algn="ctr"/>
              <a:r>
                <a:rPr lang="en-US" altLang="zh-CN" sz="2000" dirty="0">
                  <a:latin typeface="宋体" panose="02010600030101010101" pitchFamily="2" charset="-122"/>
                  <a:ea typeface="宋体" panose="02010600030101010101" pitchFamily="2" charset="-122"/>
                </a:rPr>
                <a:t>J6</a:t>
              </a:r>
            </a:p>
          </p:txBody>
        </p:sp>
        <p:sp>
          <p:nvSpPr>
            <p:cNvPr id="61457" name="Text Box 16"/>
            <p:cNvSpPr txBox="1"/>
            <p:nvPr/>
          </p:nvSpPr>
          <p:spPr>
            <a:xfrm>
              <a:off x="4379" y="2389"/>
              <a:ext cx="172" cy="19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 anchorCtr="0"/>
            <a:lstStyle/>
            <a:p>
              <a:pPr algn="ctr"/>
              <a:r>
                <a:rPr lang="en-US" altLang="zh-CN" sz="1400" dirty="0">
                  <a:latin typeface="宋体" panose="02010600030101010101" pitchFamily="2" charset="-122"/>
                  <a:ea typeface="宋体" panose="02010600030101010101" pitchFamily="2" charset="-122"/>
                </a:rPr>
                <a:t>0</a:t>
              </a:r>
              <a:endPara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61458" name="Text Box 17"/>
            <p:cNvSpPr txBox="1"/>
            <p:nvPr/>
          </p:nvSpPr>
          <p:spPr>
            <a:xfrm>
              <a:off x="4376" y="2562"/>
              <a:ext cx="172" cy="19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 anchorCtr="0"/>
            <a:lstStyle/>
            <a:p>
              <a:pPr algn="ctr"/>
              <a:r>
                <a:rPr lang="en-US" altLang="zh-CN" sz="1400" dirty="0">
                  <a:latin typeface="宋体" panose="02010600030101010101" pitchFamily="2" charset="-122"/>
                  <a:ea typeface="宋体" panose="02010600030101010101" pitchFamily="2" charset="-122"/>
                </a:rPr>
                <a:t>1</a:t>
              </a:r>
              <a:endPara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61459" name="Text Box 18"/>
            <p:cNvSpPr txBox="1"/>
            <p:nvPr/>
          </p:nvSpPr>
          <p:spPr>
            <a:xfrm>
              <a:off x="4187" y="2651"/>
              <a:ext cx="172" cy="19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 anchorCtr="0"/>
            <a:lstStyle/>
            <a:p>
              <a:pPr algn="ctr"/>
              <a:r>
                <a:rPr lang="en-US" altLang="zh-CN" sz="1400" dirty="0">
                  <a:latin typeface="宋体" panose="02010600030101010101" pitchFamily="2" charset="-122"/>
                  <a:ea typeface="宋体" panose="02010600030101010101" pitchFamily="2" charset="-122"/>
                </a:rPr>
                <a:t>2</a:t>
              </a:r>
              <a:endPara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61460" name="Text Box 19"/>
            <p:cNvSpPr txBox="1"/>
            <p:nvPr/>
          </p:nvSpPr>
          <p:spPr>
            <a:xfrm>
              <a:off x="3986" y="2552"/>
              <a:ext cx="172" cy="19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 anchorCtr="0"/>
            <a:lstStyle/>
            <a:p>
              <a:pPr algn="ctr"/>
              <a:r>
                <a:rPr lang="en-US" altLang="zh-CN" sz="1400" dirty="0">
                  <a:latin typeface="宋体" panose="02010600030101010101" pitchFamily="2" charset="-122"/>
                  <a:ea typeface="宋体" panose="02010600030101010101" pitchFamily="2" charset="-122"/>
                </a:rPr>
                <a:t>3</a:t>
              </a:r>
              <a:endPara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61461" name="Text Box 20"/>
            <p:cNvSpPr txBox="1"/>
            <p:nvPr/>
          </p:nvSpPr>
          <p:spPr>
            <a:xfrm>
              <a:off x="3997" y="2385"/>
              <a:ext cx="172" cy="19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 anchorCtr="0"/>
            <a:lstStyle/>
            <a:p>
              <a:pPr algn="ctr"/>
              <a:r>
                <a:rPr lang="en-US" altLang="zh-CN" sz="1400" dirty="0">
                  <a:latin typeface="宋体" panose="02010600030101010101" pitchFamily="2" charset="-122"/>
                  <a:ea typeface="宋体" panose="02010600030101010101" pitchFamily="2" charset="-122"/>
                </a:rPr>
                <a:t>4</a:t>
              </a:r>
              <a:endPara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61462" name="Text Box 21"/>
            <p:cNvSpPr txBox="1"/>
            <p:nvPr/>
          </p:nvSpPr>
          <p:spPr>
            <a:xfrm>
              <a:off x="4186" y="2296"/>
              <a:ext cx="172" cy="19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 anchorCtr="0"/>
            <a:lstStyle/>
            <a:p>
              <a:pPr algn="ctr"/>
              <a:r>
                <a:rPr lang="en-US" altLang="zh-CN" sz="1400" dirty="0">
                  <a:latin typeface="宋体" panose="02010600030101010101" pitchFamily="2" charset="-122"/>
                  <a:ea typeface="宋体" panose="02010600030101010101" pitchFamily="2" charset="-122"/>
                </a:rPr>
                <a:t>5</a:t>
              </a:r>
              <a:endPara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61463" name="Text Box 22"/>
            <p:cNvSpPr txBox="1"/>
            <p:nvPr/>
          </p:nvSpPr>
          <p:spPr>
            <a:xfrm>
              <a:off x="2948" y="2577"/>
              <a:ext cx="364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 anchorCtr="0"/>
            <a:lstStyle/>
            <a:p>
              <a:pPr algn="ctr"/>
              <a:r>
                <a:rPr lang="en-US" altLang="zh-CN" sz="2000" dirty="0">
                  <a:latin typeface="宋体" panose="02010600030101010101" pitchFamily="2" charset="-122"/>
                  <a:ea typeface="宋体" panose="02010600030101010101" pitchFamily="2" charset="-122"/>
                </a:rPr>
                <a:t>rear</a:t>
              </a:r>
            </a:p>
          </p:txBody>
        </p:sp>
        <p:sp>
          <p:nvSpPr>
            <p:cNvPr id="61464" name="Line 23"/>
            <p:cNvSpPr/>
            <p:nvPr/>
          </p:nvSpPr>
          <p:spPr>
            <a:xfrm flipV="1">
              <a:off x="3287" y="2358"/>
              <a:ext cx="244" cy="10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lg" len="lg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1465" name="Text Box 24"/>
            <p:cNvSpPr txBox="1"/>
            <p:nvPr/>
          </p:nvSpPr>
          <p:spPr>
            <a:xfrm>
              <a:off x="2772" y="2327"/>
              <a:ext cx="426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 anchorCtr="0"/>
            <a:lstStyle/>
            <a:p>
              <a:pPr algn="ctr"/>
              <a:r>
                <a:rPr lang="en-US" altLang="zh-CN" sz="2000" dirty="0">
                  <a:latin typeface="宋体" panose="02010600030101010101" pitchFamily="2" charset="-122"/>
                  <a:ea typeface="宋体" panose="02010600030101010101" pitchFamily="2" charset="-122"/>
                </a:rPr>
                <a:t>front</a:t>
              </a:r>
            </a:p>
          </p:txBody>
        </p:sp>
        <p:sp>
          <p:nvSpPr>
            <p:cNvPr id="61466" name="Text Box 25"/>
            <p:cNvSpPr txBox="1"/>
            <p:nvPr/>
          </p:nvSpPr>
          <p:spPr>
            <a:xfrm>
              <a:off x="3687" y="2645"/>
              <a:ext cx="258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 anchorCtr="0"/>
            <a:lstStyle/>
            <a:p>
              <a:pPr algn="ctr"/>
              <a:r>
                <a:rPr lang="en-US" altLang="zh-CN" sz="2000" dirty="0">
                  <a:latin typeface="宋体" panose="02010600030101010101" pitchFamily="2" charset="-122"/>
                  <a:ea typeface="宋体" panose="02010600030101010101" pitchFamily="2" charset="-122"/>
                </a:rPr>
                <a:t>J9</a:t>
              </a:r>
            </a:p>
          </p:txBody>
        </p:sp>
        <p:sp>
          <p:nvSpPr>
            <p:cNvPr id="61467" name="Text Box 26"/>
            <p:cNvSpPr txBox="1"/>
            <p:nvPr/>
          </p:nvSpPr>
          <p:spPr>
            <a:xfrm>
              <a:off x="4121" y="2857"/>
              <a:ext cx="258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 anchorCtr="0"/>
            <a:lstStyle/>
            <a:p>
              <a:pPr algn="ctr"/>
              <a:r>
                <a:rPr lang="en-US" altLang="zh-CN" sz="2000" dirty="0">
                  <a:latin typeface="宋体" panose="02010600030101010101" pitchFamily="2" charset="-122"/>
                  <a:ea typeface="宋体" panose="02010600030101010101" pitchFamily="2" charset="-122"/>
                </a:rPr>
                <a:t>J8</a:t>
              </a:r>
            </a:p>
          </p:txBody>
        </p:sp>
        <p:sp>
          <p:nvSpPr>
            <p:cNvPr id="61468" name="Text Box 27"/>
            <p:cNvSpPr txBox="1"/>
            <p:nvPr/>
          </p:nvSpPr>
          <p:spPr>
            <a:xfrm>
              <a:off x="4554" y="2634"/>
              <a:ext cx="258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 anchorCtr="0"/>
            <a:lstStyle/>
            <a:p>
              <a:pPr algn="ctr"/>
              <a:r>
                <a:rPr lang="en-US" altLang="zh-CN" sz="2000" dirty="0">
                  <a:latin typeface="宋体" panose="02010600030101010101" pitchFamily="2" charset="-122"/>
                  <a:ea typeface="宋体" panose="02010600030101010101" pitchFamily="2" charset="-122"/>
                </a:rPr>
                <a:t>J7</a:t>
              </a:r>
            </a:p>
          </p:txBody>
        </p:sp>
        <p:sp>
          <p:nvSpPr>
            <p:cNvPr id="61469" name="Line 28"/>
            <p:cNvSpPr/>
            <p:nvPr/>
          </p:nvSpPr>
          <p:spPr>
            <a:xfrm flipV="1">
              <a:off x="3320" y="2416"/>
              <a:ext cx="222" cy="211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lg" len="lg"/>
            </a:ln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61470" name="Group 29"/>
            <p:cNvGrpSpPr/>
            <p:nvPr/>
          </p:nvGrpSpPr>
          <p:grpSpPr>
            <a:xfrm>
              <a:off x="2075" y="1813"/>
              <a:ext cx="1562" cy="323"/>
              <a:chOff x="2173" y="2309"/>
              <a:chExt cx="1562" cy="323"/>
            </a:xfrm>
          </p:grpSpPr>
          <p:sp>
            <p:nvSpPr>
              <p:cNvPr id="61471" name="AutoShape 30"/>
              <p:cNvSpPr/>
              <p:nvPr/>
            </p:nvSpPr>
            <p:spPr>
              <a:xfrm rot="950072">
                <a:off x="2173" y="2512"/>
                <a:ext cx="1562" cy="120"/>
              </a:xfrm>
              <a:prstGeom prst="rightArrow">
                <a:avLst>
                  <a:gd name="adj1" fmla="val 50000"/>
                  <a:gd name="adj2" fmla="val 324934"/>
                </a:avLst>
              </a:prstGeom>
              <a:noFill/>
              <a:ln w="952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anchor="ctr" anchorCtr="0">
                <a:spAutoFit/>
              </a:bodyPr>
              <a:lstStyle/>
              <a:p>
                <a:pPr eaLnBrk="0" hangingPunct="0">
                  <a:spcBef>
                    <a:spcPct val="20000"/>
                  </a:spcBef>
                </a:pPr>
                <a:endParaRPr lang="zh-CN" altLang="en-US" dirty="0">
                  <a:latin typeface="Times New Roman" panose="02020603050405020304" pitchFamily="18" charset="0"/>
                  <a:ea typeface="楷体_GB2312" charset="-122"/>
                </a:endParaRPr>
              </a:p>
            </p:txBody>
          </p:sp>
          <p:sp>
            <p:nvSpPr>
              <p:cNvPr id="61472" name="Text Box 31"/>
              <p:cNvSpPr txBox="1"/>
              <p:nvPr/>
            </p:nvSpPr>
            <p:spPr>
              <a:xfrm rot="914810">
                <a:off x="2324" y="2309"/>
                <a:ext cx="1086" cy="25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anchor="ctr" anchorCtr="0">
                <a:spAutoFit/>
              </a:bodyPr>
              <a:lstStyle/>
              <a:p>
                <a:pPr algn="ctr"/>
                <a:r>
                  <a:rPr lang="en-US" altLang="zh-CN" sz="2000" dirty="0">
                    <a:latin typeface="宋体" panose="02010600030101010101" pitchFamily="2" charset="-122"/>
                    <a:ea typeface="宋体" panose="02010600030101010101" pitchFamily="2" charset="-122"/>
                  </a:rPr>
                  <a:t>J7,J8,J9</a:t>
                </a:r>
                <a:r>
                  <a:rPr lang="zh-CN" altLang="zh-CN" sz="2000" dirty="0">
                    <a:latin typeface="宋体" panose="02010600030101010101" pitchFamily="2" charset="-122"/>
                    <a:ea typeface="宋体" panose="02010600030101010101" pitchFamily="2" charset="-122"/>
                  </a:rPr>
                  <a:t>入队</a:t>
                </a:r>
                <a:endParaRPr lang="zh-CN" altLang="en-US" sz="2000" dirty="0">
                  <a:latin typeface="宋体" panose="02010600030101010101" pitchFamily="2" charset="-122"/>
                  <a:ea typeface="宋体" panose="02010600030101010101" pitchFamily="2" charset="-122"/>
                </a:endParaRPr>
              </a:p>
            </p:txBody>
          </p:sp>
        </p:grpSp>
      </p:grpSp>
      <p:sp>
        <p:nvSpPr>
          <p:cNvPr id="61473" name="AutoShape 32"/>
          <p:cNvSpPr/>
          <p:nvPr/>
        </p:nvSpPr>
        <p:spPr>
          <a:xfrm>
            <a:off x="1008063" y="182563"/>
            <a:ext cx="3059112" cy="860425"/>
          </a:xfrm>
          <a:prstGeom prst="wedgeRectCallout">
            <a:avLst>
              <a:gd name="adj1" fmla="val 82019"/>
              <a:gd name="adj2" fmla="val 129616"/>
            </a:avLst>
          </a:prstGeom>
          <a:noFill/>
          <a:ln w="38100" cap="flat" cmpd="sng">
            <a:solidFill>
              <a:schemeClr val="accent1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ctr" anchorCtr="0">
            <a:spAutoFit/>
          </a:bodyPr>
          <a:lstStyle/>
          <a:p>
            <a:pPr algn="ctr"/>
            <a:r>
              <a:rPr lang="zh-CN" altLang="en-US" dirty="0">
                <a:solidFill>
                  <a:srgbClr val="0000FF"/>
                </a:solidFill>
                <a:latin typeface="楷体_GB2312" charset="-122"/>
                <a:ea typeface="楷体_GB2312" charset="-122"/>
              </a:rPr>
              <a:t>队空：</a:t>
            </a:r>
            <a:r>
              <a:rPr lang="en-US" altLang="zh-CN" dirty="0">
                <a:solidFill>
                  <a:srgbClr val="0000FF"/>
                </a:solidFill>
                <a:latin typeface="楷体_GB2312" charset="-122"/>
                <a:ea typeface="楷体_GB2312" charset="-122"/>
              </a:rPr>
              <a:t>front==rear</a:t>
            </a:r>
            <a:endParaRPr lang="en-US" altLang="zh-CN" dirty="0">
              <a:latin typeface="楷体_GB2312" charset="-122"/>
              <a:ea typeface="楷体_GB2312" charset="-122"/>
            </a:endParaRPr>
          </a:p>
          <a:p>
            <a:pPr algn="ctr"/>
            <a:r>
              <a:rPr lang="zh-CN" altLang="zh-CN" dirty="0">
                <a:solidFill>
                  <a:srgbClr val="FF3300"/>
                </a:solidFill>
                <a:latin typeface="楷体_GB2312" charset="-122"/>
                <a:ea typeface="楷体_GB2312" charset="-122"/>
              </a:rPr>
              <a:t>队满：</a:t>
            </a:r>
            <a:r>
              <a:rPr lang="en-US" altLang="zh-CN" dirty="0">
                <a:solidFill>
                  <a:srgbClr val="FF3300"/>
                </a:solidFill>
                <a:latin typeface="楷体_GB2312" charset="-122"/>
                <a:ea typeface="楷体_GB2312" charset="-122"/>
              </a:rPr>
              <a:t>front==rear</a:t>
            </a:r>
            <a:endParaRPr lang="en-US" altLang="zh-CN" dirty="0">
              <a:latin typeface="楷体_GB2312" charset="-122"/>
              <a:ea typeface="楷体_GB2312" charset="-122"/>
            </a:endParaRPr>
          </a:p>
        </p:txBody>
      </p:sp>
      <p:sp>
        <p:nvSpPr>
          <p:cNvPr id="61474" name="Text Box 33"/>
          <p:cNvSpPr txBox="1"/>
          <p:nvPr/>
        </p:nvSpPr>
        <p:spPr>
          <a:xfrm>
            <a:off x="220663" y="4497388"/>
            <a:ext cx="5126037" cy="1955800"/>
          </a:xfrm>
          <a:prstGeom prst="rect">
            <a:avLst/>
          </a:prstGeom>
          <a:noFill/>
          <a:ln w="38100" cap="flat" cmpd="sng">
            <a:solidFill>
              <a:srgbClr val="00FF00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>
            <a:spAutoFit/>
          </a:bodyPr>
          <a:lstStyle/>
          <a:p>
            <a:r>
              <a:rPr lang="zh-CN" altLang="en-US" dirty="0">
                <a:latin typeface="楷体_GB2312" charset="-122"/>
                <a:ea typeface="楷体_GB2312" charset="-122"/>
              </a:rPr>
              <a:t>解决方案：</a:t>
            </a:r>
          </a:p>
          <a:p>
            <a:r>
              <a:rPr lang="en-US" altLang="zh-CN" dirty="0">
                <a:latin typeface="楷体_GB2312" charset="-122"/>
                <a:ea typeface="楷体_GB2312" charset="-122"/>
              </a:rPr>
              <a:t>1.</a:t>
            </a:r>
            <a:r>
              <a:rPr lang="zh-CN" altLang="en-US" dirty="0">
                <a:latin typeface="楷体_GB2312" charset="-122"/>
                <a:ea typeface="楷体_GB2312" charset="-122"/>
              </a:rPr>
              <a:t>另外</a:t>
            </a:r>
            <a:r>
              <a:rPr lang="zh-CN" altLang="en-US" dirty="0">
                <a:solidFill>
                  <a:srgbClr val="0066FF"/>
                </a:solidFill>
                <a:latin typeface="楷体_GB2312" charset="-122"/>
                <a:ea typeface="楷体_GB2312" charset="-122"/>
              </a:rPr>
              <a:t>设一个标志</a:t>
            </a:r>
            <a:r>
              <a:rPr lang="zh-CN" altLang="en-US" dirty="0">
                <a:latin typeface="楷体_GB2312" charset="-122"/>
                <a:ea typeface="楷体_GB2312" charset="-122"/>
              </a:rPr>
              <a:t>以区别队空、队满</a:t>
            </a:r>
          </a:p>
          <a:p>
            <a:r>
              <a:rPr lang="en-US" altLang="zh-CN" dirty="0">
                <a:latin typeface="楷体_GB2312" charset="-122"/>
                <a:ea typeface="楷体_GB2312" charset="-122"/>
              </a:rPr>
              <a:t>2</a:t>
            </a:r>
            <a:r>
              <a:rPr lang="en-US" altLang="zh-CN" dirty="0">
                <a:solidFill>
                  <a:srgbClr val="FF3300"/>
                </a:solidFill>
                <a:latin typeface="楷体_GB2312" charset="-122"/>
                <a:ea typeface="楷体_GB2312" charset="-122"/>
              </a:rPr>
              <a:t>.</a:t>
            </a:r>
            <a:r>
              <a:rPr lang="zh-CN" altLang="en-US" dirty="0">
                <a:solidFill>
                  <a:srgbClr val="FF3300"/>
                </a:solidFill>
                <a:highlight>
                  <a:srgbClr val="00FF00"/>
                </a:highlight>
                <a:latin typeface="楷体_GB2312" charset="-122"/>
                <a:ea typeface="楷体_GB2312" charset="-122"/>
              </a:rPr>
              <a:t>少用一个元素空间</a:t>
            </a:r>
            <a:r>
              <a:rPr lang="zh-CN" altLang="en-US" dirty="0">
                <a:latin typeface="楷体_GB2312" charset="-122"/>
                <a:ea typeface="楷体_GB2312" charset="-122"/>
              </a:rPr>
              <a:t>：</a:t>
            </a:r>
            <a:r>
              <a:rPr lang="en-US" altLang="zh-CN" dirty="0">
                <a:solidFill>
                  <a:srgbClr val="FF0000"/>
                </a:solidFill>
                <a:latin typeface="楷体_GB2312" charset="-122"/>
                <a:ea typeface="楷体_GB2312" charset="-122"/>
              </a:rPr>
              <a:t>【</a:t>
            </a:r>
            <a:r>
              <a:rPr lang="zh-CN" altLang="en-US" dirty="0">
                <a:solidFill>
                  <a:srgbClr val="FF0000"/>
                </a:solidFill>
                <a:latin typeface="楷体_GB2312" charset="-122"/>
                <a:ea typeface="楷体_GB2312" charset="-122"/>
              </a:rPr>
              <a:t>本课程</a:t>
            </a:r>
            <a:r>
              <a:rPr lang="en-US" altLang="zh-CN" dirty="0">
                <a:solidFill>
                  <a:srgbClr val="FF0000"/>
                </a:solidFill>
                <a:latin typeface="楷体_GB2312" charset="-122"/>
                <a:ea typeface="楷体_GB2312" charset="-122"/>
              </a:rPr>
              <a:t>】</a:t>
            </a:r>
            <a:endParaRPr lang="zh-CN" altLang="en-US" dirty="0">
              <a:solidFill>
                <a:srgbClr val="FF0000"/>
              </a:solidFill>
              <a:latin typeface="楷体_GB2312" charset="-122"/>
              <a:ea typeface="楷体_GB2312" charset="-122"/>
            </a:endParaRPr>
          </a:p>
          <a:p>
            <a:r>
              <a:rPr lang="zh-CN" altLang="en-US" dirty="0">
                <a:latin typeface="楷体_GB2312" charset="-122"/>
                <a:ea typeface="楷体_GB2312" charset="-122"/>
              </a:rPr>
              <a:t>    队空：</a:t>
            </a:r>
            <a:r>
              <a:rPr lang="en-US" altLang="zh-CN" dirty="0">
                <a:latin typeface="楷体_GB2312" charset="-122"/>
                <a:ea typeface="楷体_GB2312" charset="-122"/>
              </a:rPr>
              <a:t>front==rear</a:t>
            </a:r>
          </a:p>
          <a:p>
            <a:r>
              <a:rPr lang="en-US" altLang="zh-CN" dirty="0">
                <a:latin typeface="楷体_GB2312" charset="-122"/>
                <a:ea typeface="楷体_GB2312" charset="-122"/>
              </a:rPr>
              <a:t>    </a:t>
            </a:r>
            <a:r>
              <a:rPr lang="zh-CN" altLang="zh-CN" dirty="0">
                <a:latin typeface="楷体_GB2312" charset="-122"/>
                <a:ea typeface="楷体_GB2312" charset="-122"/>
              </a:rPr>
              <a:t>队满：</a:t>
            </a:r>
            <a:r>
              <a:rPr lang="zh-CN" altLang="zh-CN" dirty="0">
                <a:highlight>
                  <a:srgbClr val="00FF00"/>
                </a:highlight>
                <a:latin typeface="楷体_GB2312" charset="-122"/>
                <a:ea typeface="楷体_GB2312" charset="-122"/>
              </a:rPr>
              <a:t>(</a:t>
            </a:r>
            <a:r>
              <a:rPr lang="en-US" altLang="zh-CN" dirty="0">
                <a:highlight>
                  <a:srgbClr val="00FF00"/>
                </a:highlight>
                <a:latin typeface="楷体_GB2312" charset="-122"/>
                <a:ea typeface="楷体_GB2312" charset="-122"/>
              </a:rPr>
              <a:t>rear+1)%M==front</a:t>
            </a:r>
          </a:p>
        </p:txBody>
      </p:sp>
      <p:grpSp>
        <p:nvGrpSpPr>
          <p:cNvPr id="61475" name="Group 34"/>
          <p:cNvGrpSpPr/>
          <p:nvPr/>
        </p:nvGrpSpPr>
        <p:grpSpPr>
          <a:xfrm>
            <a:off x="1077913" y="1676400"/>
            <a:ext cx="2293937" cy="1992313"/>
            <a:chOff x="1389" y="1311"/>
            <a:chExt cx="1445" cy="1255"/>
          </a:xfrm>
        </p:grpSpPr>
        <p:sp>
          <p:nvSpPr>
            <p:cNvPr id="61476" name="AutoShape 35"/>
            <p:cNvSpPr/>
            <p:nvPr/>
          </p:nvSpPr>
          <p:spPr>
            <a:xfrm>
              <a:off x="1400" y="1311"/>
              <a:ext cx="1434" cy="1255"/>
            </a:xfrm>
            <a:custGeom>
              <a:avLst/>
              <a:gdLst/>
              <a:ahLst/>
              <a:cxnLst>
                <a:cxn ang="0">
                  <a:pos x="0" y="628"/>
                </a:cxn>
                <a:cxn ang="0">
                  <a:pos x="717" y="0"/>
                </a:cxn>
                <a:cxn ang="0">
                  <a:pos x="1434" y="628"/>
                </a:cxn>
                <a:cxn ang="0">
                  <a:pos x="717" y="1255"/>
                </a:cxn>
                <a:cxn ang="0">
                  <a:pos x="0" y="628"/>
                </a:cxn>
                <a:cxn ang="0">
                  <a:pos x="437" y="628"/>
                </a:cxn>
                <a:cxn ang="0">
                  <a:pos x="717" y="873"/>
                </a:cxn>
                <a:cxn ang="0">
                  <a:pos x="997" y="628"/>
                </a:cxn>
                <a:cxn ang="0">
                  <a:pos x="717" y="382"/>
                </a:cxn>
                <a:cxn ang="0">
                  <a:pos x="437" y="628"/>
                </a:cxn>
              </a:cxnLst>
              <a:rect l="0" t="0" r="0" b="0"/>
              <a:pathLst>
                <a:path w="21600" h="21600">
                  <a:moveTo>
                    <a:pt x="0" y="10800"/>
                  </a:moveTo>
                  <a:cubicBezTo>
                    <a:pt x="0" y="4835"/>
                    <a:pt x="4835" y="0"/>
                    <a:pt x="10800" y="0"/>
                  </a:cubicBezTo>
                  <a:cubicBezTo>
                    <a:pt x="16765" y="0"/>
                    <a:pt x="21600" y="4835"/>
                    <a:pt x="21600" y="10800"/>
                  </a:cubicBezTo>
                  <a:cubicBezTo>
                    <a:pt x="21600" y="16765"/>
                    <a:pt x="16765" y="21600"/>
                    <a:pt x="10800" y="21600"/>
                  </a:cubicBezTo>
                  <a:cubicBezTo>
                    <a:pt x="4835" y="21600"/>
                    <a:pt x="0" y="16765"/>
                    <a:pt x="0" y="10800"/>
                  </a:cubicBezTo>
                  <a:close/>
                  <a:moveTo>
                    <a:pt x="6582" y="10800"/>
                  </a:moveTo>
                  <a:cubicBezTo>
                    <a:pt x="6582" y="13130"/>
                    <a:pt x="8470" y="15018"/>
                    <a:pt x="10800" y="15018"/>
                  </a:cubicBezTo>
                  <a:cubicBezTo>
                    <a:pt x="13130" y="15018"/>
                    <a:pt x="15018" y="13130"/>
                    <a:pt x="15018" y="10800"/>
                  </a:cubicBezTo>
                  <a:cubicBezTo>
                    <a:pt x="15018" y="8470"/>
                    <a:pt x="13130" y="6582"/>
                    <a:pt x="10800" y="6582"/>
                  </a:cubicBezTo>
                  <a:cubicBezTo>
                    <a:pt x="8470" y="6582"/>
                    <a:pt x="6582" y="8470"/>
                    <a:pt x="6582" y="10800"/>
                  </a:cubicBezTo>
                  <a:close/>
                </a:path>
              </a:pathLst>
            </a:custGeom>
            <a:noFill/>
            <a:ln w="9525" cap="flat" cmpd="sng">
              <a:solidFill>
                <a:srgbClr val="0066FF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1477" name="Line 36"/>
            <p:cNvSpPr/>
            <p:nvPr/>
          </p:nvSpPr>
          <p:spPr>
            <a:xfrm>
              <a:off x="1389" y="1922"/>
              <a:ext cx="434" cy="0"/>
            </a:xfrm>
            <a:prstGeom prst="line">
              <a:avLst/>
            </a:prstGeom>
            <a:ln w="9525" cap="flat" cmpd="sng">
              <a:solidFill>
                <a:srgbClr val="0066FF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1478" name="Line 37"/>
            <p:cNvSpPr/>
            <p:nvPr/>
          </p:nvSpPr>
          <p:spPr>
            <a:xfrm>
              <a:off x="2374" y="1951"/>
              <a:ext cx="434" cy="0"/>
            </a:xfrm>
            <a:prstGeom prst="line">
              <a:avLst/>
            </a:prstGeom>
            <a:ln w="9525" cap="flat" cmpd="sng">
              <a:solidFill>
                <a:srgbClr val="0066FF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1479" name="Line 38"/>
            <p:cNvSpPr/>
            <p:nvPr/>
          </p:nvSpPr>
          <p:spPr>
            <a:xfrm>
              <a:off x="1756" y="1400"/>
              <a:ext cx="222" cy="322"/>
            </a:xfrm>
            <a:prstGeom prst="line">
              <a:avLst/>
            </a:prstGeom>
            <a:ln w="9525" cap="flat" cmpd="sng">
              <a:solidFill>
                <a:srgbClr val="0066FF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1480" name="Line 39"/>
            <p:cNvSpPr/>
            <p:nvPr/>
          </p:nvSpPr>
          <p:spPr>
            <a:xfrm>
              <a:off x="2308" y="2140"/>
              <a:ext cx="222" cy="322"/>
            </a:xfrm>
            <a:prstGeom prst="line">
              <a:avLst/>
            </a:prstGeom>
            <a:ln w="9525" cap="flat" cmpd="sng">
              <a:solidFill>
                <a:srgbClr val="0066FF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1481" name="Line 40"/>
            <p:cNvSpPr/>
            <p:nvPr/>
          </p:nvSpPr>
          <p:spPr>
            <a:xfrm flipH="1">
              <a:off x="2278" y="1411"/>
              <a:ext cx="233" cy="311"/>
            </a:xfrm>
            <a:prstGeom prst="line">
              <a:avLst/>
            </a:prstGeom>
            <a:ln w="9525" cap="flat" cmpd="sng">
              <a:solidFill>
                <a:srgbClr val="0066FF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1482" name="Line 41"/>
            <p:cNvSpPr/>
            <p:nvPr/>
          </p:nvSpPr>
          <p:spPr>
            <a:xfrm flipH="1">
              <a:off x="1729" y="2152"/>
              <a:ext cx="233" cy="311"/>
            </a:xfrm>
            <a:prstGeom prst="line">
              <a:avLst/>
            </a:prstGeom>
            <a:ln w="9525" cap="flat" cmpd="sng">
              <a:solidFill>
                <a:srgbClr val="0066FF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1483" name="Text Box 42"/>
            <p:cNvSpPr txBox="1"/>
            <p:nvPr/>
          </p:nvSpPr>
          <p:spPr>
            <a:xfrm>
              <a:off x="1516" y="1642"/>
              <a:ext cx="258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 anchorCtr="0"/>
            <a:lstStyle/>
            <a:p>
              <a:pPr algn="ctr"/>
              <a:r>
                <a:rPr lang="en-US" altLang="zh-CN" sz="2000" dirty="0">
                  <a:latin typeface="宋体" panose="02010600030101010101" pitchFamily="2" charset="-122"/>
                  <a:ea typeface="宋体" panose="02010600030101010101" pitchFamily="2" charset="-122"/>
                </a:rPr>
                <a:t>J4</a:t>
              </a:r>
            </a:p>
          </p:txBody>
        </p:sp>
        <p:sp>
          <p:nvSpPr>
            <p:cNvPr id="61484" name="Text Box 43"/>
            <p:cNvSpPr txBox="1"/>
            <p:nvPr/>
          </p:nvSpPr>
          <p:spPr>
            <a:xfrm>
              <a:off x="2016" y="1397"/>
              <a:ext cx="258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 anchorCtr="0"/>
            <a:lstStyle/>
            <a:p>
              <a:pPr algn="ctr"/>
              <a:r>
                <a:rPr lang="en-US" altLang="zh-CN" sz="2000" dirty="0">
                  <a:latin typeface="宋体" panose="02010600030101010101" pitchFamily="2" charset="-122"/>
                  <a:ea typeface="宋体" panose="02010600030101010101" pitchFamily="2" charset="-122"/>
                </a:rPr>
                <a:t>J5</a:t>
              </a:r>
            </a:p>
          </p:txBody>
        </p:sp>
        <p:sp>
          <p:nvSpPr>
            <p:cNvPr id="61485" name="Text Box 44"/>
            <p:cNvSpPr txBox="1"/>
            <p:nvPr/>
          </p:nvSpPr>
          <p:spPr>
            <a:xfrm>
              <a:off x="2405" y="1608"/>
              <a:ext cx="258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 anchorCtr="0"/>
            <a:lstStyle/>
            <a:p>
              <a:pPr algn="ctr"/>
              <a:r>
                <a:rPr lang="en-US" altLang="zh-CN" sz="2000" dirty="0">
                  <a:latin typeface="宋体" panose="02010600030101010101" pitchFamily="2" charset="-122"/>
                  <a:ea typeface="宋体" panose="02010600030101010101" pitchFamily="2" charset="-122"/>
                </a:rPr>
                <a:t>J6</a:t>
              </a:r>
            </a:p>
          </p:txBody>
        </p:sp>
        <p:sp>
          <p:nvSpPr>
            <p:cNvPr id="61486" name="Text Box 45"/>
            <p:cNvSpPr txBox="1"/>
            <p:nvPr/>
          </p:nvSpPr>
          <p:spPr>
            <a:xfrm>
              <a:off x="2237" y="1759"/>
              <a:ext cx="172" cy="19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 anchorCtr="0"/>
            <a:lstStyle/>
            <a:p>
              <a:pPr algn="ctr"/>
              <a:r>
                <a:rPr lang="en-US" altLang="zh-CN" sz="1400" dirty="0">
                  <a:latin typeface="宋体" panose="02010600030101010101" pitchFamily="2" charset="-122"/>
                  <a:ea typeface="宋体" panose="02010600030101010101" pitchFamily="2" charset="-122"/>
                </a:rPr>
                <a:t>0</a:t>
              </a:r>
              <a:endPara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61487" name="Text Box 46"/>
            <p:cNvSpPr txBox="1"/>
            <p:nvPr/>
          </p:nvSpPr>
          <p:spPr>
            <a:xfrm>
              <a:off x="2234" y="1932"/>
              <a:ext cx="172" cy="19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 anchorCtr="0"/>
            <a:lstStyle/>
            <a:p>
              <a:pPr algn="ctr"/>
              <a:r>
                <a:rPr lang="en-US" altLang="zh-CN" sz="1400" dirty="0">
                  <a:latin typeface="宋体" panose="02010600030101010101" pitchFamily="2" charset="-122"/>
                  <a:ea typeface="宋体" panose="02010600030101010101" pitchFamily="2" charset="-122"/>
                </a:rPr>
                <a:t>1</a:t>
              </a:r>
              <a:endPara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61488" name="Text Box 47"/>
            <p:cNvSpPr txBox="1"/>
            <p:nvPr/>
          </p:nvSpPr>
          <p:spPr>
            <a:xfrm>
              <a:off x="2045" y="2021"/>
              <a:ext cx="172" cy="19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 anchorCtr="0"/>
            <a:lstStyle/>
            <a:p>
              <a:pPr algn="ctr"/>
              <a:r>
                <a:rPr lang="en-US" altLang="zh-CN" sz="1400" dirty="0">
                  <a:latin typeface="宋体" panose="02010600030101010101" pitchFamily="2" charset="-122"/>
                  <a:ea typeface="宋体" panose="02010600030101010101" pitchFamily="2" charset="-122"/>
                </a:rPr>
                <a:t>2</a:t>
              </a:r>
              <a:endPara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61489" name="Text Box 48"/>
            <p:cNvSpPr txBox="1"/>
            <p:nvPr/>
          </p:nvSpPr>
          <p:spPr>
            <a:xfrm>
              <a:off x="1844" y="1922"/>
              <a:ext cx="172" cy="19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 anchorCtr="0"/>
            <a:lstStyle/>
            <a:p>
              <a:pPr algn="ctr"/>
              <a:r>
                <a:rPr lang="en-US" altLang="zh-CN" sz="1400" dirty="0">
                  <a:latin typeface="宋体" panose="02010600030101010101" pitchFamily="2" charset="-122"/>
                  <a:ea typeface="宋体" panose="02010600030101010101" pitchFamily="2" charset="-122"/>
                </a:rPr>
                <a:t>3</a:t>
              </a:r>
              <a:endPara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61490" name="Text Box 49"/>
            <p:cNvSpPr txBox="1"/>
            <p:nvPr/>
          </p:nvSpPr>
          <p:spPr>
            <a:xfrm>
              <a:off x="1855" y="1755"/>
              <a:ext cx="172" cy="19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 anchorCtr="0"/>
            <a:lstStyle/>
            <a:p>
              <a:pPr algn="ctr"/>
              <a:r>
                <a:rPr lang="en-US" altLang="zh-CN" sz="1400" dirty="0">
                  <a:latin typeface="宋体" panose="02010600030101010101" pitchFamily="2" charset="-122"/>
                  <a:ea typeface="宋体" panose="02010600030101010101" pitchFamily="2" charset="-122"/>
                </a:rPr>
                <a:t>4</a:t>
              </a:r>
              <a:endPara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61491" name="Text Box 50"/>
            <p:cNvSpPr txBox="1"/>
            <p:nvPr/>
          </p:nvSpPr>
          <p:spPr>
            <a:xfrm>
              <a:off x="2044" y="1666"/>
              <a:ext cx="172" cy="19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 anchorCtr="0"/>
            <a:lstStyle/>
            <a:p>
              <a:pPr algn="ctr"/>
              <a:r>
                <a:rPr lang="en-US" altLang="zh-CN" sz="1400" dirty="0">
                  <a:latin typeface="宋体" panose="02010600030101010101" pitchFamily="2" charset="-122"/>
                  <a:ea typeface="宋体" panose="02010600030101010101" pitchFamily="2" charset="-122"/>
                </a:rPr>
                <a:t>5</a:t>
              </a:r>
              <a:endPara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</p:grpSp>
      <p:sp>
        <p:nvSpPr>
          <p:cNvPr id="61492" name="Text Box 51"/>
          <p:cNvSpPr txBox="1"/>
          <p:nvPr/>
        </p:nvSpPr>
        <p:spPr>
          <a:xfrm>
            <a:off x="3122613" y="3505200"/>
            <a:ext cx="577850" cy="396875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/>
          <a:lstStyle/>
          <a:p>
            <a:pPr algn="ctr"/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rear</a:t>
            </a:r>
          </a:p>
        </p:txBody>
      </p:sp>
      <p:sp>
        <p:nvSpPr>
          <p:cNvPr id="61493" name="Line 52"/>
          <p:cNvSpPr/>
          <p:nvPr/>
        </p:nvSpPr>
        <p:spPr>
          <a:xfrm flipV="1">
            <a:off x="746125" y="2354263"/>
            <a:ext cx="387350" cy="158750"/>
          </a:xfrm>
          <a:prstGeom prst="line">
            <a:avLst/>
          </a:prstGeom>
          <a:ln w="38100" cap="flat" cmpd="sng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1494" name="Text Box 53"/>
          <p:cNvSpPr txBox="1"/>
          <p:nvPr/>
        </p:nvSpPr>
        <p:spPr>
          <a:xfrm>
            <a:off x="107950" y="2349500"/>
            <a:ext cx="676275" cy="396875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/>
          <a:lstStyle/>
          <a:p>
            <a:pPr algn="ctr"/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front</a:t>
            </a:r>
          </a:p>
        </p:txBody>
      </p:sp>
      <p:sp>
        <p:nvSpPr>
          <p:cNvPr id="61495" name="Line 54"/>
          <p:cNvSpPr/>
          <p:nvPr/>
        </p:nvSpPr>
        <p:spPr>
          <a:xfrm>
            <a:off x="3089275" y="3390900"/>
            <a:ext cx="0" cy="473075"/>
          </a:xfrm>
          <a:prstGeom prst="line">
            <a:avLst/>
          </a:prstGeom>
          <a:ln w="38100" cap="flat" cmpd="sng">
            <a:solidFill>
              <a:schemeClr val="tx1"/>
            </a:solidFill>
            <a:prstDash val="solid"/>
            <a:round/>
            <a:headEnd type="triangle" w="lg" len="lg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grpSp>
        <p:nvGrpSpPr>
          <p:cNvPr id="61496" name="Group 55"/>
          <p:cNvGrpSpPr/>
          <p:nvPr/>
        </p:nvGrpSpPr>
        <p:grpSpPr>
          <a:xfrm>
            <a:off x="3294063" y="258763"/>
            <a:ext cx="5191125" cy="2417762"/>
            <a:chOff x="2075" y="163"/>
            <a:chExt cx="3270" cy="1523"/>
          </a:xfrm>
        </p:grpSpPr>
        <p:sp>
          <p:nvSpPr>
            <p:cNvPr id="61497" name="AutoShape 56"/>
            <p:cNvSpPr/>
            <p:nvPr/>
          </p:nvSpPr>
          <p:spPr>
            <a:xfrm>
              <a:off x="3386" y="163"/>
              <a:ext cx="1434" cy="1255"/>
            </a:xfrm>
            <a:custGeom>
              <a:avLst/>
              <a:gdLst/>
              <a:ahLst/>
              <a:cxnLst>
                <a:cxn ang="0">
                  <a:pos x="0" y="628"/>
                </a:cxn>
                <a:cxn ang="0">
                  <a:pos x="717" y="0"/>
                </a:cxn>
                <a:cxn ang="0">
                  <a:pos x="1434" y="628"/>
                </a:cxn>
                <a:cxn ang="0">
                  <a:pos x="717" y="1255"/>
                </a:cxn>
                <a:cxn ang="0">
                  <a:pos x="0" y="628"/>
                </a:cxn>
                <a:cxn ang="0">
                  <a:pos x="437" y="628"/>
                </a:cxn>
                <a:cxn ang="0">
                  <a:pos x="717" y="873"/>
                </a:cxn>
                <a:cxn ang="0">
                  <a:pos x="997" y="628"/>
                </a:cxn>
                <a:cxn ang="0">
                  <a:pos x="717" y="382"/>
                </a:cxn>
                <a:cxn ang="0">
                  <a:pos x="437" y="628"/>
                </a:cxn>
              </a:cxnLst>
              <a:rect l="0" t="0" r="0" b="0"/>
              <a:pathLst>
                <a:path w="21600" h="21600">
                  <a:moveTo>
                    <a:pt x="0" y="10800"/>
                  </a:moveTo>
                  <a:cubicBezTo>
                    <a:pt x="0" y="4835"/>
                    <a:pt x="4835" y="0"/>
                    <a:pt x="10800" y="0"/>
                  </a:cubicBezTo>
                  <a:cubicBezTo>
                    <a:pt x="16765" y="0"/>
                    <a:pt x="21600" y="4835"/>
                    <a:pt x="21600" y="10800"/>
                  </a:cubicBezTo>
                  <a:cubicBezTo>
                    <a:pt x="21600" y="16765"/>
                    <a:pt x="16765" y="21600"/>
                    <a:pt x="10800" y="21600"/>
                  </a:cubicBezTo>
                  <a:cubicBezTo>
                    <a:pt x="4835" y="21600"/>
                    <a:pt x="0" y="16765"/>
                    <a:pt x="0" y="10800"/>
                  </a:cubicBezTo>
                  <a:close/>
                  <a:moveTo>
                    <a:pt x="6582" y="10800"/>
                  </a:moveTo>
                  <a:cubicBezTo>
                    <a:pt x="6582" y="13130"/>
                    <a:pt x="8470" y="15018"/>
                    <a:pt x="10800" y="15018"/>
                  </a:cubicBezTo>
                  <a:cubicBezTo>
                    <a:pt x="13130" y="15018"/>
                    <a:pt x="15018" y="13130"/>
                    <a:pt x="15018" y="10800"/>
                  </a:cubicBezTo>
                  <a:cubicBezTo>
                    <a:pt x="15018" y="8470"/>
                    <a:pt x="13130" y="6582"/>
                    <a:pt x="10800" y="6582"/>
                  </a:cubicBezTo>
                  <a:cubicBezTo>
                    <a:pt x="8470" y="6582"/>
                    <a:pt x="6582" y="8470"/>
                    <a:pt x="6582" y="10800"/>
                  </a:cubicBezTo>
                  <a:close/>
                </a:path>
              </a:pathLst>
            </a:custGeom>
            <a:noFill/>
            <a:ln w="9525" cap="flat" cmpd="sng">
              <a:solidFill>
                <a:srgbClr val="0066FF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1498" name="Line 57"/>
            <p:cNvSpPr/>
            <p:nvPr/>
          </p:nvSpPr>
          <p:spPr>
            <a:xfrm>
              <a:off x="3375" y="774"/>
              <a:ext cx="434" cy="0"/>
            </a:xfrm>
            <a:prstGeom prst="line">
              <a:avLst/>
            </a:prstGeom>
            <a:ln w="9525" cap="flat" cmpd="sng">
              <a:solidFill>
                <a:srgbClr val="0066FF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1499" name="Line 58"/>
            <p:cNvSpPr/>
            <p:nvPr/>
          </p:nvSpPr>
          <p:spPr>
            <a:xfrm>
              <a:off x="4360" y="803"/>
              <a:ext cx="434" cy="0"/>
            </a:xfrm>
            <a:prstGeom prst="line">
              <a:avLst/>
            </a:prstGeom>
            <a:ln w="9525" cap="flat" cmpd="sng">
              <a:solidFill>
                <a:srgbClr val="0066FF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1500" name="Line 59"/>
            <p:cNvSpPr/>
            <p:nvPr/>
          </p:nvSpPr>
          <p:spPr>
            <a:xfrm>
              <a:off x="3742" y="252"/>
              <a:ext cx="222" cy="322"/>
            </a:xfrm>
            <a:prstGeom prst="line">
              <a:avLst/>
            </a:prstGeom>
            <a:ln w="9525" cap="flat" cmpd="sng">
              <a:solidFill>
                <a:srgbClr val="0066FF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1501" name="Line 60"/>
            <p:cNvSpPr/>
            <p:nvPr/>
          </p:nvSpPr>
          <p:spPr>
            <a:xfrm>
              <a:off x="4294" y="992"/>
              <a:ext cx="222" cy="322"/>
            </a:xfrm>
            <a:prstGeom prst="line">
              <a:avLst/>
            </a:prstGeom>
            <a:ln w="9525" cap="flat" cmpd="sng">
              <a:solidFill>
                <a:srgbClr val="0066FF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1502" name="Line 61"/>
            <p:cNvSpPr/>
            <p:nvPr/>
          </p:nvSpPr>
          <p:spPr>
            <a:xfrm flipH="1">
              <a:off x="4264" y="263"/>
              <a:ext cx="233" cy="311"/>
            </a:xfrm>
            <a:prstGeom prst="line">
              <a:avLst/>
            </a:prstGeom>
            <a:ln w="9525" cap="flat" cmpd="sng">
              <a:solidFill>
                <a:srgbClr val="0066FF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1503" name="Line 62"/>
            <p:cNvSpPr/>
            <p:nvPr/>
          </p:nvSpPr>
          <p:spPr>
            <a:xfrm flipH="1">
              <a:off x="3715" y="1004"/>
              <a:ext cx="233" cy="311"/>
            </a:xfrm>
            <a:prstGeom prst="line">
              <a:avLst/>
            </a:prstGeom>
            <a:ln w="9525" cap="flat" cmpd="sng">
              <a:solidFill>
                <a:srgbClr val="0066FF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1504" name="Text Box 63"/>
            <p:cNvSpPr txBox="1"/>
            <p:nvPr/>
          </p:nvSpPr>
          <p:spPr>
            <a:xfrm>
              <a:off x="4223" y="611"/>
              <a:ext cx="172" cy="19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 anchorCtr="0"/>
            <a:lstStyle/>
            <a:p>
              <a:pPr algn="ctr"/>
              <a:r>
                <a:rPr lang="en-US" altLang="zh-CN" sz="1400" dirty="0">
                  <a:latin typeface="宋体" panose="02010600030101010101" pitchFamily="2" charset="-122"/>
                  <a:ea typeface="宋体" panose="02010600030101010101" pitchFamily="2" charset="-122"/>
                </a:rPr>
                <a:t>0</a:t>
              </a:r>
              <a:endPara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61505" name="Text Box 64"/>
            <p:cNvSpPr txBox="1"/>
            <p:nvPr/>
          </p:nvSpPr>
          <p:spPr>
            <a:xfrm>
              <a:off x="4220" y="784"/>
              <a:ext cx="172" cy="19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 anchorCtr="0"/>
            <a:lstStyle/>
            <a:p>
              <a:pPr algn="ctr"/>
              <a:r>
                <a:rPr lang="en-US" altLang="zh-CN" sz="1400" dirty="0">
                  <a:latin typeface="宋体" panose="02010600030101010101" pitchFamily="2" charset="-122"/>
                  <a:ea typeface="宋体" panose="02010600030101010101" pitchFamily="2" charset="-122"/>
                </a:rPr>
                <a:t>1</a:t>
              </a:r>
              <a:endPara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61506" name="Text Box 65"/>
            <p:cNvSpPr txBox="1"/>
            <p:nvPr/>
          </p:nvSpPr>
          <p:spPr>
            <a:xfrm>
              <a:off x="4031" y="873"/>
              <a:ext cx="172" cy="19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 anchorCtr="0"/>
            <a:lstStyle/>
            <a:p>
              <a:pPr algn="ctr"/>
              <a:r>
                <a:rPr lang="en-US" altLang="zh-CN" sz="1400" dirty="0">
                  <a:latin typeface="宋体" panose="02010600030101010101" pitchFamily="2" charset="-122"/>
                  <a:ea typeface="宋体" panose="02010600030101010101" pitchFamily="2" charset="-122"/>
                </a:rPr>
                <a:t>2</a:t>
              </a:r>
              <a:endPara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61507" name="Text Box 66"/>
            <p:cNvSpPr txBox="1"/>
            <p:nvPr/>
          </p:nvSpPr>
          <p:spPr>
            <a:xfrm>
              <a:off x="3830" y="774"/>
              <a:ext cx="172" cy="19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 anchorCtr="0"/>
            <a:lstStyle/>
            <a:p>
              <a:pPr algn="ctr"/>
              <a:r>
                <a:rPr lang="en-US" altLang="zh-CN" sz="1400" dirty="0">
                  <a:latin typeface="宋体" panose="02010600030101010101" pitchFamily="2" charset="-122"/>
                  <a:ea typeface="宋体" panose="02010600030101010101" pitchFamily="2" charset="-122"/>
                </a:rPr>
                <a:t>3</a:t>
              </a:r>
              <a:endPara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61508" name="Text Box 67"/>
            <p:cNvSpPr txBox="1"/>
            <p:nvPr/>
          </p:nvSpPr>
          <p:spPr>
            <a:xfrm>
              <a:off x="3841" y="607"/>
              <a:ext cx="172" cy="19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 anchorCtr="0"/>
            <a:lstStyle/>
            <a:p>
              <a:pPr algn="ctr"/>
              <a:r>
                <a:rPr lang="en-US" altLang="zh-CN" sz="1400" dirty="0">
                  <a:latin typeface="宋体" panose="02010600030101010101" pitchFamily="2" charset="-122"/>
                  <a:ea typeface="宋体" panose="02010600030101010101" pitchFamily="2" charset="-122"/>
                </a:rPr>
                <a:t>4</a:t>
              </a:r>
              <a:endPara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61509" name="Text Box 68"/>
            <p:cNvSpPr txBox="1"/>
            <p:nvPr/>
          </p:nvSpPr>
          <p:spPr>
            <a:xfrm>
              <a:off x="4030" y="518"/>
              <a:ext cx="172" cy="19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 anchorCtr="0"/>
            <a:lstStyle/>
            <a:p>
              <a:pPr algn="ctr"/>
              <a:r>
                <a:rPr lang="en-US" altLang="zh-CN" sz="1400" dirty="0">
                  <a:latin typeface="宋体" panose="02010600030101010101" pitchFamily="2" charset="-122"/>
                  <a:ea typeface="宋体" panose="02010600030101010101" pitchFamily="2" charset="-122"/>
                </a:rPr>
                <a:t>5</a:t>
              </a:r>
              <a:endPara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61510" name="Text Box 69"/>
            <p:cNvSpPr txBox="1"/>
            <p:nvPr/>
          </p:nvSpPr>
          <p:spPr>
            <a:xfrm>
              <a:off x="4919" y="678"/>
              <a:ext cx="426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 anchorCtr="0"/>
            <a:lstStyle/>
            <a:p>
              <a:pPr algn="ctr"/>
              <a:r>
                <a:rPr lang="en-US" altLang="zh-CN" sz="2000" dirty="0">
                  <a:latin typeface="宋体" panose="02010600030101010101" pitchFamily="2" charset="-122"/>
                  <a:ea typeface="宋体" panose="02010600030101010101" pitchFamily="2" charset="-122"/>
                </a:rPr>
                <a:t>front</a:t>
              </a:r>
            </a:p>
          </p:txBody>
        </p:sp>
        <p:grpSp>
          <p:nvGrpSpPr>
            <p:cNvPr id="61511" name="Group 70"/>
            <p:cNvGrpSpPr/>
            <p:nvPr/>
          </p:nvGrpSpPr>
          <p:grpSpPr>
            <a:xfrm>
              <a:off x="2075" y="1322"/>
              <a:ext cx="1562" cy="364"/>
              <a:chOff x="2266" y="1727"/>
              <a:chExt cx="1562" cy="364"/>
            </a:xfrm>
          </p:grpSpPr>
          <p:sp>
            <p:nvSpPr>
              <p:cNvPr id="61512" name="AutoShape 71"/>
              <p:cNvSpPr/>
              <p:nvPr/>
            </p:nvSpPr>
            <p:spPr>
              <a:xfrm rot="-658666">
                <a:off x="2266" y="1727"/>
                <a:ext cx="1562" cy="120"/>
              </a:xfrm>
              <a:prstGeom prst="rightArrow">
                <a:avLst>
                  <a:gd name="adj1" fmla="val 50000"/>
                  <a:gd name="adj2" fmla="val 324934"/>
                </a:avLst>
              </a:prstGeom>
              <a:noFill/>
              <a:ln w="952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anchor="ctr" anchorCtr="0">
                <a:spAutoFit/>
              </a:bodyPr>
              <a:lstStyle/>
              <a:p>
                <a:pPr eaLnBrk="0" hangingPunct="0">
                  <a:spcBef>
                    <a:spcPct val="20000"/>
                  </a:spcBef>
                </a:pPr>
                <a:endParaRPr lang="zh-CN" altLang="en-US" dirty="0">
                  <a:latin typeface="Times New Roman" panose="02020603050405020304" pitchFamily="18" charset="0"/>
                  <a:ea typeface="楷体_GB2312" charset="-122"/>
                </a:endParaRPr>
              </a:p>
            </p:txBody>
          </p:sp>
          <p:sp>
            <p:nvSpPr>
              <p:cNvPr id="61513" name="Text Box 72"/>
              <p:cNvSpPr txBox="1"/>
              <p:nvPr/>
            </p:nvSpPr>
            <p:spPr>
              <a:xfrm rot="-627854">
                <a:off x="2368" y="1841"/>
                <a:ext cx="1086" cy="25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anchor="ctr" anchorCtr="0">
                <a:spAutoFit/>
              </a:bodyPr>
              <a:lstStyle/>
              <a:p>
                <a:pPr algn="ctr"/>
                <a:r>
                  <a:rPr lang="en-US" altLang="zh-CN" sz="2000" dirty="0">
                    <a:latin typeface="宋体" panose="02010600030101010101" pitchFamily="2" charset="-122"/>
                    <a:ea typeface="宋体" panose="02010600030101010101" pitchFamily="2" charset="-122"/>
                  </a:rPr>
                  <a:t>J4,J5,J6</a:t>
                </a:r>
                <a:r>
                  <a:rPr lang="zh-CN" altLang="zh-CN" sz="2000" dirty="0">
                    <a:latin typeface="宋体" panose="02010600030101010101" pitchFamily="2" charset="-122"/>
                    <a:ea typeface="宋体" panose="02010600030101010101" pitchFamily="2" charset="-122"/>
                  </a:rPr>
                  <a:t>出队</a:t>
                </a:r>
                <a:endParaRPr lang="zh-CN" altLang="en-US" sz="2000" dirty="0">
                  <a:latin typeface="宋体" panose="02010600030101010101" pitchFamily="2" charset="-122"/>
                  <a:ea typeface="宋体" panose="02010600030101010101" pitchFamily="2" charset="-122"/>
                </a:endParaRPr>
              </a:p>
            </p:txBody>
          </p:sp>
        </p:grpSp>
        <p:sp>
          <p:nvSpPr>
            <p:cNvPr id="61514" name="Text Box 73"/>
            <p:cNvSpPr txBox="1"/>
            <p:nvPr/>
          </p:nvSpPr>
          <p:spPr>
            <a:xfrm>
              <a:off x="4768" y="1189"/>
              <a:ext cx="364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 anchorCtr="0"/>
            <a:lstStyle/>
            <a:p>
              <a:pPr algn="ctr"/>
              <a:r>
                <a:rPr lang="en-US" altLang="zh-CN" sz="2000" dirty="0">
                  <a:latin typeface="宋体" panose="02010600030101010101" pitchFamily="2" charset="-122"/>
                  <a:ea typeface="宋体" panose="02010600030101010101" pitchFamily="2" charset="-122"/>
                </a:rPr>
                <a:t>rear</a:t>
              </a:r>
            </a:p>
          </p:txBody>
        </p:sp>
        <p:sp>
          <p:nvSpPr>
            <p:cNvPr id="61515" name="Line 74"/>
            <p:cNvSpPr/>
            <p:nvPr/>
          </p:nvSpPr>
          <p:spPr>
            <a:xfrm>
              <a:off x="4747" y="1117"/>
              <a:ext cx="0" cy="298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round/>
              <a:headEnd type="triangle" w="lg" len="lg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1516" name="Line 75"/>
            <p:cNvSpPr/>
            <p:nvPr/>
          </p:nvSpPr>
          <p:spPr>
            <a:xfrm flipH="1">
              <a:off x="4794" y="992"/>
              <a:ext cx="338" cy="64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lg" len="lg"/>
            </a:ln>
          </p:spPr>
          <p:txBody>
            <a:bodyPr/>
            <a:lstStyle/>
            <a:p>
              <a:endParaRPr lang="zh-CN" altLang="en-US"/>
            </a:p>
          </p:txBody>
        </p:sp>
      </p:grp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6978" name="Comment 2"/>
          <p:cNvSpPr>
            <a:spLocks noChangeArrowheads="1"/>
          </p:cNvSpPr>
          <p:nvPr/>
        </p:nvSpPr>
        <p:spPr bwMode="auto">
          <a:xfrm>
            <a:off x="-47625" y="0"/>
            <a:ext cx="5556250" cy="650875"/>
          </a:xfrm>
          <a:prstGeom prst="rect">
            <a:avLst/>
          </a:prstGeom>
          <a:solidFill>
            <a:srgbClr val="FCFDC6"/>
          </a:solidFill>
          <a:ln w="9525">
            <a:solidFill>
              <a:schemeClr val="tx1"/>
            </a:solidFill>
            <a:miter lim="800000"/>
          </a:ln>
          <a:effectLst>
            <a:outerShdw dist="107763" dir="2700000" algn="ctr" rotWithShape="0">
              <a:schemeClr val="bg2"/>
            </a:outerShdw>
          </a:effectLst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3600" b="1" i="0" u="none" strike="noStrike" kern="1200" cap="none" spc="0" normalizeH="0" baseline="0" noProof="0">
                <a:ln>
                  <a:noFill/>
                </a:ln>
                <a:solidFill>
                  <a:schemeClr val="hlink"/>
                </a:solidFill>
                <a:effectLst/>
                <a:uLnTx/>
                <a:uFillTx/>
                <a:latin typeface="Arial" panose="020B0604020202020204" pitchFamily="34" charset="0"/>
                <a:ea typeface="楷体_GB2312" charset="-122"/>
                <a:cs typeface="+mn-cs"/>
                <a:sym typeface="+mn-ea"/>
              </a:rPr>
              <a:t>循环队列</a:t>
            </a:r>
          </a:p>
        </p:txBody>
      </p:sp>
      <p:sp>
        <p:nvSpPr>
          <p:cNvPr id="62466" name="Rectangle 3"/>
          <p:cNvSpPr/>
          <p:nvPr/>
        </p:nvSpPr>
        <p:spPr>
          <a:xfrm>
            <a:off x="104775" y="981075"/>
            <a:ext cx="8915400" cy="464820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lstStyle/>
          <a:p>
            <a:pPr marL="342900" indent="-342900" algn="just" eaLnBrk="0" hangingPunct="0">
              <a:lnSpc>
                <a:spcPct val="120000"/>
              </a:lnSpc>
              <a:spcBef>
                <a:spcPct val="20000"/>
              </a:spcBef>
            </a:pPr>
            <a:r>
              <a:rPr lang="en-US" altLang="zh-CN" sz="2800" dirty="0">
                <a:latin typeface="Times New Roman" panose="02020603050405020304" pitchFamily="18" charset="0"/>
                <a:ea typeface="楷体_GB2312" charset="-122"/>
              </a:rPr>
              <a:t>#define MAXQSIZE  100  </a:t>
            </a:r>
            <a:r>
              <a:rPr lang="en-US" altLang="zh-CN" dirty="0">
                <a:latin typeface="Times New Roman" panose="02020603050405020304" pitchFamily="18" charset="0"/>
                <a:ea typeface="楷体_GB2312" charset="-122"/>
              </a:rPr>
              <a:t>//</a:t>
            </a:r>
            <a:r>
              <a:rPr lang="zh-CN" altLang="zh-CN" dirty="0">
                <a:latin typeface="Times New Roman" panose="02020603050405020304" pitchFamily="18" charset="0"/>
                <a:ea typeface="楷体_GB2312" charset="-122"/>
              </a:rPr>
              <a:t>最大长度</a:t>
            </a:r>
            <a:endParaRPr lang="zh-CN" altLang="en-US" dirty="0">
              <a:latin typeface="Times New Roman" panose="02020603050405020304" pitchFamily="18" charset="0"/>
              <a:ea typeface="楷体_GB2312" charset="-122"/>
            </a:endParaRPr>
          </a:p>
          <a:p>
            <a:pPr marL="342900" indent="-342900" algn="just" eaLnBrk="0" hangingPunct="0">
              <a:lnSpc>
                <a:spcPct val="120000"/>
              </a:lnSpc>
              <a:spcBef>
                <a:spcPct val="20000"/>
              </a:spcBef>
            </a:pPr>
            <a:r>
              <a:rPr lang="en-US" altLang="zh-CN" sz="2800" dirty="0" err="1">
                <a:latin typeface="Times New Roman" panose="02020603050405020304" pitchFamily="18" charset="0"/>
                <a:ea typeface="楷体_GB2312" charset="-122"/>
              </a:rPr>
              <a:t>typedef</a:t>
            </a:r>
            <a:r>
              <a:rPr lang="en-US" altLang="zh-CN" sz="2800" dirty="0">
                <a:latin typeface="Times New Roman" panose="02020603050405020304" pitchFamily="18" charset="0"/>
                <a:ea typeface="楷体_GB2312" charset="-122"/>
              </a:rPr>
              <a:t> struct {</a:t>
            </a:r>
          </a:p>
          <a:p>
            <a:pPr marL="342900" indent="-342900" algn="just" eaLnBrk="0" hangingPunct="0">
              <a:lnSpc>
                <a:spcPct val="120000"/>
              </a:lnSpc>
              <a:spcBef>
                <a:spcPct val="20000"/>
              </a:spcBef>
            </a:pPr>
            <a:r>
              <a:rPr lang="en-US" altLang="zh-CN" sz="2800" dirty="0">
                <a:latin typeface="Times New Roman" panose="02020603050405020304" pitchFamily="18" charset="0"/>
                <a:ea typeface="楷体_GB2312" charset="-122"/>
              </a:rPr>
              <a:t>   QElemType *base;  //</a:t>
            </a:r>
            <a:r>
              <a:rPr lang="zh-CN" altLang="zh-CN" sz="2800" dirty="0">
                <a:latin typeface="Times New Roman" panose="02020603050405020304" pitchFamily="18" charset="0"/>
                <a:ea typeface="楷体_GB2312" charset="-122"/>
              </a:rPr>
              <a:t>初始化的动态分配存储空间</a:t>
            </a:r>
          </a:p>
          <a:p>
            <a:pPr marL="342900" indent="-342900" algn="just" eaLnBrk="0" hangingPunct="0">
              <a:lnSpc>
                <a:spcPct val="120000"/>
              </a:lnSpc>
              <a:spcBef>
                <a:spcPct val="20000"/>
              </a:spcBef>
            </a:pPr>
            <a:r>
              <a:rPr lang="zh-CN" altLang="zh-CN" sz="2800" dirty="0">
                <a:latin typeface="Times New Roman" panose="02020603050405020304" pitchFamily="18" charset="0"/>
                <a:ea typeface="楷体_GB2312" charset="-122"/>
              </a:rPr>
              <a:t>   </a:t>
            </a:r>
            <a:r>
              <a:rPr lang="en-US" altLang="zh-CN" sz="2800" dirty="0">
                <a:latin typeface="Times New Roman" panose="02020603050405020304" pitchFamily="18" charset="0"/>
                <a:ea typeface="楷体_GB2312" charset="-122"/>
              </a:rPr>
              <a:t>int  front;            //</a:t>
            </a:r>
            <a:r>
              <a:rPr lang="zh-CN" altLang="zh-CN" sz="2800" dirty="0">
                <a:latin typeface="Times New Roman" panose="02020603050405020304" pitchFamily="18" charset="0"/>
                <a:ea typeface="楷体_GB2312" charset="-122"/>
              </a:rPr>
              <a:t>头指针</a:t>
            </a:r>
            <a:r>
              <a:rPr lang="zh-CN" altLang="en-US" sz="2800" dirty="0">
                <a:latin typeface="Times New Roman" panose="02020603050405020304" pitchFamily="18" charset="0"/>
                <a:ea typeface="楷体_GB2312" charset="-122"/>
              </a:rPr>
              <a:t>   </a:t>
            </a:r>
          </a:p>
          <a:p>
            <a:pPr marL="342900" indent="-342900" algn="just" eaLnBrk="0" hangingPunct="0">
              <a:lnSpc>
                <a:spcPct val="120000"/>
              </a:lnSpc>
              <a:spcBef>
                <a:spcPct val="20000"/>
              </a:spcBef>
            </a:pPr>
            <a:r>
              <a:rPr lang="zh-CN" altLang="en-US" sz="2800" dirty="0">
                <a:latin typeface="Times New Roman" panose="02020603050405020304" pitchFamily="18" charset="0"/>
                <a:ea typeface="楷体_GB2312" charset="-122"/>
              </a:rPr>
              <a:t>   </a:t>
            </a:r>
            <a:r>
              <a:rPr lang="en-US" altLang="zh-CN" sz="2800" dirty="0">
                <a:latin typeface="Times New Roman" panose="02020603050405020304" pitchFamily="18" charset="0"/>
                <a:ea typeface="楷体_GB2312" charset="-122"/>
              </a:rPr>
              <a:t>int  rear;             //</a:t>
            </a:r>
            <a:r>
              <a:rPr lang="zh-CN" altLang="en-US" sz="2800" dirty="0">
                <a:latin typeface="Times New Roman" panose="02020603050405020304" pitchFamily="18" charset="0"/>
                <a:ea typeface="楷体_GB2312" charset="-122"/>
              </a:rPr>
              <a:t>尾指针</a:t>
            </a:r>
          </a:p>
          <a:p>
            <a:pPr marL="342900" indent="-342900" algn="just" eaLnBrk="0" hangingPunct="0">
              <a:lnSpc>
                <a:spcPct val="120000"/>
              </a:lnSpc>
              <a:spcBef>
                <a:spcPct val="20000"/>
              </a:spcBef>
            </a:pPr>
            <a:r>
              <a:rPr lang="en-US" altLang="zh-CN" sz="2800" dirty="0">
                <a:latin typeface="Times New Roman" panose="02020603050405020304" pitchFamily="18" charset="0"/>
                <a:ea typeface="楷体_GB2312" charset="-122"/>
              </a:rPr>
              <a:t>}SqQueue;  </a:t>
            </a:r>
          </a:p>
          <a:p>
            <a:pPr marL="342900" indent="-342900" algn="just" eaLnBrk="0" hangingPunct="0">
              <a:lnSpc>
                <a:spcPct val="120000"/>
              </a:lnSpc>
              <a:spcBef>
                <a:spcPct val="20000"/>
              </a:spcBef>
            </a:pPr>
            <a:r>
              <a:rPr lang="zh-CN" altLang="en-US" sz="2800" dirty="0">
                <a:latin typeface="Times New Roman" panose="02020603050405020304" pitchFamily="18" charset="0"/>
                <a:ea typeface="楷体_GB2312" charset="-122"/>
              </a:rPr>
              <a:t>其实和直线的定义没有差别</a:t>
            </a:r>
            <a:r>
              <a:rPr lang="en-US" altLang="zh-CN" sz="2800" dirty="0">
                <a:latin typeface="Times New Roman" panose="02020603050405020304" pitchFamily="18" charset="0"/>
                <a:ea typeface="楷体_GB2312" charset="-122"/>
              </a:rPr>
              <a:t>,</a:t>
            </a:r>
            <a:r>
              <a:rPr lang="zh-CN" altLang="en-US" sz="2800" dirty="0">
                <a:latin typeface="Times New Roman" panose="02020603050405020304" pitchFamily="18" charset="0"/>
                <a:ea typeface="楷体_GB2312" charset="-122"/>
              </a:rPr>
              <a:t>只不过在处理指针运算时再多加上</a:t>
            </a:r>
            <a:r>
              <a:rPr lang="en-US" altLang="zh-CN" sz="2800" dirty="0">
                <a:latin typeface="Times New Roman" panose="02020603050405020304" pitchFamily="18" charset="0"/>
                <a:ea typeface="楷体_GB2312" charset="-122"/>
              </a:rPr>
              <a:t>%MAXQSIZE</a:t>
            </a:r>
          </a:p>
          <a:p>
            <a:pPr marL="342900" indent="-342900" algn="just" eaLnBrk="0" hangingPunct="0">
              <a:lnSpc>
                <a:spcPct val="120000"/>
              </a:lnSpc>
              <a:spcBef>
                <a:spcPct val="20000"/>
              </a:spcBef>
            </a:pPr>
            <a:r>
              <a:rPr lang="en-US" altLang="zh-CN" sz="2800" dirty="0">
                <a:latin typeface="宋体" panose="02010600030101010101" pitchFamily="2" charset="-122"/>
                <a:ea typeface="楷体_GB2312" charset="-122"/>
              </a:rPr>
              <a:t> </a:t>
            </a:r>
          </a:p>
          <a:p>
            <a:pPr marL="342900" indent="-342900" eaLnBrk="0" hangingPunct="0">
              <a:spcBef>
                <a:spcPct val="20000"/>
              </a:spcBef>
            </a:pPr>
            <a:endParaRPr lang="en-US" altLang="zh-CN" sz="2800" dirty="0">
              <a:latin typeface="Times New Roman" panose="02020603050405020304" pitchFamily="18" charset="0"/>
              <a:ea typeface="楷体_GB2312" charset="-122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89" name="Rectangle 2"/>
          <p:cNvSpPr>
            <a:spLocks noGrp="1"/>
          </p:cNvSpPr>
          <p:nvPr>
            <p:ph idx="1"/>
          </p:nvPr>
        </p:nvSpPr>
        <p:spPr>
          <a:xfrm>
            <a:off x="228600" y="836613"/>
            <a:ext cx="8735888" cy="4464595"/>
          </a:xfrm>
          <a:ln/>
        </p:spPr>
        <p:txBody>
          <a:bodyPr vert="horz" wrap="square" lIns="91440" tIns="45720" rIns="91440" bIns="45720" anchor="t" anchorCtr="0"/>
          <a:lstStyle/>
          <a:p>
            <a:pPr>
              <a:lnSpc>
                <a:spcPct val="110000"/>
              </a:lnSpc>
              <a:buNone/>
            </a:pPr>
            <a:r>
              <a:rPr lang="en-US" altLang="zh-CN" sz="2800" b="1" dirty="0">
                <a:ea typeface="楷体_GB2312" charset="-122"/>
              </a:rPr>
              <a:t>Status </a:t>
            </a:r>
            <a:r>
              <a:rPr lang="en-US" altLang="zh-CN" sz="2800" b="1" dirty="0" err="1">
                <a:ea typeface="楷体_GB2312" charset="-122"/>
              </a:rPr>
              <a:t>InitQueue</a:t>
            </a:r>
            <a:r>
              <a:rPr lang="en-US" altLang="zh-CN" sz="2800" b="1" dirty="0">
                <a:ea typeface="楷体_GB2312" charset="-122"/>
              </a:rPr>
              <a:t> (</a:t>
            </a:r>
            <a:r>
              <a:rPr lang="en-US" altLang="zh-CN" sz="2800" b="1" dirty="0" err="1">
                <a:ea typeface="楷体_GB2312" charset="-122"/>
              </a:rPr>
              <a:t>SqQueue</a:t>
            </a:r>
            <a:r>
              <a:rPr lang="en-US" altLang="zh-CN" sz="2800" b="1" dirty="0">
                <a:ea typeface="楷体_GB2312" charset="-122"/>
              </a:rPr>
              <a:t> *</a:t>
            </a:r>
            <a:r>
              <a:rPr lang="en-US" altLang="zh-CN" sz="2800" b="1" dirty="0" err="1">
                <a:ea typeface="楷体_GB2312" charset="-122"/>
              </a:rPr>
              <a:t>pQ</a:t>
            </a:r>
            <a:r>
              <a:rPr lang="en-US" altLang="zh-CN" sz="2800" b="1" dirty="0">
                <a:ea typeface="楷体_GB2312" charset="-122"/>
              </a:rPr>
              <a:t>){</a:t>
            </a:r>
          </a:p>
          <a:p>
            <a:pPr>
              <a:lnSpc>
                <a:spcPct val="110000"/>
              </a:lnSpc>
              <a:buNone/>
            </a:pPr>
            <a:r>
              <a:rPr lang="en-US" altLang="zh-CN" sz="2800" b="1" dirty="0">
                <a:ea typeface="楷体_GB2312" charset="-122"/>
              </a:rPr>
              <a:t>    (*</a:t>
            </a:r>
            <a:r>
              <a:rPr lang="en-US" altLang="zh-CN" sz="2800" b="1" dirty="0" err="1">
                <a:ea typeface="楷体_GB2312" charset="-122"/>
              </a:rPr>
              <a:t>pQ</a:t>
            </a:r>
            <a:r>
              <a:rPr lang="en-US" altLang="zh-CN" sz="2800" b="1" dirty="0">
                <a:ea typeface="楷体_GB2312" charset="-122"/>
              </a:rPr>
              <a:t>).base =(</a:t>
            </a:r>
            <a:r>
              <a:rPr lang="en-US" altLang="zh-CN" sz="2800" b="1" dirty="0" err="1">
                <a:ea typeface="楷体_GB2312" charset="-122"/>
              </a:rPr>
              <a:t>QElemType</a:t>
            </a:r>
            <a:r>
              <a:rPr lang="en-US" altLang="zh-CN" sz="2800" b="1" dirty="0">
                <a:ea typeface="楷体_GB2312" charset="-122"/>
              </a:rPr>
              <a:t> *)</a:t>
            </a:r>
            <a:r>
              <a:rPr lang="en-US" altLang="zh-CN" sz="2800" b="1" dirty="0" err="1">
                <a:ea typeface="楷体_GB2312" charset="-122"/>
              </a:rPr>
              <a:t>malloc</a:t>
            </a:r>
            <a:endParaRPr lang="en-US" altLang="zh-CN" sz="2800" b="1" dirty="0">
              <a:ea typeface="楷体_GB2312" charset="-122"/>
            </a:endParaRPr>
          </a:p>
          <a:p>
            <a:pPr>
              <a:lnSpc>
                <a:spcPct val="110000"/>
              </a:lnSpc>
              <a:buNone/>
            </a:pPr>
            <a:r>
              <a:rPr lang="en-US" altLang="zh-CN" sz="2800" b="1" dirty="0">
                <a:ea typeface="楷体_GB2312" charset="-122"/>
              </a:rPr>
              <a:t>                (</a:t>
            </a:r>
            <a:r>
              <a:rPr lang="en-US" altLang="zh-CN" sz="2800" b="1" dirty="0" err="1">
                <a:ea typeface="楷体_GB2312" charset="-122"/>
              </a:rPr>
              <a:t>sizeof</a:t>
            </a:r>
            <a:r>
              <a:rPr lang="en-US" altLang="zh-CN" sz="2800" b="1" dirty="0">
                <a:ea typeface="楷体_GB2312" charset="-122"/>
              </a:rPr>
              <a:t>(</a:t>
            </a:r>
            <a:r>
              <a:rPr lang="en-US" altLang="zh-CN" sz="2800" b="1" dirty="0" err="1">
                <a:ea typeface="楷体_GB2312" charset="-122"/>
              </a:rPr>
              <a:t>QElemType</a:t>
            </a:r>
            <a:r>
              <a:rPr lang="en-US" altLang="zh-CN" sz="2800" b="1" dirty="0">
                <a:ea typeface="楷体_GB2312" charset="-122"/>
              </a:rPr>
              <a:t>)*MAXQSIZE);</a:t>
            </a:r>
          </a:p>
          <a:p>
            <a:pPr>
              <a:lnSpc>
                <a:spcPct val="110000"/>
              </a:lnSpc>
              <a:buNone/>
            </a:pPr>
            <a:r>
              <a:rPr lang="en-US" altLang="zh-CN" sz="2800" b="1" dirty="0">
                <a:highlight>
                  <a:srgbClr val="00FF00"/>
                </a:highlight>
                <a:ea typeface="楷体_GB2312" charset="-122"/>
              </a:rPr>
              <a:t>   if(!(*</a:t>
            </a:r>
            <a:r>
              <a:rPr lang="en-US" altLang="zh-CN" sz="2800" b="1" dirty="0" err="1">
                <a:highlight>
                  <a:srgbClr val="00FF00"/>
                </a:highlight>
                <a:ea typeface="楷体_GB2312" charset="-122"/>
              </a:rPr>
              <a:t>pQ</a:t>
            </a:r>
            <a:r>
              <a:rPr lang="en-US" altLang="zh-CN" sz="2800" b="1" dirty="0">
                <a:highlight>
                  <a:srgbClr val="00FF00"/>
                </a:highlight>
                <a:ea typeface="楷体_GB2312" charset="-122"/>
              </a:rPr>
              <a:t>).base) exit(OVERFLOW);//</a:t>
            </a:r>
            <a:r>
              <a:rPr lang="zh-CN" altLang="en-US" sz="2800" b="1" dirty="0">
                <a:highlight>
                  <a:srgbClr val="00FF00"/>
                </a:highlight>
                <a:ea typeface="楷体_GB2312" charset="-122"/>
              </a:rPr>
              <a:t>使用</a:t>
            </a:r>
            <a:r>
              <a:rPr lang="en-US" altLang="zh-CN" sz="2800" b="1" dirty="0">
                <a:highlight>
                  <a:srgbClr val="00FF00"/>
                </a:highlight>
                <a:ea typeface="楷体_GB2312" charset="-122"/>
              </a:rPr>
              <a:t>malloc</a:t>
            </a:r>
            <a:r>
              <a:rPr lang="zh-CN" altLang="en-US" sz="2800" b="1" dirty="0">
                <a:highlight>
                  <a:srgbClr val="00FF00"/>
                </a:highlight>
                <a:ea typeface="楷体_GB2312" charset="-122"/>
              </a:rPr>
              <a:t>后可以立刻跟一句判断是否创建成功</a:t>
            </a:r>
            <a:endParaRPr lang="en-US" altLang="zh-CN" sz="2800" b="1" dirty="0">
              <a:highlight>
                <a:srgbClr val="00FF00"/>
              </a:highlight>
              <a:ea typeface="楷体_GB2312" charset="-122"/>
            </a:endParaRPr>
          </a:p>
          <a:p>
            <a:pPr>
              <a:lnSpc>
                <a:spcPct val="110000"/>
              </a:lnSpc>
              <a:buNone/>
            </a:pPr>
            <a:r>
              <a:rPr lang="en-US" altLang="zh-CN" sz="2800" b="1" dirty="0">
                <a:ea typeface="楷体_GB2312" charset="-122"/>
              </a:rPr>
              <a:t>    </a:t>
            </a:r>
            <a:r>
              <a:rPr lang="en-US" altLang="zh-CN" sz="2800" b="1" dirty="0">
                <a:solidFill>
                  <a:srgbClr val="FF0000"/>
                </a:solidFill>
                <a:ea typeface="楷体_GB2312" charset="-122"/>
              </a:rPr>
              <a:t>(*</a:t>
            </a:r>
            <a:r>
              <a:rPr lang="en-US" altLang="zh-CN" sz="2800" b="1" dirty="0" err="1">
                <a:solidFill>
                  <a:srgbClr val="FF0000"/>
                </a:solidFill>
                <a:ea typeface="楷体_GB2312" charset="-122"/>
              </a:rPr>
              <a:t>pQ</a:t>
            </a:r>
            <a:r>
              <a:rPr lang="en-US" altLang="zh-CN" sz="2800" b="1" dirty="0">
                <a:solidFill>
                  <a:srgbClr val="FF0000"/>
                </a:solidFill>
                <a:ea typeface="楷体_GB2312" charset="-122"/>
              </a:rPr>
              <a:t>).front=(*</a:t>
            </a:r>
            <a:r>
              <a:rPr lang="en-US" altLang="zh-CN" sz="2800" b="1" dirty="0" err="1">
                <a:solidFill>
                  <a:srgbClr val="FF0000"/>
                </a:solidFill>
                <a:ea typeface="楷体_GB2312" charset="-122"/>
              </a:rPr>
              <a:t>pQ</a:t>
            </a:r>
            <a:r>
              <a:rPr lang="en-US" altLang="zh-CN" sz="2800" b="1" dirty="0">
                <a:solidFill>
                  <a:srgbClr val="FF0000"/>
                </a:solidFill>
                <a:ea typeface="楷体_GB2312" charset="-122"/>
              </a:rPr>
              <a:t>).rear=0;</a:t>
            </a:r>
          </a:p>
          <a:p>
            <a:pPr>
              <a:lnSpc>
                <a:spcPct val="110000"/>
              </a:lnSpc>
              <a:buNone/>
            </a:pPr>
            <a:r>
              <a:rPr lang="en-US" altLang="zh-CN" sz="2800" b="1" dirty="0">
                <a:ea typeface="楷体_GB2312" charset="-122"/>
              </a:rPr>
              <a:t>    return OK;</a:t>
            </a:r>
          </a:p>
          <a:p>
            <a:pPr>
              <a:lnSpc>
                <a:spcPct val="110000"/>
              </a:lnSpc>
              <a:buNone/>
            </a:pPr>
            <a:r>
              <a:rPr lang="en-US" altLang="zh-CN" sz="2800" b="1" dirty="0">
                <a:ea typeface="楷体_GB2312" charset="-122"/>
              </a:rPr>
              <a:t>}</a:t>
            </a:r>
            <a:r>
              <a:rPr lang="zh-CN" altLang="en-US" sz="2800" b="1" dirty="0">
                <a:ea typeface="楷体_GB2312" charset="-122"/>
              </a:rPr>
              <a:t>本质</a:t>
            </a:r>
            <a:r>
              <a:rPr lang="en-US" altLang="zh-CN" sz="2800" b="1" dirty="0">
                <a:ea typeface="楷体_GB2312" charset="-122"/>
              </a:rPr>
              <a:t>:</a:t>
            </a:r>
            <a:r>
              <a:rPr lang="zh-CN" altLang="en-US" sz="2800" b="1" dirty="0">
                <a:ea typeface="楷体_GB2312" charset="-122"/>
              </a:rPr>
              <a:t>将设置的三个元素赋值</a:t>
            </a:r>
            <a:endParaRPr lang="en-US" altLang="zh-CN" sz="2800" b="1" dirty="0">
              <a:ea typeface="楷体_GB2312" charset="-122"/>
            </a:endParaRPr>
          </a:p>
          <a:p>
            <a:pPr>
              <a:lnSpc>
                <a:spcPct val="110000"/>
              </a:lnSpc>
              <a:buNone/>
            </a:pPr>
            <a:r>
              <a:rPr lang="zh-CN" altLang="en-US" sz="2800" b="1" dirty="0">
                <a:ea typeface="楷体_GB2312" charset="-122"/>
              </a:rPr>
              <a:t>有前面三种线性结构</a:t>
            </a:r>
            <a:r>
              <a:rPr lang="zh-CN" altLang="en-US" sz="2800" b="1" dirty="0">
                <a:highlight>
                  <a:srgbClr val="00FF00"/>
                </a:highlight>
                <a:ea typeface="楷体_GB2312" charset="-122"/>
              </a:rPr>
              <a:t>顺序存储方式</a:t>
            </a:r>
            <a:r>
              <a:rPr lang="zh-CN" altLang="en-US" sz="2800" b="1" dirty="0">
                <a:ea typeface="楷体_GB2312" charset="-122"/>
              </a:rPr>
              <a:t>的初始化可以发现</a:t>
            </a:r>
            <a:endParaRPr lang="en-US" altLang="zh-CN" sz="2800" b="1" dirty="0">
              <a:ea typeface="楷体_GB2312" charset="-122"/>
            </a:endParaRPr>
          </a:p>
          <a:p>
            <a:pPr>
              <a:lnSpc>
                <a:spcPct val="110000"/>
              </a:lnSpc>
              <a:buNone/>
            </a:pPr>
            <a:r>
              <a:rPr lang="zh-CN" altLang="en-US" sz="2800" b="1" dirty="0">
                <a:highlight>
                  <a:srgbClr val="00FF00"/>
                </a:highlight>
                <a:ea typeface="楷体_GB2312" charset="-122"/>
              </a:rPr>
              <a:t>指针</a:t>
            </a:r>
            <a:r>
              <a:rPr lang="en-US" altLang="zh-CN" sz="2800" b="1" dirty="0">
                <a:highlight>
                  <a:srgbClr val="00FF00"/>
                </a:highlight>
                <a:ea typeface="楷体_GB2312" charset="-122"/>
              </a:rPr>
              <a:t>:malloc</a:t>
            </a:r>
            <a:r>
              <a:rPr lang="zh-CN" altLang="en-US" sz="2800" b="1" dirty="0">
                <a:highlight>
                  <a:srgbClr val="00FF00"/>
                </a:highlight>
                <a:ea typeface="楷体_GB2312" charset="-122"/>
              </a:rPr>
              <a:t>分配存储空间</a:t>
            </a:r>
            <a:r>
              <a:rPr lang="en-US" altLang="zh-CN" sz="2800" b="1" dirty="0">
                <a:highlight>
                  <a:srgbClr val="00FF00"/>
                </a:highlight>
                <a:ea typeface="楷体_GB2312" charset="-122"/>
              </a:rPr>
              <a:t>+</a:t>
            </a:r>
            <a:r>
              <a:rPr lang="zh-CN" altLang="en-US" sz="2800" b="1" dirty="0">
                <a:highlight>
                  <a:srgbClr val="00FF00"/>
                </a:highlight>
                <a:ea typeface="楷体_GB2312" charset="-122"/>
              </a:rPr>
              <a:t>判断是否</a:t>
            </a:r>
            <a:r>
              <a:rPr lang="en-US" altLang="zh-CN" sz="2800" b="1" dirty="0">
                <a:highlight>
                  <a:srgbClr val="00FF00"/>
                </a:highlight>
                <a:ea typeface="楷体_GB2312" charset="-122"/>
              </a:rPr>
              <a:t>overflow</a:t>
            </a:r>
          </a:p>
          <a:p>
            <a:pPr>
              <a:lnSpc>
                <a:spcPct val="110000"/>
              </a:lnSpc>
              <a:buNone/>
            </a:pPr>
            <a:r>
              <a:rPr lang="en-US" altLang="zh-CN" sz="2800" b="1" dirty="0">
                <a:highlight>
                  <a:srgbClr val="00FF00"/>
                </a:highlight>
                <a:ea typeface="楷体_GB2312" charset="-122"/>
              </a:rPr>
              <a:t>Int</a:t>
            </a:r>
            <a:r>
              <a:rPr lang="zh-CN" altLang="en-US" sz="2800" b="1" dirty="0">
                <a:highlight>
                  <a:srgbClr val="00FF00"/>
                </a:highlight>
                <a:ea typeface="楷体_GB2312" charset="-122"/>
              </a:rPr>
              <a:t>型变量设置为</a:t>
            </a:r>
            <a:r>
              <a:rPr lang="en-US" altLang="zh-CN" sz="2800" b="1" dirty="0">
                <a:highlight>
                  <a:srgbClr val="00FF00"/>
                </a:highlight>
                <a:ea typeface="楷体_GB2312" charset="-122"/>
              </a:rPr>
              <a:t>0</a:t>
            </a:r>
          </a:p>
        </p:txBody>
      </p:sp>
      <p:sp>
        <p:nvSpPr>
          <p:cNvPr id="768003" name="Comment 3"/>
          <p:cNvSpPr>
            <a:spLocks noChangeArrowheads="1"/>
          </p:cNvSpPr>
          <p:nvPr/>
        </p:nvSpPr>
        <p:spPr bwMode="auto">
          <a:xfrm>
            <a:off x="-47625" y="0"/>
            <a:ext cx="4187825" cy="650875"/>
          </a:xfrm>
          <a:prstGeom prst="rect">
            <a:avLst/>
          </a:prstGeom>
          <a:solidFill>
            <a:srgbClr val="FCFDC6"/>
          </a:solidFill>
          <a:ln w="9525">
            <a:solidFill>
              <a:schemeClr val="tx1"/>
            </a:solidFill>
            <a:miter lim="800000"/>
          </a:ln>
          <a:effectLst>
            <a:outerShdw dist="107763" dir="2700000" algn="ctr" rotWithShape="0">
              <a:schemeClr val="bg2"/>
            </a:outerShdw>
          </a:effectLst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3600" b="1" i="0" u="none" strike="noStrike" kern="1200" cap="none" spc="0" normalizeH="0" baseline="0" noProof="0">
                <a:ln>
                  <a:noFill/>
                </a:ln>
                <a:solidFill>
                  <a:schemeClr val="hlink"/>
                </a:solidFill>
                <a:effectLst/>
                <a:uLnTx/>
                <a:uFillTx/>
                <a:latin typeface="Arial" panose="020B0604020202020204" pitchFamily="34" charset="0"/>
                <a:ea typeface="楷体_GB2312" charset="-122"/>
                <a:cs typeface="+mn-cs"/>
                <a:sym typeface="+mn-ea"/>
              </a:rPr>
              <a:t>循环队列初始化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0050" name="Comment 2"/>
          <p:cNvSpPr>
            <a:spLocks noChangeArrowheads="1"/>
          </p:cNvSpPr>
          <p:nvPr/>
        </p:nvSpPr>
        <p:spPr bwMode="auto">
          <a:xfrm>
            <a:off x="-47625" y="0"/>
            <a:ext cx="5195888" cy="650875"/>
          </a:xfrm>
          <a:prstGeom prst="rect">
            <a:avLst/>
          </a:prstGeom>
          <a:solidFill>
            <a:srgbClr val="FCFDC6"/>
          </a:solidFill>
          <a:ln w="9525">
            <a:solidFill>
              <a:schemeClr val="tx1"/>
            </a:solidFill>
            <a:miter lim="800000"/>
          </a:ln>
          <a:effectLst>
            <a:outerShdw dist="107763" dir="2700000" algn="ctr" rotWithShape="0">
              <a:schemeClr val="bg2"/>
            </a:outerShdw>
          </a:effectLst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3600" b="1" i="0" u="none" strike="noStrike" kern="1200" cap="none" spc="0" normalizeH="0" baseline="0" noProof="0">
                <a:ln>
                  <a:noFill/>
                </a:ln>
                <a:solidFill>
                  <a:schemeClr val="hlink"/>
                </a:solidFill>
                <a:effectLst/>
                <a:uLnTx/>
                <a:uFillTx/>
                <a:latin typeface="Arial" panose="020B0604020202020204" pitchFamily="34" charset="0"/>
                <a:ea typeface="楷体_GB2312" charset="-122"/>
                <a:cs typeface="+mn-cs"/>
                <a:sym typeface="+mn-ea"/>
              </a:rPr>
              <a:t>求循环队列的长度</a:t>
            </a:r>
          </a:p>
        </p:txBody>
      </p:sp>
      <p:sp>
        <p:nvSpPr>
          <p:cNvPr id="64514" name="Rectangle 3"/>
          <p:cNvSpPr>
            <a:spLocks noGrp="1"/>
          </p:cNvSpPr>
          <p:nvPr>
            <p:ph idx="1"/>
          </p:nvPr>
        </p:nvSpPr>
        <p:spPr>
          <a:xfrm>
            <a:off x="228600" y="836613"/>
            <a:ext cx="8915400" cy="3276600"/>
          </a:xfrm>
          <a:ln/>
        </p:spPr>
        <p:txBody>
          <a:bodyPr vert="horz" wrap="square" lIns="91440" tIns="45720" rIns="91440" bIns="45720" anchor="t" anchorCtr="0"/>
          <a:lstStyle/>
          <a:p>
            <a:endParaRPr lang="en-US" altLang="zh-CN" b="1" dirty="0"/>
          </a:p>
          <a:p>
            <a:pPr>
              <a:lnSpc>
                <a:spcPct val="120000"/>
              </a:lnSpc>
              <a:buNone/>
            </a:pPr>
            <a:r>
              <a:rPr lang="en-US" altLang="zh-CN" b="1" dirty="0"/>
              <a:t>int  QueueLength (SqQueue Q){</a:t>
            </a:r>
          </a:p>
          <a:p>
            <a:pPr>
              <a:lnSpc>
                <a:spcPct val="120000"/>
              </a:lnSpc>
              <a:buNone/>
            </a:pPr>
            <a:r>
              <a:rPr lang="en-US" altLang="zh-CN" b="1" dirty="0"/>
              <a:t>    </a:t>
            </a:r>
            <a:r>
              <a:rPr lang="en-US" altLang="zh-CN" sz="2800" b="1" dirty="0">
                <a:solidFill>
                  <a:srgbClr val="FF0000"/>
                </a:solidFill>
              </a:rPr>
              <a:t>return (Q.rear-Q.front</a:t>
            </a:r>
            <a:r>
              <a:rPr lang="en-US" altLang="zh-CN" sz="2800" b="1" dirty="0">
                <a:solidFill>
                  <a:srgbClr val="FF0000"/>
                </a:solidFill>
                <a:highlight>
                  <a:srgbClr val="00FF00"/>
                </a:highlight>
              </a:rPr>
              <a:t>+MAXQSIZE</a:t>
            </a:r>
            <a:r>
              <a:rPr lang="en-US" altLang="zh-CN" sz="2800" b="1" dirty="0">
                <a:solidFill>
                  <a:srgbClr val="FF0000"/>
                </a:solidFill>
              </a:rPr>
              <a:t>)%MAXQSIZE;</a:t>
            </a:r>
          </a:p>
          <a:p>
            <a:pPr>
              <a:lnSpc>
                <a:spcPct val="120000"/>
              </a:lnSpc>
              <a:buNone/>
            </a:pPr>
            <a:r>
              <a:rPr lang="en-US" altLang="zh-CN" b="1" dirty="0"/>
              <a:t> }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7" name="Rectangle 2"/>
          <p:cNvSpPr>
            <a:spLocks noGrp="1"/>
          </p:cNvSpPr>
          <p:nvPr>
            <p:ph idx="1"/>
          </p:nvPr>
        </p:nvSpPr>
        <p:spPr>
          <a:xfrm>
            <a:off x="0" y="836613"/>
            <a:ext cx="9144000" cy="4724400"/>
          </a:xfrm>
          <a:ln/>
        </p:spPr>
        <p:txBody>
          <a:bodyPr vert="horz" wrap="square" lIns="91440" tIns="45720" rIns="91440" bIns="45720" anchor="t" anchorCtr="0"/>
          <a:lstStyle/>
          <a:p>
            <a:pPr>
              <a:lnSpc>
                <a:spcPct val="120000"/>
              </a:lnSpc>
              <a:buNone/>
            </a:pPr>
            <a:r>
              <a:rPr lang="en-US" altLang="zh-CN" sz="2600" b="1" dirty="0"/>
              <a:t>Status </a:t>
            </a:r>
            <a:r>
              <a:rPr lang="en-US" altLang="zh-CN" sz="2600" b="1" dirty="0" err="1"/>
              <a:t>EnQueue</a:t>
            </a:r>
            <a:r>
              <a:rPr lang="en-US" altLang="zh-CN" sz="2600" b="1" dirty="0"/>
              <a:t>(</a:t>
            </a:r>
            <a:r>
              <a:rPr lang="en-US" altLang="zh-CN" sz="2600" b="1" dirty="0" err="1"/>
              <a:t>SqQueue</a:t>
            </a:r>
            <a:r>
              <a:rPr lang="en-US" altLang="zh-CN" sz="2600" b="1" dirty="0"/>
              <a:t> *</a:t>
            </a:r>
            <a:r>
              <a:rPr lang="en-US" altLang="zh-CN" sz="2600" b="1" dirty="0" err="1"/>
              <a:t>pQ,QElemType</a:t>
            </a:r>
            <a:r>
              <a:rPr lang="en-US" altLang="zh-CN" sz="2600" b="1" dirty="0"/>
              <a:t> e){</a:t>
            </a:r>
          </a:p>
          <a:p>
            <a:pPr>
              <a:lnSpc>
                <a:spcPct val="120000"/>
              </a:lnSpc>
              <a:buNone/>
            </a:pPr>
            <a:r>
              <a:rPr lang="en-US" altLang="zh-CN" sz="2600" b="1" dirty="0"/>
              <a:t>    if(((*</a:t>
            </a:r>
            <a:r>
              <a:rPr lang="en-US" altLang="zh-CN" sz="2600" b="1" dirty="0" err="1"/>
              <a:t>pQ</a:t>
            </a:r>
            <a:r>
              <a:rPr lang="en-US" altLang="zh-CN" sz="2600" b="1" dirty="0"/>
              <a:t>).rear+1)%MAXQSIZE==(*</a:t>
            </a:r>
            <a:r>
              <a:rPr lang="en-US" altLang="zh-CN" sz="2600" b="1" dirty="0" err="1"/>
              <a:t>pQ</a:t>
            </a:r>
            <a:r>
              <a:rPr lang="en-US" altLang="zh-CN" sz="2600" b="1" dirty="0"/>
              <a:t>).front)  return ERROR;//</a:t>
            </a:r>
            <a:r>
              <a:rPr lang="zh-CN" altLang="en-US" sz="2600" b="1" dirty="0"/>
              <a:t>判断未满</a:t>
            </a:r>
            <a:endParaRPr lang="en-US" altLang="zh-CN" sz="2600" b="1" dirty="0"/>
          </a:p>
          <a:p>
            <a:pPr>
              <a:lnSpc>
                <a:spcPct val="120000"/>
              </a:lnSpc>
              <a:buNone/>
            </a:pPr>
            <a:r>
              <a:rPr lang="en-US" altLang="zh-CN" sz="2600" b="1" dirty="0">
                <a:solidFill>
                  <a:srgbClr val="FF0000"/>
                </a:solidFill>
              </a:rPr>
              <a:t>    (*</a:t>
            </a:r>
            <a:r>
              <a:rPr lang="en-US" altLang="zh-CN" sz="2600" b="1" dirty="0" err="1">
                <a:solidFill>
                  <a:srgbClr val="FF0000"/>
                </a:solidFill>
              </a:rPr>
              <a:t>pQ</a:t>
            </a:r>
            <a:r>
              <a:rPr lang="en-US" altLang="zh-CN" sz="2600" b="1" dirty="0">
                <a:solidFill>
                  <a:srgbClr val="FF0000"/>
                </a:solidFill>
              </a:rPr>
              <a:t>).base[(*</a:t>
            </a:r>
            <a:r>
              <a:rPr lang="en-US" altLang="zh-CN" sz="2600" b="1" dirty="0" err="1">
                <a:solidFill>
                  <a:srgbClr val="FF0000"/>
                </a:solidFill>
              </a:rPr>
              <a:t>pQ</a:t>
            </a:r>
            <a:r>
              <a:rPr lang="en-US" altLang="zh-CN" sz="2600" b="1" dirty="0">
                <a:solidFill>
                  <a:srgbClr val="FF0000"/>
                </a:solidFill>
              </a:rPr>
              <a:t>).rear]=e;</a:t>
            </a:r>
          </a:p>
          <a:p>
            <a:pPr>
              <a:lnSpc>
                <a:spcPct val="120000"/>
              </a:lnSpc>
              <a:buNone/>
            </a:pPr>
            <a:r>
              <a:rPr lang="en-US" altLang="zh-CN" sz="2600" b="1" dirty="0">
                <a:solidFill>
                  <a:srgbClr val="FF0000"/>
                </a:solidFill>
              </a:rPr>
              <a:t>    (*</a:t>
            </a:r>
            <a:r>
              <a:rPr lang="en-US" altLang="zh-CN" sz="2600" b="1" dirty="0" err="1">
                <a:solidFill>
                  <a:srgbClr val="FF0000"/>
                </a:solidFill>
              </a:rPr>
              <a:t>pQ</a:t>
            </a:r>
            <a:r>
              <a:rPr lang="en-US" altLang="zh-CN" sz="2600" b="1" dirty="0">
                <a:solidFill>
                  <a:srgbClr val="FF0000"/>
                </a:solidFill>
              </a:rPr>
              <a:t>).rear=((*</a:t>
            </a:r>
            <a:r>
              <a:rPr lang="en-US" altLang="zh-CN" sz="2600" b="1" dirty="0" err="1">
                <a:solidFill>
                  <a:srgbClr val="FF0000"/>
                </a:solidFill>
              </a:rPr>
              <a:t>pQ</a:t>
            </a:r>
            <a:r>
              <a:rPr lang="en-US" altLang="zh-CN" sz="2600" b="1" dirty="0">
                <a:solidFill>
                  <a:srgbClr val="FF0000"/>
                </a:solidFill>
              </a:rPr>
              <a:t>).rear+1)%MAXQSIZE;</a:t>
            </a:r>
          </a:p>
          <a:p>
            <a:pPr>
              <a:lnSpc>
                <a:spcPct val="120000"/>
              </a:lnSpc>
              <a:buNone/>
            </a:pPr>
            <a:r>
              <a:rPr lang="en-US" altLang="zh-CN" sz="2600" b="1" dirty="0"/>
              <a:t>     return OK;</a:t>
            </a:r>
          </a:p>
          <a:p>
            <a:pPr>
              <a:lnSpc>
                <a:spcPct val="120000"/>
              </a:lnSpc>
              <a:buNone/>
            </a:pPr>
            <a:r>
              <a:rPr lang="en-US" altLang="zh-CN" sz="2600" b="1" dirty="0"/>
              <a:t>}</a:t>
            </a:r>
          </a:p>
        </p:txBody>
      </p:sp>
      <p:sp>
        <p:nvSpPr>
          <p:cNvPr id="772099" name="Comment 3"/>
          <p:cNvSpPr>
            <a:spLocks noChangeArrowheads="1"/>
          </p:cNvSpPr>
          <p:nvPr/>
        </p:nvSpPr>
        <p:spPr bwMode="auto">
          <a:xfrm>
            <a:off x="-47625" y="0"/>
            <a:ext cx="5195888" cy="650875"/>
          </a:xfrm>
          <a:prstGeom prst="rect">
            <a:avLst/>
          </a:prstGeom>
          <a:solidFill>
            <a:srgbClr val="FCFDC6"/>
          </a:solidFill>
          <a:ln w="9525">
            <a:solidFill>
              <a:schemeClr val="tx1"/>
            </a:solidFill>
            <a:miter lim="800000"/>
          </a:ln>
          <a:effectLst>
            <a:outerShdw dist="107763" dir="2700000" algn="ctr" rotWithShape="0">
              <a:schemeClr val="bg2"/>
            </a:outerShdw>
          </a:effectLst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3600" b="1" i="0" u="none" strike="noStrike" kern="120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/>
                <a:uLnTx/>
                <a:uFillTx/>
                <a:latin typeface="Arial" panose="020B0604020202020204" pitchFamily="34" charset="0"/>
                <a:ea typeface="楷体_GB2312" charset="-122"/>
                <a:cs typeface="+mn-cs"/>
                <a:sym typeface="+mn-ea"/>
              </a:rPr>
              <a:t>循环队列入队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1" name="Rectangle 2"/>
          <p:cNvSpPr>
            <a:spLocks noGrp="1"/>
          </p:cNvSpPr>
          <p:nvPr>
            <p:ph idx="1"/>
          </p:nvPr>
        </p:nvSpPr>
        <p:spPr>
          <a:xfrm>
            <a:off x="228600" y="908050"/>
            <a:ext cx="9095928" cy="3733800"/>
          </a:xfrm>
          <a:ln/>
        </p:spPr>
        <p:txBody>
          <a:bodyPr vert="horz" wrap="square" lIns="91440" tIns="45720" rIns="91440" bIns="45720" anchor="t" anchorCtr="0"/>
          <a:lstStyle/>
          <a:p>
            <a:pPr>
              <a:lnSpc>
                <a:spcPct val="120000"/>
              </a:lnSpc>
              <a:buNone/>
            </a:pPr>
            <a:r>
              <a:rPr lang="en-US" altLang="zh-CN" sz="2800" b="1" dirty="0"/>
              <a:t>Status </a:t>
            </a:r>
            <a:r>
              <a:rPr lang="en-US" altLang="zh-CN" sz="2800" b="1" dirty="0" err="1"/>
              <a:t>DeQueue</a:t>
            </a:r>
            <a:r>
              <a:rPr lang="en-US" altLang="zh-CN" sz="2800" b="1" dirty="0"/>
              <a:t> (</a:t>
            </a:r>
            <a:r>
              <a:rPr lang="en-US" altLang="zh-CN" sz="2800" b="1" dirty="0" err="1"/>
              <a:t>SqQueue</a:t>
            </a:r>
            <a:r>
              <a:rPr lang="en-US" altLang="zh-CN" sz="2800" b="1" dirty="0"/>
              <a:t> *</a:t>
            </a:r>
            <a:r>
              <a:rPr lang="en-US" altLang="zh-CN" sz="2800" b="1" dirty="0" err="1"/>
              <a:t>pQ</a:t>
            </a:r>
            <a:r>
              <a:rPr lang="en-US" altLang="zh-CN" sz="2800" b="1" dirty="0"/>
              <a:t>, </a:t>
            </a:r>
            <a:r>
              <a:rPr lang="en-US" altLang="zh-CN" sz="2800" b="1" dirty="0" err="1"/>
              <a:t>QElemType</a:t>
            </a:r>
            <a:r>
              <a:rPr lang="en-US" altLang="zh-CN" sz="2800" b="1" dirty="0"/>
              <a:t> </a:t>
            </a:r>
            <a:r>
              <a:rPr lang="en-US" altLang="zh-CN" sz="2800" b="1" dirty="0">
                <a:highlight>
                  <a:srgbClr val="00FF00"/>
                </a:highlight>
              </a:rPr>
              <a:t>*</a:t>
            </a:r>
            <a:r>
              <a:rPr lang="en-US" altLang="zh-CN" sz="2800" b="1" dirty="0" err="1"/>
              <a:t>pe</a:t>
            </a:r>
            <a:r>
              <a:rPr lang="en-US" altLang="zh-CN" sz="2800" b="1" dirty="0"/>
              <a:t>){</a:t>
            </a:r>
          </a:p>
          <a:p>
            <a:pPr>
              <a:lnSpc>
                <a:spcPct val="120000"/>
              </a:lnSpc>
              <a:buNone/>
            </a:pPr>
            <a:r>
              <a:rPr lang="en-US" altLang="zh-CN" sz="2800" b="1" dirty="0"/>
              <a:t>   if((*</a:t>
            </a:r>
            <a:r>
              <a:rPr lang="en-US" altLang="zh-CN" sz="2800" b="1" dirty="0" err="1"/>
              <a:t>pQ</a:t>
            </a:r>
            <a:r>
              <a:rPr lang="en-US" altLang="zh-CN" sz="2800" b="1" dirty="0"/>
              <a:t>).front==(*</a:t>
            </a:r>
            <a:r>
              <a:rPr lang="en-US" altLang="zh-CN" sz="2800" b="1" dirty="0" err="1"/>
              <a:t>pQ</a:t>
            </a:r>
            <a:r>
              <a:rPr lang="en-US" altLang="zh-CN" sz="2800" b="1" dirty="0"/>
              <a:t>).rear) return ERROR;//</a:t>
            </a:r>
            <a:r>
              <a:rPr lang="zh-CN" altLang="en-US" sz="2800" b="1" dirty="0"/>
              <a:t>判断未空</a:t>
            </a:r>
            <a:endParaRPr lang="en-US" altLang="zh-CN" sz="2800" b="1" dirty="0"/>
          </a:p>
          <a:p>
            <a:pPr>
              <a:lnSpc>
                <a:spcPct val="120000"/>
              </a:lnSpc>
              <a:buNone/>
            </a:pPr>
            <a:r>
              <a:rPr lang="en-US" altLang="zh-CN" sz="2800" b="1" dirty="0"/>
              <a:t>   </a:t>
            </a:r>
            <a:r>
              <a:rPr lang="en-US" altLang="zh-CN" sz="2800" b="1" dirty="0">
                <a:solidFill>
                  <a:srgbClr val="FF0000"/>
                </a:solidFill>
              </a:rPr>
              <a:t>*</a:t>
            </a:r>
            <a:r>
              <a:rPr lang="en-US" altLang="zh-CN" sz="2800" b="1" dirty="0" err="1">
                <a:solidFill>
                  <a:srgbClr val="FF0000"/>
                </a:solidFill>
              </a:rPr>
              <a:t>pe</a:t>
            </a:r>
            <a:r>
              <a:rPr lang="en-US" altLang="zh-CN" sz="2800" b="1" dirty="0">
                <a:solidFill>
                  <a:srgbClr val="FF0000"/>
                </a:solidFill>
              </a:rPr>
              <a:t>=(*</a:t>
            </a:r>
            <a:r>
              <a:rPr lang="en-US" altLang="zh-CN" sz="2800" b="1" dirty="0" err="1">
                <a:solidFill>
                  <a:srgbClr val="FF0000"/>
                </a:solidFill>
              </a:rPr>
              <a:t>pQ</a:t>
            </a:r>
            <a:r>
              <a:rPr lang="en-US" altLang="zh-CN" sz="2800" b="1" dirty="0">
                <a:solidFill>
                  <a:srgbClr val="FF0000"/>
                </a:solidFill>
              </a:rPr>
              <a:t>).base[(*</a:t>
            </a:r>
            <a:r>
              <a:rPr lang="en-US" altLang="zh-CN" sz="2800" b="1" dirty="0" err="1">
                <a:solidFill>
                  <a:srgbClr val="FF0000"/>
                </a:solidFill>
              </a:rPr>
              <a:t>pQ</a:t>
            </a:r>
            <a:r>
              <a:rPr lang="en-US" altLang="zh-CN" sz="2800" b="1" dirty="0">
                <a:solidFill>
                  <a:srgbClr val="FF0000"/>
                </a:solidFill>
              </a:rPr>
              <a:t>).front];</a:t>
            </a:r>
          </a:p>
          <a:p>
            <a:pPr>
              <a:lnSpc>
                <a:spcPct val="120000"/>
              </a:lnSpc>
              <a:buNone/>
            </a:pPr>
            <a:r>
              <a:rPr lang="en-US" altLang="zh-CN" sz="2800" b="1" dirty="0">
                <a:solidFill>
                  <a:srgbClr val="FF0000"/>
                </a:solidFill>
              </a:rPr>
              <a:t>   (*</a:t>
            </a:r>
            <a:r>
              <a:rPr lang="en-US" altLang="zh-CN" sz="2800" b="1" dirty="0" err="1">
                <a:solidFill>
                  <a:srgbClr val="FF0000"/>
                </a:solidFill>
              </a:rPr>
              <a:t>pQ</a:t>
            </a:r>
            <a:r>
              <a:rPr lang="en-US" altLang="zh-CN" sz="2800" b="1" dirty="0">
                <a:solidFill>
                  <a:srgbClr val="FF0000"/>
                </a:solidFill>
              </a:rPr>
              <a:t>).front=((*</a:t>
            </a:r>
            <a:r>
              <a:rPr lang="en-US" altLang="zh-CN" sz="2800" b="1" dirty="0" err="1">
                <a:solidFill>
                  <a:srgbClr val="FF0000"/>
                </a:solidFill>
              </a:rPr>
              <a:t>pQ</a:t>
            </a:r>
            <a:r>
              <a:rPr lang="en-US" altLang="zh-CN" sz="2800" b="1" dirty="0">
                <a:solidFill>
                  <a:srgbClr val="FF0000"/>
                </a:solidFill>
              </a:rPr>
              <a:t>).front+1)%MAXQSIZE;</a:t>
            </a:r>
          </a:p>
          <a:p>
            <a:pPr>
              <a:lnSpc>
                <a:spcPct val="120000"/>
              </a:lnSpc>
              <a:buNone/>
            </a:pPr>
            <a:r>
              <a:rPr lang="en-US" altLang="zh-CN" sz="2800" b="1" dirty="0"/>
              <a:t>   return OK;</a:t>
            </a:r>
          </a:p>
          <a:p>
            <a:pPr>
              <a:lnSpc>
                <a:spcPct val="120000"/>
              </a:lnSpc>
              <a:buNone/>
            </a:pPr>
            <a:r>
              <a:rPr lang="en-US" altLang="zh-CN" sz="2800" b="1" dirty="0"/>
              <a:t>}</a:t>
            </a:r>
          </a:p>
        </p:txBody>
      </p:sp>
      <p:sp>
        <p:nvSpPr>
          <p:cNvPr id="773123" name="Comment 3"/>
          <p:cNvSpPr>
            <a:spLocks noChangeArrowheads="1"/>
          </p:cNvSpPr>
          <p:nvPr/>
        </p:nvSpPr>
        <p:spPr bwMode="auto">
          <a:xfrm>
            <a:off x="-47625" y="0"/>
            <a:ext cx="5195888" cy="650875"/>
          </a:xfrm>
          <a:prstGeom prst="rect">
            <a:avLst/>
          </a:prstGeom>
          <a:solidFill>
            <a:srgbClr val="FCFDC6"/>
          </a:solidFill>
          <a:ln w="9525">
            <a:solidFill>
              <a:schemeClr val="tx1"/>
            </a:solidFill>
            <a:miter lim="800000"/>
          </a:ln>
          <a:effectLst>
            <a:outerShdw dist="107763" dir="2700000" algn="ctr" rotWithShape="0">
              <a:schemeClr val="bg2"/>
            </a:outerShdw>
          </a:effectLst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3600" b="1" i="0" u="none" strike="noStrike" kern="1200" cap="none" spc="0" normalizeH="0" baseline="0" noProof="0">
                <a:ln>
                  <a:noFill/>
                </a:ln>
                <a:solidFill>
                  <a:schemeClr val="hlink"/>
                </a:solidFill>
                <a:effectLst/>
                <a:uLnTx/>
                <a:uFillTx/>
                <a:latin typeface="Arial" panose="020B0604020202020204" pitchFamily="34" charset="0"/>
                <a:ea typeface="楷体_GB2312" charset="-122"/>
                <a:cs typeface="+mn-cs"/>
                <a:sym typeface="+mn-ea"/>
              </a:rPr>
              <a:t>循环队列出队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1081684" y="2060848"/>
            <a:ext cx="6874692" cy="22467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800" dirty="0"/>
              <a:t>QElemType GetHead(SqQueue Q)</a:t>
            </a:r>
          </a:p>
          <a:p>
            <a:r>
              <a:rPr lang="zh-CN" altLang="en-US" sz="2800" dirty="0"/>
              <a:t>{</a:t>
            </a:r>
          </a:p>
          <a:p>
            <a:r>
              <a:rPr lang="zh-CN" altLang="en-US" sz="2800" dirty="0"/>
              <a:t>  if(</a:t>
            </a:r>
            <a:r>
              <a:rPr lang="zh-CN" altLang="en-US" sz="2800" dirty="0">
                <a:solidFill>
                  <a:srgbClr val="FF0000"/>
                </a:solidFill>
              </a:rPr>
              <a:t>Q.front!=Q.rear</a:t>
            </a:r>
            <a:r>
              <a:rPr lang="zh-CN" altLang="en-US" sz="2800" dirty="0"/>
              <a:t>)</a:t>
            </a:r>
            <a:r>
              <a:rPr lang="en-US" altLang="zh-CN" sz="2800" dirty="0"/>
              <a:t>//</a:t>
            </a:r>
            <a:r>
              <a:rPr lang="zh-CN" altLang="en-US" sz="2800" dirty="0"/>
              <a:t>未空</a:t>
            </a:r>
          </a:p>
          <a:p>
            <a:r>
              <a:rPr lang="zh-CN" altLang="en-US" sz="2800" dirty="0"/>
              <a:t>    return </a:t>
            </a:r>
            <a:r>
              <a:rPr lang="zh-CN" altLang="en-US" sz="2800" dirty="0">
                <a:highlight>
                  <a:srgbClr val="00FF00"/>
                </a:highlight>
              </a:rPr>
              <a:t>Q.base[Q.front]</a:t>
            </a:r>
            <a:r>
              <a:rPr lang="zh-CN" altLang="en-US" sz="2800" dirty="0"/>
              <a:t>;</a:t>
            </a:r>
          </a:p>
          <a:p>
            <a:r>
              <a:rPr lang="zh-CN" altLang="en-US" sz="2800" dirty="0"/>
              <a:t>}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1475656" y="5013176"/>
            <a:ext cx="3668568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rgbClr val="FF0000"/>
                </a:solidFill>
              </a:rPr>
              <a:t>代码参考</a:t>
            </a:r>
            <a:r>
              <a:rPr lang="en-US" altLang="zh-CN" dirty="0" err="1">
                <a:solidFill>
                  <a:srgbClr val="FF0000"/>
                </a:solidFill>
              </a:rPr>
              <a:t>SqQueueTestDev</a:t>
            </a:r>
            <a:endParaRPr lang="en-US" altLang="zh-CN" dirty="0">
              <a:solidFill>
                <a:srgbClr val="FF0000"/>
              </a:solidFill>
            </a:endParaRPr>
          </a:p>
          <a:p>
            <a:r>
              <a:rPr lang="en-US" altLang="zh-CN" dirty="0" err="1">
                <a:solidFill>
                  <a:srgbClr val="FF0000"/>
                </a:solidFill>
              </a:rPr>
              <a:t>TestCreatSqQueue</a:t>
            </a:r>
            <a:r>
              <a:rPr lang="zh-CN" altLang="en-US" dirty="0">
                <a:solidFill>
                  <a:srgbClr val="FF0000"/>
                </a:solidFill>
              </a:rPr>
              <a:t>函数</a:t>
            </a:r>
          </a:p>
        </p:txBody>
      </p:sp>
      <p:sp>
        <p:nvSpPr>
          <p:cNvPr id="7" name="Comment 3">
            <a:extLst>
              <a:ext uri="{FF2B5EF4-FFF2-40B4-BE49-F238E27FC236}">
                <a16:creationId xmlns:a16="http://schemas.microsoft.com/office/drawing/2014/main" id="{29F7DC0D-A075-5B47-6681-76711F45739B}"/>
              </a:ext>
            </a:extLst>
          </p:cNvPr>
          <p:cNvSpPr>
            <a:spLocks noChangeArrowheads="1"/>
          </p:cNvSpPr>
          <p:nvPr/>
        </p:nvSpPr>
        <p:spPr bwMode="auto">
          <a:xfrm>
            <a:off x="-47625" y="0"/>
            <a:ext cx="5195888" cy="650875"/>
          </a:xfrm>
          <a:prstGeom prst="rect">
            <a:avLst/>
          </a:prstGeom>
          <a:solidFill>
            <a:srgbClr val="FCFDC6"/>
          </a:solidFill>
          <a:ln w="9525">
            <a:solidFill>
              <a:schemeClr val="tx1"/>
            </a:solidFill>
            <a:miter lim="800000"/>
          </a:ln>
          <a:effectLst>
            <a:outerShdw dist="107763" dir="2700000" algn="ctr" rotWithShape="0">
              <a:schemeClr val="bg2"/>
            </a:outerShdw>
          </a:effectLst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zh-CN" altLang="en-US" sz="3600" dirty="0">
                <a:solidFill>
                  <a:schemeClr val="hlink"/>
                </a:solidFill>
                <a:latin typeface="Arial" panose="020B0604020202020204" pitchFamily="34" charset="0"/>
                <a:sym typeface="+mn-ea"/>
              </a:rPr>
              <a:t>取队头元素</a:t>
            </a:r>
            <a:endParaRPr kumimoji="0" lang="zh-CN" altLang="en-US" sz="3600" b="1" i="0" u="none" strike="noStrike" kern="1200" cap="none" spc="0" normalizeH="0" baseline="0" noProof="0" dirty="0">
              <a:ln>
                <a:noFill/>
              </a:ln>
              <a:solidFill>
                <a:schemeClr val="hlink"/>
              </a:solidFill>
              <a:effectLst/>
              <a:uLnTx/>
              <a:uFillTx/>
              <a:latin typeface="Arial" panose="020B0604020202020204" pitchFamily="34" charset="0"/>
              <a:ea typeface="楷体_GB2312" charset="-122"/>
              <a:cs typeface="+mn-cs"/>
              <a:sym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727030757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7585" name="Object 2"/>
          <p:cNvGraphicFramePr/>
          <p:nvPr/>
        </p:nvGraphicFramePr>
        <p:xfrm>
          <a:off x="4159250" y="3314700"/>
          <a:ext cx="825500" cy="228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" imgW="825500" imgH="228600" progId="Equation.3">
                  <p:embed/>
                </p:oleObj>
              </mc:Choice>
              <mc:Fallback>
                <p:oleObj r:id="rId2" imgW="825500" imgH="228600" progId="Equation.3">
                  <p:embed/>
                  <p:pic>
                    <p:nvPicPr>
                      <p:cNvPr id="67585" name="Object 2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4159250" y="3314700"/>
                        <a:ext cx="825500" cy="2286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67586" name="Group 8"/>
          <p:cNvGrpSpPr>
            <a:grpSpLocks noChangeAspect="1"/>
          </p:cNvGrpSpPr>
          <p:nvPr/>
        </p:nvGrpSpPr>
        <p:grpSpPr>
          <a:xfrm>
            <a:off x="1258888" y="620713"/>
            <a:ext cx="7345362" cy="5400675"/>
            <a:chOff x="1440" y="391"/>
            <a:chExt cx="3168" cy="3004"/>
          </a:xfrm>
        </p:grpSpPr>
        <p:sp>
          <p:nvSpPr>
            <p:cNvPr id="67587" name="AutoShape 7"/>
            <p:cNvSpPr>
              <a:spLocks noChangeAspect="1" noTextEdit="1"/>
            </p:cNvSpPr>
            <p:nvPr/>
          </p:nvSpPr>
          <p:spPr>
            <a:xfrm>
              <a:off x="1440" y="391"/>
              <a:ext cx="3168" cy="3004"/>
            </a:xfrm>
            <a:prstGeom prst="rect">
              <a:avLst/>
            </a:prstGeom>
            <a:solidFill>
              <a:schemeClr val="accent1"/>
            </a:solidFill>
            <a:ln w="9525">
              <a:noFill/>
            </a:ln>
          </p:spPr>
          <p:txBody>
            <a:bodyPr anchor="t" anchorCtr="0"/>
            <a:lstStyle/>
            <a:p>
              <a:pPr eaLnBrk="0" hangingPunct="0"/>
              <a:endParaRPr lang="zh-CN" altLang="en-US">
                <a:latin typeface="Times New Roman" panose="02020603050405020304" pitchFamily="18" charset="0"/>
                <a:ea typeface="楷体_GB2312" charset="-122"/>
              </a:endParaRPr>
            </a:p>
          </p:txBody>
        </p:sp>
        <p:sp>
          <p:nvSpPr>
            <p:cNvPr id="67588" name="Rectangle 9"/>
            <p:cNvSpPr/>
            <p:nvPr/>
          </p:nvSpPr>
          <p:spPr>
            <a:xfrm>
              <a:off x="2138" y="613"/>
              <a:ext cx="852" cy="293"/>
            </a:xfrm>
            <a:prstGeom prst="rect">
              <a:avLst/>
            </a:prstGeom>
            <a:pattFill prst="ltUpDiag">
              <a:fgClr>
                <a:srgbClr val="FF6699"/>
              </a:fgClr>
              <a:bgClr>
                <a:srgbClr val="FFFF00"/>
              </a:bgClr>
            </a:pattFill>
            <a:ln w="14288" cap="flat" cmpd="sng">
              <a:solidFill>
                <a:srgbClr val="00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anchor="t" anchorCtr="0"/>
            <a:lstStyle/>
            <a:p>
              <a:pPr eaLnBrk="0" hangingPunct="0">
                <a:spcBef>
                  <a:spcPct val="20000"/>
                </a:spcBef>
              </a:pPr>
              <a:endParaRPr lang="zh-CN" altLang="en-US" dirty="0">
                <a:latin typeface="Times New Roman" panose="02020603050405020304" pitchFamily="18" charset="0"/>
                <a:ea typeface="楷体_GB2312" charset="-122"/>
              </a:endParaRPr>
            </a:p>
          </p:txBody>
        </p:sp>
        <p:sp>
          <p:nvSpPr>
            <p:cNvPr id="67589" name="Rectangle 10"/>
            <p:cNvSpPr/>
            <p:nvPr/>
          </p:nvSpPr>
          <p:spPr>
            <a:xfrm>
              <a:off x="2990" y="613"/>
              <a:ext cx="853" cy="293"/>
            </a:xfrm>
            <a:prstGeom prst="rect">
              <a:avLst/>
            </a:prstGeom>
            <a:solidFill>
              <a:srgbClr val="FFFFFF"/>
            </a:solidFill>
            <a:ln w="14288" cap="flat" cmpd="sng">
              <a:solidFill>
                <a:srgbClr val="00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anchor="t" anchorCtr="0"/>
            <a:lstStyle/>
            <a:p>
              <a:pPr eaLnBrk="0" hangingPunct="0">
                <a:spcBef>
                  <a:spcPct val="20000"/>
                </a:spcBef>
              </a:pPr>
              <a:endParaRPr lang="zh-CN" altLang="en-US" dirty="0">
                <a:latin typeface="Times New Roman" panose="02020603050405020304" pitchFamily="18" charset="0"/>
                <a:ea typeface="楷体_GB2312" charset="-122"/>
              </a:endParaRPr>
            </a:p>
          </p:txBody>
        </p:sp>
        <p:sp>
          <p:nvSpPr>
            <p:cNvPr id="67590" name="Line 11"/>
            <p:cNvSpPr/>
            <p:nvPr/>
          </p:nvSpPr>
          <p:spPr>
            <a:xfrm>
              <a:off x="3399" y="760"/>
              <a:ext cx="1" cy="360"/>
            </a:xfrm>
            <a:prstGeom prst="line">
              <a:avLst/>
            </a:prstGeom>
            <a:ln w="14288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7591" name="Freeform 12"/>
            <p:cNvSpPr/>
            <p:nvPr/>
          </p:nvSpPr>
          <p:spPr>
            <a:xfrm>
              <a:off x="3360" y="1103"/>
              <a:ext cx="78" cy="67"/>
            </a:xfrm>
            <a:custGeom>
              <a:avLst/>
              <a:gdLst/>
              <a:ahLst/>
              <a:cxnLst>
                <a:cxn ang="0">
                  <a:pos x="39" y="67"/>
                </a:cxn>
                <a:cxn ang="0">
                  <a:pos x="0" y="0"/>
                </a:cxn>
                <a:cxn ang="0">
                  <a:pos x="20" y="6"/>
                </a:cxn>
                <a:cxn ang="0">
                  <a:pos x="39" y="8"/>
                </a:cxn>
                <a:cxn ang="0">
                  <a:pos x="59" y="6"/>
                </a:cxn>
                <a:cxn ang="0">
                  <a:pos x="78" y="0"/>
                </a:cxn>
                <a:cxn ang="0">
                  <a:pos x="39" y="67"/>
                </a:cxn>
              </a:cxnLst>
              <a:rect l="0" t="0" r="0" b="0"/>
              <a:pathLst>
                <a:path w="78" h="67">
                  <a:moveTo>
                    <a:pt x="39" y="67"/>
                  </a:moveTo>
                  <a:lnTo>
                    <a:pt x="0" y="0"/>
                  </a:lnTo>
                  <a:lnTo>
                    <a:pt x="20" y="6"/>
                  </a:lnTo>
                  <a:lnTo>
                    <a:pt x="39" y="8"/>
                  </a:lnTo>
                  <a:lnTo>
                    <a:pt x="59" y="6"/>
                  </a:lnTo>
                  <a:lnTo>
                    <a:pt x="78" y="0"/>
                  </a:lnTo>
                  <a:lnTo>
                    <a:pt x="39" y="67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7592" name="Rectangle 13"/>
            <p:cNvSpPr/>
            <p:nvPr/>
          </p:nvSpPr>
          <p:spPr>
            <a:xfrm>
              <a:off x="2121" y="1171"/>
              <a:ext cx="852" cy="293"/>
            </a:xfrm>
            <a:prstGeom prst="rect">
              <a:avLst/>
            </a:prstGeom>
            <a:solidFill>
              <a:srgbClr val="FFFFFF"/>
            </a:solidFill>
            <a:ln w="14288" cap="flat" cmpd="sng">
              <a:solidFill>
                <a:srgbClr val="00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anchor="t" anchorCtr="0"/>
            <a:lstStyle/>
            <a:p>
              <a:pPr eaLnBrk="0" hangingPunct="0">
                <a:spcBef>
                  <a:spcPct val="20000"/>
                </a:spcBef>
              </a:pPr>
              <a:endParaRPr lang="zh-CN" altLang="en-US" dirty="0">
                <a:latin typeface="Times New Roman" panose="02020603050405020304" pitchFamily="18" charset="0"/>
                <a:ea typeface="楷体_GB2312" charset="-122"/>
              </a:endParaRPr>
            </a:p>
          </p:txBody>
        </p:sp>
        <p:sp>
          <p:nvSpPr>
            <p:cNvPr id="67593" name="Rectangle 14"/>
            <p:cNvSpPr/>
            <p:nvPr/>
          </p:nvSpPr>
          <p:spPr>
            <a:xfrm>
              <a:off x="2973" y="1171"/>
              <a:ext cx="853" cy="293"/>
            </a:xfrm>
            <a:prstGeom prst="rect">
              <a:avLst/>
            </a:prstGeom>
            <a:solidFill>
              <a:srgbClr val="FFFFFF"/>
            </a:solidFill>
            <a:ln w="14288" cap="flat" cmpd="sng">
              <a:solidFill>
                <a:srgbClr val="00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anchor="t" anchorCtr="0"/>
            <a:lstStyle/>
            <a:p>
              <a:pPr eaLnBrk="0" hangingPunct="0">
                <a:spcBef>
                  <a:spcPct val="20000"/>
                </a:spcBef>
              </a:pPr>
              <a:endParaRPr lang="zh-CN" altLang="en-US" dirty="0">
                <a:latin typeface="Times New Roman" panose="02020603050405020304" pitchFamily="18" charset="0"/>
                <a:ea typeface="楷体_GB2312" charset="-122"/>
              </a:endParaRPr>
            </a:p>
          </p:txBody>
        </p:sp>
        <p:sp>
          <p:nvSpPr>
            <p:cNvPr id="67594" name="Line 15"/>
            <p:cNvSpPr/>
            <p:nvPr/>
          </p:nvSpPr>
          <p:spPr>
            <a:xfrm>
              <a:off x="3399" y="1346"/>
              <a:ext cx="1" cy="360"/>
            </a:xfrm>
            <a:prstGeom prst="line">
              <a:avLst/>
            </a:prstGeom>
            <a:ln w="14288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7595" name="Freeform 16"/>
            <p:cNvSpPr/>
            <p:nvPr/>
          </p:nvSpPr>
          <p:spPr>
            <a:xfrm>
              <a:off x="3360" y="1690"/>
              <a:ext cx="78" cy="67"/>
            </a:xfrm>
            <a:custGeom>
              <a:avLst/>
              <a:gdLst/>
              <a:ahLst/>
              <a:cxnLst>
                <a:cxn ang="0">
                  <a:pos x="39" y="67"/>
                </a:cxn>
                <a:cxn ang="0">
                  <a:pos x="0" y="0"/>
                </a:cxn>
                <a:cxn ang="0">
                  <a:pos x="20" y="6"/>
                </a:cxn>
                <a:cxn ang="0">
                  <a:pos x="39" y="7"/>
                </a:cxn>
                <a:cxn ang="0">
                  <a:pos x="59" y="6"/>
                </a:cxn>
                <a:cxn ang="0">
                  <a:pos x="78" y="0"/>
                </a:cxn>
                <a:cxn ang="0">
                  <a:pos x="39" y="67"/>
                </a:cxn>
              </a:cxnLst>
              <a:rect l="0" t="0" r="0" b="0"/>
              <a:pathLst>
                <a:path w="78" h="67">
                  <a:moveTo>
                    <a:pt x="39" y="67"/>
                  </a:moveTo>
                  <a:lnTo>
                    <a:pt x="0" y="0"/>
                  </a:lnTo>
                  <a:lnTo>
                    <a:pt x="20" y="6"/>
                  </a:lnTo>
                  <a:lnTo>
                    <a:pt x="39" y="7"/>
                  </a:lnTo>
                  <a:lnTo>
                    <a:pt x="59" y="6"/>
                  </a:lnTo>
                  <a:lnTo>
                    <a:pt x="78" y="0"/>
                  </a:lnTo>
                  <a:lnTo>
                    <a:pt x="39" y="67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7596" name="Rectangle 17"/>
            <p:cNvSpPr/>
            <p:nvPr/>
          </p:nvSpPr>
          <p:spPr>
            <a:xfrm>
              <a:off x="3391" y="2360"/>
              <a:ext cx="67" cy="203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342900" indent="-342900" eaLnBrk="0" hangingPunct="0">
                <a:spcBef>
                  <a:spcPct val="20000"/>
                </a:spcBef>
              </a:pPr>
              <a:r>
                <a:rPr lang="en-US" altLang="zh-CN" dirty="0">
                  <a:solidFill>
                    <a:srgbClr val="000000"/>
                  </a:solidFill>
                  <a:latin typeface="楷体_GB2312" charset="-122"/>
                  <a:ea typeface="楷体_GB2312" charset="-122"/>
                </a:rPr>
                <a:t>.</a:t>
              </a:r>
              <a:endParaRPr lang="en-US" altLang="zh-CN" dirty="0">
                <a:latin typeface="楷体_GB2312" charset="-122"/>
                <a:ea typeface="楷体_GB2312" charset="-122"/>
              </a:endParaRPr>
            </a:p>
          </p:txBody>
        </p:sp>
        <p:sp>
          <p:nvSpPr>
            <p:cNvPr id="67597" name="Rectangle 18"/>
            <p:cNvSpPr/>
            <p:nvPr/>
          </p:nvSpPr>
          <p:spPr>
            <a:xfrm>
              <a:off x="3391" y="2484"/>
              <a:ext cx="67" cy="203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342900" indent="-342900" eaLnBrk="0" hangingPunct="0">
                <a:spcBef>
                  <a:spcPct val="20000"/>
                </a:spcBef>
              </a:pPr>
              <a:r>
                <a:rPr lang="en-US" altLang="zh-CN" dirty="0">
                  <a:solidFill>
                    <a:srgbClr val="000000"/>
                  </a:solidFill>
                  <a:latin typeface="楷体_GB2312" charset="-122"/>
                  <a:ea typeface="楷体_GB2312" charset="-122"/>
                </a:rPr>
                <a:t>.</a:t>
              </a:r>
              <a:endParaRPr lang="en-US" altLang="zh-CN" dirty="0">
                <a:latin typeface="楷体_GB2312" charset="-122"/>
                <a:ea typeface="楷体_GB2312" charset="-122"/>
              </a:endParaRPr>
            </a:p>
          </p:txBody>
        </p:sp>
        <p:sp>
          <p:nvSpPr>
            <p:cNvPr id="67598" name="Rectangle 19"/>
            <p:cNvSpPr/>
            <p:nvPr/>
          </p:nvSpPr>
          <p:spPr>
            <a:xfrm>
              <a:off x="3391" y="2608"/>
              <a:ext cx="67" cy="203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342900" indent="-342900" eaLnBrk="0" hangingPunct="0">
                <a:spcBef>
                  <a:spcPct val="20000"/>
                </a:spcBef>
              </a:pPr>
              <a:r>
                <a:rPr lang="en-US" altLang="zh-CN" dirty="0">
                  <a:solidFill>
                    <a:srgbClr val="000000"/>
                  </a:solidFill>
                  <a:latin typeface="楷体_GB2312" charset="-122"/>
                  <a:ea typeface="楷体_GB2312" charset="-122"/>
                </a:rPr>
                <a:t>.</a:t>
              </a:r>
              <a:endParaRPr lang="en-US" altLang="zh-CN" dirty="0">
                <a:latin typeface="楷体_GB2312" charset="-122"/>
                <a:ea typeface="楷体_GB2312" charset="-122"/>
              </a:endParaRPr>
            </a:p>
          </p:txBody>
        </p:sp>
        <p:sp>
          <p:nvSpPr>
            <p:cNvPr id="67599" name="Rectangle 20"/>
            <p:cNvSpPr/>
            <p:nvPr/>
          </p:nvSpPr>
          <p:spPr>
            <a:xfrm>
              <a:off x="2121" y="2982"/>
              <a:ext cx="852" cy="294"/>
            </a:xfrm>
            <a:prstGeom prst="rect">
              <a:avLst/>
            </a:prstGeom>
            <a:solidFill>
              <a:srgbClr val="FFFFFF"/>
            </a:solidFill>
            <a:ln w="14288" cap="flat" cmpd="sng">
              <a:solidFill>
                <a:srgbClr val="00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anchor="t" anchorCtr="0"/>
            <a:lstStyle/>
            <a:p>
              <a:pPr eaLnBrk="0" hangingPunct="0">
                <a:spcBef>
                  <a:spcPct val="20000"/>
                </a:spcBef>
              </a:pPr>
              <a:endParaRPr lang="zh-CN" altLang="en-US" dirty="0">
                <a:latin typeface="Times New Roman" panose="02020603050405020304" pitchFamily="18" charset="0"/>
                <a:ea typeface="楷体_GB2312" charset="-122"/>
              </a:endParaRPr>
            </a:p>
          </p:txBody>
        </p:sp>
        <p:sp>
          <p:nvSpPr>
            <p:cNvPr id="67600" name="Rectangle 21"/>
            <p:cNvSpPr/>
            <p:nvPr/>
          </p:nvSpPr>
          <p:spPr>
            <a:xfrm>
              <a:off x="2973" y="2982"/>
              <a:ext cx="853" cy="294"/>
            </a:xfrm>
            <a:prstGeom prst="rect">
              <a:avLst/>
            </a:prstGeom>
            <a:solidFill>
              <a:srgbClr val="FFFFFF"/>
            </a:solidFill>
            <a:ln w="14288" cap="flat" cmpd="sng">
              <a:solidFill>
                <a:srgbClr val="00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anchor="t" anchorCtr="0"/>
            <a:lstStyle/>
            <a:p>
              <a:pPr eaLnBrk="0" hangingPunct="0">
                <a:spcBef>
                  <a:spcPct val="20000"/>
                </a:spcBef>
              </a:pPr>
              <a:endParaRPr lang="zh-CN" altLang="en-US" dirty="0">
                <a:latin typeface="Times New Roman" panose="02020603050405020304" pitchFamily="18" charset="0"/>
                <a:ea typeface="楷体_GB2312" charset="-122"/>
              </a:endParaRPr>
            </a:p>
          </p:txBody>
        </p:sp>
        <p:sp>
          <p:nvSpPr>
            <p:cNvPr id="67601" name="Line 22"/>
            <p:cNvSpPr/>
            <p:nvPr/>
          </p:nvSpPr>
          <p:spPr>
            <a:xfrm>
              <a:off x="3381" y="2747"/>
              <a:ext cx="1" cy="184"/>
            </a:xfrm>
            <a:prstGeom prst="line">
              <a:avLst/>
            </a:prstGeom>
            <a:ln w="14288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7602" name="Freeform 23"/>
            <p:cNvSpPr/>
            <p:nvPr/>
          </p:nvSpPr>
          <p:spPr>
            <a:xfrm>
              <a:off x="3342" y="2914"/>
              <a:ext cx="78" cy="68"/>
            </a:xfrm>
            <a:custGeom>
              <a:avLst/>
              <a:gdLst/>
              <a:ahLst/>
              <a:cxnLst>
                <a:cxn ang="0">
                  <a:pos x="39" y="68"/>
                </a:cxn>
                <a:cxn ang="0">
                  <a:pos x="0" y="0"/>
                </a:cxn>
                <a:cxn ang="0">
                  <a:pos x="21" y="7"/>
                </a:cxn>
                <a:cxn ang="0">
                  <a:pos x="39" y="9"/>
                </a:cxn>
                <a:cxn ang="0">
                  <a:pos x="59" y="7"/>
                </a:cxn>
                <a:cxn ang="0">
                  <a:pos x="78" y="0"/>
                </a:cxn>
                <a:cxn ang="0">
                  <a:pos x="39" y="68"/>
                </a:cxn>
              </a:cxnLst>
              <a:rect l="0" t="0" r="0" b="0"/>
              <a:pathLst>
                <a:path w="78" h="68">
                  <a:moveTo>
                    <a:pt x="39" y="68"/>
                  </a:moveTo>
                  <a:lnTo>
                    <a:pt x="0" y="0"/>
                  </a:lnTo>
                  <a:lnTo>
                    <a:pt x="21" y="7"/>
                  </a:lnTo>
                  <a:lnTo>
                    <a:pt x="39" y="9"/>
                  </a:lnTo>
                  <a:lnTo>
                    <a:pt x="59" y="7"/>
                  </a:lnTo>
                  <a:lnTo>
                    <a:pt x="78" y="0"/>
                  </a:lnTo>
                  <a:lnTo>
                    <a:pt x="39" y="68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7603" name="Freeform 24"/>
            <p:cNvSpPr/>
            <p:nvPr/>
          </p:nvSpPr>
          <p:spPr>
            <a:xfrm>
              <a:off x="3314" y="3041"/>
              <a:ext cx="137" cy="175"/>
            </a:xfrm>
            <a:custGeom>
              <a:avLst/>
              <a:gdLst/>
              <a:ahLst/>
              <a:cxnLst>
                <a:cxn ang="0">
                  <a:pos x="0" y="175"/>
                </a:cxn>
                <a:cxn ang="0">
                  <a:pos x="67" y="0"/>
                </a:cxn>
                <a:cxn ang="0">
                  <a:pos x="137" y="175"/>
                </a:cxn>
              </a:cxnLst>
              <a:rect l="0" t="0" r="0" b="0"/>
              <a:pathLst>
                <a:path w="137" h="175">
                  <a:moveTo>
                    <a:pt x="0" y="175"/>
                  </a:moveTo>
                  <a:lnTo>
                    <a:pt x="67" y="0"/>
                  </a:lnTo>
                  <a:lnTo>
                    <a:pt x="137" y="175"/>
                  </a:lnTo>
                </a:path>
              </a:pathLst>
            </a:custGeom>
            <a:noFill/>
            <a:ln w="14288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7604" name="Line 25"/>
            <p:cNvSpPr/>
            <p:nvPr/>
          </p:nvSpPr>
          <p:spPr>
            <a:xfrm>
              <a:off x="1542" y="782"/>
              <a:ext cx="521" cy="1"/>
            </a:xfrm>
            <a:prstGeom prst="line">
              <a:avLst/>
            </a:prstGeom>
            <a:ln w="14288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7605" name="Freeform 26"/>
            <p:cNvSpPr/>
            <p:nvPr/>
          </p:nvSpPr>
          <p:spPr>
            <a:xfrm>
              <a:off x="2043" y="749"/>
              <a:ext cx="78" cy="67"/>
            </a:xfrm>
            <a:custGeom>
              <a:avLst/>
              <a:gdLst/>
              <a:ahLst/>
              <a:cxnLst>
                <a:cxn ang="0">
                  <a:pos x="78" y="33"/>
                </a:cxn>
                <a:cxn ang="0">
                  <a:pos x="0" y="67"/>
                </a:cxn>
                <a:cxn ang="0">
                  <a:pos x="7" y="51"/>
                </a:cxn>
                <a:cxn ang="0">
                  <a:pos x="10" y="33"/>
                </a:cxn>
                <a:cxn ang="0">
                  <a:pos x="7" y="16"/>
                </a:cxn>
                <a:cxn ang="0">
                  <a:pos x="0" y="0"/>
                </a:cxn>
                <a:cxn ang="0">
                  <a:pos x="78" y="33"/>
                </a:cxn>
              </a:cxnLst>
              <a:rect l="0" t="0" r="0" b="0"/>
              <a:pathLst>
                <a:path w="78" h="67">
                  <a:moveTo>
                    <a:pt x="78" y="33"/>
                  </a:moveTo>
                  <a:lnTo>
                    <a:pt x="0" y="67"/>
                  </a:lnTo>
                  <a:lnTo>
                    <a:pt x="7" y="51"/>
                  </a:lnTo>
                  <a:lnTo>
                    <a:pt x="10" y="33"/>
                  </a:lnTo>
                  <a:lnTo>
                    <a:pt x="7" y="16"/>
                  </a:lnTo>
                  <a:lnTo>
                    <a:pt x="0" y="0"/>
                  </a:lnTo>
                  <a:lnTo>
                    <a:pt x="78" y="33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7606" name="Rectangle 27"/>
            <p:cNvSpPr/>
            <p:nvPr/>
          </p:nvSpPr>
          <p:spPr>
            <a:xfrm>
              <a:off x="2439" y="422"/>
              <a:ext cx="266" cy="203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342900" indent="-342900" eaLnBrk="0" hangingPunct="0">
                <a:spcBef>
                  <a:spcPct val="20000"/>
                </a:spcBef>
              </a:pPr>
              <a:r>
                <a:rPr lang="en-US" altLang="zh-CN" dirty="0">
                  <a:solidFill>
                    <a:srgbClr val="000000"/>
                  </a:solidFill>
                  <a:latin typeface="楷体_GB2312" charset="-122"/>
                  <a:ea typeface="楷体_GB2312" charset="-122"/>
                </a:rPr>
                <a:t>data</a:t>
              </a:r>
              <a:endParaRPr lang="en-US" altLang="zh-CN" dirty="0">
                <a:latin typeface="楷体_GB2312" charset="-122"/>
                <a:ea typeface="楷体_GB2312" charset="-122"/>
              </a:endParaRPr>
            </a:p>
          </p:txBody>
        </p:sp>
        <p:sp>
          <p:nvSpPr>
            <p:cNvPr id="67607" name="Rectangle 28"/>
            <p:cNvSpPr/>
            <p:nvPr/>
          </p:nvSpPr>
          <p:spPr>
            <a:xfrm>
              <a:off x="3253" y="422"/>
              <a:ext cx="266" cy="203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342900" indent="-342900" eaLnBrk="0" hangingPunct="0">
                <a:spcBef>
                  <a:spcPct val="20000"/>
                </a:spcBef>
              </a:pPr>
              <a:r>
                <a:rPr lang="en-US" altLang="zh-CN" dirty="0">
                  <a:solidFill>
                    <a:srgbClr val="000000"/>
                  </a:solidFill>
                  <a:latin typeface="楷体_GB2312" charset="-122"/>
                  <a:ea typeface="楷体_GB2312" charset="-122"/>
                </a:rPr>
                <a:t>next</a:t>
              </a:r>
              <a:endParaRPr lang="en-US" altLang="zh-CN" dirty="0">
                <a:latin typeface="楷体_GB2312" charset="-122"/>
                <a:ea typeface="楷体_GB2312" charset="-122"/>
              </a:endParaRPr>
            </a:p>
          </p:txBody>
        </p:sp>
        <p:sp>
          <p:nvSpPr>
            <p:cNvPr id="67608" name="Rectangle 29"/>
            <p:cNvSpPr/>
            <p:nvPr/>
          </p:nvSpPr>
          <p:spPr>
            <a:xfrm>
              <a:off x="4013" y="1243"/>
              <a:ext cx="308" cy="23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342900" indent="-342900" eaLnBrk="0" hangingPunct="0">
                <a:spcBef>
                  <a:spcPct val="20000"/>
                </a:spcBef>
              </a:pPr>
              <a:r>
                <a:rPr lang="zh-CN" altLang="en-US" sz="2800" dirty="0">
                  <a:solidFill>
                    <a:srgbClr val="000000"/>
                  </a:solidFill>
                  <a:latin typeface="楷体_GB2312" charset="-122"/>
                  <a:ea typeface="楷体_GB2312" charset="-122"/>
                </a:rPr>
                <a:t>队头</a:t>
              </a:r>
              <a:endParaRPr lang="zh-CN" altLang="en-US" sz="2800" dirty="0">
                <a:latin typeface="楷体_GB2312" charset="-122"/>
                <a:ea typeface="楷体_GB2312" charset="-122"/>
              </a:endParaRPr>
            </a:p>
          </p:txBody>
        </p:sp>
        <p:sp>
          <p:nvSpPr>
            <p:cNvPr id="67609" name="Rectangle 30"/>
            <p:cNvSpPr/>
            <p:nvPr/>
          </p:nvSpPr>
          <p:spPr>
            <a:xfrm>
              <a:off x="3980" y="3047"/>
              <a:ext cx="308" cy="23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342900" indent="-342900" eaLnBrk="0" hangingPunct="0">
                <a:spcBef>
                  <a:spcPct val="20000"/>
                </a:spcBef>
              </a:pPr>
              <a:r>
                <a:rPr lang="zh-CN" altLang="en-US" sz="2800" dirty="0">
                  <a:solidFill>
                    <a:srgbClr val="000000"/>
                  </a:solidFill>
                  <a:latin typeface="楷体_GB2312" charset="-122"/>
                  <a:ea typeface="楷体_GB2312" charset="-122"/>
                </a:rPr>
                <a:t>队尾</a:t>
              </a:r>
              <a:endParaRPr lang="zh-CN" altLang="en-US" sz="2800" dirty="0">
                <a:latin typeface="楷体_GB2312" charset="-122"/>
                <a:ea typeface="楷体_GB2312" charset="-122"/>
              </a:endParaRPr>
            </a:p>
          </p:txBody>
        </p:sp>
        <p:sp>
          <p:nvSpPr>
            <p:cNvPr id="67610" name="Rectangle 31"/>
            <p:cNvSpPr/>
            <p:nvPr/>
          </p:nvSpPr>
          <p:spPr>
            <a:xfrm>
              <a:off x="1557" y="591"/>
              <a:ext cx="465" cy="203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342900" indent="-342900" eaLnBrk="0" hangingPunct="0">
                <a:spcBef>
                  <a:spcPct val="20000"/>
                </a:spcBef>
              </a:pPr>
              <a:r>
                <a:rPr lang="en-US" altLang="zh-CN" dirty="0">
                  <a:solidFill>
                    <a:srgbClr val="000000"/>
                  </a:solidFill>
                  <a:latin typeface="楷体_GB2312" charset="-122"/>
                  <a:ea typeface="楷体_GB2312" charset="-122"/>
                </a:rPr>
                <a:t>Q.front</a:t>
              </a:r>
              <a:endParaRPr lang="en-US" altLang="zh-CN" dirty="0">
                <a:latin typeface="楷体_GB2312" charset="-122"/>
                <a:ea typeface="楷体_GB2312" charset="-122"/>
              </a:endParaRPr>
            </a:p>
          </p:txBody>
        </p:sp>
        <p:sp>
          <p:nvSpPr>
            <p:cNvPr id="67611" name="Rectangle 32"/>
            <p:cNvSpPr/>
            <p:nvPr/>
          </p:nvSpPr>
          <p:spPr>
            <a:xfrm>
              <a:off x="2121" y="1757"/>
              <a:ext cx="852" cy="293"/>
            </a:xfrm>
            <a:prstGeom prst="rect">
              <a:avLst/>
            </a:prstGeom>
            <a:solidFill>
              <a:srgbClr val="FFFFFF"/>
            </a:solidFill>
            <a:ln w="14288" cap="flat" cmpd="sng">
              <a:solidFill>
                <a:srgbClr val="00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anchor="t" anchorCtr="0"/>
            <a:lstStyle/>
            <a:p>
              <a:pPr eaLnBrk="0" hangingPunct="0">
                <a:spcBef>
                  <a:spcPct val="20000"/>
                </a:spcBef>
              </a:pPr>
              <a:endParaRPr lang="zh-CN" altLang="en-US" dirty="0">
                <a:latin typeface="Times New Roman" panose="02020603050405020304" pitchFamily="18" charset="0"/>
                <a:ea typeface="楷体_GB2312" charset="-122"/>
              </a:endParaRPr>
            </a:p>
          </p:txBody>
        </p:sp>
        <p:sp>
          <p:nvSpPr>
            <p:cNvPr id="67612" name="Rectangle 33"/>
            <p:cNvSpPr/>
            <p:nvPr/>
          </p:nvSpPr>
          <p:spPr>
            <a:xfrm>
              <a:off x="2973" y="1757"/>
              <a:ext cx="853" cy="293"/>
            </a:xfrm>
            <a:prstGeom prst="rect">
              <a:avLst/>
            </a:prstGeom>
            <a:solidFill>
              <a:srgbClr val="FFFFFF"/>
            </a:solidFill>
            <a:ln w="14288" cap="flat" cmpd="sng">
              <a:solidFill>
                <a:srgbClr val="00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anchor="t" anchorCtr="0"/>
            <a:lstStyle/>
            <a:p>
              <a:pPr eaLnBrk="0" hangingPunct="0">
                <a:spcBef>
                  <a:spcPct val="20000"/>
                </a:spcBef>
              </a:pPr>
              <a:endParaRPr lang="zh-CN" altLang="en-US" dirty="0">
                <a:latin typeface="Times New Roman" panose="02020603050405020304" pitchFamily="18" charset="0"/>
                <a:ea typeface="楷体_GB2312" charset="-122"/>
              </a:endParaRPr>
            </a:p>
          </p:txBody>
        </p:sp>
        <p:sp>
          <p:nvSpPr>
            <p:cNvPr id="67613" name="Line 34"/>
            <p:cNvSpPr/>
            <p:nvPr/>
          </p:nvSpPr>
          <p:spPr>
            <a:xfrm>
              <a:off x="3381" y="1919"/>
              <a:ext cx="1" cy="360"/>
            </a:xfrm>
            <a:prstGeom prst="line">
              <a:avLst/>
            </a:prstGeom>
            <a:ln w="14288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7614" name="Freeform 35"/>
            <p:cNvSpPr/>
            <p:nvPr/>
          </p:nvSpPr>
          <p:spPr>
            <a:xfrm>
              <a:off x="3342" y="2262"/>
              <a:ext cx="78" cy="68"/>
            </a:xfrm>
            <a:custGeom>
              <a:avLst/>
              <a:gdLst/>
              <a:ahLst/>
              <a:cxnLst>
                <a:cxn ang="0">
                  <a:pos x="39" y="68"/>
                </a:cxn>
                <a:cxn ang="0">
                  <a:pos x="0" y="0"/>
                </a:cxn>
                <a:cxn ang="0">
                  <a:pos x="21" y="7"/>
                </a:cxn>
                <a:cxn ang="0">
                  <a:pos x="39" y="8"/>
                </a:cxn>
                <a:cxn ang="0">
                  <a:pos x="59" y="7"/>
                </a:cxn>
                <a:cxn ang="0">
                  <a:pos x="78" y="0"/>
                </a:cxn>
                <a:cxn ang="0">
                  <a:pos x="39" y="68"/>
                </a:cxn>
              </a:cxnLst>
              <a:rect l="0" t="0" r="0" b="0"/>
              <a:pathLst>
                <a:path w="78" h="68">
                  <a:moveTo>
                    <a:pt x="39" y="68"/>
                  </a:moveTo>
                  <a:lnTo>
                    <a:pt x="0" y="0"/>
                  </a:lnTo>
                  <a:lnTo>
                    <a:pt x="21" y="7"/>
                  </a:lnTo>
                  <a:lnTo>
                    <a:pt x="39" y="8"/>
                  </a:lnTo>
                  <a:lnTo>
                    <a:pt x="59" y="7"/>
                  </a:lnTo>
                  <a:lnTo>
                    <a:pt x="78" y="0"/>
                  </a:lnTo>
                  <a:lnTo>
                    <a:pt x="39" y="68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7615" name="Rectangle 36"/>
            <p:cNvSpPr/>
            <p:nvPr/>
          </p:nvSpPr>
          <p:spPr>
            <a:xfrm>
              <a:off x="1568" y="2938"/>
              <a:ext cx="399" cy="203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342900" indent="-342900" eaLnBrk="0" hangingPunct="0">
                <a:spcBef>
                  <a:spcPct val="20000"/>
                </a:spcBef>
              </a:pPr>
              <a:r>
                <a:rPr lang="en-US" altLang="zh-CN" dirty="0">
                  <a:solidFill>
                    <a:srgbClr val="000000"/>
                  </a:solidFill>
                  <a:latin typeface="楷体_GB2312" charset="-122"/>
                  <a:ea typeface="楷体_GB2312" charset="-122"/>
                </a:rPr>
                <a:t>Q.rear</a:t>
              </a:r>
              <a:endParaRPr lang="en-US" altLang="zh-CN" dirty="0">
                <a:latin typeface="楷体_GB2312" charset="-122"/>
                <a:ea typeface="楷体_GB2312" charset="-122"/>
              </a:endParaRPr>
            </a:p>
          </p:txBody>
        </p:sp>
        <p:sp>
          <p:nvSpPr>
            <p:cNvPr id="67616" name="Line 37"/>
            <p:cNvSpPr/>
            <p:nvPr/>
          </p:nvSpPr>
          <p:spPr>
            <a:xfrm>
              <a:off x="1542" y="3128"/>
              <a:ext cx="521" cy="1"/>
            </a:xfrm>
            <a:prstGeom prst="line">
              <a:avLst/>
            </a:prstGeom>
            <a:ln w="14288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7617" name="Freeform 38"/>
            <p:cNvSpPr/>
            <p:nvPr/>
          </p:nvSpPr>
          <p:spPr>
            <a:xfrm>
              <a:off x="2043" y="3095"/>
              <a:ext cx="78" cy="67"/>
            </a:xfrm>
            <a:custGeom>
              <a:avLst/>
              <a:gdLst/>
              <a:ahLst/>
              <a:cxnLst>
                <a:cxn ang="0">
                  <a:pos x="78" y="33"/>
                </a:cxn>
                <a:cxn ang="0">
                  <a:pos x="0" y="67"/>
                </a:cxn>
                <a:cxn ang="0">
                  <a:pos x="7" y="50"/>
                </a:cxn>
                <a:cxn ang="0">
                  <a:pos x="10" y="33"/>
                </a:cxn>
                <a:cxn ang="0">
                  <a:pos x="7" y="17"/>
                </a:cxn>
                <a:cxn ang="0">
                  <a:pos x="0" y="0"/>
                </a:cxn>
                <a:cxn ang="0">
                  <a:pos x="78" y="33"/>
                </a:cxn>
              </a:cxnLst>
              <a:rect l="0" t="0" r="0" b="0"/>
              <a:pathLst>
                <a:path w="78" h="67">
                  <a:moveTo>
                    <a:pt x="78" y="33"/>
                  </a:moveTo>
                  <a:lnTo>
                    <a:pt x="0" y="67"/>
                  </a:lnTo>
                  <a:lnTo>
                    <a:pt x="7" y="50"/>
                  </a:lnTo>
                  <a:lnTo>
                    <a:pt x="10" y="33"/>
                  </a:lnTo>
                  <a:lnTo>
                    <a:pt x="7" y="17"/>
                  </a:lnTo>
                  <a:lnTo>
                    <a:pt x="0" y="0"/>
                  </a:lnTo>
                  <a:lnTo>
                    <a:pt x="78" y="33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688167" name="Comment 39"/>
          <p:cNvSpPr>
            <a:spLocks noChangeArrowheads="1"/>
          </p:cNvSpPr>
          <p:nvPr/>
        </p:nvSpPr>
        <p:spPr bwMode="auto">
          <a:xfrm>
            <a:off x="-47625" y="0"/>
            <a:ext cx="2743200" cy="650875"/>
          </a:xfrm>
          <a:prstGeom prst="rect">
            <a:avLst/>
          </a:prstGeom>
          <a:solidFill>
            <a:srgbClr val="FCFDC6"/>
          </a:solidFill>
          <a:ln w="9525">
            <a:solidFill>
              <a:schemeClr val="tx1"/>
            </a:solidFill>
            <a:miter lim="800000"/>
          </a:ln>
          <a:effectLst>
            <a:outerShdw dist="107763" dir="2700000" algn="ctr" rotWithShape="0">
              <a:schemeClr val="bg2"/>
            </a:outerShdw>
          </a:effectLst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3600" b="1" i="0" u="none" strike="noStrike" kern="1200" cap="none" spc="0" normalizeH="0" baseline="0" noProof="0">
                <a:ln>
                  <a:noFill/>
                </a:ln>
                <a:solidFill>
                  <a:srgbClr val="A50021"/>
                </a:solidFill>
                <a:effectLst/>
                <a:uLnTx/>
                <a:uFillTx/>
                <a:latin typeface="Arial" panose="020B0604020202020204" pitchFamily="34" charset="0"/>
                <a:ea typeface="楷体_GB2312" charset="-122"/>
                <a:cs typeface="+mn-cs"/>
                <a:sym typeface="+mn-ea"/>
              </a:rPr>
              <a:t>链队列</a:t>
            </a:r>
            <a:endParaRPr kumimoji="1" lang="zh-CN" altLang="en-US" sz="36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楷体_GB2312" charset="-122"/>
              <a:cs typeface="+mn-cs"/>
              <a:sym typeface="+mn-ea"/>
            </a:endParaRP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09" name="Rectangle 3"/>
          <p:cNvSpPr>
            <a:spLocks noGrp="1"/>
          </p:cNvSpPr>
          <p:nvPr>
            <p:ph idx="1"/>
          </p:nvPr>
        </p:nvSpPr>
        <p:spPr>
          <a:xfrm>
            <a:off x="108648" y="548681"/>
            <a:ext cx="8926704" cy="4464496"/>
          </a:xfrm>
          <a:ln/>
        </p:spPr>
        <p:txBody>
          <a:bodyPr vert="horz" wrap="square" lIns="91440" tIns="45720" rIns="91440" bIns="45720" anchor="t" anchorCtr="0"/>
          <a:lstStyle/>
          <a:p>
            <a:pPr algn="just">
              <a:lnSpc>
                <a:spcPct val="120000"/>
              </a:lnSpc>
              <a:buNone/>
            </a:pPr>
            <a:r>
              <a:rPr lang="en-US" altLang="zh-CN" sz="2800" b="1" dirty="0"/>
              <a:t>typedef struct QNode{</a:t>
            </a:r>
          </a:p>
          <a:p>
            <a:pPr algn="just">
              <a:lnSpc>
                <a:spcPct val="120000"/>
              </a:lnSpc>
              <a:buNone/>
            </a:pPr>
            <a:r>
              <a:rPr lang="en-US" altLang="zh-CN" sz="2800" b="1" dirty="0"/>
              <a:t>   QElemType   data;</a:t>
            </a:r>
          </a:p>
          <a:p>
            <a:pPr algn="just">
              <a:lnSpc>
                <a:spcPct val="120000"/>
              </a:lnSpc>
              <a:buNone/>
            </a:pPr>
            <a:r>
              <a:rPr lang="en-US" altLang="zh-CN" sz="2800" b="1" dirty="0"/>
              <a:t>   </a:t>
            </a:r>
            <a:r>
              <a:rPr lang="en-US" altLang="zh-CN" sz="2800" b="1" dirty="0" err="1"/>
              <a:t>struct</a:t>
            </a:r>
            <a:r>
              <a:rPr lang="en-US" altLang="zh-CN" sz="2800" b="1" dirty="0"/>
              <a:t> </a:t>
            </a:r>
            <a:r>
              <a:rPr lang="en-US" altLang="zh-CN" sz="2800" b="1" dirty="0" err="1"/>
              <a:t>QNode</a:t>
            </a:r>
            <a:r>
              <a:rPr lang="en-US" altLang="zh-CN" sz="2800" b="1" dirty="0"/>
              <a:t>  *next;</a:t>
            </a:r>
          </a:p>
          <a:p>
            <a:pPr algn="just">
              <a:lnSpc>
                <a:spcPct val="120000"/>
              </a:lnSpc>
              <a:buNone/>
            </a:pPr>
            <a:r>
              <a:rPr lang="en-US" altLang="zh-CN" sz="2800" b="1" dirty="0"/>
              <a:t>} </a:t>
            </a:r>
            <a:r>
              <a:rPr lang="en-US" altLang="zh-CN" sz="2800" b="1" dirty="0" err="1"/>
              <a:t>QNode</a:t>
            </a:r>
            <a:r>
              <a:rPr lang="en-US" altLang="zh-CN" sz="2800" b="1" dirty="0"/>
              <a:t>, *</a:t>
            </a:r>
            <a:r>
              <a:rPr lang="en-US" altLang="zh-CN" sz="2800" b="1" dirty="0" err="1"/>
              <a:t>QueuePtr</a:t>
            </a:r>
            <a:r>
              <a:rPr lang="en-US" altLang="zh-CN" sz="2800" b="1" dirty="0"/>
              <a:t>;//</a:t>
            </a:r>
            <a:r>
              <a:rPr lang="zh-CN" altLang="en-US" sz="2300" b="1" dirty="0"/>
              <a:t>三种线性表的链式存储结构的结点定义大体上均一致</a:t>
            </a:r>
            <a:r>
              <a:rPr lang="en-US" altLang="zh-CN" sz="2300" b="1" dirty="0"/>
              <a:t>(</a:t>
            </a:r>
            <a:r>
              <a:rPr lang="zh-CN" altLang="en-US" sz="2300" b="1" dirty="0"/>
              <a:t>数据域</a:t>
            </a:r>
            <a:r>
              <a:rPr lang="en-US" altLang="zh-CN" sz="2300" b="1" dirty="0"/>
              <a:t>+</a:t>
            </a:r>
            <a:r>
              <a:rPr lang="zh-CN" altLang="en-US" sz="2300" b="1" dirty="0"/>
              <a:t>指针域</a:t>
            </a:r>
            <a:r>
              <a:rPr lang="en-US" altLang="zh-CN" sz="2300" b="1" dirty="0"/>
              <a:t>),</a:t>
            </a:r>
            <a:r>
              <a:rPr lang="zh-CN" altLang="en-US" sz="2300" b="1" dirty="0"/>
              <a:t>但是队列不是直接设置</a:t>
            </a:r>
            <a:r>
              <a:rPr lang="en-US" altLang="zh-CN" sz="2300" b="1" dirty="0" err="1"/>
              <a:t>LinkQueue</a:t>
            </a:r>
            <a:r>
              <a:rPr lang="zh-CN" altLang="en-US" sz="2300" b="1" dirty="0"/>
              <a:t>而是再设置</a:t>
            </a:r>
            <a:r>
              <a:rPr lang="en-US" altLang="zh-CN" sz="2300" b="1" dirty="0" err="1"/>
              <a:t>QueuePtr</a:t>
            </a:r>
            <a:r>
              <a:rPr lang="zh-CN" altLang="en-US" sz="2300" b="1" dirty="0"/>
              <a:t>再构成队列</a:t>
            </a:r>
            <a:r>
              <a:rPr lang="en-US" altLang="zh-CN" sz="2300" b="1" dirty="0"/>
              <a:t>(</a:t>
            </a:r>
            <a:r>
              <a:rPr lang="zh-CN" altLang="en-US" sz="2300" b="1" dirty="0"/>
              <a:t>相当于队列多了一层</a:t>
            </a:r>
            <a:r>
              <a:rPr lang="en-US" altLang="zh-CN" sz="2300" b="1" dirty="0"/>
              <a:t>)</a:t>
            </a:r>
          </a:p>
          <a:p>
            <a:pPr algn="just">
              <a:lnSpc>
                <a:spcPct val="120000"/>
              </a:lnSpc>
              <a:buNone/>
            </a:pPr>
            <a:r>
              <a:rPr lang="en-US" altLang="zh-CN" sz="2800" b="1" dirty="0"/>
              <a:t>typedef struct {</a:t>
            </a:r>
          </a:p>
          <a:p>
            <a:pPr algn="just">
              <a:lnSpc>
                <a:spcPct val="120000"/>
              </a:lnSpc>
              <a:buNone/>
            </a:pPr>
            <a:r>
              <a:rPr lang="en-US" altLang="zh-CN" sz="2800" b="1" dirty="0"/>
              <a:t>   QueuePtr  front;            //</a:t>
            </a:r>
            <a:r>
              <a:rPr lang="zh-CN" altLang="en-US" sz="2800" b="1" dirty="0"/>
              <a:t>队</a:t>
            </a:r>
            <a:r>
              <a:rPr lang="zh-CN" altLang="zh-CN" sz="2800" b="1" dirty="0"/>
              <a:t>头指针</a:t>
            </a:r>
            <a:r>
              <a:rPr lang="zh-CN" altLang="en-US" sz="2800" b="1" dirty="0"/>
              <a:t>   </a:t>
            </a:r>
          </a:p>
          <a:p>
            <a:pPr algn="just">
              <a:lnSpc>
                <a:spcPct val="120000"/>
              </a:lnSpc>
              <a:buNone/>
            </a:pPr>
            <a:r>
              <a:rPr lang="zh-CN" altLang="en-US" sz="2800" b="1" dirty="0"/>
              <a:t>   </a:t>
            </a:r>
            <a:r>
              <a:rPr lang="en-US" altLang="zh-CN" sz="2800" b="1" dirty="0"/>
              <a:t>QueuePtr  rear;             //</a:t>
            </a:r>
            <a:r>
              <a:rPr lang="zh-CN" altLang="en-US" sz="2800" b="1" dirty="0"/>
              <a:t>队尾指针</a:t>
            </a:r>
          </a:p>
          <a:p>
            <a:pPr algn="just">
              <a:lnSpc>
                <a:spcPct val="120000"/>
              </a:lnSpc>
              <a:buNone/>
            </a:pPr>
            <a:r>
              <a:rPr lang="en-US" altLang="zh-CN" sz="2800" b="1" dirty="0"/>
              <a:t>}LinkQueue;  </a:t>
            </a:r>
            <a:r>
              <a:rPr lang="zh-CN" altLang="en-US" sz="2000" b="1" dirty="0">
                <a:highlight>
                  <a:srgbClr val="00FF00"/>
                </a:highlight>
              </a:rPr>
              <a:t>线性表设定头指针</a:t>
            </a:r>
            <a:r>
              <a:rPr lang="en-US" altLang="zh-CN" sz="2000" b="1" dirty="0">
                <a:highlight>
                  <a:srgbClr val="00FF00"/>
                </a:highlight>
              </a:rPr>
              <a:t>/</a:t>
            </a:r>
            <a:r>
              <a:rPr lang="zh-CN" altLang="en-US" sz="2000" b="1" dirty="0">
                <a:highlight>
                  <a:srgbClr val="00FF00"/>
                </a:highlight>
              </a:rPr>
              <a:t>栈设定栈顶指针</a:t>
            </a:r>
            <a:r>
              <a:rPr lang="en-US" altLang="zh-CN" sz="2000" b="1" dirty="0">
                <a:highlight>
                  <a:srgbClr val="00FF00"/>
                </a:highlight>
              </a:rPr>
              <a:t>/</a:t>
            </a:r>
            <a:r>
              <a:rPr lang="zh-CN" altLang="en-US" sz="2000" b="1" dirty="0">
                <a:highlight>
                  <a:srgbClr val="00FF00"/>
                </a:highlight>
              </a:rPr>
              <a:t>队列设定头尾指针</a:t>
            </a:r>
            <a:r>
              <a:rPr lang="en-US" altLang="zh-CN" sz="2000" b="1" dirty="0">
                <a:highlight>
                  <a:srgbClr val="00FF00"/>
                </a:highlight>
              </a:rPr>
              <a:t>.</a:t>
            </a:r>
            <a:r>
              <a:rPr lang="zh-CN" altLang="en-US" sz="2000" b="1" dirty="0">
                <a:highlight>
                  <a:srgbClr val="00FF00"/>
                </a:highlight>
              </a:rPr>
              <a:t>与头指针类似</a:t>
            </a:r>
            <a:r>
              <a:rPr lang="en-US" altLang="zh-CN" sz="2000" b="1" dirty="0">
                <a:highlight>
                  <a:srgbClr val="00FF00"/>
                </a:highlight>
              </a:rPr>
              <a:t>,</a:t>
            </a:r>
            <a:r>
              <a:rPr lang="zh-CN" altLang="en-US" sz="2000" b="1" dirty="0">
                <a:highlight>
                  <a:srgbClr val="00FF00"/>
                </a:highlight>
              </a:rPr>
              <a:t>队列的头指针不是直接指向</a:t>
            </a:r>
            <a:r>
              <a:rPr lang="en-US" altLang="zh-CN" sz="2000" b="1" dirty="0">
                <a:highlight>
                  <a:srgbClr val="00FF00"/>
                </a:highlight>
              </a:rPr>
              <a:t>1st</a:t>
            </a:r>
            <a:r>
              <a:rPr lang="zh-CN" altLang="en-US" sz="2000" b="1" dirty="0">
                <a:highlight>
                  <a:srgbClr val="00FF00"/>
                </a:highlight>
              </a:rPr>
              <a:t>而是单独的一个</a:t>
            </a:r>
            <a:r>
              <a:rPr lang="zh-CN" altLang="en-US" sz="2000" b="1" dirty="0">
                <a:highlight>
                  <a:srgbClr val="FFFF00"/>
                </a:highlight>
              </a:rPr>
              <a:t>结点</a:t>
            </a:r>
            <a:endParaRPr lang="en-US" altLang="zh-CN" sz="2000" b="1" dirty="0">
              <a:highlight>
                <a:srgbClr val="FFFF00"/>
              </a:highlight>
            </a:endParaRPr>
          </a:p>
          <a:p>
            <a:pPr algn="just">
              <a:lnSpc>
                <a:spcPct val="120000"/>
              </a:lnSpc>
              <a:buNone/>
            </a:pPr>
            <a:r>
              <a:rPr lang="en-US" altLang="zh-CN" sz="2800" b="1" dirty="0"/>
              <a:t> </a:t>
            </a:r>
          </a:p>
        </p:txBody>
      </p:sp>
      <p:sp>
        <p:nvSpPr>
          <p:cNvPr id="689159" name="Comment 7"/>
          <p:cNvSpPr>
            <a:spLocks noChangeArrowheads="1"/>
          </p:cNvSpPr>
          <p:nvPr/>
        </p:nvSpPr>
        <p:spPr bwMode="auto">
          <a:xfrm>
            <a:off x="-47625" y="0"/>
            <a:ext cx="2743200" cy="650875"/>
          </a:xfrm>
          <a:prstGeom prst="rect">
            <a:avLst/>
          </a:prstGeom>
          <a:solidFill>
            <a:srgbClr val="FCFDC6"/>
          </a:solidFill>
          <a:ln w="9525">
            <a:solidFill>
              <a:schemeClr val="tx1"/>
            </a:solidFill>
            <a:miter lim="800000"/>
          </a:ln>
          <a:effectLst>
            <a:outerShdw dist="107763" dir="2700000" algn="ctr" rotWithShape="0">
              <a:schemeClr val="bg2"/>
            </a:outerShdw>
          </a:effectLst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3600" b="1" i="0" u="none" strike="noStrike" kern="1200" cap="none" spc="0" normalizeH="0" baseline="0" noProof="0">
                <a:ln>
                  <a:noFill/>
                </a:ln>
                <a:solidFill>
                  <a:srgbClr val="A50021"/>
                </a:solidFill>
                <a:effectLst/>
                <a:uLnTx/>
                <a:uFillTx/>
                <a:latin typeface="Arial" panose="020B0604020202020204" pitchFamily="34" charset="0"/>
                <a:ea typeface="楷体_GB2312" charset="-122"/>
                <a:cs typeface="+mn-cs"/>
                <a:sym typeface="+mn-ea"/>
              </a:rPr>
              <a:t>链队列</a:t>
            </a:r>
            <a:endParaRPr kumimoji="1" lang="zh-CN" altLang="en-US" sz="36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楷体_GB2312" charset="-122"/>
              <a:cs typeface="+mn-cs"/>
              <a:sym typeface="+mn-ea"/>
            </a:endParaRP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9633" name="Object 2"/>
          <p:cNvGraphicFramePr/>
          <p:nvPr/>
        </p:nvGraphicFramePr>
        <p:xfrm>
          <a:off x="3419475" y="2205038"/>
          <a:ext cx="3355975" cy="815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" imgW="3364230" imgH="827405" progId="Visio.Drawing.5">
                  <p:embed/>
                </p:oleObj>
              </mc:Choice>
              <mc:Fallback>
                <p:oleObj r:id="rId2" imgW="3364230" imgH="827405" progId="Visio.Drawing.5">
                  <p:embed/>
                  <p:pic>
                    <p:nvPicPr>
                      <p:cNvPr id="69633" name="Object 2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3419475" y="2205038"/>
                        <a:ext cx="3355975" cy="815975"/>
                      </a:xfrm>
                      <a:prstGeom prst="rect">
                        <a:avLst/>
                      </a:prstGeom>
                      <a:solidFill>
                        <a:schemeClr val="accent1"/>
                      </a:solidFill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9634" name="Object 3"/>
          <p:cNvGraphicFramePr/>
          <p:nvPr/>
        </p:nvGraphicFramePr>
        <p:xfrm>
          <a:off x="3419475" y="3575050"/>
          <a:ext cx="4457700" cy="8175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4" imgW="4457700" imgH="827405" progId="Visio.Drawing.5">
                  <p:embed/>
                </p:oleObj>
              </mc:Choice>
              <mc:Fallback>
                <p:oleObj r:id="rId4" imgW="4457700" imgH="827405" progId="Visio.Drawing.5">
                  <p:embed/>
                  <p:pic>
                    <p:nvPicPr>
                      <p:cNvPr id="69634" name="Object 3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3419475" y="3575050"/>
                        <a:ext cx="4457700" cy="817563"/>
                      </a:xfrm>
                      <a:prstGeom prst="rect">
                        <a:avLst/>
                      </a:prstGeom>
                      <a:solidFill>
                        <a:schemeClr val="accent1"/>
                      </a:solidFill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9635" name="Object 4"/>
          <p:cNvGraphicFramePr/>
          <p:nvPr/>
        </p:nvGraphicFramePr>
        <p:xfrm>
          <a:off x="3392488" y="4868863"/>
          <a:ext cx="4484687" cy="10366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6" imgW="4494530" imgH="1050290" progId="Visio.Drawing.5">
                  <p:embed/>
                </p:oleObj>
              </mc:Choice>
              <mc:Fallback>
                <p:oleObj r:id="rId6" imgW="4494530" imgH="1050290" progId="Visio.Drawing.5">
                  <p:embed/>
                  <p:pic>
                    <p:nvPicPr>
                      <p:cNvPr id="69635" name="Object 4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3392488" y="4868863"/>
                        <a:ext cx="4484687" cy="1036637"/>
                      </a:xfrm>
                      <a:prstGeom prst="rect">
                        <a:avLst/>
                      </a:prstGeom>
                      <a:solidFill>
                        <a:schemeClr val="accent1"/>
                      </a:solidFill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69636" name="Text Box 5"/>
          <p:cNvSpPr txBox="1"/>
          <p:nvPr/>
        </p:nvSpPr>
        <p:spPr>
          <a:xfrm>
            <a:off x="250825" y="1196975"/>
            <a:ext cx="1760538" cy="519113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lstStyle/>
          <a:p>
            <a:r>
              <a:rPr lang="en-US" altLang="zh-CN" sz="2800" dirty="0">
                <a:latin typeface="Times New Roman" panose="02020603050405020304" pitchFamily="18" charset="0"/>
                <a:ea typeface="楷体_GB2312" charset="-122"/>
              </a:rPr>
              <a:t>(a) </a:t>
            </a:r>
            <a:r>
              <a:rPr lang="zh-CN" altLang="en-US" sz="2800" dirty="0">
                <a:latin typeface="Times New Roman" panose="02020603050405020304" pitchFamily="18" charset="0"/>
                <a:ea typeface="楷体_GB2312" charset="-122"/>
              </a:rPr>
              <a:t>空队列</a:t>
            </a:r>
          </a:p>
        </p:txBody>
      </p:sp>
      <p:sp>
        <p:nvSpPr>
          <p:cNvPr id="69637" name="Text Box 6"/>
          <p:cNvSpPr txBox="1"/>
          <p:nvPr/>
        </p:nvSpPr>
        <p:spPr>
          <a:xfrm>
            <a:off x="250825" y="2349500"/>
            <a:ext cx="2673350" cy="519113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lstStyle/>
          <a:p>
            <a:r>
              <a:rPr lang="en-US" altLang="zh-CN" sz="2800" dirty="0">
                <a:latin typeface="Times New Roman" panose="02020603050405020304" pitchFamily="18" charset="0"/>
                <a:ea typeface="楷体_GB2312" charset="-122"/>
              </a:rPr>
              <a:t>(b) </a:t>
            </a:r>
            <a:r>
              <a:rPr lang="zh-CN" altLang="zh-CN" sz="2800" dirty="0">
                <a:latin typeface="Times New Roman" panose="02020603050405020304" pitchFamily="18" charset="0"/>
                <a:ea typeface="楷体_GB2312" charset="-122"/>
              </a:rPr>
              <a:t>元素</a:t>
            </a:r>
            <a:r>
              <a:rPr lang="en-US" altLang="zh-CN" sz="2800" dirty="0">
                <a:latin typeface="Times New Roman" panose="02020603050405020304" pitchFamily="18" charset="0"/>
                <a:ea typeface="楷体_GB2312" charset="-122"/>
              </a:rPr>
              <a:t>x</a:t>
            </a:r>
            <a:r>
              <a:rPr lang="zh-CN" altLang="zh-CN" sz="2800" dirty="0">
                <a:latin typeface="Times New Roman" panose="02020603050405020304" pitchFamily="18" charset="0"/>
                <a:ea typeface="楷体_GB2312" charset="-122"/>
              </a:rPr>
              <a:t>入</a:t>
            </a:r>
            <a:r>
              <a:rPr lang="zh-CN" altLang="en-US" sz="2800" dirty="0">
                <a:latin typeface="Times New Roman" panose="02020603050405020304" pitchFamily="18" charset="0"/>
                <a:ea typeface="楷体_GB2312" charset="-122"/>
              </a:rPr>
              <a:t>队列</a:t>
            </a:r>
          </a:p>
        </p:txBody>
      </p:sp>
      <p:sp>
        <p:nvSpPr>
          <p:cNvPr id="69638" name="Text Box 8"/>
          <p:cNvSpPr txBox="1"/>
          <p:nvPr/>
        </p:nvSpPr>
        <p:spPr>
          <a:xfrm>
            <a:off x="322263" y="5143500"/>
            <a:ext cx="2673350" cy="519113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lstStyle/>
          <a:p>
            <a:r>
              <a:rPr lang="en-US" altLang="zh-CN" sz="2800" dirty="0">
                <a:latin typeface="Times New Roman" panose="02020603050405020304" pitchFamily="18" charset="0"/>
                <a:ea typeface="楷体_GB2312" charset="-122"/>
              </a:rPr>
              <a:t>(d) </a:t>
            </a:r>
            <a:r>
              <a:rPr lang="zh-CN" altLang="zh-CN" sz="2800" dirty="0">
                <a:latin typeface="Times New Roman" panose="02020603050405020304" pitchFamily="18" charset="0"/>
                <a:ea typeface="楷体_GB2312" charset="-122"/>
              </a:rPr>
              <a:t>元素</a:t>
            </a:r>
            <a:r>
              <a:rPr lang="en-US" altLang="zh-CN" sz="2800" dirty="0">
                <a:latin typeface="Times New Roman" panose="02020603050405020304" pitchFamily="18" charset="0"/>
                <a:ea typeface="楷体_GB2312" charset="-122"/>
              </a:rPr>
              <a:t>x</a:t>
            </a:r>
            <a:r>
              <a:rPr lang="zh-CN" altLang="zh-CN" sz="2800" dirty="0">
                <a:latin typeface="Times New Roman" panose="02020603050405020304" pitchFamily="18" charset="0"/>
                <a:ea typeface="楷体_GB2312" charset="-122"/>
              </a:rPr>
              <a:t>出</a:t>
            </a:r>
            <a:r>
              <a:rPr lang="zh-CN" altLang="en-US" sz="2800" dirty="0">
                <a:latin typeface="Times New Roman" panose="02020603050405020304" pitchFamily="18" charset="0"/>
                <a:ea typeface="楷体_GB2312" charset="-122"/>
              </a:rPr>
              <a:t>队列</a:t>
            </a:r>
          </a:p>
        </p:txBody>
      </p:sp>
      <p:graphicFrame>
        <p:nvGraphicFramePr>
          <p:cNvPr id="69639" name="Object 9"/>
          <p:cNvGraphicFramePr/>
          <p:nvPr/>
        </p:nvGraphicFramePr>
        <p:xfrm>
          <a:off x="3419475" y="1123950"/>
          <a:ext cx="2230438" cy="755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8" imgW="2232660" imgH="758825" progId="Visio.Drawing.5">
                  <p:embed/>
                </p:oleObj>
              </mc:Choice>
              <mc:Fallback>
                <p:oleObj r:id="rId8" imgW="2232660" imgH="758825" progId="Visio.Drawing.5">
                  <p:embed/>
                  <p:pic>
                    <p:nvPicPr>
                      <p:cNvPr id="69639" name="Object 9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3419475" y="1123950"/>
                        <a:ext cx="2230438" cy="755650"/>
                      </a:xfrm>
                      <a:prstGeom prst="rect">
                        <a:avLst/>
                      </a:prstGeom>
                      <a:solidFill>
                        <a:schemeClr val="accent1"/>
                      </a:solidFill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69640" name="Text Box 10"/>
          <p:cNvSpPr txBox="1"/>
          <p:nvPr/>
        </p:nvSpPr>
        <p:spPr>
          <a:xfrm>
            <a:off x="292100" y="3716338"/>
            <a:ext cx="2632075" cy="519112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lstStyle/>
          <a:p>
            <a:r>
              <a:rPr lang="en-US" altLang="zh-CN" sz="2800" dirty="0">
                <a:latin typeface="Times New Roman" panose="02020603050405020304" pitchFamily="18" charset="0"/>
                <a:ea typeface="楷体_GB2312" charset="-122"/>
              </a:rPr>
              <a:t>(c) </a:t>
            </a:r>
            <a:r>
              <a:rPr lang="zh-CN" altLang="zh-CN" sz="2800" dirty="0">
                <a:latin typeface="Times New Roman" panose="02020603050405020304" pitchFamily="18" charset="0"/>
                <a:ea typeface="楷体_GB2312" charset="-122"/>
              </a:rPr>
              <a:t>元素</a:t>
            </a:r>
            <a:r>
              <a:rPr lang="en-US" altLang="zh-CN" sz="2800" dirty="0">
                <a:latin typeface="Times New Roman" panose="02020603050405020304" pitchFamily="18" charset="0"/>
                <a:ea typeface="楷体_GB2312" charset="-122"/>
              </a:rPr>
              <a:t>y</a:t>
            </a:r>
            <a:r>
              <a:rPr lang="zh-CN" altLang="zh-CN" sz="2800" dirty="0">
                <a:latin typeface="Times New Roman" panose="02020603050405020304" pitchFamily="18" charset="0"/>
                <a:ea typeface="楷体_GB2312" charset="-122"/>
              </a:rPr>
              <a:t>入</a:t>
            </a:r>
            <a:r>
              <a:rPr lang="zh-CN" altLang="en-US" sz="2800" dirty="0">
                <a:latin typeface="Times New Roman" panose="02020603050405020304" pitchFamily="18" charset="0"/>
                <a:ea typeface="楷体_GB2312" charset="-122"/>
              </a:rPr>
              <a:t>队列</a:t>
            </a:r>
          </a:p>
        </p:txBody>
      </p:sp>
      <p:sp>
        <p:nvSpPr>
          <p:cNvPr id="690187" name="Comment 11"/>
          <p:cNvSpPr>
            <a:spLocks noChangeArrowheads="1"/>
          </p:cNvSpPr>
          <p:nvPr/>
        </p:nvSpPr>
        <p:spPr bwMode="auto">
          <a:xfrm>
            <a:off x="-47625" y="0"/>
            <a:ext cx="2743200" cy="650875"/>
          </a:xfrm>
          <a:prstGeom prst="rect">
            <a:avLst/>
          </a:prstGeom>
          <a:solidFill>
            <a:srgbClr val="FCFDC6"/>
          </a:solidFill>
          <a:ln w="9525">
            <a:solidFill>
              <a:schemeClr val="tx1"/>
            </a:solidFill>
            <a:miter lim="800000"/>
          </a:ln>
          <a:effectLst>
            <a:outerShdw dist="107763" dir="2700000" algn="ctr" rotWithShape="0">
              <a:schemeClr val="bg2"/>
            </a:outerShdw>
          </a:effectLst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3600" b="1" i="0" u="none" strike="noStrike" kern="1200" cap="none" spc="0" normalizeH="0" baseline="0" noProof="0">
                <a:ln>
                  <a:noFill/>
                </a:ln>
                <a:solidFill>
                  <a:srgbClr val="A50021"/>
                </a:solidFill>
                <a:effectLst/>
                <a:uLnTx/>
                <a:uFillTx/>
                <a:latin typeface="Arial" panose="020B0604020202020204" pitchFamily="34" charset="0"/>
                <a:ea typeface="楷体_GB2312" charset="-122"/>
                <a:cs typeface="+mn-cs"/>
                <a:sym typeface="+mn-ea"/>
              </a:rPr>
              <a:t>链队列</a:t>
            </a:r>
            <a:endParaRPr kumimoji="1" lang="zh-CN" altLang="en-US" sz="36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楷体_GB2312" charset="-122"/>
              <a:cs typeface="+mn-cs"/>
              <a:sym typeface="+mn-ea"/>
            </a:endParaRP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7" name="Rectangle 3"/>
          <p:cNvSpPr>
            <a:spLocks noGrp="1"/>
          </p:cNvSpPr>
          <p:nvPr>
            <p:ph idx="1"/>
          </p:nvPr>
        </p:nvSpPr>
        <p:spPr>
          <a:xfrm>
            <a:off x="228600" y="1052513"/>
            <a:ext cx="8915400" cy="4464050"/>
          </a:xfrm>
          <a:ln/>
        </p:spPr>
        <p:txBody>
          <a:bodyPr vert="horz" wrap="square" lIns="91440" tIns="45720" rIns="91440" bIns="45720" anchor="t" anchorCtr="0"/>
          <a:lstStyle/>
          <a:p>
            <a:pPr>
              <a:lnSpc>
                <a:spcPct val="110000"/>
              </a:lnSpc>
              <a:buNone/>
            </a:pPr>
            <a:r>
              <a:rPr lang="en-US" altLang="zh-CN" b="1" dirty="0"/>
              <a:t>Status </a:t>
            </a:r>
            <a:r>
              <a:rPr lang="en-US" altLang="zh-CN" b="1" dirty="0" err="1"/>
              <a:t>InitQueue</a:t>
            </a:r>
            <a:r>
              <a:rPr lang="en-US" altLang="zh-CN" b="1" dirty="0"/>
              <a:t> (</a:t>
            </a:r>
            <a:r>
              <a:rPr lang="en-US" altLang="zh-CN" b="1" dirty="0" err="1"/>
              <a:t>LinkQueue</a:t>
            </a:r>
            <a:r>
              <a:rPr lang="en-US" altLang="zh-CN" b="1" dirty="0"/>
              <a:t> *</a:t>
            </a:r>
            <a:r>
              <a:rPr lang="en-US" altLang="zh-CN" b="1" dirty="0" err="1"/>
              <a:t>pQ</a:t>
            </a:r>
            <a:r>
              <a:rPr lang="en-US" altLang="zh-CN" b="1" dirty="0"/>
              <a:t>){</a:t>
            </a:r>
          </a:p>
          <a:p>
            <a:pPr>
              <a:lnSpc>
                <a:spcPct val="110000"/>
              </a:lnSpc>
              <a:buNone/>
            </a:pPr>
            <a:r>
              <a:rPr lang="en-US" altLang="zh-CN" b="1" dirty="0"/>
              <a:t>   (*</a:t>
            </a:r>
            <a:r>
              <a:rPr lang="en-US" altLang="zh-CN" b="1" dirty="0" err="1"/>
              <a:t>pQ</a:t>
            </a:r>
            <a:r>
              <a:rPr lang="en-US" altLang="zh-CN" b="1" dirty="0"/>
              <a:t>).front=(*</a:t>
            </a:r>
            <a:r>
              <a:rPr lang="en-US" altLang="zh-CN" b="1" dirty="0" err="1"/>
              <a:t>pQ</a:t>
            </a:r>
            <a:r>
              <a:rPr lang="en-US" altLang="zh-CN" b="1" dirty="0"/>
              <a:t>).rear=(</a:t>
            </a:r>
            <a:r>
              <a:rPr lang="en-US" altLang="zh-CN" b="1" dirty="0" err="1"/>
              <a:t>QueuePtr</a:t>
            </a:r>
            <a:r>
              <a:rPr lang="en-US" altLang="zh-CN" b="1" dirty="0"/>
              <a:t>) malloc(</a:t>
            </a:r>
            <a:r>
              <a:rPr lang="en-US" altLang="zh-CN" b="1" dirty="0" err="1"/>
              <a:t>sizeof</a:t>
            </a:r>
            <a:r>
              <a:rPr lang="en-US" altLang="zh-CN" b="1" dirty="0"/>
              <a:t>(</a:t>
            </a:r>
            <a:r>
              <a:rPr lang="en-US" altLang="zh-CN" b="1" dirty="0" err="1"/>
              <a:t>QNode</a:t>
            </a:r>
            <a:r>
              <a:rPr lang="en-US" altLang="zh-CN" b="1" dirty="0"/>
              <a:t>)); </a:t>
            </a:r>
          </a:p>
          <a:p>
            <a:pPr>
              <a:lnSpc>
                <a:spcPct val="110000"/>
              </a:lnSpc>
              <a:buNone/>
            </a:pPr>
            <a:r>
              <a:rPr lang="en-US" altLang="zh-CN" b="1" dirty="0"/>
              <a:t>    if(!(*</a:t>
            </a:r>
            <a:r>
              <a:rPr lang="en-US" altLang="zh-CN" b="1" dirty="0" err="1"/>
              <a:t>pQ</a:t>
            </a:r>
            <a:r>
              <a:rPr lang="en-US" altLang="zh-CN" b="1" dirty="0"/>
              <a:t>).front) exit(OVERFLOW);</a:t>
            </a:r>
          </a:p>
          <a:p>
            <a:pPr>
              <a:lnSpc>
                <a:spcPct val="110000"/>
              </a:lnSpc>
              <a:buNone/>
            </a:pPr>
            <a:r>
              <a:rPr lang="en-US" altLang="zh-CN" b="1" dirty="0"/>
              <a:t>    </a:t>
            </a:r>
            <a:r>
              <a:rPr lang="en-US" altLang="zh-CN" b="1" dirty="0">
                <a:solidFill>
                  <a:srgbClr val="FF0000"/>
                </a:solidFill>
              </a:rPr>
              <a:t>(*</a:t>
            </a:r>
            <a:r>
              <a:rPr lang="en-US" altLang="zh-CN" b="1" dirty="0" err="1">
                <a:solidFill>
                  <a:srgbClr val="FF0000"/>
                </a:solidFill>
              </a:rPr>
              <a:t>pQ</a:t>
            </a:r>
            <a:r>
              <a:rPr lang="en-US" altLang="zh-CN" b="1" dirty="0">
                <a:solidFill>
                  <a:srgbClr val="FF0000"/>
                </a:solidFill>
              </a:rPr>
              <a:t>).front-&gt;next=NULL;</a:t>
            </a:r>
          </a:p>
          <a:p>
            <a:pPr>
              <a:lnSpc>
                <a:spcPct val="110000"/>
              </a:lnSpc>
              <a:buNone/>
            </a:pPr>
            <a:r>
              <a:rPr lang="en-US" altLang="zh-CN" b="1" dirty="0"/>
              <a:t>     return OK;</a:t>
            </a:r>
          </a:p>
          <a:p>
            <a:pPr>
              <a:lnSpc>
                <a:spcPct val="110000"/>
              </a:lnSpc>
              <a:buNone/>
            </a:pPr>
            <a:r>
              <a:rPr lang="en-US" altLang="zh-CN" b="1" dirty="0"/>
              <a:t>}</a:t>
            </a:r>
            <a:r>
              <a:rPr lang="zh-CN" altLang="en-US" b="1" dirty="0">
                <a:highlight>
                  <a:srgbClr val="00FF00"/>
                </a:highlight>
              </a:rPr>
              <a:t>与线性表基本一致</a:t>
            </a:r>
            <a:r>
              <a:rPr lang="en-US" altLang="zh-CN" b="1" dirty="0"/>
              <a:t>:</a:t>
            </a:r>
            <a:r>
              <a:rPr lang="zh-CN" altLang="en-US" b="1" dirty="0"/>
              <a:t>头</a:t>
            </a:r>
            <a:r>
              <a:rPr lang="en-US" altLang="zh-CN" b="1" dirty="0"/>
              <a:t>(</a:t>
            </a:r>
            <a:r>
              <a:rPr lang="zh-CN" altLang="en-US" b="1" dirty="0"/>
              <a:t>尾</a:t>
            </a:r>
            <a:r>
              <a:rPr lang="en-US" altLang="zh-CN" b="1" dirty="0"/>
              <a:t>)</a:t>
            </a:r>
            <a:r>
              <a:rPr lang="zh-CN" altLang="en-US" b="1" dirty="0"/>
              <a:t>结点分配一个存储空间</a:t>
            </a:r>
            <a:r>
              <a:rPr lang="en-US" altLang="zh-CN" b="1" dirty="0"/>
              <a:t>+</a:t>
            </a:r>
            <a:r>
              <a:rPr lang="zh-CN" altLang="en-US" b="1" dirty="0"/>
              <a:t>检验成功</a:t>
            </a:r>
            <a:r>
              <a:rPr lang="en-US" altLang="zh-CN" b="1" dirty="0"/>
              <a:t>+</a:t>
            </a:r>
            <a:r>
              <a:rPr lang="zh-CN" altLang="en-US" b="1" dirty="0"/>
              <a:t>头结点指针域为</a:t>
            </a:r>
            <a:r>
              <a:rPr lang="en-US" altLang="zh-CN" b="1" dirty="0"/>
              <a:t>NULL</a:t>
            </a:r>
          </a:p>
          <a:p>
            <a:pPr>
              <a:lnSpc>
                <a:spcPct val="110000"/>
              </a:lnSpc>
              <a:buNone/>
            </a:pPr>
            <a:r>
              <a:rPr lang="zh-CN" altLang="en-US" b="1" dirty="0">
                <a:highlight>
                  <a:srgbClr val="00FF00"/>
                </a:highlight>
              </a:rPr>
              <a:t>只是多了一个尾指针</a:t>
            </a:r>
            <a:endParaRPr lang="en-US" altLang="zh-CN" b="1" dirty="0">
              <a:highlight>
                <a:srgbClr val="00FF00"/>
              </a:highlight>
            </a:endParaRPr>
          </a:p>
        </p:txBody>
      </p:sp>
      <p:sp>
        <p:nvSpPr>
          <p:cNvPr id="691204" name="Comment 4"/>
          <p:cNvSpPr>
            <a:spLocks noChangeArrowheads="1"/>
          </p:cNvSpPr>
          <p:nvPr/>
        </p:nvSpPr>
        <p:spPr bwMode="auto">
          <a:xfrm>
            <a:off x="-47625" y="0"/>
            <a:ext cx="3467100" cy="650875"/>
          </a:xfrm>
          <a:prstGeom prst="rect">
            <a:avLst/>
          </a:prstGeom>
          <a:solidFill>
            <a:srgbClr val="FCFDC6"/>
          </a:solidFill>
          <a:ln w="9525">
            <a:solidFill>
              <a:schemeClr val="tx1"/>
            </a:solidFill>
            <a:miter lim="800000"/>
          </a:ln>
          <a:effectLst>
            <a:outerShdw dist="107763" dir="2700000" algn="ctr" rotWithShape="0">
              <a:schemeClr val="bg2"/>
            </a:outerShdw>
          </a:effectLst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3600" b="1" i="0" u="none" strike="noStrike" kern="1200" cap="none" spc="0" normalizeH="0" baseline="0" noProof="0">
                <a:ln>
                  <a:noFill/>
                </a:ln>
                <a:solidFill>
                  <a:schemeClr val="hlink"/>
                </a:solidFill>
                <a:effectLst/>
                <a:uLnTx/>
                <a:uFillTx/>
                <a:latin typeface="Arial" panose="020B0604020202020204" pitchFamily="34" charset="0"/>
                <a:ea typeface="楷体_GB2312" charset="-122"/>
                <a:cs typeface="+mn-cs"/>
                <a:sym typeface="+mn-ea"/>
              </a:rPr>
              <a:t>链队列初始化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1" name="Rectangle 4"/>
          <p:cNvSpPr/>
          <p:nvPr/>
        </p:nvSpPr>
        <p:spPr>
          <a:xfrm>
            <a:off x="228600" y="1052513"/>
            <a:ext cx="8915400" cy="446405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lstStyle/>
          <a:p>
            <a:pPr marL="342900" indent="-342900" eaLnBrk="0" hangingPunct="0">
              <a:lnSpc>
                <a:spcPct val="110000"/>
              </a:lnSpc>
              <a:spcBef>
                <a:spcPct val="20000"/>
              </a:spcBef>
            </a:pPr>
            <a:r>
              <a:rPr lang="en-US" altLang="zh-CN" sz="2800" dirty="0">
                <a:ea typeface="仿宋_GB2312" panose="02010609030101010101" charset="-122"/>
              </a:rPr>
              <a:t>Status </a:t>
            </a:r>
            <a:r>
              <a:rPr lang="en-US" altLang="zh-CN" sz="2800" dirty="0" err="1">
                <a:ea typeface="仿宋_GB2312" panose="02010609030101010101" charset="-122"/>
              </a:rPr>
              <a:t>DestroyQueue</a:t>
            </a:r>
            <a:r>
              <a:rPr lang="en-US" altLang="zh-CN" sz="2800" dirty="0">
                <a:ea typeface="仿宋_GB2312" panose="02010609030101010101" charset="-122"/>
              </a:rPr>
              <a:t> (</a:t>
            </a:r>
            <a:r>
              <a:rPr lang="en-US" altLang="zh-CN" sz="2800" dirty="0" err="1">
                <a:ea typeface="仿宋_GB2312" panose="02010609030101010101" charset="-122"/>
              </a:rPr>
              <a:t>LinkQueue</a:t>
            </a:r>
            <a:r>
              <a:rPr lang="en-US" altLang="zh-CN" sz="2800" dirty="0">
                <a:ea typeface="仿宋_GB2312" panose="02010609030101010101" charset="-122"/>
              </a:rPr>
              <a:t> *</a:t>
            </a:r>
            <a:r>
              <a:rPr lang="en-US" altLang="zh-CN" sz="2800" dirty="0" err="1">
                <a:ea typeface="仿宋_GB2312" panose="02010609030101010101" charset="-122"/>
              </a:rPr>
              <a:t>pQ</a:t>
            </a:r>
            <a:r>
              <a:rPr lang="en-US" altLang="zh-CN" sz="2800" dirty="0">
                <a:ea typeface="仿宋_GB2312" panose="02010609030101010101" charset="-122"/>
              </a:rPr>
              <a:t>){</a:t>
            </a:r>
          </a:p>
          <a:p>
            <a:pPr marL="342900" indent="-342900" eaLnBrk="0" hangingPunct="0">
              <a:lnSpc>
                <a:spcPct val="110000"/>
              </a:lnSpc>
              <a:spcBef>
                <a:spcPct val="20000"/>
              </a:spcBef>
            </a:pPr>
            <a:r>
              <a:rPr lang="en-US" altLang="zh-CN" sz="2800" dirty="0">
                <a:ea typeface="仿宋_GB2312" panose="02010609030101010101" charset="-122"/>
              </a:rPr>
              <a:t>   while((*</a:t>
            </a:r>
            <a:r>
              <a:rPr lang="en-US" altLang="zh-CN" sz="2800" dirty="0" err="1">
                <a:ea typeface="仿宋_GB2312" panose="02010609030101010101" charset="-122"/>
              </a:rPr>
              <a:t>pQ</a:t>
            </a:r>
            <a:r>
              <a:rPr lang="en-US" altLang="zh-CN" sz="2800" dirty="0">
                <a:ea typeface="仿宋_GB2312" panose="02010609030101010101" charset="-122"/>
              </a:rPr>
              <a:t>).front){</a:t>
            </a:r>
          </a:p>
          <a:p>
            <a:pPr marL="342900" indent="-342900" eaLnBrk="0" hangingPunct="0">
              <a:lnSpc>
                <a:spcPct val="110000"/>
              </a:lnSpc>
              <a:spcBef>
                <a:spcPct val="20000"/>
              </a:spcBef>
            </a:pPr>
            <a:r>
              <a:rPr lang="en-US" altLang="zh-CN" sz="2800" dirty="0">
                <a:ea typeface="仿宋_GB2312" panose="02010609030101010101" charset="-122"/>
              </a:rPr>
              <a:t>      </a:t>
            </a:r>
            <a:r>
              <a:rPr lang="en-US" altLang="zh-CN" sz="2800" dirty="0">
                <a:solidFill>
                  <a:srgbClr val="FF0000"/>
                </a:solidFill>
                <a:ea typeface="仿宋_GB2312" panose="02010609030101010101" charset="-122"/>
              </a:rPr>
              <a:t>(*</a:t>
            </a:r>
            <a:r>
              <a:rPr lang="en-US" altLang="zh-CN" sz="2800" dirty="0" err="1">
                <a:solidFill>
                  <a:srgbClr val="FF0000"/>
                </a:solidFill>
                <a:ea typeface="仿宋_GB2312" panose="02010609030101010101" charset="-122"/>
              </a:rPr>
              <a:t>pQ</a:t>
            </a:r>
            <a:r>
              <a:rPr lang="en-US" altLang="zh-CN" sz="2800" dirty="0">
                <a:solidFill>
                  <a:srgbClr val="FF0000"/>
                </a:solidFill>
                <a:ea typeface="仿宋_GB2312" panose="02010609030101010101" charset="-122"/>
              </a:rPr>
              <a:t>).rear=(*</a:t>
            </a:r>
            <a:r>
              <a:rPr lang="en-US" altLang="zh-CN" sz="2800" dirty="0" err="1">
                <a:solidFill>
                  <a:srgbClr val="FF0000"/>
                </a:solidFill>
                <a:ea typeface="仿宋_GB2312" panose="02010609030101010101" charset="-122"/>
              </a:rPr>
              <a:t>pQ</a:t>
            </a:r>
            <a:r>
              <a:rPr lang="en-US" altLang="zh-CN" sz="2800" dirty="0">
                <a:solidFill>
                  <a:srgbClr val="FF0000"/>
                </a:solidFill>
                <a:ea typeface="仿宋_GB2312" panose="02010609030101010101" charset="-122"/>
              </a:rPr>
              <a:t>).front-&gt;next;</a:t>
            </a:r>
          </a:p>
          <a:p>
            <a:pPr marL="342900" indent="-342900" eaLnBrk="0" hangingPunct="0">
              <a:lnSpc>
                <a:spcPct val="110000"/>
              </a:lnSpc>
              <a:spcBef>
                <a:spcPct val="20000"/>
              </a:spcBef>
            </a:pPr>
            <a:r>
              <a:rPr lang="en-US" altLang="zh-CN" sz="2800" dirty="0">
                <a:solidFill>
                  <a:srgbClr val="FF0000"/>
                </a:solidFill>
                <a:ea typeface="仿宋_GB2312" panose="02010609030101010101" charset="-122"/>
              </a:rPr>
              <a:t>      free((*</a:t>
            </a:r>
            <a:r>
              <a:rPr lang="en-US" altLang="zh-CN" sz="2800" dirty="0" err="1">
                <a:solidFill>
                  <a:srgbClr val="FF0000"/>
                </a:solidFill>
                <a:ea typeface="仿宋_GB2312" panose="02010609030101010101" charset="-122"/>
              </a:rPr>
              <a:t>pQ</a:t>
            </a:r>
            <a:r>
              <a:rPr lang="en-US" altLang="zh-CN" sz="2800" dirty="0">
                <a:solidFill>
                  <a:srgbClr val="FF0000"/>
                </a:solidFill>
                <a:ea typeface="仿宋_GB2312" panose="02010609030101010101" charset="-122"/>
              </a:rPr>
              <a:t>).front);</a:t>
            </a:r>
          </a:p>
          <a:p>
            <a:pPr marL="342900" indent="-342900" eaLnBrk="0" hangingPunct="0">
              <a:lnSpc>
                <a:spcPct val="110000"/>
              </a:lnSpc>
              <a:spcBef>
                <a:spcPct val="20000"/>
              </a:spcBef>
            </a:pPr>
            <a:r>
              <a:rPr lang="en-US" altLang="zh-CN" sz="2800" dirty="0">
                <a:solidFill>
                  <a:srgbClr val="FF0000"/>
                </a:solidFill>
                <a:ea typeface="仿宋_GB2312" panose="02010609030101010101" charset="-122"/>
              </a:rPr>
              <a:t>      (*</a:t>
            </a:r>
            <a:r>
              <a:rPr lang="en-US" altLang="zh-CN" sz="2800" dirty="0" err="1">
                <a:solidFill>
                  <a:srgbClr val="FF0000"/>
                </a:solidFill>
                <a:ea typeface="仿宋_GB2312" panose="02010609030101010101" charset="-122"/>
              </a:rPr>
              <a:t>pQ</a:t>
            </a:r>
            <a:r>
              <a:rPr lang="en-US" altLang="zh-CN" sz="2800" dirty="0">
                <a:solidFill>
                  <a:srgbClr val="FF0000"/>
                </a:solidFill>
                <a:ea typeface="仿宋_GB2312" panose="02010609030101010101" charset="-122"/>
              </a:rPr>
              <a:t>).front=(*</a:t>
            </a:r>
            <a:r>
              <a:rPr lang="en-US" altLang="zh-CN" sz="2800" dirty="0" err="1">
                <a:solidFill>
                  <a:srgbClr val="FF0000"/>
                </a:solidFill>
                <a:ea typeface="仿宋_GB2312" panose="02010609030101010101" charset="-122"/>
              </a:rPr>
              <a:t>pQ</a:t>
            </a:r>
            <a:r>
              <a:rPr lang="en-US" altLang="zh-CN" sz="2800" dirty="0">
                <a:solidFill>
                  <a:srgbClr val="FF0000"/>
                </a:solidFill>
                <a:ea typeface="仿宋_GB2312" panose="02010609030101010101" charset="-122"/>
              </a:rPr>
              <a:t>).rear;  </a:t>
            </a:r>
            <a:r>
              <a:rPr lang="en-US" altLang="zh-CN" sz="2800" dirty="0">
                <a:ea typeface="仿宋_GB2312" panose="02010609030101010101" charset="-122"/>
              </a:rPr>
              <a:t> }    </a:t>
            </a:r>
          </a:p>
          <a:p>
            <a:pPr marL="342900" indent="-342900" eaLnBrk="0" hangingPunct="0">
              <a:lnSpc>
                <a:spcPct val="110000"/>
              </a:lnSpc>
              <a:spcBef>
                <a:spcPct val="20000"/>
              </a:spcBef>
            </a:pPr>
            <a:r>
              <a:rPr lang="en-US" altLang="zh-CN" sz="2800" dirty="0">
                <a:ea typeface="仿宋_GB2312" panose="02010609030101010101" charset="-122"/>
              </a:rPr>
              <a:t>   return OK;</a:t>
            </a:r>
          </a:p>
          <a:p>
            <a:pPr marL="342900" indent="-342900" eaLnBrk="0" hangingPunct="0">
              <a:lnSpc>
                <a:spcPct val="110000"/>
              </a:lnSpc>
              <a:spcBef>
                <a:spcPct val="20000"/>
              </a:spcBef>
            </a:pPr>
            <a:r>
              <a:rPr lang="en-US" altLang="zh-CN" sz="2800" dirty="0">
                <a:ea typeface="仿宋_GB2312" panose="02010609030101010101" charset="-122"/>
              </a:rPr>
              <a:t>}</a:t>
            </a:r>
          </a:p>
          <a:p>
            <a:pPr marL="342900" indent="-342900" eaLnBrk="0" hangingPunct="0">
              <a:lnSpc>
                <a:spcPct val="110000"/>
              </a:lnSpc>
              <a:spcBef>
                <a:spcPct val="20000"/>
              </a:spcBef>
            </a:pPr>
            <a:r>
              <a:rPr lang="zh-CN" altLang="en-US" sz="2800" dirty="0">
                <a:ea typeface="仿宋_GB2312" panose="02010609030101010101" charset="-122"/>
              </a:rPr>
              <a:t>与链表一致</a:t>
            </a:r>
            <a:r>
              <a:rPr lang="en-US" altLang="zh-CN" sz="2800" dirty="0">
                <a:ea typeface="仿宋_GB2312" panose="02010609030101010101" charset="-122"/>
              </a:rPr>
              <a:t>,</a:t>
            </a:r>
            <a:r>
              <a:rPr lang="zh-CN" altLang="en-US" sz="2800" dirty="0">
                <a:ea typeface="仿宋_GB2312" panose="02010609030101010101" charset="-122"/>
              </a:rPr>
              <a:t>使用</a:t>
            </a:r>
            <a:r>
              <a:rPr lang="en-US" altLang="zh-CN" sz="2800" dirty="0" err="1">
                <a:ea typeface="仿宋_GB2312" panose="02010609030101010101" charset="-122"/>
              </a:rPr>
              <a:t>pQ</a:t>
            </a:r>
            <a:r>
              <a:rPr lang="en-US" altLang="zh-CN" sz="2800" dirty="0">
                <a:ea typeface="仿宋_GB2312" panose="02010609030101010101" charset="-122"/>
              </a:rPr>
              <a:t>-&gt;rear </a:t>
            </a:r>
            <a:r>
              <a:rPr lang="zh-CN" altLang="en-US" sz="2800" dirty="0">
                <a:ea typeface="仿宋_GB2312" panose="02010609030101010101" charset="-122"/>
              </a:rPr>
              <a:t>推进</a:t>
            </a:r>
            <a:r>
              <a:rPr lang="en-US" altLang="zh-CN" sz="2800" dirty="0">
                <a:ea typeface="仿宋_GB2312" panose="02010609030101010101" charset="-122"/>
              </a:rPr>
              <a:t>, </a:t>
            </a:r>
            <a:r>
              <a:rPr lang="en-US" altLang="zh-CN" sz="2800" dirty="0" err="1">
                <a:ea typeface="仿宋_GB2312" panose="02010609030101010101" charset="-122"/>
              </a:rPr>
              <a:t>pQ</a:t>
            </a:r>
            <a:r>
              <a:rPr lang="en-US" altLang="zh-CN" sz="2800" dirty="0">
                <a:ea typeface="仿宋_GB2312" panose="02010609030101010101" charset="-122"/>
              </a:rPr>
              <a:t>-&gt;front</a:t>
            </a:r>
            <a:r>
              <a:rPr lang="zh-CN" altLang="en-US" sz="2800" dirty="0">
                <a:ea typeface="仿宋_GB2312" panose="02010609030101010101" charset="-122"/>
              </a:rPr>
              <a:t>在后面删除</a:t>
            </a:r>
            <a:endParaRPr lang="en-US" altLang="zh-CN" sz="2800" dirty="0">
              <a:ea typeface="仿宋_GB2312" panose="02010609030101010101" charset="-122"/>
            </a:endParaRPr>
          </a:p>
          <a:p>
            <a:pPr marL="342900" indent="-342900" eaLnBrk="0" hangingPunct="0">
              <a:lnSpc>
                <a:spcPct val="110000"/>
              </a:lnSpc>
              <a:spcBef>
                <a:spcPct val="20000"/>
              </a:spcBef>
            </a:pPr>
            <a:r>
              <a:rPr lang="zh-CN" altLang="en-US" sz="2800" dirty="0">
                <a:latin typeface="Times New Roman" panose="02020603050405020304" pitchFamily="18" charset="0"/>
                <a:ea typeface="仿宋_GB2312" panose="02010609030101010101" charset="-122"/>
              </a:rPr>
              <a:t>只不过由于队列本身有两个指针所以不用再</a:t>
            </a:r>
            <a:endParaRPr lang="en-US" altLang="zh-CN" sz="2800" dirty="0">
              <a:latin typeface="Times New Roman" panose="02020603050405020304" pitchFamily="18" charset="0"/>
              <a:ea typeface="仿宋_GB2312" panose="02010609030101010101" charset="-122"/>
            </a:endParaRPr>
          </a:p>
        </p:txBody>
      </p:sp>
      <p:sp>
        <p:nvSpPr>
          <p:cNvPr id="712709" name="Comment 5"/>
          <p:cNvSpPr>
            <a:spLocks noChangeArrowheads="1"/>
          </p:cNvSpPr>
          <p:nvPr/>
        </p:nvSpPr>
        <p:spPr bwMode="auto">
          <a:xfrm>
            <a:off x="-47625" y="0"/>
            <a:ext cx="3467100" cy="650875"/>
          </a:xfrm>
          <a:prstGeom prst="rect">
            <a:avLst/>
          </a:prstGeom>
          <a:solidFill>
            <a:srgbClr val="FCFDC6"/>
          </a:solidFill>
          <a:ln w="9525">
            <a:solidFill>
              <a:schemeClr val="tx1"/>
            </a:solidFill>
            <a:miter lim="800000"/>
          </a:ln>
          <a:effectLst>
            <a:outerShdw dist="107763" dir="2700000" algn="ctr" rotWithShape="0">
              <a:schemeClr val="bg2"/>
            </a:outerShdw>
          </a:effectLst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3600" b="1" i="0" u="none" strike="noStrike" kern="1200" cap="none" spc="0" normalizeH="0" baseline="0" noProof="0">
                <a:ln>
                  <a:noFill/>
                </a:ln>
                <a:solidFill>
                  <a:schemeClr val="hlink"/>
                </a:solidFill>
                <a:effectLst/>
                <a:uLnTx/>
                <a:uFillTx/>
                <a:latin typeface="Arial" panose="020B0604020202020204" pitchFamily="34" charset="0"/>
                <a:ea typeface="楷体_GB2312" charset="-122"/>
                <a:cs typeface="+mn-cs"/>
                <a:sym typeface="+mn-ea"/>
              </a:rPr>
              <a:t>销毁链队列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5" name="Rectangle 2"/>
          <p:cNvSpPr>
            <a:spLocks noGrp="1"/>
          </p:cNvSpPr>
          <p:nvPr>
            <p:ph idx="1"/>
          </p:nvPr>
        </p:nvSpPr>
        <p:spPr>
          <a:xfrm>
            <a:off x="228600" y="836613"/>
            <a:ext cx="8610600" cy="4648200"/>
          </a:xfrm>
          <a:ln/>
        </p:spPr>
        <p:txBody>
          <a:bodyPr vert="horz" wrap="square" lIns="91440" tIns="45720" rIns="91440" bIns="45720" anchor="t" anchorCtr="0"/>
          <a:lstStyle/>
          <a:p>
            <a:pPr>
              <a:buNone/>
            </a:pPr>
            <a:r>
              <a:rPr lang="en-US" altLang="zh-CN" b="1" dirty="0"/>
              <a:t> Status QueueEmpty (LinkQueue Q){</a:t>
            </a:r>
          </a:p>
          <a:p>
            <a:pPr>
              <a:lnSpc>
                <a:spcPct val="120000"/>
              </a:lnSpc>
              <a:buNone/>
            </a:pPr>
            <a:r>
              <a:rPr lang="en-US" altLang="zh-CN" b="1" dirty="0"/>
              <a:t>    return (</a:t>
            </a:r>
            <a:r>
              <a:rPr lang="en-US" altLang="zh-CN" b="1" dirty="0">
                <a:solidFill>
                  <a:srgbClr val="FF0000"/>
                </a:solidFill>
                <a:highlight>
                  <a:srgbClr val="00FF00"/>
                </a:highlight>
              </a:rPr>
              <a:t>Q.front==Q.rear</a:t>
            </a:r>
            <a:r>
              <a:rPr lang="en-US" altLang="zh-CN" b="1" dirty="0"/>
              <a:t>);                             </a:t>
            </a:r>
          </a:p>
          <a:p>
            <a:pPr>
              <a:lnSpc>
                <a:spcPct val="120000"/>
              </a:lnSpc>
              <a:buNone/>
            </a:pPr>
            <a:r>
              <a:rPr lang="en-US" altLang="zh-CN" b="1" dirty="0"/>
              <a:t> }</a:t>
            </a:r>
          </a:p>
        </p:txBody>
      </p:sp>
      <p:sp>
        <p:nvSpPr>
          <p:cNvPr id="694277" name="Comment 5"/>
          <p:cNvSpPr>
            <a:spLocks noChangeArrowheads="1"/>
          </p:cNvSpPr>
          <p:nvPr/>
        </p:nvSpPr>
        <p:spPr bwMode="auto">
          <a:xfrm>
            <a:off x="-47625" y="0"/>
            <a:ext cx="4403725" cy="650875"/>
          </a:xfrm>
          <a:prstGeom prst="rect">
            <a:avLst/>
          </a:prstGeom>
          <a:solidFill>
            <a:srgbClr val="FCFDC6"/>
          </a:solidFill>
          <a:ln w="9525">
            <a:solidFill>
              <a:schemeClr val="tx1"/>
            </a:solidFill>
            <a:miter lim="800000"/>
          </a:ln>
          <a:effectLst>
            <a:outerShdw dist="107763" dir="2700000" algn="ctr" rotWithShape="0">
              <a:schemeClr val="bg2"/>
            </a:outerShdw>
          </a:effectLst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3600" b="1" i="0" u="none" strike="noStrike" kern="1200" cap="none" spc="0" normalizeH="0" baseline="0" noProof="0">
                <a:ln>
                  <a:noFill/>
                </a:ln>
                <a:solidFill>
                  <a:schemeClr val="hlink"/>
                </a:solidFill>
                <a:effectLst/>
                <a:uLnTx/>
                <a:uFillTx/>
                <a:latin typeface="Arial" panose="020B0604020202020204" pitchFamily="34" charset="0"/>
                <a:ea typeface="楷体_GB2312" charset="-122"/>
                <a:cs typeface="+mn-cs"/>
                <a:sym typeface="+mn-ea"/>
              </a:rPr>
              <a:t>判断链队列是否为空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29" name="Rectangle 2"/>
          <p:cNvSpPr>
            <a:spLocks noGrp="1"/>
          </p:cNvSpPr>
          <p:nvPr>
            <p:ph idx="1"/>
          </p:nvPr>
        </p:nvSpPr>
        <p:spPr>
          <a:xfrm>
            <a:off x="152400" y="836613"/>
            <a:ext cx="8610600" cy="3048000"/>
          </a:xfrm>
          <a:ln/>
        </p:spPr>
        <p:txBody>
          <a:bodyPr vert="horz" wrap="square" lIns="91440" tIns="45720" rIns="91440" bIns="45720" anchor="t" anchorCtr="0"/>
          <a:lstStyle/>
          <a:p>
            <a:pPr>
              <a:buNone/>
            </a:pPr>
            <a:r>
              <a:rPr lang="en-US" altLang="zh-CN" sz="2800" b="1" dirty="0"/>
              <a:t>Status </a:t>
            </a:r>
            <a:r>
              <a:rPr lang="en-US" altLang="zh-CN" sz="2800" b="1" dirty="0" err="1"/>
              <a:t>GetHead</a:t>
            </a:r>
            <a:r>
              <a:rPr lang="en-US" altLang="zh-CN" sz="2800" b="1" dirty="0"/>
              <a:t> (</a:t>
            </a:r>
            <a:r>
              <a:rPr lang="en-US" altLang="zh-CN" sz="2800" b="1" dirty="0" err="1"/>
              <a:t>LinkQueue</a:t>
            </a:r>
            <a:r>
              <a:rPr lang="en-US" altLang="zh-CN" sz="2800" b="1" dirty="0"/>
              <a:t> Q, </a:t>
            </a:r>
            <a:r>
              <a:rPr lang="en-US" altLang="zh-CN" sz="2800" b="1" dirty="0" err="1"/>
              <a:t>QElemType</a:t>
            </a:r>
            <a:r>
              <a:rPr lang="en-US" altLang="zh-CN" sz="2800" b="1" dirty="0"/>
              <a:t> </a:t>
            </a:r>
            <a:r>
              <a:rPr lang="en-US" altLang="zh-CN" sz="2800" b="1" dirty="0">
                <a:highlight>
                  <a:srgbClr val="00FF00"/>
                </a:highlight>
              </a:rPr>
              <a:t>*</a:t>
            </a:r>
            <a:r>
              <a:rPr lang="en-US" altLang="zh-CN" sz="2800" b="1" dirty="0" err="1"/>
              <a:t>pe</a:t>
            </a:r>
            <a:r>
              <a:rPr lang="en-US" altLang="zh-CN" sz="2800" b="1" dirty="0"/>
              <a:t>){</a:t>
            </a:r>
          </a:p>
          <a:p>
            <a:pPr>
              <a:buNone/>
            </a:pPr>
            <a:r>
              <a:rPr lang="en-US" altLang="zh-CN" sz="2800" b="1" dirty="0"/>
              <a:t>   if(</a:t>
            </a:r>
            <a:r>
              <a:rPr lang="en-US" altLang="zh-CN" sz="2800" b="1" dirty="0" err="1"/>
              <a:t>Q.front</a:t>
            </a:r>
            <a:r>
              <a:rPr lang="en-US" altLang="zh-CN" sz="2800" b="1" dirty="0"/>
              <a:t>==</a:t>
            </a:r>
            <a:r>
              <a:rPr lang="en-US" altLang="zh-CN" sz="2800" b="1" dirty="0" err="1"/>
              <a:t>Q.rear</a:t>
            </a:r>
            <a:r>
              <a:rPr lang="en-US" altLang="zh-CN" sz="2800" b="1" dirty="0"/>
              <a:t>) return ERROR;//</a:t>
            </a:r>
            <a:r>
              <a:rPr lang="zh-CN" altLang="en-US" sz="2800" b="1" dirty="0"/>
              <a:t>非空</a:t>
            </a:r>
            <a:endParaRPr lang="en-US" altLang="zh-CN" sz="2800" b="1" dirty="0"/>
          </a:p>
          <a:p>
            <a:pPr>
              <a:buNone/>
            </a:pPr>
            <a:r>
              <a:rPr lang="en-US" altLang="zh-CN" sz="2800" b="1" dirty="0"/>
              <a:t>   </a:t>
            </a:r>
            <a:r>
              <a:rPr lang="en-US" altLang="zh-CN" sz="2800" b="1" dirty="0">
                <a:solidFill>
                  <a:srgbClr val="FF0000"/>
                </a:solidFill>
              </a:rPr>
              <a:t>*pe=</a:t>
            </a:r>
            <a:r>
              <a:rPr lang="en-US" altLang="zh-CN" sz="2800" b="1" dirty="0" err="1">
                <a:solidFill>
                  <a:srgbClr val="FF0000"/>
                </a:solidFill>
                <a:highlight>
                  <a:srgbClr val="00FF00"/>
                </a:highlight>
              </a:rPr>
              <a:t>Q.front</a:t>
            </a:r>
            <a:r>
              <a:rPr lang="en-US" altLang="zh-CN" sz="2800" b="1" dirty="0">
                <a:solidFill>
                  <a:srgbClr val="FF0000"/>
                </a:solidFill>
                <a:highlight>
                  <a:srgbClr val="00FF00"/>
                </a:highlight>
              </a:rPr>
              <a:t>-&gt;next-&gt;data</a:t>
            </a:r>
            <a:r>
              <a:rPr lang="en-US" altLang="zh-CN" sz="2800" b="1" dirty="0">
                <a:solidFill>
                  <a:srgbClr val="FF0000"/>
                </a:solidFill>
              </a:rPr>
              <a:t>;//</a:t>
            </a:r>
            <a:r>
              <a:rPr lang="zh-CN" altLang="en-US" sz="2800" b="1" dirty="0">
                <a:solidFill>
                  <a:srgbClr val="FF0000"/>
                </a:solidFill>
              </a:rPr>
              <a:t>先指向首元结点</a:t>
            </a:r>
            <a:endParaRPr lang="en-US" altLang="zh-CN" sz="2800" b="1" dirty="0">
              <a:solidFill>
                <a:srgbClr val="FF0000"/>
              </a:solidFill>
            </a:endParaRPr>
          </a:p>
          <a:p>
            <a:pPr>
              <a:buNone/>
            </a:pPr>
            <a:r>
              <a:rPr lang="en-US" altLang="zh-CN" sz="2800" b="1" dirty="0"/>
              <a:t>   return OK;</a:t>
            </a:r>
          </a:p>
          <a:p>
            <a:pPr>
              <a:buNone/>
            </a:pPr>
            <a:r>
              <a:rPr lang="en-US" altLang="zh-CN" sz="2800" b="1" dirty="0"/>
              <a:t>}</a:t>
            </a:r>
          </a:p>
        </p:txBody>
      </p:sp>
      <p:sp>
        <p:nvSpPr>
          <p:cNvPr id="695301" name="Comment 5"/>
          <p:cNvSpPr>
            <a:spLocks noChangeArrowheads="1"/>
          </p:cNvSpPr>
          <p:nvPr/>
        </p:nvSpPr>
        <p:spPr bwMode="auto">
          <a:xfrm>
            <a:off x="-47625" y="0"/>
            <a:ext cx="4835525" cy="650875"/>
          </a:xfrm>
          <a:prstGeom prst="rect">
            <a:avLst/>
          </a:prstGeom>
          <a:solidFill>
            <a:srgbClr val="FCFDC6"/>
          </a:solidFill>
          <a:ln w="9525">
            <a:solidFill>
              <a:schemeClr val="tx1"/>
            </a:solidFill>
            <a:miter lim="800000"/>
          </a:ln>
          <a:effectLst>
            <a:outerShdw dist="107763" dir="2700000" algn="ctr" rotWithShape="0">
              <a:schemeClr val="bg2"/>
            </a:outerShdw>
          </a:effectLst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3600" b="1" i="0" u="none" strike="noStrike" kern="1200" cap="none" spc="0" normalizeH="0" baseline="0" noProof="0">
                <a:ln>
                  <a:noFill/>
                </a:ln>
                <a:solidFill>
                  <a:schemeClr val="hlink"/>
                </a:solidFill>
                <a:effectLst/>
                <a:uLnTx/>
                <a:uFillTx/>
                <a:latin typeface="Arial" panose="020B0604020202020204" pitchFamily="34" charset="0"/>
                <a:ea typeface="楷体_GB2312" charset="-122"/>
                <a:cs typeface="+mn-cs"/>
                <a:sym typeface="+mn-ea"/>
              </a:rPr>
              <a:t>求链队列的队头元素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3" name="Rectangle 2"/>
          <p:cNvSpPr>
            <a:spLocks noGrp="1"/>
          </p:cNvSpPr>
          <p:nvPr>
            <p:ph type="body" sz="half" idx="1"/>
          </p:nvPr>
        </p:nvSpPr>
        <p:spPr>
          <a:xfrm>
            <a:off x="649288" y="836613"/>
            <a:ext cx="6946900" cy="4725987"/>
          </a:xfrm>
          <a:ln/>
        </p:spPr>
        <p:txBody>
          <a:bodyPr vert="horz" wrap="square" lIns="91440" tIns="45720" rIns="91440" bIns="45720" anchor="t" anchorCtr="0"/>
          <a:lstStyle/>
          <a:p>
            <a:pPr>
              <a:lnSpc>
                <a:spcPct val="120000"/>
              </a:lnSpc>
              <a:buClrTx/>
              <a:buSzTx/>
              <a:buFontTx/>
              <a:buNone/>
            </a:pPr>
            <a:r>
              <a:rPr lang="en-US" altLang="zh-CN" sz="2400" b="1" dirty="0"/>
              <a:t>Status </a:t>
            </a:r>
            <a:r>
              <a:rPr lang="en-US" altLang="zh-CN" sz="2400" b="1" dirty="0" err="1"/>
              <a:t>EnQueue</a:t>
            </a:r>
            <a:r>
              <a:rPr lang="en-US" altLang="zh-CN" sz="2400" b="1" dirty="0"/>
              <a:t>(</a:t>
            </a:r>
            <a:r>
              <a:rPr lang="en-US" altLang="zh-CN" sz="2400" b="1" dirty="0" err="1"/>
              <a:t>LinkQueue</a:t>
            </a:r>
            <a:r>
              <a:rPr lang="en-US" altLang="zh-CN" sz="2400" b="1" dirty="0"/>
              <a:t> *</a:t>
            </a:r>
            <a:r>
              <a:rPr lang="en-US" altLang="zh-CN" sz="2400" b="1" dirty="0" err="1"/>
              <a:t>pQ,QElemType</a:t>
            </a:r>
            <a:r>
              <a:rPr lang="en-US" altLang="zh-CN" sz="2400" b="1" dirty="0"/>
              <a:t> e){</a:t>
            </a:r>
          </a:p>
          <a:p>
            <a:pPr>
              <a:lnSpc>
                <a:spcPct val="120000"/>
              </a:lnSpc>
              <a:buClrTx/>
              <a:buSzTx/>
              <a:buFontTx/>
              <a:buNone/>
            </a:pPr>
            <a:r>
              <a:rPr lang="en-US" altLang="zh-CN" sz="2400" b="1" dirty="0"/>
              <a:t>    </a:t>
            </a:r>
            <a:r>
              <a:rPr lang="en-US" altLang="zh-CN" sz="2400" b="1" dirty="0" err="1"/>
              <a:t>QueuePtr</a:t>
            </a:r>
            <a:r>
              <a:rPr lang="en-US" altLang="zh-CN" sz="2400" b="1" dirty="0"/>
              <a:t> p=(</a:t>
            </a:r>
            <a:r>
              <a:rPr lang="en-US" altLang="zh-CN" sz="2400" b="1" dirty="0" err="1"/>
              <a:t>QueuePtr</a:t>
            </a:r>
            <a:r>
              <a:rPr lang="en-US" altLang="zh-CN" sz="2400" b="1" dirty="0"/>
              <a:t>)malloc(</a:t>
            </a:r>
            <a:r>
              <a:rPr lang="en-US" altLang="zh-CN" sz="2400" b="1" dirty="0" err="1"/>
              <a:t>sizeof</a:t>
            </a:r>
            <a:r>
              <a:rPr lang="en-US" altLang="zh-CN" sz="2400" b="1" dirty="0"/>
              <a:t>(</a:t>
            </a:r>
            <a:r>
              <a:rPr lang="en-US" altLang="zh-CN" sz="2400" b="1" dirty="0" err="1"/>
              <a:t>QNode</a:t>
            </a:r>
            <a:r>
              <a:rPr lang="en-US" altLang="zh-CN" sz="2400" b="1" dirty="0"/>
              <a:t>)); </a:t>
            </a:r>
          </a:p>
          <a:p>
            <a:pPr>
              <a:lnSpc>
                <a:spcPct val="120000"/>
              </a:lnSpc>
              <a:buClrTx/>
              <a:buSzTx/>
              <a:buFontTx/>
              <a:buNone/>
            </a:pPr>
            <a:r>
              <a:rPr lang="en-US" altLang="zh-CN" sz="2400" b="1" dirty="0"/>
              <a:t>if(!p) exit(OVERFLOW);//</a:t>
            </a:r>
            <a:r>
              <a:rPr lang="zh-CN" altLang="en-US" sz="2400" b="1" dirty="0"/>
              <a:t>开辟</a:t>
            </a:r>
            <a:r>
              <a:rPr lang="en-US" altLang="zh-CN" sz="2400" b="1" dirty="0"/>
              <a:t>+</a:t>
            </a:r>
            <a:r>
              <a:rPr lang="zh-CN" altLang="en-US" sz="2400" b="1" dirty="0"/>
              <a:t>检测</a:t>
            </a:r>
            <a:endParaRPr lang="en-US" altLang="zh-CN" sz="2400" b="1" dirty="0"/>
          </a:p>
          <a:p>
            <a:pPr>
              <a:lnSpc>
                <a:spcPct val="120000"/>
              </a:lnSpc>
              <a:buClrTx/>
              <a:buSzTx/>
              <a:buFontTx/>
              <a:buNone/>
            </a:pPr>
            <a:r>
              <a:rPr lang="en-US" altLang="zh-CN" sz="2400" b="1" dirty="0">
                <a:solidFill>
                  <a:srgbClr val="FF0000"/>
                </a:solidFill>
              </a:rPr>
              <a:t>    p-&gt;data=e; p-&gt;next=NULL;//</a:t>
            </a:r>
            <a:r>
              <a:rPr lang="zh-CN" altLang="en-US" sz="2400" b="1" dirty="0">
                <a:solidFill>
                  <a:srgbClr val="FF0000"/>
                </a:solidFill>
              </a:rPr>
              <a:t>赋值</a:t>
            </a:r>
            <a:endParaRPr lang="en-US" altLang="zh-CN" sz="2400" b="1" dirty="0">
              <a:solidFill>
                <a:srgbClr val="FF0000"/>
              </a:solidFill>
            </a:endParaRPr>
          </a:p>
          <a:p>
            <a:pPr>
              <a:lnSpc>
                <a:spcPct val="120000"/>
              </a:lnSpc>
              <a:buClrTx/>
              <a:buSzTx/>
              <a:buFontTx/>
              <a:buNone/>
            </a:pPr>
            <a:r>
              <a:rPr lang="en-US" altLang="zh-CN" sz="2400" b="1" dirty="0">
                <a:solidFill>
                  <a:srgbClr val="FF0000"/>
                </a:solidFill>
              </a:rPr>
              <a:t>    (*</a:t>
            </a:r>
            <a:r>
              <a:rPr lang="en-US" altLang="zh-CN" sz="2400" b="1" dirty="0" err="1">
                <a:solidFill>
                  <a:srgbClr val="FF0000"/>
                </a:solidFill>
              </a:rPr>
              <a:t>pQ</a:t>
            </a:r>
            <a:r>
              <a:rPr lang="en-US" altLang="zh-CN" sz="2400" b="1" dirty="0">
                <a:solidFill>
                  <a:srgbClr val="FF0000"/>
                </a:solidFill>
              </a:rPr>
              <a:t>).rear-&gt;next=p;</a:t>
            </a:r>
          </a:p>
          <a:p>
            <a:pPr>
              <a:lnSpc>
                <a:spcPct val="120000"/>
              </a:lnSpc>
              <a:buClrTx/>
              <a:buSzTx/>
              <a:buFontTx/>
              <a:buNone/>
            </a:pPr>
            <a:r>
              <a:rPr lang="en-US" altLang="zh-CN" sz="2400" b="1" dirty="0">
                <a:solidFill>
                  <a:srgbClr val="FF0000"/>
                </a:solidFill>
              </a:rPr>
              <a:t>    (*</a:t>
            </a:r>
            <a:r>
              <a:rPr lang="en-US" altLang="zh-CN" sz="2400" b="1" dirty="0" err="1">
                <a:solidFill>
                  <a:srgbClr val="FF0000"/>
                </a:solidFill>
              </a:rPr>
              <a:t>pQ</a:t>
            </a:r>
            <a:r>
              <a:rPr lang="en-US" altLang="zh-CN" sz="2400" b="1" dirty="0">
                <a:solidFill>
                  <a:srgbClr val="FF0000"/>
                </a:solidFill>
              </a:rPr>
              <a:t>).rear=p;</a:t>
            </a:r>
          </a:p>
          <a:p>
            <a:pPr>
              <a:lnSpc>
                <a:spcPct val="120000"/>
              </a:lnSpc>
              <a:buClrTx/>
              <a:buSzTx/>
              <a:buFontTx/>
              <a:buNone/>
            </a:pPr>
            <a:r>
              <a:rPr lang="en-US" altLang="zh-CN" sz="2400" b="1" dirty="0"/>
              <a:t>    return OK;</a:t>
            </a:r>
          </a:p>
          <a:p>
            <a:pPr>
              <a:lnSpc>
                <a:spcPct val="120000"/>
              </a:lnSpc>
              <a:buClrTx/>
              <a:buSzTx/>
              <a:buFontTx/>
              <a:buNone/>
            </a:pPr>
            <a:r>
              <a:rPr lang="en-US" altLang="zh-CN" sz="2400" b="1" dirty="0"/>
              <a:t>}</a:t>
            </a:r>
            <a:r>
              <a:rPr lang="zh-CN" altLang="en-US" sz="2400" b="1" dirty="0"/>
              <a:t>类似于线性表的后插法只不过将</a:t>
            </a:r>
            <a:r>
              <a:rPr lang="en-US" altLang="zh-CN" sz="2400" b="1" dirty="0"/>
              <a:t>r</a:t>
            </a:r>
            <a:r>
              <a:rPr lang="zh-CN" altLang="en-US" sz="2400" b="1" dirty="0"/>
              <a:t>换成了</a:t>
            </a:r>
            <a:r>
              <a:rPr lang="en-US" altLang="zh-CN" sz="2400" b="1" dirty="0" err="1"/>
              <a:t>pQ</a:t>
            </a:r>
            <a:r>
              <a:rPr lang="en-US" altLang="zh-CN" sz="2400" b="1" dirty="0"/>
              <a:t>-&gt;rear</a:t>
            </a:r>
          </a:p>
        </p:txBody>
      </p:sp>
      <p:sp>
        <p:nvSpPr>
          <p:cNvPr id="696325" name="Comment 5"/>
          <p:cNvSpPr>
            <a:spLocks noChangeArrowheads="1"/>
          </p:cNvSpPr>
          <p:nvPr/>
        </p:nvSpPr>
        <p:spPr bwMode="auto">
          <a:xfrm>
            <a:off x="-47625" y="0"/>
            <a:ext cx="4835525" cy="650875"/>
          </a:xfrm>
          <a:prstGeom prst="rect">
            <a:avLst/>
          </a:prstGeom>
          <a:solidFill>
            <a:srgbClr val="FCFDC6"/>
          </a:solidFill>
          <a:ln w="9525">
            <a:solidFill>
              <a:schemeClr val="tx1"/>
            </a:solidFill>
            <a:miter lim="800000"/>
          </a:ln>
          <a:effectLst>
            <a:outerShdw dist="107763" dir="2700000" algn="ctr" rotWithShape="0">
              <a:schemeClr val="bg2"/>
            </a:outerShdw>
          </a:effectLst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3600" b="1" i="0" u="none" strike="noStrike" kern="1200" cap="none" spc="0" normalizeH="0" baseline="0" noProof="0">
                <a:ln>
                  <a:noFill/>
                </a:ln>
                <a:solidFill>
                  <a:schemeClr val="hlink"/>
                </a:solidFill>
                <a:effectLst/>
                <a:uLnTx/>
                <a:uFillTx/>
                <a:latin typeface="Arial" panose="020B0604020202020204" pitchFamily="34" charset="0"/>
                <a:ea typeface="楷体_GB2312" charset="-122"/>
                <a:cs typeface="+mn-cs"/>
                <a:sym typeface="+mn-ea"/>
              </a:rPr>
              <a:t>链队列入队</a:t>
            </a:r>
          </a:p>
        </p:txBody>
      </p:sp>
      <p:graphicFrame>
        <p:nvGraphicFramePr>
          <p:cNvPr id="74755" name="Object 6"/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1100550993"/>
              </p:ext>
            </p:extLst>
          </p:nvPr>
        </p:nvGraphicFramePr>
        <p:xfrm>
          <a:off x="4787900" y="2996952"/>
          <a:ext cx="4427537" cy="13223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" imgW="4457700" imgH="827405" progId="Visio.Drawing.5">
                  <p:embed/>
                </p:oleObj>
              </mc:Choice>
              <mc:Fallback>
                <p:oleObj r:id="rId2" imgW="4457700" imgH="827405" progId="Visio.Drawing.5">
                  <p:embed/>
                  <p:pic>
                    <p:nvPicPr>
                      <p:cNvPr id="74755" name="Object 6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4787900" y="2996952"/>
                        <a:ext cx="4427537" cy="1322387"/>
                      </a:xfrm>
                      <a:prstGeom prst="rect">
                        <a:avLst/>
                      </a:prstGeom>
                      <a:solidFill>
                        <a:schemeClr val="accent1"/>
                      </a:solidFill>
                      <a:ln w="38100"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74756" name="Text Box 9"/>
          <p:cNvSpPr txBox="1"/>
          <p:nvPr/>
        </p:nvSpPr>
        <p:spPr>
          <a:xfrm>
            <a:off x="8539163" y="2192338"/>
            <a:ext cx="431800" cy="45720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pPr marL="342900" indent="-342900" eaLnBrk="0" hangingPunct="0">
              <a:spcBef>
                <a:spcPct val="50000"/>
              </a:spcBef>
            </a:pPr>
            <a:r>
              <a:rPr lang="en-US" altLang="zh-CN" dirty="0">
                <a:latin typeface="Times New Roman" panose="02020603050405020304" pitchFamily="18" charset="0"/>
                <a:ea typeface="楷体_GB2312" charset="-122"/>
              </a:rPr>
              <a:t>p</a:t>
            </a:r>
          </a:p>
        </p:txBody>
      </p:sp>
      <p:sp>
        <p:nvSpPr>
          <p:cNvPr id="74757" name="Line 10"/>
          <p:cNvSpPr/>
          <p:nvPr/>
        </p:nvSpPr>
        <p:spPr>
          <a:xfrm>
            <a:off x="8539163" y="2420938"/>
            <a:ext cx="0" cy="647700"/>
          </a:xfrm>
          <a:prstGeom prst="line">
            <a:avLst/>
          </a:prstGeom>
          <a:ln w="57150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7" name="Rectangle 2"/>
          <p:cNvSpPr>
            <a:spLocks noGrp="1"/>
          </p:cNvSpPr>
          <p:nvPr>
            <p:ph type="body" sz="half" idx="1"/>
          </p:nvPr>
        </p:nvSpPr>
        <p:spPr>
          <a:xfrm>
            <a:off x="250825" y="836613"/>
            <a:ext cx="8243888" cy="4725987"/>
          </a:xfrm>
          <a:ln/>
        </p:spPr>
        <p:txBody>
          <a:bodyPr vert="horz" wrap="square" lIns="91440" tIns="45720" rIns="91440" bIns="45720" anchor="t" anchorCtr="0"/>
          <a:lstStyle/>
          <a:p>
            <a:pPr>
              <a:buClrTx/>
              <a:buSzTx/>
              <a:buFontTx/>
              <a:buNone/>
            </a:pPr>
            <a:r>
              <a:rPr lang="en-US" altLang="zh-CN" sz="2400" b="1" dirty="0"/>
              <a:t>Status </a:t>
            </a:r>
            <a:r>
              <a:rPr lang="en-US" altLang="zh-CN" sz="2400" b="1" dirty="0" err="1"/>
              <a:t>DeQueue</a:t>
            </a:r>
            <a:r>
              <a:rPr lang="en-US" altLang="zh-CN" sz="2400" b="1" dirty="0"/>
              <a:t> (</a:t>
            </a:r>
            <a:r>
              <a:rPr lang="en-US" altLang="zh-CN" sz="2400" b="1" dirty="0" err="1"/>
              <a:t>LinkQueue</a:t>
            </a:r>
            <a:r>
              <a:rPr lang="en-US" altLang="zh-CN" sz="2400" b="1" dirty="0"/>
              <a:t> *</a:t>
            </a:r>
            <a:r>
              <a:rPr lang="en-US" altLang="zh-CN" sz="2400" b="1" dirty="0" err="1"/>
              <a:t>pQ</a:t>
            </a:r>
            <a:r>
              <a:rPr lang="en-US" altLang="zh-CN" sz="2400" b="1" dirty="0"/>
              <a:t>, </a:t>
            </a:r>
            <a:r>
              <a:rPr lang="en-US" altLang="zh-CN" sz="2400" b="1" dirty="0" err="1">
                <a:highlight>
                  <a:srgbClr val="00FF00"/>
                </a:highlight>
              </a:rPr>
              <a:t>QElemType</a:t>
            </a:r>
            <a:r>
              <a:rPr lang="en-US" altLang="zh-CN" sz="2400" b="1" dirty="0">
                <a:highlight>
                  <a:srgbClr val="00FF00"/>
                </a:highlight>
              </a:rPr>
              <a:t> *</a:t>
            </a:r>
            <a:r>
              <a:rPr lang="en-US" altLang="zh-CN" sz="2400" b="1" dirty="0" err="1">
                <a:highlight>
                  <a:srgbClr val="00FF00"/>
                </a:highlight>
              </a:rPr>
              <a:t>pe</a:t>
            </a:r>
            <a:r>
              <a:rPr lang="en-US" altLang="zh-CN" sz="2400" b="1" dirty="0"/>
              <a:t>){</a:t>
            </a:r>
          </a:p>
          <a:p>
            <a:pPr>
              <a:buNone/>
            </a:pPr>
            <a:r>
              <a:rPr lang="en-US" altLang="zh-CN" sz="2400" b="1" dirty="0"/>
              <a:t>   </a:t>
            </a:r>
            <a:r>
              <a:rPr lang="en-US" altLang="zh-CN" sz="2400" b="1" dirty="0" err="1"/>
              <a:t>QueuePtr</a:t>
            </a:r>
            <a:r>
              <a:rPr lang="en-US" altLang="zh-CN" sz="2400" b="1" dirty="0"/>
              <a:t> p=(</a:t>
            </a:r>
            <a:r>
              <a:rPr lang="en-US" altLang="zh-CN" sz="2400" b="1" dirty="0" err="1"/>
              <a:t>QueuePtr</a:t>
            </a:r>
            <a:r>
              <a:rPr lang="en-US" altLang="zh-CN" sz="2400" b="1" dirty="0"/>
              <a:t>)</a:t>
            </a:r>
            <a:r>
              <a:rPr lang="en-US" altLang="zh-CN" sz="2400" b="1" dirty="0">
                <a:highlight>
                  <a:srgbClr val="00FF00"/>
                </a:highlight>
              </a:rPr>
              <a:t>malloc</a:t>
            </a:r>
            <a:r>
              <a:rPr lang="en-US" altLang="zh-CN" sz="2400" b="1" dirty="0"/>
              <a:t>(</a:t>
            </a:r>
            <a:r>
              <a:rPr lang="en-US" altLang="zh-CN" sz="2400" b="1" dirty="0" err="1"/>
              <a:t>sizeof</a:t>
            </a:r>
            <a:r>
              <a:rPr lang="en-US" altLang="zh-CN" sz="2400" b="1" dirty="0"/>
              <a:t>(</a:t>
            </a:r>
            <a:r>
              <a:rPr lang="en-US" altLang="zh-CN" sz="2400" b="1" dirty="0" err="1"/>
              <a:t>QNode</a:t>
            </a:r>
            <a:r>
              <a:rPr lang="en-US" altLang="zh-CN" sz="2400" b="1" dirty="0"/>
              <a:t>)); </a:t>
            </a:r>
          </a:p>
          <a:p>
            <a:pPr>
              <a:buNone/>
            </a:pPr>
            <a:r>
              <a:rPr lang="en-US" altLang="zh-CN" sz="2400" b="1" dirty="0"/>
              <a:t>//</a:t>
            </a:r>
            <a:r>
              <a:rPr lang="zh-CN" altLang="en-US" sz="2400" b="1" dirty="0"/>
              <a:t>课本是直接赋值未开辟存储空间</a:t>
            </a:r>
            <a:endParaRPr lang="en-US" altLang="zh-CN" sz="2400" b="1" dirty="0"/>
          </a:p>
          <a:p>
            <a:pPr>
              <a:buClrTx/>
              <a:buSzTx/>
              <a:buFontTx/>
              <a:buNone/>
            </a:pPr>
            <a:r>
              <a:rPr lang="en-US" altLang="zh-CN" sz="2400" b="1" dirty="0"/>
              <a:t>   if(!p) exit(OVERFLOW);//</a:t>
            </a:r>
            <a:r>
              <a:rPr lang="zh-CN" altLang="en-US" sz="2400" b="1" dirty="0"/>
              <a:t>建立一个储存</a:t>
            </a:r>
            <a:endParaRPr lang="en-US" altLang="zh-CN" sz="2400" b="1" dirty="0"/>
          </a:p>
          <a:p>
            <a:pPr>
              <a:buClrTx/>
              <a:buSzTx/>
              <a:buFontTx/>
              <a:buNone/>
            </a:pPr>
            <a:r>
              <a:rPr lang="en-US" altLang="zh-CN" sz="2400" b="1" dirty="0"/>
              <a:t>   if((*</a:t>
            </a:r>
            <a:r>
              <a:rPr lang="en-US" altLang="zh-CN" sz="2400" b="1" dirty="0" err="1"/>
              <a:t>pQ</a:t>
            </a:r>
            <a:r>
              <a:rPr lang="en-US" altLang="zh-CN" sz="2400" b="1" dirty="0"/>
              <a:t>).front==(*</a:t>
            </a:r>
            <a:r>
              <a:rPr lang="en-US" altLang="zh-CN" sz="2400" b="1" dirty="0" err="1"/>
              <a:t>pQ</a:t>
            </a:r>
            <a:r>
              <a:rPr lang="en-US" altLang="zh-CN" sz="2400" b="1" dirty="0"/>
              <a:t>).rear) </a:t>
            </a:r>
          </a:p>
          <a:p>
            <a:pPr>
              <a:buClrTx/>
              <a:buSzTx/>
              <a:buFontTx/>
              <a:buNone/>
            </a:pPr>
            <a:r>
              <a:rPr lang="en-US" altLang="zh-CN" sz="2400" b="1" dirty="0"/>
              <a:t>         return ERROR;//</a:t>
            </a:r>
            <a:r>
              <a:rPr lang="zh-CN" altLang="en-US" sz="2400" b="1" dirty="0"/>
              <a:t>非空</a:t>
            </a:r>
            <a:endParaRPr lang="en-US" altLang="zh-CN" sz="2400" b="1" dirty="0"/>
          </a:p>
          <a:p>
            <a:pPr>
              <a:buClrTx/>
              <a:buSzTx/>
              <a:buFontTx/>
              <a:buNone/>
            </a:pPr>
            <a:r>
              <a:rPr lang="en-US" altLang="zh-CN" sz="2400" b="1" dirty="0">
                <a:solidFill>
                  <a:srgbClr val="FF0000"/>
                </a:solidFill>
              </a:rPr>
              <a:t>   p=(*</a:t>
            </a:r>
            <a:r>
              <a:rPr lang="en-US" altLang="zh-CN" sz="2400" b="1" dirty="0" err="1">
                <a:solidFill>
                  <a:srgbClr val="FF0000"/>
                </a:solidFill>
              </a:rPr>
              <a:t>pQ</a:t>
            </a:r>
            <a:r>
              <a:rPr lang="en-US" altLang="zh-CN" sz="2400" b="1" dirty="0">
                <a:solidFill>
                  <a:srgbClr val="FF0000"/>
                </a:solidFill>
              </a:rPr>
              <a:t>).front-&gt;next;</a:t>
            </a:r>
          </a:p>
          <a:p>
            <a:pPr>
              <a:buClrTx/>
              <a:buSzTx/>
              <a:buFontTx/>
              <a:buNone/>
            </a:pPr>
            <a:r>
              <a:rPr lang="en-US" altLang="zh-CN" sz="2400" b="1" dirty="0">
                <a:solidFill>
                  <a:srgbClr val="FF0000"/>
                </a:solidFill>
              </a:rPr>
              <a:t>   *</a:t>
            </a:r>
            <a:r>
              <a:rPr lang="en-US" altLang="zh-CN" sz="2400" b="1" dirty="0" err="1">
                <a:solidFill>
                  <a:srgbClr val="FF0000"/>
                </a:solidFill>
              </a:rPr>
              <a:t>pe</a:t>
            </a:r>
            <a:r>
              <a:rPr lang="en-US" altLang="zh-CN" sz="2400" b="1" dirty="0">
                <a:solidFill>
                  <a:srgbClr val="FF0000"/>
                </a:solidFill>
              </a:rPr>
              <a:t>=p-&gt;data;</a:t>
            </a:r>
          </a:p>
          <a:p>
            <a:pPr>
              <a:buClrTx/>
              <a:buSzTx/>
              <a:buFontTx/>
              <a:buNone/>
            </a:pPr>
            <a:r>
              <a:rPr lang="en-US" altLang="zh-CN" sz="2400" b="1" dirty="0">
                <a:solidFill>
                  <a:srgbClr val="FF0000"/>
                </a:solidFill>
              </a:rPr>
              <a:t>   (*</a:t>
            </a:r>
            <a:r>
              <a:rPr lang="en-US" altLang="zh-CN" sz="2400" b="1" dirty="0" err="1">
                <a:solidFill>
                  <a:srgbClr val="FF0000"/>
                </a:solidFill>
              </a:rPr>
              <a:t>pQ</a:t>
            </a:r>
            <a:r>
              <a:rPr lang="en-US" altLang="zh-CN" sz="2400" b="1" dirty="0">
                <a:solidFill>
                  <a:srgbClr val="FF0000"/>
                </a:solidFill>
              </a:rPr>
              <a:t>).front-&gt;next=p-&gt;next;//</a:t>
            </a:r>
            <a:r>
              <a:rPr lang="zh-CN" altLang="en-US" sz="2400" b="1" dirty="0">
                <a:solidFill>
                  <a:srgbClr val="FF0000"/>
                </a:solidFill>
              </a:rPr>
              <a:t>改变头指针指向</a:t>
            </a:r>
            <a:endParaRPr lang="en-US" altLang="zh-CN" sz="2400" b="1" dirty="0">
              <a:solidFill>
                <a:srgbClr val="FF0000"/>
              </a:solidFill>
            </a:endParaRPr>
          </a:p>
          <a:p>
            <a:pPr>
              <a:buClrTx/>
              <a:buSzTx/>
              <a:buFontTx/>
              <a:buNone/>
            </a:pPr>
            <a:r>
              <a:rPr lang="en-US" altLang="zh-CN" sz="2400" b="1" dirty="0"/>
              <a:t>   if((*</a:t>
            </a:r>
            <a:r>
              <a:rPr lang="en-US" altLang="zh-CN" sz="2400" b="1" dirty="0" err="1"/>
              <a:t>pQ</a:t>
            </a:r>
            <a:r>
              <a:rPr lang="en-US" altLang="zh-CN" sz="2400" b="1" dirty="0"/>
              <a:t>).rear==p) </a:t>
            </a:r>
          </a:p>
          <a:p>
            <a:pPr>
              <a:buClrTx/>
              <a:buSzTx/>
              <a:buFontTx/>
              <a:buNone/>
            </a:pPr>
            <a:r>
              <a:rPr lang="en-US" altLang="zh-CN" sz="2400" b="1" dirty="0">
                <a:solidFill>
                  <a:srgbClr val="FF0000"/>
                </a:solidFill>
                <a:highlight>
                  <a:srgbClr val="00FFFF"/>
                </a:highlight>
              </a:rPr>
              <a:t>          (*</a:t>
            </a:r>
            <a:r>
              <a:rPr lang="en-US" altLang="zh-CN" sz="2400" b="1" dirty="0" err="1">
                <a:solidFill>
                  <a:srgbClr val="FF0000"/>
                </a:solidFill>
                <a:highlight>
                  <a:srgbClr val="00FFFF"/>
                </a:highlight>
              </a:rPr>
              <a:t>pQ</a:t>
            </a:r>
            <a:r>
              <a:rPr lang="en-US" altLang="zh-CN" sz="2400" b="1" dirty="0">
                <a:solidFill>
                  <a:srgbClr val="FF0000"/>
                </a:solidFill>
                <a:highlight>
                  <a:srgbClr val="00FFFF"/>
                </a:highlight>
              </a:rPr>
              <a:t>).rear=(*</a:t>
            </a:r>
            <a:r>
              <a:rPr lang="en-US" altLang="zh-CN" sz="2400" b="1" dirty="0" err="1">
                <a:solidFill>
                  <a:srgbClr val="FF0000"/>
                </a:solidFill>
                <a:highlight>
                  <a:srgbClr val="00FFFF"/>
                </a:highlight>
              </a:rPr>
              <a:t>pQ</a:t>
            </a:r>
            <a:r>
              <a:rPr lang="en-US" altLang="zh-CN" sz="2400" b="1" dirty="0">
                <a:solidFill>
                  <a:srgbClr val="FF0000"/>
                </a:solidFill>
                <a:highlight>
                  <a:srgbClr val="00FFFF"/>
                </a:highlight>
              </a:rPr>
              <a:t>).front</a:t>
            </a:r>
            <a:r>
              <a:rPr lang="en-US" altLang="zh-CN" sz="2400" b="1" dirty="0">
                <a:solidFill>
                  <a:srgbClr val="FF0000"/>
                </a:solidFill>
              </a:rPr>
              <a:t>;//</a:t>
            </a:r>
            <a:r>
              <a:rPr lang="zh-CN" altLang="en-US" sz="2400" b="1" dirty="0">
                <a:solidFill>
                  <a:srgbClr val="FF0000"/>
                </a:solidFill>
              </a:rPr>
              <a:t>如果删除后没有了</a:t>
            </a:r>
            <a:endParaRPr lang="en-US" altLang="zh-CN" sz="2400" b="1" dirty="0">
              <a:solidFill>
                <a:srgbClr val="FF0000"/>
              </a:solidFill>
            </a:endParaRPr>
          </a:p>
          <a:p>
            <a:pPr>
              <a:buClrTx/>
              <a:buSzTx/>
              <a:buFontTx/>
              <a:buNone/>
            </a:pPr>
            <a:r>
              <a:rPr lang="en-US" altLang="zh-CN" sz="2400" b="1" dirty="0"/>
              <a:t>   free(p);</a:t>
            </a:r>
          </a:p>
          <a:p>
            <a:pPr>
              <a:buClrTx/>
              <a:buSzTx/>
              <a:buFontTx/>
              <a:buNone/>
            </a:pPr>
            <a:r>
              <a:rPr lang="en-US" altLang="zh-CN" sz="2400" b="1" dirty="0"/>
              <a:t>   return OK;</a:t>
            </a:r>
          </a:p>
          <a:p>
            <a:pPr>
              <a:buClrTx/>
              <a:buSzTx/>
              <a:buFontTx/>
              <a:buNone/>
            </a:pPr>
            <a:r>
              <a:rPr lang="en-US" altLang="zh-CN" sz="2400" b="1" dirty="0"/>
              <a:t>}</a:t>
            </a:r>
          </a:p>
        </p:txBody>
      </p:sp>
      <p:sp>
        <p:nvSpPr>
          <p:cNvPr id="697349" name="Comment 5"/>
          <p:cNvSpPr>
            <a:spLocks noChangeArrowheads="1"/>
          </p:cNvSpPr>
          <p:nvPr/>
        </p:nvSpPr>
        <p:spPr bwMode="auto">
          <a:xfrm>
            <a:off x="-47625" y="0"/>
            <a:ext cx="4835525" cy="650875"/>
          </a:xfrm>
          <a:prstGeom prst="rect">
            <a:avLst/>
          </a:prstGeom>
          <a:solidFill>
            <a:srgbClr val="FCFDC6"/>
          </a:solidFill>
          <a:ln w="9525">
            <a:solidFill>
              <a:schemeClr val="tx1"/>
            </a:solidFill>
            <a:miter lim="800000"/>
          </a:ln>
          <a:effectLst>
            <a:outerShdw dist="107763" dir="2700000" algn="ctr" rotWithShape="0">
              <a:schemeClr val="bg2"/>
            </a:outerShdw>
          </a:effectLst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3600" b="1" i="0" u="none" strike="noStrike" kern="1200" cap="none" spc="0" normalizeH="0" baseline="0" noProof="0">
                <a:ln>
                  <a:noFill/>
                </a:ln>
                <a:solidFill>
                  <a:schemeClr val="hlink"/>
                </a:solidFill>
                <a:effectLst/>
                <a:uLnTx/>
                <a:uFillTx/>
                <a:latin typeface="Arial" panose="020B0604020202020204" pitchFamily="34" charset="0"/>
                <a:ea typeface="楷体_GB2312" charset="-122"/>
                <a:cs typeface="+mn-cs"/>
                <a:sym typeface="+mn-ea"/>
              </a:rPr>
              <a:t>链队列出队</a:t>
            </a:r>
          </a:p>
        </p:txBody>
      </p:sp>
      <p:graphicFrame>
        <p:nvGraphicFramePr>
          <p:cNvPr id="75779" name="Object 6"/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3135322283"/>
              </p:ext>
            </p:extLst>
          </p:nvPr>
        </p:nvGraphicFramePr>
        <p:xfrm>
          <a:off x="5038725" y="2631362"/>
          <a:ext cx="4105275" cy="1368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" imgW="4494530" imgH="1050290" progId="Visio.Drawing.5">
                  <p:embed/>
                </p:oleObj>
              </mc:Choice>
              <mc:Fallback>
                <p:oleObj r:id="rId2" imgW="4494530" imgH="1050290" progId="Visio.Drawing.5">
                  <p:embed/>
                  <p:pic>
                    <p:nvPicPr>
                      <p:cNvPr id="75779" name="Object 6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5038725" y="2631362"/>
                        <a:ext cx="4105275" cy="1368425"/>
                      </a:xfrm>
                      <a:prstGeom prst="rect">
                        <a:avLst/>
                      </a:prstGeom>
                      <a:solidFill>
                        <a:schemeClr val="accent1"/>
                      </a:solidFill>
                      <a:ln w="38100"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75780" name="Text Box 9"/>
          <p:cNvSpPr txBox="1"/>
          <p:nvPr/>
        </p:nvSpPr>
        <p:spPr>
          <a:xfrm>
            <a:off x="7631113" y="1983662"/>
            <a:ext cx="431800" cy="45720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pPr marL="342900" indent="-342900" eaLnBrk="0" hangingPunct="0">
              <a:spcBef>
                <a:spcPct val="50000"/>
              </a:spcBef>
            </a:pPr>
            <a:r>
              <a:rPr lang="en-US" altLang="zh-CN" dirty="0">
                <a:latin typeface="Times New Roman" panose="02020603050405020304" pitchFamily="18" charset="0"/>
                <a:ea typeface="楷体_GB2312" charset="-122"/>
              </a:rPr>
              <a:t>p</a:t>
            </a:r>
          </a:p>
        </p:txBody>
      </p:sp>
      <p:sp>
        <p:nvSpPr>
          <p:cNvPr id="75781" name="Line 10"/>
          <p:cNvSpPr/>
          <p:nvPr/>
        </p:nvSpPr>
        <p:spPr>
          <a:xfrm>
            <a:off x="7631113" y="2212262"/>
            <a:ext cx="0" cy="647700"/>
          </a:xfrm>
          <a:prstGeom prst="line">
            <a:avLst/>
          </a:prstGeom>
          <a:ln w="57150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标题 7">
            <a:extLst>
              <a:ext uri="{FF2B5EF4-FFF2-40B4-BE49-F238E27FC236}">
                <a16:creationId xmlns:a16="http://schemas.microsoft.com/office/drawing/2014/main" id="{A8511966-9395-2D7B-C409-F7E2968B4D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3207" y="-97536"/>
            <a:ext cx="6400800" cy="685800"/>
          </a:xfrm>
        </p:spPr>
        <p:txBody>
          <a:bodyPr/>
          <a:lstStyle/>
          <a:p>
            <a:r>
              <a:rPr lang="zh-CN" altLang="en-US" dirty="0"/>
              <a:t>总结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FF587980-D221-9206-F240-BF59989D5605}"/>
              </a:ext>
            </a:extLst>
          </p:cNvPr>
          <p:cNvSpPr txBox="1"/>
          <p:nvPr/>
        </p:nvSpPr>
        <p:spPr>
          <a:xfrm>
            <a:off x="179512" y="476672"/>
            <a:ext cx="8640960" cy="61863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400" dirty="0"/>
              <a:t>链栈和链队列</a:t>
            </a:r>
            <a:endParaRPr lang="en-US" altLang="zh-CN" sz="4400" dirty="0"/>
          </a:p>
          <a:p>
            <a:r>
              <a:rPr lang="en-US" altLang="zh-CN" sz="4400" dirty="0"/>
              <a:t>1.</a:t>
            </a:r>
            <a:r>
              <a:rPr lang="zh-CN" altLang="en-US" sz="4400" dirty="0"/>
              <a:t>初始化</a:t>
            </a:r>
            <a:r>
              <a:rPr lang="en-US" altLang="zh-CN" sz="4400" dirty="0"/>
              <a:t>:</a:t>
            </a:r>
            <a:r>
              <a:rPr lang="zh-CN" altLang="en-US" sz="4400" dirty="0"/>
              <a:t>链栈很特别</a:t>
            </a:r>
            <a:r>
              <a:rPr lang="en-US" altLang="zh-CN" sz="4400" dirty="0"/>
              <a:t>,</a:t>
            </a:r>
            <a:r>
              <a:rPr lang="zh-CN" altLang="en-US" sz="4400" dirty="0"/>
              <a:t>链队列和链表基本一致</a:t>
            </a:r>
            <a:endParaRPr lang="en-US" altLang="zh-CN" sz="4400" dirty="0"/>
          </a:p>
          <a:p>
            <a:r>
              <a:rPr lang="en-US" altLang="zh-CN" sz="4400" dirty="0"/>
              <a:t>2.</a:t>
            </a:r>
            <a:r>
              <a:rPr lang="zh-CN" altLang="en-US" sz="4400" dirty="0"/>
              <a:t>入</a:t>
            </a:r>
            <a:r>
              <a:rPr lang="en-US" altLang="zh-CN" sz="4400" dirty="0"/>
              <a:t>:</a:t>
            </a:r>
            <a:r>
              <a:rPr lang="zh-CN" altLang="en-US" sz="4400" dirty="0"/>
              <a:t>思路</a:t>
            </a:r>
            <a:r>
              <a:rPr lang="zh-CN" altLang="en-US" sz="4400" dirty="0">
                <a:highlight>
                  <a:srgbClr val="00FF00"/>
                </a:highlight>
              </a:rPr>
              <a:t>分配</a:t>
            </a:r>
            <a:r>
              <a:rPr lang="zh-CN" altLang="en-US" sz="4400" dirty="0"/>
              <a:t>储存空间</a:t>
            </a:r>
            <a:r>
              <a:rPr lang="en-US" altLang="zh-CN" sz="4400" dirty="0"/>
              <a:t>+</a:t>
            </a:r>
            <a:r>
              <a:rPr lang="zh-CN" altLang="en-US" sz="4400" dirty="0">
                <a:highlight>
                  <a:srgbClr val="00FF00"/>
                </a:highlight>
              </a:rPr>
              <a:t>检验</a:t>
            </a:r>
            <a:r>
              <a:rPr lang="en-US" altLang="zh-CN" sz="4400" dirty="0"/>
              <a:t>,</a:t>
            </a:r>
            <a:r>
              <a:rPr lang="zh-CN" altLang="en-US" sz="4400" dirty="0">
                <a:highlight>
                  <a:srgbClr val="00FF00"/>
                </a:highlight>
              </a:rPr>
              <a:t>赋值</a:t>
            </a:r>
            <a:r>
              <a:rPr lang="en-US" altLang="zh-CN" sz="4400" dirty="0"/>
              <a:t>(</a:t>
            </a:r>
            <a:r>
              <a:rPr lang="zh-CN" altLang="en-US" sz="4400" dirty="0"/>
              <a:t>形参</a:t>
            </a:r>
            <a:r>
              <a:rPr lang="en-US" altLang="zh-CN" sz="4400" dirty="0"/>
              <a:t>),</a:t>
            </a:r>
            <a:r>
              <a:rPr lang="zh-CN" altLang="en-US" sz="4400" dirty="0">
                <a:highlight>
                  <a:srgbClr val="00FF00"/>
                </a:highlight>
              </a:rPr>
              <a:t>修改指针</a:t>
            </a:r>
            <a:endParaRPr lang="en-US" altLang="zh-CN" sz="4400" dirty="0">
              <a:highlight>
                <a:srgbClr val="00FF00"/>
              </a:highlight>
            </a:endParaRPr>
          </a:p>
          <a:p>
            <a:r>
              <a:rPr lang="en-US" altLang="zh-CN" sz="4400" dirty="0"/>
              <a:t>3.</a:t>
            </a:r>
            <a:r>
              <a:rPr lang="zh-CN" altLang="en-US" sz="4400" dirty="0"/>
              <a:t>出</a:t>
            </a:r>
            <a:r>
              <a:rPr lang="en-US" altLang="zh-CN" sz="4400" dirty="0"/>
              <a:t>:</a:t>
            </a:r>
            <a:r>
              <a:rPr lang="zh-CN" altLang="en-US" sz="4400" dirty="0"/>
              <a:t>思路</a:t>
            </a:r>
            <a:r>
              <a:rPr lang="zh-CN" altLang="en-US" sz="4400" dirty="0">
                <a:highlight>
                  <a:srgbClr val="00FF00"/>
                </a:highlight>
              </a:rPr>
              <a:t>新建</a:t>
            </a:r>
            <a:r>
              <a:rPr lang="zh-CN" altLang="en-US" sz="4400" dirty="0"/>
              <a:t>指针用于储存</a:t>
            </a:r>
            <a:r>
              <a:rPr lang="en-US" altLang="zh-CN" sz="4400" dirty="0"/>
              <a:t>,</a:t>
            </a:r>
            <a:r>
              <a:rPr lang="zh-CN" altLang="en-US" sz="4400" dirty="0">
                <a:highlight>
                  <a:srgbClr val="00FF00"/>
                </a:highlight>
              </a:rPr>
              <a:t>判断</a:t>
            </a:r>
            <a:r>
              <a:rPr lang="zh-CN" altLang="en-US" sz="4400" dirty="0"/>
              <a:t>是否非空</a:t>
            </a:r>
            <a:r>
              <a:rPr lang="en-US" altLang="zh-CN" sz="4400" dirty="0"/>
              <a:t>,</a:t>
            </a:r>
            <a:r>
              <a:rPr lang="zh-CN" altLang="en-US" sz="4400" dirty="0"/>
              <a:t>将出的元素的指针域和数据域</a:t>
            </a:r>
            <a:r>
              <a:rPr lang="zh-CN" altLang="en-US" sz="4400" dirty="0">
                <a:highlight>
                  <a:srgbClr val="00FF00"/>
                </a:highlight>
              </a:rPr>
              <a:t>分别存放</a:t>
            </a:r>
            <a:r>
              <a:rPr lang="en-US" altLang="zh-CN" sz="4400" dirty="0"/>
              <a:t>,</a:t>
            </a:r>
            <a:r>
              <a:rPr lang="zh-CN" altLang="en-US" sz="4400" dirty="0">
                <a:highlight>
                  <a:srgbClr val="00FF00"/>
                </a:highlight>
              </a:rPr>
              <a:t>修改指针</a:t>
            </a:r>
            <a:endParaRPr lang="en-US" altLang="zh-CN" sz="4400" dirty="0">
              <a:highlight>
                <a:srgbClr val="00FF00"/>
              </a:highlight>
            </a:endParaRPr>
          </a:p>
          <a:p>
            <a:r>
              <a:rPr lang="en-US" altLang="zh-CN" sz="4400" dirty="0"/>
              <a:t>4.</a:t>
            </a:r>
            <a:r>
              <a:rPr lang="zh-CN" altLang="en-US" sz="4400" dirty="0"/>
              <a:t>取</a:t>
            </a:r>
            <a:r>
              <a:rPr lang="en-US" altLang="zh-CN" sz="4400" dirty="0"/>
              <a:t>:</a:t>
            </a:r>
            <a:r>
              <a:rPr lang="zh-CN" altLang="en-US" sz="4400" dirty="0"/>
              <a:t>判断是否空</a:t>
            </a:r>
            <a:r>
              <a:rPr lang="en-US" altLang="zh-CN" sz="4400" dirty="0"/>
              <a:t>,</a:t>
            </a:r>
            <a:r>
              <a:rPr lang="zh-CN" altLang="en-US" sz="4400" dirty="0"/>
              <a:t>直接取出</a:t>
            </a:r>
          </a:p>
        </p:txBody>
      </p:sp>
    </p:spTree>
    <p:extLst>
      <p:ext uri="{BB962C8B-B14F-4D97-AF65-F5344CB8AC3E}">
        <p14:creationId xmlns:p14="http://schemas.microsoft.com/office/powerpoint/2010/main" val="757261179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1" name="Line 59"/>
          <p:cNvSpPr/>
          <p:nvPr/>
        </p:nvSpPr>
        <p:spPr>
          <a:xfrm>
            <a:off x="0" y="1268413"/>
            <a:ext cx="9144000" cy="0"/>
          </a:xfrm>
          <a:prstGeom prst="line">
            <a:avLst/>
          </a:prstGeom>
          <a:ln w="12700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6802" name="Rectangle 154"/>
          <p:cNvSpPr txBox="1"/>
          <p:nvPr/>
        </p:nvSpPr>
        <p:spPr>
          <a:xfrm>
            <a:off x="34925" y="1281113"/>
            <a:ext cx="4933950" cy="609600"/>
          </a:xfrm>
          <a:prstGeom prst="rect">
            <a:avLst/>
          </a:prstGeom>
          <a:solidFill>
            <a:srgbClr val="92D050"/>
          </a:solidFill>
          <a:ln w="9525">
            <a:noFill/>
          </a:ln>
        </p:spPr>
        <p:txBody>
          <a:bodyPr anchor="t" anchorCtr="0"/>
          <a:lstStyle/>
          <a:p>
            <a:pPr eaLnBrk="0" hangingPunct="0">
              <a:spcBef>
                <a:spcPct val="20000"/>
              </a:spcBef>
            </a:pPr>
            <a:r>
              <a:rPr lang="zh-CN" altLang="en-US" sz="2800" dirty="0">
                <a:latin typeface="华文楷体" panose="02010600040101010101" pitchFamily="2" charset="-122"/>
                <a:ea typeface="华文楷体" panose="02010600040101010101" pitchFamily="2" charset="-122"/>
              </a:rPr>
              <a:t>案例</a:t>
            </a:r>
            <a:r>
              <a:rPr lang="en-US" altLang="zh-CN" sz="2800" dirty="0">
                <a:latin typeface="华文楷体" panose="02010600040101010101" pitchFamily="2" charset="-122"/>
                <a:ea typeface="华文楷体" panose="02010600040101010101" pitchFamily="2" charset="-122"/>
              </a:rPr>
              <a:t>1 </a:t>
            </a:r>
            <a:r>
              <a:rPr lang="zh-CN" altLang="en-US" sz="2800" dirty="0">
                <a:latin typeface="华文楷体" panose="02010600040101010101" pitchFamily="2" charset="-122"/>
                <a:ea typeface="华文楷体" panose="02010600040101010101" pitchFamily="2" charset="-122"/>
              </a:rPr>
              <a:t>：数制的转换</a:t>
            </a:r>
          </a:p>
        </p:txBody>
      </p:sp>
      <p:sp>
        <p:nvSpPr>
          <p:cNvPr id="76803" name="Text Box 5"/>
          <p:cNvSpPr txBox="1"/>
          <p:nvPr/>
        </p:nvSpPr>
        <p:spPr>
          <a:xfrm>
            <a:off x="179388" y="1989138"/>
            <a:ext cx="8718550" cy="3563937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pPr eaLnBrk="0" hangingPunct="0">
              <a:spcBef>
                <a:spcPct val="20000"/>
              </a:spcBef>
            </a:pPr>
            <a:r>
              <a:rPr lang="en-US" altLang="zh-CN" dirty="0">
                <a:latin typeface="Times New Roman" panose="02020603050405020304" pitchFamily="18" charset="0"/>
                <a:ea typeface="楷体_GB2312" charset="-122"/>
              </a:rPr>
              <a:t>【</a:t>
            </a:r>
            <a:r>
              <a:rPr lang="zh-CN" altLang="en-US" dirty="0">
                <a:latin typeface="Times New Roman" panose="02020603050405020304" pitchFamily="18" charset="0"/>
                <a:ea typeface="楷体_GB2312" charset="-122"/>
              </a:rPr>
              <a:t>算法步骤</a:t>
            </a:r>
            <a:r>
              <a:rPr lang="en-US" altLang="zh-CN" dirty="0">
                <a:latin typeface="Times New Roman" panose="02020603050405020304" pitchFamily="18" charset="0"/>
                <a:ea typeface="楷体_GB2312" charset="-122"/>
              </a:rPr>
              <a:t>】</a:t>
            </a:r>
          </a:p>
          <a:p>
            <a:pPr eaLnBrk="0" hangingPunct="0">
              <a:spcBef>
                <a:spcPct val="20000"/>
              </a:spcBef>
            </a:pPr>
            <a:r>
              <a:rPr lang="zh-CN" altLang="en-US" dirty="0">
                <a:latin typeface="Times New Roman" panose="02020603050405020304" pitchFamily="18" charset="0"/>
                <a:ea typeface="楷体_GB2312" charset="-122"/>
              </a:rPr>
              <a:t>① 初始化一个空栈</a:t>
            </a:r>
            <a:r>
              <a:rPr lang="en-US" altLang="zh-CN" dirty="0">
                <a:latin typeface="Times New Roman" panose="02020603050405020304" pitchFamily="18" charset="0"/>
                <a:ea typeface="楷体_GB2312" charset="-122"/>
              </a:rPr>
              <a:t>S</a:t>
            </a:r>
            <a:r>
              <a:rPr lang="zh-CN" altLang="en-US" dirty="0">
                <a:latin typeface="Times New Roman" panose="02020603050405020304" pitchFamily="18" charset="0"/>
                <a:ea typeface="楷体_GB2312" charset="-122"/>
              </a:rPr>
              <a:t>。</a:t>
            </a:r>
          </a:p>
          <a:p>
            <a:pPr eaLnBrk="0" hangingPunct="0">
              <a:spcBef>
                <a:spcPct val="20000"/>
              </a:spcBef>
            </a:pPr>
            <a:r>
              <a:rPr lang="zh-CN" altLang="en-US" dirty="0">
                <a:latin typeface="Times New Roman" panose="02020603050405020304" pitchFamily="18" charset="0"/>
                <a:ea typeface="楷体_GB2312" charset="-122"/>
              </a:rPr>
              <a:t>②</a:t>
            </a:r>
            <a:r>
              <a:rPr lang="en-US" altLang="zh-CN" dirty="0">
                <a:latin typeface="Times New Roman" panose="02020603050405020304" pitchFamily="18" charset="0"/>
                <a:ea typeface="楷体_GB2312" charset="-122"/>
              </a:rPr>
              <a:t> </a:t>
            </a:r>
            <a:r>
              <a:rPr lang="zh-CN" altLang="en-US" dirty="0">
                <a:latin typeface="Times New Roman" panose="02020603050405020304" pitchFamily="18" charset="0"/>
                <a:ea typeface="楷体_GB2312" charset="-122"/>
              </a:rPr>
              <a:t>当十进制数</a:t>
            </a:r>
            <a:r>
              <a:rPr lang="en-US" altLang="zh-CN" dirty="0">
                <a:latin typeface="Times New Roman" panose="02020603050405020304" pitchFamily="18" charset="0"/>
                <a:ea typeface="楷体_GB2312" charset="-122"/>
              </a:rPr>
              <a:t>N</a:t>
            </a:r>
            <a:r>
              <a:rPr lang="zh-CN" altLang="en-US" dirty="0">
                <a:latin typeface="Times New Roman" panose="02020603050405020304" pitchFamily="18" charset="0"/>
                <a:ea typeface="楷体_GB2312" charset="-122"/>
              </a:rPr>
              <a:t>非零时，循环执行以下操作：</a:t>
            </a:r>
          </a:p>
          <a:p>
            <a:pPr lvl="1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l"/>
            </a:pPr>
            <a:r>
              <a:rPr lang="zh-CN" altLang="en-US" sz="2400" dirty="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rPr>
              <a:t>把</a:t>
            </a:r>
            <a:r>
              <a:rPr lang="en-US" altLang="zh-CN" sz="2400" dirty="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rPr>
              <a:t>N</a:t>
            </a:r>
            <a:r>
              <a:rPr lang="zh-CN" altLang="en-US" sz="2400" dirty="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rPr>
              <a:t>与</a:t>
            </a:r>
            <a:r>
              <a:rPr lang="en-US" altLang="zh-CN" sz="2400" dirty="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rPr>
              <a:t>8</a:t>
            </a:r>
            <a:r>
              <a:rPr lang="zh-CN" altLang="en-US" sz="2400" dirty="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rPr>
              <a:t>求余得到的八进制数压入栈</a:t>
            </a:r>
            <a:r>
              <a:rPr lang="en-US" altLang="zh-CN" sz="2400" dirty="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rPr>
              <a:t>S</a:t>
            </a:r>
            <a:r>
              <a:rPr lang="zh-CN" altLang="en-US" sz="2400" dirty="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rPr>
              <a:t>；</a:t>
            </a:r>
          </a:p>
          <a:p>
            <a:pPr lvl="1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l"/>
            </a:pPr>
            <a:r>
              <a:rPr lang="en-US" altLang="zh-CN" sz="2400" dirty="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rPr>
              <a:t>N</a:t>
            </a:r>
            <a:r>
              <a:rPr lang="zh-CN" altLang="en-US" sz="2400" dirty="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rPr>
              <a:t>更新为</a:t>
            </a:r>
            <a:r>
              <a:rPr lang="en-US" altLang="zh-CN" sz="2400" dirty="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rPr>
              <a:t>N</a:t>
            </a:r>
            <a:r>
              <a:rPr lang="zh-CN" altLang="en-US" sz="2400" dirty="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rPr>
              <a:t>与</a:t>
            </a:r>
            <a:r>
              <a:rPr lang="en-US" altLang="zh-CN" sz="2400" dirty="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rPr>
              <a:t>8</a:t>
            </a:r>
            <a:r>
              <a:rPr lang="zh-CN" altLang="en-US" sz="2400" dirty="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rPr>
              <a:t>的商。</a:t>
            </a:r>
          </a:p>
          <a:p>
            <a:pPr eaLnBrk="0" hangingPunct="0">
              <a:spcBef>
                <a:spcPct val="20000"/>
              </a:spcBef>
            </a:pPr>
            <a:r>
              <a:rPr lang="zh-CN" altLang="en-US" dirty="0">
                <a:latin typeface="Times New Roman" panose="02020603050405020304" pitchFamily="18" charset="0"/>
                <a:ea typeface="楷体_GB2312" charset="-122"/>
              </a:rPr>
              <a:t>③</a:t>
            </a:r>
            <a:r>
              <a:rPr lang="en-US" altLang="zh-CN" dirty="0">
                <a:latin typeface="Times New Roman" panose="02020603050405020304" pitchFamily="18" charset="0"/>
                <a:ea typeface="楷体_GB2312" charset="-122"/>
              </a:rPr>
              <a:t> </a:t>
            </a:r>
            <a:r>
              <a:rPr lang="zh-CN" altLang="en-US" dirty="0">
                <a:latin typeface="Times New Roman" panose="02020603050405020304" pitchFamily="18" charset="0"/>
                <a:ea typeface="楷体_GB2312" charset="-122"/>
              </a:rPr>
              <a:t>当栈</a:t>
            </a:r>
            <a:r>
              <a:rPr lang="en-US" altLang="zh-CN" dirty="0">
                <a:latin typeface="Times New Roman" panose="02020603050405020304" pitchFamily="18" charset="0"/>
                <a:ea typeface="楷体_GB2312" charset="-122"/>
              </a:rPr>
              <a:t>S</a:t>
            </a:r>
            <a:r>
              <a:rPr lang="zh-CN" altLang="en-US" dirty="0">
                <a:latin typeface="Times New Roman" panose="02020603050405020304" pitchFamily="18" charset="0"/>
                <a:ea typeface="楷体_GB2312" charset="-122"/>
              </a:rPr>
              <a:t>非空时，循环执行以下操作：</a:t>
            </a:r>
          </a:p>
          <a:p>
            <a:pPr lvl="1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l"/>
            </a:pPr>
            <a:r>
              <a:rPr lang="zh-CN" altLang="en-US" sz="2400" dirty="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rPr>
              <a:t>弹出栈顶元素</a:t>
            </a:r>
            <a:r>
              <a:rPr lang="en-US" altLang="zh-CN" sz="2400" dirty="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rPr>
              <a:t>e</a:t>
            </a:r>
            <a:r>
              <a:rPr lang="zh-CN" altLang="en-US" sz="2400" dirty="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rPr>
              <a:t>；</a:t>
            </a:r>
          </a:p>
          <a:p>
            <a:pPr lvl="1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l"/>
            </a:pPr>
            <a:r>
              <a:rPr lang="zh-CN" altLang="en-US" sz="2400" dirty="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rPr>
              <a:t>输出</a:t>
            </a:r>
            <a:r>
              <a:rPr lang="en-US" altLang="zh-CN" sz="2400" dirty="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rPr>
              <a:t>e</a:t>
            </a:r>
            <a:r>
              <a:rPr lang="zh-CN" altLang="en-US" sz="2400" dirty="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rPr>
              <a:t>。</a:t>
            </a:r>
          </a:p>
        </p:txBody>
      </p:sp>
      <p:sp>
        <p:nvSpPr>
          <p:cNvPr id="76804" name="文本框 2"/>
          <p:cNvSpPr txBox="1"/>
          <p:nvPr>
            <p:custDataLst>
              <p:tags r:id="rId1"/>
            </p:custDataLst>
          </p:nvPr>
        </p:nvSpPr>
        <p:spPr>
          <a:xfrm>
            <a:off x="34925" y="549275"/>
            <a:ext cx="7315200" cy="706438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lstStyle/>
          <a:p>
            <a:r>
              <a:rPr lang="en-US" altLang="zh-CN" sz="4000" dirty="0">
                <a:solidFill>
                  <a:srgbClr val="CC00CC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3.4 </a:t>
            </a:r>
            <a:r>
              <a:rPr lang="zh-CN" altLang="en-US" sz="4000" dirty="0">
                <a:solidFill>
                  <a:srgbClr val="CC00CC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案例分析与实现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5" name="Rectangle 1"/>
          <p:cNvSpPr/>
          <p:nvPr/>
        </p:nvSpPr>
        <p:spPr>
          <a:xfrm>
            <a:off x="0" y="620743"/>
            <a:ext cx="9144000" cy="5324535"/>
          </a:xfrm>
          <a:prstGeom prst="rect">
            <a:avLst/>
          </a:prstGeom>
          <a:noFill/>
          <a:ln w="9525">
            <a:noFill/>
          </a:ln>
        </p:spPr>
        <p:txBody>
          <a:bodyPr anchor="ctr" anchorCtr="0">
            <a:spAutoFit/>
          </a:bodyPr>
          <a:lstStyle/>
          <a:p>
            <a:pPr indent="254000" eaLnBrk="0" hangingPunct="0">
              <a:spcBef>
                <a:spcPct val="20000"/>
              </a:spcBef>
            </a:pPr>
            <a:r>
              <a:rPr lang="zh-CN" altLang="zh-CN" sz="2000" dirty="0">
                <a:latin typeface="Times New Roman" panose="02020603050405020304" pitchFamily="18" charset="0"/>
                <a:ea typeface="方正书宋简体" charset="-122"/>
              </a:rPr>
              <a:t>【</a:t>
            </a:r>
            <a:r>
              <a:rPr lang="zh-CN" altLang="en-US" sz="2000" dirty="0">
                <a:latin typeface="Times New Roman" panose="02020603050405020304" pitchFamily="18" charset="0"/>
                <a:ea typeface="方正书宋简体" charset="-122"/>
              </a:rPr>
              <a:t>算法描述</a:t>
            </a:r>
            <a:r>
              <a:rPr lang="zh-CN" altLang="zh-CN" sz="2000" dirty="0">
                <a:latin typeface="Times New Roman" panose="02020603050405020304" pitchFamily="18" charset="0"/>
                <a:ea typeface="方正书宋简体" charset="-122"/>
              </a:rPr>
              <a:t>】</a:t>
            </a:r>
            <a:endParaRPr lang="zh-CN" altLang="zh-CN" sz="2000" dirty="0">
              <a:latin typeface="Times New Roman" panose="02020603050405020304" pitchFamily="18" charset="0"/>
              <a:ea typeface="楷体_GB2312" charset="-122"/>
            </a:endParaRPr>
          </a:p>
          <a:p>
            <a:pPr indent="254000" eaLnBrk="0" hangingPunct="0"/>
            <a:r>
              <a:rPr lang="en-US" altLang="zh-CN" sz="2000" dirty="0">
                <a:latin typeface="Courier New" panose="02070309020205020404" pitchFamily="49" charset="0"/>
                <a:ea typeface="方正书宋简体" charset="-122"/>
              </a:rPr>
              <a:t>void </a:t>
            </a:r>
            <a:r>
              <a:rPr lang="en-US" altLang="zh-CN" sz="2000" dirty="0">
                <a:solidFill>
                  <a:srgbClr val="FF0000"/>
                </a:solidFill>
                <a:latin typeface="Courier New" panose="02070309020205020404" pitchFamily="49" charset="0"/>
                <a:ea typeface="方正书宋简体" charset="-122"/>
              </a:rPr>
              <a:t>conversion(int N)</a:t>
            </a:r>
            <a:endParaRPr lang="en-US" altLang="zh-CN" sz="2000" dirty="0">
              <a:solidFill>
                <a:srgbClr val="FF0000"/>
              </a:solidFill>
              <a:ea typeface="方正书宋简体" charset="-122"/>
            </a:endParaRPr>
          </a:p>
          <a:p>
            <a:pPr indent="254000" eaLnBrk="0" hangingPunct="0"/>
            <a:r>
              <a:rPr lang="en-US" altLang="zh-CN" sz="2000" dirty="0">
                <a:latin typeface="Courier New" panose="02070309020205020404" pitchFamily="49" charset="0"/>
                <a:ea typeface="方正书宋简体" charset="-122"/>
              </a:rPr>
              <a:t>{//</a:t>
            </a:r>
            <a:r>
              <a:rPr lang="zh-CN" altLang="en-US" sz="2000" dirty="0">
                <a:latin typeface="Courier New" panose="02070309020205020404" pitchFamily="49" charset="0"/>
                <a:ea typeface="方正书宋简体" charset="-122"/>
              </a:rPr>
              <a:t>对于任意一个非负十进制数，打印输出与其等值的八进制数</a:t>
            </a:r>
            <a:endParaRPr lang="zh-CN" altLang="en-US" sz="2000" dirty="0">
              <a:latin typeface="Times New Roman" panose="02020603050405020304" pitchFamily="18" charset="0"/>
              <a:ea typeface="楷体_GB2312" charset="-122"/>
            </a:endParaRPr>
          </a:p>
          <a:p>
            <a:pPr indent="254000" eaLnBrk="0" hangingPunct="0"/>
            <a:r>
              <a:rPr lang="en-US" altLang="zh-CN" sz="2000" dirty="0">
                <a:latin typeface="Courier New" panose="02070309020205020404" pitchFamily="49" charset="0"/>
                <a:ea typeface="方正书宋简体" charset="-122"/>
              </a:rPr>
              <a:t>   </a:t>
            </a:r>
            <a:r>
              <a:rPr lang="en-US" altLang="zh-CN" sz="2000" dirty="0" err="1">
                <a:latin typeface="Courier New" panose="02070309020205020404" pitchFamily="49" charset="0"/>
                <a:ea typeface="方正书宋简体" charset="-122"/>
              </a:rPr>
              <a:t>SqStack</a:t>
            </a:r>
            <a:r>
              <a:rPr lang="en-US" altLang="zh-CN" sz="2000" dirty="0">
                <a:latin typeface="Courier New" panose="02070309020205020404" pitchFamily="49" charset="0"/>
                <a:ea typeface="方正书宋简体" charset="-122"/>
              </a:rPr>
              <a:t> </a:t>
            </a:r>
            <a:r>
              <a:rPr lang="en-US" altLang="zh-CN" sz="2000" dirty="0" err="1">
                <a:latin typeface="Courier New" panose="02070309020205020404" pitchFamily="49" charset="0"/>
                <a:ea typeface="方正书宋简体" charset="-122"/>
              </a:rPr>
              <a:t>myStack</a:t>
            </a:r>
            <a:r>
              <a:rPr lang="en-US" altLang="zh-CN" sz="2000" dirty="0">
                <a:latin typeface="Courier New" panose="02070309020205020404" pitchFamily="49" charset="0"/>
                <a:ea typeface="方正书宋简体" charset="-122"/>
              </a:rPr>
              <a:t>;</a:t>
            </a:r>
          </a:p>
          <a:p>
            <a:pPr indent="254000" eaLnBrk="0" hangingPunct="0"/>
            <a:r>
              <a:rPr lang="en-US" altLang="zh-CN" sz="2000" dirty="0">
                <a:latin typeface="Courier New" panose="02070309020205020404" pitchFamily="49" charset="0"/>
                <a:ea typeface="方正书宋简体" charset="-122"/>
              </a:rPr>
              <a:t>   </a:t>
            </a:r>
            <a:r>
              <a:rPr lang="en-US" altLang="zh-CN" sz="2000" dirty="0" err="1">
                <a:latin typeface="Courier New" panose="02070309020205020404" pitchFamily="49" charset="0"/>
                <a:ea typeface="方正书宋简体" charset="-122"/>
              </a:rPr>
              <a:t>InitStack</a:t>
            </a:r>
            <a:r>
              <a:rPr lang="en-US" altLang="zh-CN" sz="2000" dirty="0">
                <a:latin typeface="Courier New" panose="02070309020205020404" pitchFamily="49" charset="0"/>
                <a:ea typeface="方正书宋简体" charset="-122"/>
              </a:rPr>
              <a:t>(&amp;</a:t>
            </a:r>
            <a:r>
              <a:rPr lang="en-US" altLang="zh-CN" sz="2000" dirty="0" err="1">
                <a:latin typeface="Courier New" panose="02070309020205020404" pitchFamily="49" charset="0"/>
                <a:ea typeface="方正书宋简体" charset="-122"/>
              </a:rPr>
              <a:t>myStack</a:t>
            </a:r>
            <a:r>
              <a:rPr lang="en-US" altLang="zh-CN" sz="2000" dirty="0">
                <a:latin typeface="Courier New" panose="02070309020205020404" pitchFamily="49" charset="0"/>
                <a:ea typeface="方正书宋简体" charset="-122"/>
              </a:rPr>
              <a:t>);	//</a:t>
            </a:r>
            <a:r>
              <a:rPr lang="zh-CN" altLang="en-US" sz="2000" dirty="0">
                <a:latin typeface="Courier New" panose="02070309020205020404" pitchFamily="49" charset="0"/>
                <a:ea typeface="方正书宋简体" charset="-122"/>
              </a:rPr>
              <a:t>创建</a:t>
            </a:r>
            <a:r>
              <a:rPr lang="en-US" altLang="zh-CN" sz="2000" dirty="0">
                <a:latin typeface="Courier New" panose="02070309020205020404" pitchFamily="49" charset="0"/>
                <a:ea typeface="方正书宋简体" charset="-122"/>
              </a:rPr>
              <a:t>+</a:t>
            </a:r>
            <a:r>
              <a:rPr lang="zh-CN" altLang="en-US" sz="2000" dirty="0">
                <a:latin typeface="Courier New" panose="02070309020205020404" pitchFamily="49" charset="0"/>
                <a:ea typeface="方正书宋简体" charset="-122"/>
              </a:rPr>
              <a:t>初始化</a:t>
            </a:r>
            <a:endParaRPr lang="en-US" altLang="zh-CN" sz="2000" dirty="0">
              <a:latin typeface="Courier New" panose="02070309020205020404" pitchFamily="49" charset="0"/>
              <a:ea typeface="方正书宋简体" charset="-122"/>
            </a:endParaRPr>
          </a:p>
          <a:p>
            <a:pPr indent="254000" eaLnBrk="0" hangingPunct="0"/>
            <a:r>
              <a:rPr lang="en-US" altLang="zh-CN" sz="2000" dirty="0">
                <a:latin typeface="Courier New" panose="02070309020205020404" pitchFamily="49" charset="0"/>
                <a:ea typeface="方正书宋简体" charset="-122"/>
              </a:rPr>
              <a:t>   </a:t>
            </a:r>
            <a:r>
              <a:rPr lang="en-US" altLang="zh-CN" sz="2000" dirty="0" err="1">
                <a:latin typeface="Courier New" panose="02070309020205020404" pitchFamily="49" charset="0"/>
                <a:ea typeface="方正书宋简体" charset="-122"/>
              </a:rPr>
              <a:t>SElemType</a:t>
            </a:r>
            <a:r>
              <a:rPr lang="en-US" altLang="zh-CN" sz="2000" dirty="0">
                <a:latin typeface="Courier New" panose="02070309020205020404" pitchFamily="49" charset="0"/>
                <a:ea typeface="方正书宋简体" charset="-122"/>
              </a:rPr>
              <a:t> </a:t>
            </a:r>
            <a:r>
              <a:rPr lang="en-US" altLang="zh-CN" sz="2000" dirty="0" err="1">
                <a:latin typeface="Courier New" panose="02070309020205020404" pitchFamily="49" charset="0"/>
                <a:ea typeface="方正书宋简体" charset="-122"/>
              </a:rPr>
              <a:t>elem</a:t>
            </a:r>
            <a:r>
              <a:rPr lang="en-US" altLang="zh-CN" sz="2000" dirty="0">
                <a:latin typeface="Courier New" panose="02070309020205020404" pitchFamily="49" charset="0"/>
                <a:ea typeface="方正书宋简体" charset="-122"/>
              </a:rPr>
              <a:t>;</a:t>
            </a:r>
          </a:p>
          <a:p>
            <a:pPr indent="254000" eaLnBrk="0" hangingPunct="0"/>
            <a:r>
              <a:rPr lang="en-US" altLang="zh-CN" sz="2000" dirty="0">
                <a:latin typeface="Courier New" panose="02070309020205020404" pitchFamily="49" charset="0"/>
                <a:ea typeface="方正书宋简体" charset="-122"/>
              </a:rPr>
              <a:t>   while(N)	//</a:t>
            </a:r>
          </a:p>
          <a:p>
            <a:pPr indent="254000" eaLnBrk="0" hangingPunct="0"/>
            <a:r>
              <a:rPr lang="en-US" altLang="zh-CN" sz="2000" dirty="0">
                <a:latin typeface="Courier New" panose="02070309020205020404" pitchFamily="49" charset="0"/>
                <a:ea typeface="方正书宋简体" charset="-122"/>
              </a:rPr>
              <a:t>   {</a:t>
            </a:r>
          </a:p>
          <a:p>
            <a:pPr indent="254000" eaLnBrk="0" hangingPunct="0"/>
            <a:r>
              <a:rPr lang="en-US" altLang="zh-CN" sz="2000" dirty="0">
                <a:latin typeface="Courier New" panose="02070309020205020404" pitchFamily="49" charset="0"/>
                <a:ea typeface="方正书宋简体" charset="-122"/>
              </a:rPr>
              <a:t>      Push(&amp;myStack,N%8);	</a:t>
            </a:r>
          </a:p>
          <a:p>
            <a:pPr indent="254000" eaLnBrk="0" hangingPunct="0"/>
            <a:r>
              <a:rPr lang="en-US" altLang="zh-CN" sz="2000" dirty="0">
                <a:latin typeface="Courier New" panose="02070309020205020404" pitchFamily="49" charset="0"/>
                <a:ea typeface="方正书宋简体" charset="-122"/>
              </a:rPr>
              <a:t>      N=N/8;		//</a:t>
            </a:r>
            <a:r>
              <a:rPr lang="zh-CN" altLang="en-US" sz="2000" dirty="0">
                <a:highlight>
                  <a:srgbClr val="00FF00"/>
                </a:highlight>
                <a:latin typeface="Courier New" panose="02070309020205020404" pitchFamily="49" charset="0"/>
                <a:ea typeface="方正书宋简体" charset="-122"/>
              </a:rPr>
              <a:t>压入余数</a:t>
            </a:r>
            <a:r>
              <a:rPr lang="en-US" altLang="zh-CN" sz="2000" dirty="0">
                <a:highlight>
                  <a:srgbClr val="00FF00"/>
                </a:highlight>
                <a:latin typeface="Courier New" panose="02070309020205020404" pitchFamily="49" charset="0"/>
                <a:ea typeface="方正书宋简体" charset="-122"/>
              </a:rPr>
              <a:t>+</a:t>
            </a:r>
            <a:r>
              <a:rPr lang="zh-CN" altLang="en-US" sz="2000" dirty="0">
                <a:highlight>
                  <a:srgbClr val="00FF00"/>
                </a:highlight>
                <a:latin typeface="Courier New" panose="02070309020205020404" pitchFamily="49" charset="0"/>
                <a:ea typeface="方正书宋简体" charset="-122"/>
              </a:rPr>
              <a:t>本身减一位</a:t>
            </a:r>
            <a:endParaRPr lang="en-US" altLang="zh-CN" sz="2000" dirty="0">
              <a:highlight>
                <a:srgbClr val="00FF00"/>
              </a:highlight>
              <a:latin typeface="Courier New" panose="02070309020205020404" pitchFamily="49" charset="0"/>
              <a:ea typeface="方正书宋简体" charset="-122"/>
            </a:endParaRPr>
          </a:p>
          <a:p>
            <a:pPr indent="254000" eaLnBrk="0" hangingPunct="0"/>
            <a:r>
              <a:rPr lang="en-US" altLang="zh-CN" sz="2000" dirty="0">
                <a:latin typeface="Courier New" panose="02070309020205020404" pitchFamily="49" charset="0"/>
                <a:ea typeface="方正书宋简体" charset="-122"/>
              </a:rPr>
              <a:t>   }</a:t>
            </a:r>
          </a:p>
          <a:p>
            <a:pPr indent="254000" eaLnBrk="0" hangingPunct="0"/>
            <a:r>
              <a:rPr lang="en-US" altLang="zh-CN" sz="2000" dirty="0">
                <a:latin typeface="Courier New" panose="02070309020205020404" pitchFamily="49" charset="0"/>
                <a:ea typeface="方正书宋简体" charset="-122"/>
              </a:rPr>
              <a:t>   while(!</a:t>
            </a:r>
            <a:r>
              <a:rPr lang="en-US" altLang="zh-CN" sz="2000" dirty="0" err="1">
                <a:latin typeface="Courier New" panose="02070309020205020404" pitchFamily="49" charset="0"/>
                <a:ea typeface="方正书宋简体" charset="-122"/>
              </a:rPr>
              <a:t>StackEmpty</a:t>
            </a:r>
            <a:r>
              <a:rPr lang="en-US" altLang="zh-CN" sz="2000" dirty="0">
                <a:latin typeface="Courier New" panose="02070309020205020404" pitchFamily="49" charset="0"/>
                <a:ea typeface="方正书宋简体" charset="-122"/>
              </a:rPr>
              <a:t>(</a:t>
            </a:r>
            <a:r>
              <a:rPr lang="en-US" altLang="zh-CN" sz="2000" dirty="0" err="1">
                <a:latin typeface="Courier New" panose="02070309020205020404" pitchFamily="49" charset="0"/>
                <a:ea typeface="方正书宋简体" charset="-122"/>
              </a:rPr>
              <a:t>myStack</a:t>
            </a:r>
            <a:r>
              <a:rPr lang="en-US" altLang="zh-CN" sz="2000" dirty="0">
                <a:latin typeface="Courier New" panose="02070309020205020404" pitchFamily="49" charset="0"/>
                <a:ea typeface="方正书宋简体" charset="-122"/>
              </a:rPr>
              <a:t>))//</a:t>
            </a:r>
          </a:p>
          <a:p>
            <a:pPr indent="254000" eaLnBrk="0" hangingPunct="0"/>
            <a:r>
              <a:rPr lang="en-US" altLang="zh-CN" sz="2000" dirty="0">
                <a:latin typeface="Courier New" panose="02070309020205020404" pitchFamily="49" charset="0"/>
                <a:ea typeface="方正书宋简体" charset="-122"/>
              </a:rPr>
              <a:t>   {</a:t>
            </a:r>
          </a:p>
          <a:p>
            <a:pPr indent="254000" eaLnBrk="0" hangingPunct="0"/>
            <a:r>
              <a:rPr lang="en-US" altLang="zh-CN" sz="2000" dirty="0">
                <a:latin typeface="Courier New" panose="02070309020205020404" pitchFamily="49" charset="0"/>
                <a:ea typeface="方正书宋简体" charset="-122"/>
              </a:rPr>
              <a:t>      Pop(&amp;</a:t>
            </a:r>
            <a:r>
              <a:rPr lang="en-US" altLang="zh-CN" sz="2000" dirty="0" err="1">
                <a:latin typeface="Courier New" panose="02070309020205020404" pitchFamily="49" charset="0"/>
                <a:ea typeface="方正书宋简体" charset="-122"/>
              </a:rPr>
              <a:t>myStack</a:t>
            </a:r>
            <a:r>
              <a:rPr lang="en-US" altLang="zh-CN" sz="2000" dirty="0">
                <a:latin typeface="Courier New" panose="02070309020205020404" pitchFamily="49" charset="0"/>
                <a:ea typeface="方正书宋简体" charset="-122"/>
              </a:rPr>
              <a:t>,&amp;</a:t>
            </a:r>
            <a:r>
              <a:rPr lang="en-US" altLang="zh-CN" sz="2000" dirty="0" err="1">
                <a:latin typeface="Courier New" panose="02070309020205020404" pitchFamily="49" charset="0"/>
                <a:ea typeface="方正书宋简体" charset="-122"/>
              </a:rPr>
              <a:t>elem</a:t>
            </a:r>
            <a:r>
              <a:rPr lang="en-US" altLang="zh-CN" sz="2000" dirty="0">
                <a:latin typeface="Courier New" panose="02070309020205020404" pitchFamily="49" charset="0"/>
                <a:ea typeface="方正书宋简体" charset="-122"/>
              </a:rPr>
              <a:t>);		//</a:t>
            </a:r>
            <a:r>
              <a:rPr lang="zh-CN" altLang="en-US" sz="2000" dirty="0">
                <a:latin typeface="Courier New" panose="02070309020205020404" pitchFamily="49" charset="0"/>
                <a:ea typeface="方正书宋简体" charset="-122"/>
              </a:rPr>
              <a:t>出</a:t>
            </a:r>
            <a:endParaRPr lang="en-US" altLang="zh-CN" sz="2000" dirty="0">
              <a:latin typeface="Courier New" panose="02070309020205020404" pitchFamily="49" charset="0"/>
              <a:ea typeface="方正书宋简体" charset="-122"/>
            </a:endParaRPr>
          </a:p>
          <a:p>
            <a:pPr indent="254000" eaLnBrk="0" hangingPunct="0"/>
            <a:r>
              <a:rPr lang="en-US" altLang="zh-CN" sz="2000" dirty="0">
                <a:latin typeface="Courier New" panose="02070309020205020404" pitchFamily="49" charset="0"/>
                <a:ea typeface="方正书宋简体" charset="-122"/>
              </a:rPr>
              <a:t>      </a:t>
            </a:r>
            <a:r>
              <a:rPr lang="en-US" altLang="zh-CN" sz="2000" dirty="0" err="1">
                <a:latin typeface="Courier New" panose="02070309020205020404" pitchFamily="49" charset="0"/>
                <a:ea typeface="方正书宋简体" charset="-122"/>
              </a:rPr>
              <a:t>printf</a:t>
            </a:r>
            <a:r>
              <a:rPr lang="en-US" altLang="zh-CN" sz="2000" dirty="0">
                <a:latin typeface="Courier New" panose="02070309020205020404" pitchFamily="49" charset="0"/>
                <a:ea typeface="方正书宋简体" charset="-122"/>
              </a:rPr>
              <a:t>("%d ",</a:t>
            </a:r>
            <a:r>
              <a:rPr lang="en-US" altLang="zh-CN" sz="2000" dirty="0" err="1">
                <a:latin typeface="Courier New" panose="02070309020205020404" pitchFamily="49" charset="0"/>
                <a:ea typeface="方正书宋简体" charset="-122"/>
              </a:rPr>
              <a:t>elem</a:t>
            </a:r>
            <a:r>
              <a:rPr lang="en-US" altLang="zh-CN" sz="2000" dirty="0">
                <a:latin typeface="Courier New" panose="02070309020205020404" pitchFamily="49" charset="0"/>
                <a:ea typeface="方正书宋简体" charset="-122"/>
              </a:rPr>
              <a:t>);		//</a:t>
            </a:r>
          </a:p>
          <a:p>
            <a:pPr indent="254000" eaLnBrk="0" hangingPunct="0"/>
            <a:r>
              <a:rPr lang="en-US" altLang="zh-CN" sz="2000" dirty="0">
                <a:latin typeface="Courier New" panose="02070309020205020404" pitchFamily="49" charset="0"/>
                <a:ea typeface="方正书宋简体" charset="-122"/>
              </a:rPr>
              <a:t>   }</a:t>
            </a:r>
          </a:p>
          <a:p>
            <a:pPr indent="254000" eaLnBrk="0" hangingPunct="0"/>
            <a:r>
              <a:rPr lang="en-US" altLang="zh-CN" sz="2000" dirty="0">
                <a:latin typeface="Courier New" panose="02070309020205020404" pitchFamily="49" charset="0"/>
                <a:ea typeface="方正书宋简体" charset="-122"/>
              </a:rPr>
              <a:t>}</a:t>
            </a:r>
            <a:endParaRPr lang="en-US" altLang="zh-CN" sz="2000" dirty="0">
              <a:latin typeface="Times New Roman" panose="02020603050405020304" pitchFamily="18" charset="0"/>
              <a:ea typeface="楷体_GB2312" charset="-122"/>
            </a:endParaRPr>
          </a:p>
        </p:txBody>
      </p:sp>
      <p:sp>
        <p:nvSpPr>
          <p:cNvPr id="77826" name="Rectangle 154"/>
          <p:cNvSpPr txBox="1"/>
          <p:nvPr/>
        </p:nvSpPr>
        <p:spPr>
          <a:xfrm>
            <a:off x="0" y="0"/>
            <a:ext cx="4933950" cy="609600"/>
          </a:xfrm>
          <a:prstGeom prst="rect">
            <a:avLst/>
          </a:prstGeom>
          <a:solidFill>
            <a:srgbClr val="92D050"/>
          </a:solidFill>
          <a:ln w="9525">
            <a:noFill/>
          </a:ln>
        </p:spPr>
        <p:txBody>
          <a:bodyPr anchor="t" anchorCtr="0"/>
          <a:lstStyle/>
          <a:p>
            <a:pPr eaLnBrk="0" hangingPunct="0">
              <a:spcBef>
                <a:spcPct val="20000"/>
              </a:spcBef>
            </a:pPr>
            <a:r>
              <a:rPr lang="zh-CN" altLang="en-US" sz="2800" dirty="0">
                <a:latin typeface="华文楷体" panose="02010600040101010101" pitchFamily="2" charset="-122"/>
                <a:ea typeface="华文楷体" panose="02010600040101010101" pitchFamily="2" charset="-122"/>
              </a:rPr>
              <a:t>案例</a:t>
            </a:r>
            <a:r>
              <a:rPr lang="en-US" altLang="zh-CN" sz="2800" dirty="0">
                <a:latin typeface="华文楷体" panose="02010600040101010101" pitchFamily="2" charset="-122"/>
                <a:ea typeface="华文楷体" panose="02010600040101010101" pitchFamily="2" charset="-122"/>
              </a:rPr>
              <a:t>1 </a:t>
            </a:r>
            <a:r>
              <a:rPr lang="zh-CN" altLang="en-US" sz="2800" dirty="0">
                <a:latin typeface="华文楷体" panose="02010600040101010101" pitchFamily="2" charset="-122"/>
                <a:ea typeface="华文楷体" panose="02010600040101010101" pitchFamily="2" charset="-122"/>
              </a:rPr>
              <a:t>：数制的转换</a:t>
            </a:r>
          </a:p>
        </p:txBody>
      </p:sp>
      <p:sp>
        <p:nvSpPr>
          <p:cNvPr id="2" name="矩形 1"/>
          <p:cNvSpPr/>
          <p:nvPr/>
        </p:nvSpPr>
        <p:spPr>
          <a:xfrm>
            <a:off x="5076056" y="5805264"/>
            <a:ext cx="3549946" cy="83099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>
                <a:solidFill>
                  <a:srgbClr val="FF0000"/>
                </a:solidFill>
              </a:rPr>
              <a:t>参考代码</a:t>
            </a:r>
            <a:r>
              <a:rPr lang="en-US" altLang="zh-CN" dirty="0" err="1">
                <a:solidFill>
                  <a:srgbClr val="FF0000"/>
                </a:solidFill>
              </a:rPr>
              <a:t>SqStackTestDev</a:t>
            </a:r>
            <a:endParaRPr lang="en-US" altLang="zh-CN" dirty="0">
              <a:solidFill>
                <a:srgbClr val="FF0000"/>
              </a:solidFill>
            </a:endParaRPr>
          </a:p>
          <a:p>
            <a:r>
              <a:rPr lang="zh-CN" altLang="en-US" dirty="0">
                <a:solidFill>
                  <a:srgbClr val="FF0000"/>
                </a:solidFill>
              </a:rPr>
              <a:t>调用函数conversion(28);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49" name="Rectangle 154"/>
          <p:cNvSpPr txBox="1"/>
          <p:nvPr/>
        </p:nvSpPr>
        <p:spPr>
          <a:xfrm>
            <a:off x="0" y="0"/>
            <a:ext cx="4933950" cy="609600"/>
          </a:xfrm>
          <a:prstGeom prst="rect">
            <a:avLst/>
          </a:prstGeom>
          <a:solidFill>
            <a:srgbClr val="92D050"/>
          </a:solidFill>
          <a:ln w="9525">
            <a:noFill/>
          </a:ln>
        </p:spPr>
        <p:txBody>
          <a:bodyPr anchor="t" anchorCtr="0"/>
          <a:lstStyle/>
          <a:p>
            <a:pPr eaLnBrk="0" hangingPunct="0">
              <a:spcBef>
                <a:spcPct val="20000"/>
              </a:spcBef>
            </a:pPr>
            <a:r>
              <a:rPr lang="zh-CN" altLang="en-US" sz="2800" dirty="0">
                <a:latin typeface="华文楷体" panose="02010600040101010101" pitchFamily="2" charset="-122"/>
                <a:ea typeface="华文楷体" panose="02010600040101010101" pitchFamily="2" charset="-122"/>
              </a:rPr>
              <a:t>案例</a:t>
            </a:r>
            <a:r>
              <a:rPr lang="en-US" altLang="zh-CN" sz="2800" dirty="0">
                <a:latin typeface="华文楷体" panose="02010600040101010101" pitchFamily="2" charset="-122"/>
                <a:ea typeface="华文楷体" panose="02010600040101010101" pitchFamily="2" charset="-122"/>
              </a:rPr>
              <a:t>2 </a:t>
            </a:r>
            <a:r>
              <a:rPr lang="zh-CN" altLang="en-US" sz="2800" dirty="0">
                <a:latin typeface="华文楷体" panose="02010600040101010101" pitchFamily="2" charset="-122"/>
                <a:ea typeface="华文楷体" panose="02010600040101010101" pitchFamily="2" charset="-122"/>
              </a:rPr>
              <a:t>：括号的匹配</a:t>
            </a:r>
          </a:p>
        </p:txBody>
      </p:sp>
      <p:sp>
        <p:nvSpPr>
          <p:cNvPr id="78850" name="Text Box 5"/>
          <p:cNvSpPr txBox="1"/>
          <p:nvPr/>
        </p:nvSpPr>
        <p:spPr>
          <a:xfrm>
            <a:off x="250825" y="731838"/>
            <a:ext cx="8718550" cy="4524375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pPr eaLnBrk="0" hangingPunct="0">
              <a:spcBef>
                <a:spcPct val="20000"/>
              </a:spcBef>
            </a:pPr>
            <a:r>
              <a:rPr lang="en-US" altLang="zh-CN" sz="2000" dirty="0">
                <a:latin typeface="Times New Roman" panose="02020603050405020304" pitchFamily="18" charset="0"/>
                <a:ea typeface="楷体_GB2312" charset="-122"/>
              </a:rPr>
              <a:t>【</a:t>
            </a:r>
            <a:r>
              <a:rPr lang="zh-CN" altLang="en-US" sz="2000" dirty="0">
                <a:latin typeface="Times New Roman" panose="02020603050405020304" pitchFamily="18" charset="0"/>
                <a:ea typeface="楷体_GB2312" charset="-122"/>
              </a:rPr>
              <a:t>算法步骤</a:t>
            </a:r>
            <a:r>
              <a:rPr lang="en-US" altLang="zh-CN" sz="2000" dirty="0">
                <a:latin typeface="Times New Roman" panose="02020603050405020304" pitchFamily="18" charset="0"/>
                <a:ea typeface="楷体_GB2312" charset="-122"/>
              </a:rPr>
              <a:t>】</a:t>
            </a:r>
          </a:p>
          <a:p>
            <a:pPr eaLnBrk="0" hangingPunct="0">
              <a:spcBef>
                <a:spcPct val="20000"/>
              </a:spcBef>
            </a:pPr>
            <a:r>
              <a:rPr lang="en-US" altLang="zh-CN" sz="2000" dirty="0">
                <a:latin typeface="Times New Roman" panose="02020603050405020304" pitchFamily="18" charset="0"/>
                <a:ea typeface="楷体_GB2312" charset="-122"/>
              </a:rPr>
              <a:t>① </a:t>
            </a:r>
            <a:r>
              <a:rPr lang="zh-CN" altLang="en-US" sz="2000" dirty="0">
                <a:latin typeface="Times New Roman" panose="02020603050405020304" pitchFamily="18" charset="0"/>
                <a:ea typeface="楷体_GB2312" charset="-122"/>
              </a:rPr>
              <a:t>初始化一个空栈</a:t>
            </a:r>
            <a:r>
              <a:rPr lang="en-US" altLang="zh-CN" sz="2000" dirty="0">
                <a:latin typeface="Times New Roman" panose="02020603050405020304" pitchFamily="18" charset="0"/>
                <a:ea typeface="楷体_GB2312" charset="-122"/>
              </a:rPr>
              <a:t>S</a:t>
            </a:r>
            <a:r>
              <a:rPr lang="zh-CN" altLang="en-US" sz="2000" dirty="0">
                <a:latin typeface="Times New Roman" panose="02020603050405020304" pitchFamily="18" charset="0"/>
                <a:ea typeface="楷体_GB2312" charset="-122"/>
              </a:rPr>
              <a:t>。</a:t>
            </a:r>
          </a:p>
          <a:p>
            <a:pPr eaLnBrk="0" hangingPunct="0">
              <a:spcBef>
                <a:spcPct val="20000"/>
              </a:spcBef>
            </a:pPr>
            <a:r>
              <a:rPr lang="zh-CN" altLang="en-US" sz="2000" dirty="0">
                <a:latin typeface="Times New Roman" panose="02020603050405020304" pitchFamily="18" charset="0"/>
                <a:ea typeface="楷体_GB2312" charset="-122"/>
              </a:rPr>
              <a:t>② 设置一标记性变量</a:t>
            </a:r>
            <a:r>
              <a:rPr lang="en-US" altLang="zh-CN" sz="2000" dirty="0">
                <a:latin typeface="Times New Roman" panose="02020603050405020304" pitchFamily="18" charset="0"/>
                <a:ea typeface="楷体_GB2312" charset="-122"/>
              </a:rPr>
              <a:t>flag</a:t>
            </a:r>
            <a:r>
              <a:rPr lang="zh-CN" altLang="en-US" sz="2000" dirty="0">
                <a:latin typeface="Times New Roman" panose="02020603050405020304" pitchFamily="18" charset="0"/>
                <a:ea typeface="楷体_GB2312" charset="-122"/>
              </a:rPr>
              <a:t>，用来标记匹配结果以控制循环及返回结果，</a:t>
            </a:r>
            <a:r>
              <a:rPr lang="en-US" altLang="zh-CN" sz="2000" dirty="0">
                <a:latin typeface="Times New Roman" panose="02020603050405020304" pitchFamily="18" charset="0"/>
                <a:ea typeface="楷体_GB2312" charset="-122"/>
              </a:rPr>
              <a:t>1</a:t>
            </a:r>
            <a:r>
              <a:rPr lang="zh-CN" altLang="en-US" sz="2000" dirty="0">
                <a:latin typeface="Times New Roman" panose="02020603050405020304" pitchFamily="18" charset="0"/>
                <a:ea typeface="楷体_GB2312" charset="-122"/>
              </a:rPr>
              <a:t>表示正确匹配，</a:t>
            </a:r>
            <a:r>
              <a:rPr lang="en-US" altLang="zh-CN" sz="2000" dirty="0">
                <a:latin typeface="Times New Roman" panose="02020603050405020304" pitchFamily="18" charset="0"/>
                <a:ea typeface="楷体_GB2312" charset="-122"/>
              </a:rPr>
              <a:t>0</a:t>
            </a:r>
            <a:r>
              <a:rPr lang="zh-CN" altLang="en-US" sz="2000" dirty="0">
                <a:latin typeface="Times New Roman" panose="02020603050405020304" pitchFamily="18" charset="0"/>
                <a:ea typeface="楷体_GB2312" charset="-122"/>
              </a:rPr>
              <a:t>表示错误匹配，</a:t>
            </a:r>
            <a:r>
              <a:rPr lang="en-US" altLang="zh-CN" sz="2000" dirty="0">
                <a:latin typeface="Times New Roman" panose="02020603050405020304" pitchFamily="18" charset="0"/>
                <a:ea typeface="楷体_GB2312" charset="-122"/>
              </a:rPr>
              <a:t>flag</a:t>
            </a:r>
            <a:r>
              <a:rPr lang="zh-CN" altLang="en-US" sz="2000" dirty="0">
                <a:latin typeface="Times New Roman" panose="02020603050405020304" pitchFamily="18" charset="0"/>
                <a:ea typeface="楷体_GB2312" charset="-122"/>
              </a:rPr>
              <a:t>初值为</a:t>
            </a:r>
            <a:r>
              <a:rPr lang="en-US" altLang="zh-CN" sz="2000" dirty="0">
                <a:latin typeface="Times New Roman" panose="02020603050405020304" pitchFamily="18" charset="0"/>
                <a:ea typeface="楷体_GB2312" charset="-122"/>
              </a:rPr>
              <a:t>1</a:t>
            </a:r>
            <a:r>
              <a:rPr lang="zh-CN" altLang="en-US" sz="2000" dirty="0">
                <a:latin typeface="Times New Roman" panose="02020603050405020304" pitchFamily="18" charset="0"/>
                <a:ea typeface="楷体_GB2312" charset="-122"/>
              </a:rPr>
              <a:t>。</a:t>
            </a:r>
          </a:p>
          <a:p>
            <a:pPr eaLnBrk="0" hangingPunct="0">
              <a:spcBef>
                <a:spcPct val="20000"/>
              </a:spcBef>
            </a:pPr>
            <a:r>
              <a:rPr lang="zh-CN" altLang="en-US" sz="2000" dirty="0">
                <a:latin typeface="Times New Roman" panose="02020603050405020304" pitchFamily="18" charset="0"/>
                <a:ea typeface="楷体_GB2312" charset="-122"/>
              </a:rPr>
              <a:t>③ 扫描表达式，依次读入字符</a:t>
            </a:r>
            <a:r>
              <a:rPr lang="en-US" altLang="zh-CN" sz="2000" dirty="0">
                <a:latin typeface="Times New Roman" panose="02020603050405020304" pitchFamily="18" charset="0"/>
                <a:ea typeface="楷体_GB2312" charset="-122"/>
              </a:rPr>
              <a:t>ch</a:t>
            </a:r>
            <a:r>
              <a:rPr lang="zh-CN" altLang="en-US" sz="2000" dirty="0">
                <a:latin typeface="Times New Roman" panose="02020603050405020304" pitchFamily="18" charset="0"/>
                <a:ea typeface="楷体_GB2312" charset="-122"/>
              </a:rPr>
              <a:t>，如果表达式没有扫描完毕或</a:t>
            </a:r>
            <a:r>
              <a:rPr lang="en-US" altLang="zh-CN" sz="2000" dirty="0">
                <a:latin typeface="Times New Roman" panose="02020603050405020304" pitchFamily="18" charset="0"/>
                <a:ea typeface="楷体_GB2312" charset="-122"/>
              </a:rPr>
              <a:t>flag</a:t>
            </a:r>
            <a:r>
              <a:rPr lang="zh-CN" altLang="en-US" sz="2000" dirty="0">
                <a:latin typeface="Times New Roman" panose="02020603050405020304" pitchFamily="18" charset="0"/>
                <a:ea typeface="楷体_GB2312" charset="-122"/>
              </a:rPr>
              <a:t>非零，则循环执行以下操作：</a:t>
            </a:r>
          </a:p>
          <a:p>
            <a:pPr lvl="1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l"/>
            </a:pPr>
            <a:r>
              <a:rPr lang="zh-CN" altLang="en-US" sz="2000" dirty="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rPr>
              <a:t>若</a:t>
            </a:r>
            <a:r>
              <a:rPr lang="en-US" altLang="zh-CN" sz="2000" dirty="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rPr>
              <a:t>ch</a:t>
            </a:r>
            <a:r>
              <a:rPr lang="zh-CN" altLang="en-US" sz="2000" dirty="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rPr>
              <a:t>是左括号“</a:t>
            </a:r>
            <a:r>
              <a:rPr lang="en-US" altLang="zh-CN" sz="2000" dirty="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rPr>
              <a:t>[”</a:t>
            </a:r>
            <a:r>
              <a:rPr lang="zh-CN" altLang="en-US" sz="2000" dirty="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rPr>
              <a:t>或“</a:t>
            </a:r>
            <a:r>
              <a:rPr lang="en-US" altLang="zh-CN" sz="2000" dirty="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rPr>
              <a:t>(”</a:t>
            </a:r>
            <a:r>
              <a:rPr lang="zh-CN" altLang="en-US" sz="2000" dirty="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rPr>
              <a:t>，则将其压入栈；</a:t>
            </a:r>
          </a:p>
          <a:p>
            <a:pPr lvl="1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l"/>
            </a:pPr>
            <a:r>
              <a:rPr lang="zh-CN" altLang="en-US" sz="2000" dirty="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rPr>
              <a:t>若</a:t>
            </a:r>
            <a:r>
              <a:rPr lang="en-US" altLang="zh-CN" sz="2000" dirty="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rPr>
              <a:t>ch</a:t>
            </a:r>
            <a:r>
              <a:rPr lang="zh-CN" altLang="en-US" sz="2000" dirty="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rPr>
              <a:t>是右括号“</a:t>
            </a:r>
            <a:r>
              <a:rPr lang="en-US" altLang="zh-CN" sz="2000" dirty="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rPr>
              <a:t>)”</a:t>
            </a:r>
            <a:r>
              <a:rPr lang="zh-CN" altLang="en-US" sz="2000" dirty="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rPr>
              <a:t>，则根据当前栈顶元素的值分情况考虑：若栈非空且栈顶元素是“</a:t>
            </a:r>
            <a:r>
              <a:rPr lang="en-US" altLang="zh-CN" sz="2000" dirty="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rPr>
              <a:t>(”</a:t>
            </a:r>
            <a:r>
              <a:rPr lang="zh-CN" altLang="en-US" sz="2000" dirty="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rPr>
              <a:t>，则正确匹配，否则错误匹配，</a:t>
            </a:r>
            <a:r>
              <a:rPr lang="en-US" altLang="zh-CN" sz="2000" dirty="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rPr>
              <a:t>flag</a:t>
            </a:r>
            <a:r>
              <a:rPr lang="zh-CN" altLang="en-US" sz="2000" dirty="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rPr>
              <a:t>置为</a:t>
            </a:r>
            <a:r>
              <a:rPr lang="en-US" altLang="zh-CN" sz="2000" dirty="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rPr>
              <a:t>0</a:t>
            </a:r>
            <a:r>
              <a:rPr lang="zh-CN" altLang="en-US" sz="2000" dirty="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rPr>
              <a:t>；</a:t>
            </a:r>
          </a:p>
          <a:p>
            <a:pPr lvl="1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l"/>
            </a:pPr>
            <a:r>
              <a:rPr lang="zh-CN" altLang="en-US" sz="2000" dirty="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rPr>
              <a:t>若</a:t>
            </a:r>
            <a:r>
              <a:rPr lang="en-US" altLang="zh-CN" sz="2000" dirty="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rPr>
              <a:t>ch</a:t>
            </a:r>
            <a:r>
              <a:rPr lang="zh-CN" altLang="en-US" sz="2000" dirty="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rPr>
              <a:t>是右括号“</a:t>
            </a:r>
            <a:r>
              <a:rPr lang="en-US" altLang="zh-CN" sz="2000" dirty="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rPr>
              <a:t>]”</a:t>
            </a:r>
            <a:r>
              <a:rPr lang="zh-CN" altLang="en-US" sz="2000" dirty="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rPr>
              <a:t>，则根据当前栈顶元素的值分情况考虑：若栈非空且栈顶元素是“</a:t>
            </a:r>
            <a:r>
              <a:rPr lang="en-US" altLang="zh-CN" sz="2000" dirty="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rPr>
              <a:t>[”</a:t>
            </a:r>
            <a:r>
              <a:rPr lang="zh-CN" altLang="en-US" sz="2000" dirty="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rPr>
              <a:t>，则正确匹配，否则错误匹配，</a:t>
            </a:r>
            <a:r>
              <a:rPr lang="en-US" altLang="zh-CN" sz="2000" dirty="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rPr>
              <a:t>flag</a:t>
            </a:r>
            <a:r>
              <a:rPr lang="zh-CN" altLang="en-US" sz="2000" dirty="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rPr>
              <a:t>置为</a:t>
            </a:r>
            <a:r>
              <a:rPr lang="en-US" altLang="zh-CN" sz="2000" dirty="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rPr>
              <a:t>0</a:t>
            </a:r>
            <a:r>
              <a:rPr lang="zh-CN" altLang="en-US" sz="2000" dirty="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rPr>
              <a:t>。</a:t>
            </a:r>
          </a:p>
          <a:p>
            <a:pPr eaLnBrk="0" hangingPunct="0">
              <a:spcBef>
                <a:spcPct val="20000"/>
              </a:spcBef>
            </a:pPr>
            <a:r>
              <a:rPr lang="zh-CN" altLang="en-US" sz="2000" dirty="0">
                <a:latin typeface="Times New Roman" panose="02020603050405020304" pitchFamily="18" charset="0"/>
                <a:ea typeface="楷体_GB2312" charset="-122"/>
              </a:rPr>
              <a:t>④ 退出循环后，如果栈空且</a:t>
            </a:r>
            <a:r>
              <a:rPr lang="en-US" altLang="zh-CN" sz="2000" dirty="0">
                <a:latin typeface="Times New Roman" panose="02020603050405020304" pitchFamily="18" charset="0"/>
                <a:ea typeface="楷体_GB2312" charset="-122"/>
              </a:rPr>
              <a:t>flag</a:t>
            </a:r>
            <a:r>
              <a:rPr lang="zh-CN" altLang="en-US" sz="2000" dirty="0">
                <a:latin typeface="Times New Roman" panose="02020603050405020304" pitchFamily="18" charset="0"/>
                <a:ea typeface="楷体_GB2312" charset="-122"/>
              </a:rPr>
              <a:t>值为</a:t>
            </a:r>
            <a:r>
              <a:rPr lang="en-US" altLang="zh-CN" sz="2000" dirty="0">
                <a:latin typeface="Times New Roman" panose="02020603050405020304" pitchFamily="18" charset="0"/>
                <a:ea typeface="楷体_GB2312" charset="-122"/>
              </a:rPr>
              <a:t>1</a:t>
            </a:r>
            <a:r>
              <a:rPr lang="zh-CN" altLang="en-US" sz="2000" dirty="0">
                <a:latin typeface="Times New Roman" panose="02020603050405020304" pitchFamily="18" charset="0"/>
                <a:ea typeface="楷体_GB2312" charset="-122"/>
              </a:rPr>
              <a:t>，则匹配成功，返回</a:t>
            </a:r>
            <a:r>
              <a:rPr lang="en-US" altLang="zh-CN" sz="2000" dirty="0">
                <a:latin typeface="Times New Roman" panose="02020603050405020304" pitchFamily="18" charset="0"/>
                <a:ea typeface="楷体_GB2312" charset="-122"/>
              </a:rPr>
              <a:t>true</a:t>
            </a:r>
            <a:r>
              <a:rPr lang="zh-CN" altLang="en-US" sz="2000" dirty="0">
                <a:latin typeface="Times New Roman" panose="02020603050405020304" pitchFamily="18" charset="0"/>
                <a:ea typeface="楷体_GB2312" charset="-122"/>
              </a:rPr>
              <a:t>，否则返回</a:t>
            </a:r>
            <a:r>
              <a:rPr lang="en-US" altLang="zh-CN" sz="2000" dirty="0">
                <a:latin typeface="Times New Roman" panose="02020603050405020304" pitchFamily="18" charset="0"/>
                <a:ea typeface="楷体_GB2312" charset="-122"/>
              </a:rPr>
              <a:t>false</a:t>
            </a:r>
            <a:r>
              <a:rPr lang="zh-CN" altLang="en-US" sz="2000" dirty="0">
                <a:latin typeface="Times New Roman" panose="02020603050405020304" pitchFamily="18" charset="0"/>
                <a:ea typeface="楷体_GB2312" charset="-122"/>
              </a:rPr>
              <a:t>。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49" name="Rectangle 154"/>
          <p:cNvSpPr txBox="1"/>
          <p:nvPr/>
        </p:nvSpPr>
        <p:spPr>
          <a:xfrm>
            <a:off x="0" y="0"/>
            <a:ext cx="4933950" cy="609600"/>
          </a:xfrm>
          <a:prstGeom prst="rect">
            <a:avLst/>
          </a:prstGeom>
          <a:solidFill>
            <a:srgbClr val="92D050"/>
          </a:solidFill>
          <a:ln w="9525">
            <a:noFill/>
          </a:ln>
        </p:spPr>
        <p:txBody>
          <a:bodyPr anchor="t" anchorCtr="0"/>
          <a:lstStyle/>
          <a:p>
            <a:pPr eaLnBrk="0" hangingPunct="0">
              <a:spcBef>
                <a:spcPct val="20000"/>
              </a:spcBef>
            </a:pPr>
            <a:r>
              <a:rPr lang="zh-CN" altLang="en-US" sz="2800" dirty="0">
                <a:latin typeface="华文楷体" panose="02010600040101010101" pitchFamily="2" charset="-122"/>
                <a:ea typeface="华文楷体" panose="02010600040101010101" pitchFamily="2" charset="-122"/>
              </a:rPr>
              <a:t>案例</a:t>
            </a:r>
            <a:r>
              <a:rPr lang="en-US" altLang="zh-CN" sz="2800" dirty="0">
                <a:latin typeface="华文楷体" panose="02010600040101010101" pitchFamily="2" charset="-122"/>
                <a:ea typeface="华文楷体" panose="02010600040101010101" pitchFamily="2" charset="-122"/>
              </a:rPr>
              <a:t>2 </a:t>
            </a:r>
            <a:r>
              <a:rPr lang="zh-CN" altLang="en-US" sz="2800" dirty="0">
                <a:latin typeface="华文楷体" panose="02010600040101010101" pitchFamily="2" charset="-122"/>
                <a:ea typeface="华文楷体" panose="02010600040101010101" pitchFamily="2" charset="-122"/>
              </a:rPr>
              <a:t>：括号的匹配</a:t>
            </a:r>
          </a:p>
        </p:txBody>
      </p:sp>
      <p:sp>
        <p:nvSpPr>
          <p:cNvPr id="78850" name="Text Box 5"/>
          <p:cNvSpPr txBox="1"/>
          <p:nvPr/>
        </p:nvSpPr>
        <p:spPr>
          <a:xfrm>
            <a:off x="250825" y="731838"/>
            <a:ext cx="8718550" cy="3797963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pPr eaLnBrk="0" hangingPunct="0">
              <a:spcBef>
                <a:spcPct val="20000"/>
              </a:spcBef>
            </a:pPr>
            <a:r>
              <a:rPr lang="zh-CN" altLang="en-US" dirty="0">
                <a:latin typeface="Times New Roman" panose="02020603050405020304" pitchFamily="18" charset="0"/>
                <a:ea typeface="楷体_GB2312" charset="-122"/>
              </a:rPr>
              <a:t>Status Matching(</a:t>
            </a:r>
            <a:r>
              <a:rPr lang="en-US" altLang="zh-CN" dirty="0">
                <a:latin typeface="Times New Roman" panose="02020603050405020304" pitchFamily="18" charset="0"/>
                <a:ea typeface="楷体_GB2312" charset="-122"/>
              </a:rPr>
              <a:t> </a:t>
            </a:r>
            <a:r>
              <a:rPr lang="zh-CN" altLang="en-US" dirty="0">
                <a:latin typeface="Times New Roman" panose="02020603050405020304" pitchFamily="18" charset="0"/>
                <a:ea typeface="楷体_GB2312" charset="-122"/>
              </a:rPr>
              <a:t>)</a:t>
            </a:r>
          </a:p>
          <a:p>
            <a:pPr eaLnBrk="0" hangingPunct="0">
              <a:spcBef>
                <a:spcPct val="20000"/>
              </a:spcBef>
            </a:pPr>
            <a:r>
              <a:rPr lang="zh-CN" altLang="en-US" dirty="0">
                <a:latin typeface="Times New Roman" panose="02020603050405020304" pitchFamily="18" charset="0"/>
                <a:ea typeface="楷体_GB2312" charset="-122"/>
              </a:rPr>
              <a:t> {</a:t>
            </a:r>
          </a:p>
          <a:p>
            <a:pPr eaLnBrk="0" hangingPunct="0">
              <a:spcBef>
                <a:spcPct val="20000"/>
              </a:spcBef>
            </a:pPr>
            <a:r>
              <a:rPr lang="zh-CN" altLang="en-US" sz="2000" dirty="0"/>
              <a:t> </a:t>
            </a:r>
            <a:r>
              <a:rPr lang="en-US" altLang="zh-CN" sz="2000" dirty="0"/>
              <a:t>//</a:t>
            </a:r>
            <a:r>
              <a:rPr lang="zh-CN" altLang="en-US" sz="2000" dirty="0"/>
              <a:t>检验表达式中所含括号是否正确匹配，如果匹配，则返回</a:t>
            </a:r>
            <a:r>
              <a:rPr lang="en-US" altLang="zh-CN" sz="2000" dirty="0"/>
              <a:t>true</a:t>
            </a:r>
            <a:r>
              <a:rPr lang="zh-CN" altLang="en-US" sz="2000" dirty="0"/>
              <a:t>，否则返回</a:t>
            </a:r>
            <a:r>
              <a:rPr lang="en-US" altLang="zh-CN" sz="2000" dirty="0"/>
              <a:t>false   </a:t>
            </a:r>
          </a:p>
          <a:p>
            <a:pPr eaLnBrk="0" hangingPunct="0">
              <a:spcBef>
                <a:spcPct val="20000"/>
              </a:spcBef>
            </a:pPr>
            <a:r>
              <a:rPr lang="en-US" altLang="zh-CN" sz="2000" dirty="0"/>
              <a:t>               char </a:t>
            </a:r>
            <a:r>
              <a:rPr lang="en-US" altLang="zh-CN" sz="2000" dirty="0" err="1"/>
              <a:t>ch</a:t>
            </a:r>
            <a:r>
              <a:rPr lang="en-US" altLang="zh-CN" sz="2000" dirty="0"/>
              <a:t>; </a:t>
            </a:r>
          </a:p>
          <a:p>
            <a:pPr eaLnBrk="0" hangingPunct="0">
              <a:spcBef>
                <a:spcPct val="20000"/>
              </a:spcBef>
            </a:pPr>
            <a:r>
              <a:rPr lang="en-US" altLang="zh-CN" sz="2000" dirty="0"/>
              <a:t>               </a:t>
            </a:r>
            <a:r>
              <a:rPr lang="en-US" altLang="zh-CN" sz="2000" dirty="0" err="1"/>
              <a:t>SElemType</a:t>
            </a:r>
            <a:r>
              <a:rPr lang="en-US" altLang="zh-CN" sz="2000" dirty="0"/>
              <a:t> x;</a:t>
            </a:r>
          </a:p>
          <a:p>
            <a:pPr eaLnBrk="0" hangingPunct="0">
              <a:spcBef>
                <a:spcPct val="20000"/>
              </a:spcBef>
            </a:pPr>
            <a:r>
              <a:rPr lang="en-US" altLang="zh-CN" sz="2000" dirty="0"/>
              <a:t>               </a:t>
            </a:r>
            <a:r>
              <a:rPr lang="en-US" altLang="zh-CN" sz="2000" dirty="0" err="1"/>
              <a:t>LinkStack</a:t>
            </a:r>
            <a:r>
              <a:rPr lang="en-US" altLang="zh-CN" sz="2000" dirty="0"/>
              <a:t> S;   </a:t>
            </a:r>
          </a:p>
          <a:p>
            <a:pPr eaLnBrk="0" hangingPunct="0">
              <a:spcBef>
                <a:spcPct val="20000"/>
              </a:spcBef>
            </a:pPr>
            <a:r>
              <a:rPr lang="en-US" altLang="zh-CN" sz="2000" dirty="0"/>
              <a:t>               </a:t>
            </a:r>
            <a:r>
              <a:rPr lang="en-US" altLang="zh-CN" sz="2000" dirty="0" err="1"/>
              <a:t>InitStack</a:t>
            </a:r>
            <a:r>
              <a:rPr lang="en-US" altLang="zh-CN" sz="2000" dirty="0"/>
              <a:t>(&amp;S); //</a:t>
            </a:r>
            <a:r>
              <a:rPr lang="zh-CN" altLang="en-US" sz="2000" dirty="0"/>
              <a:t>初始化空栈</a:t>
            </a:r>
          </a:p>
          <a:p>
            <a:pPr eaLnBrk="0" hangingPunct="0">
              <a:spcBef>
                <a:spcPct val="20000"/>
              </a:spcBef>
            </a:pPr>
            <a:r>
              <a:rPr lang="zh-CN" altLang="en-US" sz="2000" dirty="0"/>
              <a:t>               </a:t>
            </a:r>
            <a:r>
              <a:rPr lang="en-US" altLang="zh-CN" sz="2000" dirty="0" err="1"/>
              <a:t>int</a:t>
            </a:r>
            <a:r>
              <a:rPr lang="en-US" altLang="zh-CN" sz="2000" dirty="0"/>
              <a:t> flag = 1; //</a:t>
            </a:r>
            <a:r>
              <a:rPr lang="zh-CN" altLang="en-US" sz="2000" dirty="0"/>
              <a:t>标记匹配结果以控制循环及返回结果</a:t>
            </a:r>
          </a:p>
          <a:p>
            <a:pPr eaLnBrk="0" hangingPunct="0">
              <a:spcBef>
                <a:spcPct val="20000"/>
              </a:spcBef>
            </a:pPr>
            <a:r>
              <a:rPr lang="en-US" altLang="zh-CN" sz="2000" dirty="0"/>
              <a:t>               </a:t>
            </a:r>
            <a:r>
              <a:rPr lang="en-US" altLang="zh-CN" sz="2000" dirty="0" err="1"/>
              <a:t>ch</a:t>
            </a:r>
            <a:r>
              <a:rPr lang="en-US" altLang="zh-CN" sz="2000" dirty="0"/>
              <a:t>=</a:t>
            </a:r>
            <a:r>
              <a:rPr lang="en-US" altLang="zh-CN" sz="2000" dirty="0" err="1"/>
              <a:t>getchar</a:t>
            </a:r>
            <a:r>
              <a:rPr lang="en-US" altLang="zh-CN" sz="2000" dirty="0"/>
              <a:t>(); </a:t>
            </a:r>
            <a:r>
              <a:rPr lang="zh-CN" altLang="en-US" sz="2000" dirty="0">
                <a:latin typeface="Times New Roman" panose="02020603050405020304" pitchFamily="18" charset="0"/>
                <a:ea typeface="楷体_GB2312" charset="-122"/>
              </a:rPr>
              <a:t>	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49" name="Rectangle 154"/>
          <p:cNvSpPr txBox="1"/>
          <p:nvPr/>
        </p:nvSpPr>
        <p:spPr>
          <a:xfrm>
            <a:off x="0" y="0"/>
            <a:ext cx="4933950" cy="609600"/>
          </a:xfrm>
          <a:prstGeom prst="rect">
            <a:avLst/>
          </a:prstGeom>
          <a:solidFill>
            <a:srgbClr val="92D050"/>
          </a:solidFill>
          <a:ln w="9525">
            <a:noFill/>
          </a:ln>
        </p:spPr>
        <p:txBody>
          <a:bodyPr anchor="t" anchorCtr="0"/>
          <a:lstStyle/>
          <a:p>
            <a:pPr eaLnBrk="0" hangingPunct="0">
              <a:spcBef>
                <a:spcPct val="20000"/>
              </a:spcBef>
            </a:pPr>
            <a:r>
              <a:rPr lang="zh-CN" altLang="en-US" sz="2800" dirty="0">
                <a:latin typeface="华文楷体" panose="02010600040101010101" pitchFamily="2" charset="-122"/>
                <a:ea typeface="华文楷体" panose="02010600040101010101" pitchFamily="2" charset="-122"/>
              </a:rPr>
              <a:t>案例</a:t>
            </a:r>
            <a:r>
              <a:rPr lang="en-US" altLang="zh-CN" sz="2800" dirty="0">
                <a:latin typeface="华文楷体" panose="02010600040101010101" pitchFamily="2" charset="-122"/>
                <a:ea typeface="华文楷体" panose="02010600040101010101" pitchFamily="2" charset="-122"/>
              </a:rPr>
              <a:t>2 </a:t>
            </a:r>
            <a:r>
              <a:rPr lang="zh-CN" altLang="en-US" sz="2800" dirty="0">
                <a:latin typeface="华文楷体" panose="02010600040101010101" pitchFamily="2" charset="-122"/>
                <a:ea typeface="华文楷体" panose="02010600040101010101" pitchFamily="2" charset="-122"/>
              </a:rPr>
              <a:t>：括号的匹配</a:t>
            </a:r>
          </a:p>
        </p:txBody>
      </p:sp>
      <p:sp>
        <p:nvSpPr>
          <p:cNvPr id="78850" name="Text Box 5"/>
          <p:cNvSpPr txBox="1"/>
          <p:nvPr/>
        </p:nvSpPr>
        <p:spPr>
          <a:xfrm>
            <a:off x="250825" y="609283"/>
            <a:ext cx="8718550" cy="6247864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pPr eaLnBrk="0" hangingPunct="0">
              <a:spcBef>
                <a:spcPct val="20000"/>
              </a:spcBef>
            </a:pPr>
            <a:r>
              <a:rPr lang="en-US" altLang="zh-CN" sz="1600" dirty="0"/>
              <a:t>switch (</a:t>
            </a:r>
            <a:r>
              <a:rPr lang="en-US" altLang="zh-CN" sz="1600" dirty="0" err="1"/>
              <a:t>ch</a:t>
            </a:r>
            <a:r>
              <a:rPr lang="en-US" altLang="zh-CN" sz="1600" dirty="0"/>
              <a:t>) {{//</a:t>
            </a:r>
            <a:r>
              <a:rPr lang="zh-CN" altLang="en-US" sz="1600" dirty="0"/>
              <a:t>假设表达式以“</a:t>
            </a:r>
            <a:r>
              <a:rPr lang="en-US" altLang="zh-CN" sz="1600" dirty="0"/>
              <a:t>#”</a:t>
            </a:r>
            <a:r>
              <a:rPr lang="zh-CN" altLang="en-US" sz="1600" dirty="0"/>
              <a:t>结尾   左括号压入栈底再次</a:t>
            </a:r>
            <a:r>
              <a:rPr lang="en-US" altLang="zh-CN" sz="1600" dirty="0"/>
              <a:t>while </a:t>
            </a:r>
            <a:r>
              <a:rPr lang="zh-CN" altLang="en-US" sz="1600" dirty="0"/>
              <a:t>右括号检测匹配</a:t>
            </a:r>
          </a:p>
          <a:p>
            <a:pPr eaLnBrk="0" hangingPunct="0">
              <a:spcBef>
                <a:spcPct val="20000"/>
              </a:spcBef>
            </a:pPr>
            <a:r>
              <a:rPr lang="en-US" altLang="zh-CN" sz="1600" dirty="0"/>
              <a:t>  case '[' :</a:t>
            </a:r>
          </a:p>
          <a:p>
            <a:pPr eaLnBrk="0" hangingPunct="0">
              <a:spcBef>
                <a:spcPct val="20000"/>
              </a:spcBef>
            </a:pPr>
            <a:r>
              <a:rPr lang="en-US" altLang="zh-CN" sz="1600" dirty="0"/>
              <a:t>   case '(': //</a:t>
            </a:r>
            <a:r>
              <a:rPr lang="zh-CN" altLang="en-US" sz="1600" dirty="0"/>
              <a:t>若是左括号，则将其压入栈      </a:t>
            </a:r>
          </a:p>
          <a:p>
            <a:pPr eaLnBrk="0" hangingPunct="0">
              <a:spcBef>
                <a:spcPct val="20000"/>
              </a:spcBef>
            </a:pPr>
            <a:r>
              <a:rPr lang="zh-CN" altLang="en-US" sz="1600" dirty="0"/>
              <a:t>   </a:t>
            </a:r>
            <a:r>
              <a:rPr lang="en-US" altLang="zh-CN" sz="1600" dirty="0"/>
              <a:t>Push(&amp;S, </a:t>
            </a:r>
            <a:r>
              <a:rPr lang="en-US" altLang="zh-CN" sz="1600" dirty="0" err="1"/>
              <a:t>ch</a:t>
            </a:r>
            <a:r>
              <a:rPr lang="en-US" altLang="zh-CN" sz="1600" dirty="0"/>
              <a:t>);    break;</a:t>
            </a:r>
          </a:p>
          <a:p>
            <a:pPr eaLnBrk="0" hangingPunct="0">
              <a:spcBef>
                <a:spcPct val="20000"/>
              </a:spcBef>
            </a:pPr>
            <a:r>
              <a:rPr lang="en-US" altLang="zh-CN" sz="1600" dirty="0"/>
              <a:t>   case ')': //</a:t>
            </a:r>
            <a:r>
              <a:rPr lang="zh-CN" altLang="en-US" sz="1600" dirty="0"/>
              <a:t>若是“</a:t>
            </a:r>
            <a:r>
              <a:rPr lang="en-US" altLang="zh-CN" sz="1600" dirty="0"/>
              <a:t>)”</a:t>
            </a:r>
            <a:r>
              <a:rPr lang="zh-CN" altLang="en-US" sz="1600" dirty="0"/>
              <a:t>，则根据当前栈顶元素的值分情况考虑</a:t>
            </a:r>
          </a:p>
          <a:p>
            <a:pPr eaLnBrk="0" hangingPunct="0">
              <a:spcBef>
                <a:spcPct val="20000"/>
              </a:spcBef>
            </a:pPr>
            <a:r>
              <a:rPr lang="zh-CN" altLang="en-US" sz="1600" dirty="0"/>
              <a:t>       </a:t>
            </a:r>
            <a:r>
              <a:rPr lang="en-US" altLang="zh-CN" sz="1600" dirty="0"/>
              <a:t>if (!</a:t>
            </a:r>
            <a:r>
              <a:rPr lang="en-US" altLang="zh-CN" sz="1600" dirty="0" err="1"/>
              <a:t>StackEmpty</a:t>
            </a:r>
            <a:r>
              <a:rPr lang="en-US" altLang="zh-CN" sz="1600" dirty="0"/>
              <a:t>(S) &amp;&amp; </a:t>
            </a:r>
            <a:r>
              <a:rPr lang="en-US" altLang="zh-CN" sz="1600" dirty="0" err="1"/>
              <a:t>GetTop</a:t>
            </a:r>
            <a:r>
              <a:rPr lang="en-US" altLang="zh-CN" sz="1600" dirty="0"/>
              <a:t>(S) == '(‘) </a:t>
            </a:r>
          </a:p>
          <a:p>
            <a:pPr eaLnBrk="0" hangingPunct="0">
              <a:spcBef>
                <a:spcPct val="20000"/>
              </a:spcBef>
            </a:pPr>
            <a:r>
              <a:rPr lang="en-US" altLang="zh-CN" sz="1600" dirty="0"/>
              <a:t>           { Pop(&amp;S, &amp;x); //</a:t>
            </a:r>
            <a:r>
              <a:rPr lang="zh-CN" altLang="en-US" sz="1600" dirty="0">
                <a:highlight>
                  <a:srgbClr val="00FF00"/>
                </a:highlight>
              </a:rPr>
              <a:t>若栈非空且栈顶元素是“</a:t>
            </a:r>
            <a:r>
              <a:rPr lang="en-US" altLang="zh-CN" sz="1600" dirty="0">
                <a:highlight>
                  <a:srgbClr val="00FF00"/>
                </a:highlight>
              </a:rPr>
              <a:t>(”</a:t>
            </a:r>
            <a:r>
              <a:rPr lang="zh-CN" altLang="en-US" sz="1600" dirty="0"/>
              <a:t>，则正确匹配</a:t>
            </a:r>
          </a:p>
          <a:p>
            <a:pPr eaLnBrk="0" hangingPunct="0">
              <a:spcBef>
                <a:spcPct val="20000"/>
              </a:spcBef>
            </a:pPr>
            <a:r>
              <a:rPr lang="zh-CN" altLang="en-US" sz="1600" dirty="0"/>
              <a:t>               </a:t>
            </a:r>
            <a:r>
              <a:rPr lang="en-US" altLang="zh-CN" sz="1600" dirty="0"/>
              <a:t>//</a:t>
            </a:r>
            <a:r>
              <a:rPr lang="en-US" altLang="zh-CN" sz="1600" dirty="0" err="1"/>
              <a:t>printf</a:t>
            </a:r>
            <a:r>
              <a:rPr lang="en-US" altLang="zh-CN" sz="1600" dirty="0"/>
              <a:t>("match )\n");         }                   </a:t>
            </a:r>
          </a:p>
          <a:p>
            <a:pPr eaLnBrk="0" hangingPunct="0">
              <a:spcBef>
                <a:spcPct val="20000"/>
              </a:spcBef>
            </a:pPr>
            <a:r>
              <a:rPr lang="en-US" altLang="zh-CN" sz="1600" dirty="0"/>
              <a:t>        else</a:t>
            </a:r>
          </a:p>
          <a:p>
            <a:pPr eaLnBrk="0" hangingPunct="0">
              <a:spcBef>
                <a:spcPct val="20000"/>
              </a:spcBef>
            </a:pPr>
            <a:r>
              <a:rPr lang="en-US" altLang="zh-CN" sz="1600" dirty="0"/>
              <a:t>         </a:t>
            </a:r>
            <a:r>
              <a:rPr lang="en-US" altLang="zh-CN" sz="1600" dirty="0">
                <a:highlight>
                  <a:srgbClr val="00FF00"/>
                </a:highlight>
              </a:rPr>
              <a:t>flag = 0</a:t>
            </a:r>
            <a:r>
              <a:rPr lang="en-US" altLang="zh-CN" sz="1600" dirty="0"/>
              <a:t>; //</a:t>
            </a:r>
            <a:r>
              <a:rPr lang="zh-CN" altLang="en-US" sz="1600" dirty="0"/>
              <a:t>若栈空或栈顶元素不是“</a:t>
            </a:r>
            <a:r>
              <a:rPr lang="en-US" altLang="zh-CN" sz="1600" dirty="0"/>
              <a:t>(”</a:t>
            </a:r>
            <a:r>
              <a:rPr lang="zh-CN" altLang="en-US" sz="1600" dirty="0"/>
              <a:t>，错误失败  </a:t>
            </a:r>
          </a:p>
          <a:p>
            <a:pPr eaLnBrk="0" hangingPunct="0">
              <a:spcBef>
                <a:spcPct val="20000"/>
              </a:spcBef>
            </a:pPr>
            <a:r>
              <a:rPr lang="zh-CN" altLang="en-US" sz="1600" dirty="0"/>
              <a:t>         </a:t>
            </a:r>
            <a:r>
              <a:rPr lang="en-US" altLang="zh-CN" sz="1600" dirty="0"/>
              <a:t>break;</a:t>
            </a:r>
          </a:p>
          <a:p>
            <a:pPr eaLnBrk="0" hangingPunct="0">
              <a:spcBef>
                <a:spcPct val="20000"/>
              </a:spcBef>
            </a:pPr>
            <a:r>
              <a:rPr lang="en-US" altLang="zh-CN" sz="1600" dirty="0"/>
              <a:t>   case ']': //</a:t>
            </a:r>
            <a:r>
              <a:rPr lang="zh-CN" altLang="en-US" sz="1600" dirty="0"/>
              <a:t>若是“</a:t>
            </a:r>
            <a:r>
              <a:rPr lang="en-US" altLang="zh-CN" sz="1600" dirty="0"/>
              <a:t>]”</a:t>
            </a:r>
            <a:r>
              <a:rPr lang="zh-CN" altLang="en-US" sz="1600" dirty="0"/>
              <a:t>，则根据当前栈顶元素的值分情况考虑</a:t>
            </a:r>
          </a:p>
          <a:p>
            <a:pPr eaLnBrk="0" hangingPunct="0">
              <a:spcBef>
                <a:spcPct val="20000"/>
              </a:spcBef>
            </a:pPr>
            <a:r>
              <a:rPr lang="zh-CN" altLang="en-US" sz="1600" dirty="0"/>
              <a:t>           </a:t>
            </a:r>
            <a:r>
              <a:rPr lang="en-US" altLang="zh-CN" sz="1600" dirty="0"/>
              <a:t>if (!</a:t>
            </a:r>
            <a:r>
              <a:rPr lang="en-US" altLang="zh-CN" sz="1600" dirty="0" err="1"/>
              <a:t>StackEmpty</a:t>
            </a:r>
            <a:r>
              <a:rPr lang="en-US" altLang="zh-CN" sz="1600" dirty="0"/>
              <a:t>(S) &amp;&amp; </a:t>
            </a:r>
            <a:r>
              <a:rPr lang="en-US" altLang="zh-CN" sz="1600" dirty="0" err="1"/>
              <a:t>GetTop</a:t>
            </a:r>
            <a:r>
              <a:rPr lang="en-US" altLang="zh-CN" sz="1600" dirty="0"/>
              <a:t>(S) == '[')</a:t>
            </a:r>
          </a:p>
          <a:p>
            <a:pPr eaLnBrk="0" hangingPunct="0">
              <a:spcBef>
                <a:spcPct val="20000"/>
              </a:spcBef>
            </a:pPr>
            <a:r>
              <a:rPr lang="en-US" altLang="zh-CN" sz="1600" dirty="0"/>
              <a:t>          Pop(&amp;S, &amp;x); //</a:t>
            </a:r>
            <a:r>
              <a:rPr lang="zh-CN" altLang="en-US" sz="1600" dirty="0"/>
              <a:t>若栈非空且栈顶元素是“</a:t>
            </a:r>
            <a:r>
              <a:rPr lang="en-US" altLang="zh-CN" sz="1600" dirty="0"/>
              <a:t>[”</a:t>
            </a:r>
            <a:r>
              <a:rPr lang="zh-CN" altLang="en-US" sz="1600" dirty="0"/>
              <a:t>，则正确匹配</a:t>
            </a:r>
          </a:p>
          <a:p>
            <a:pPr eaLnBrk="0" hangingPunct="0">
              <a:spcBef>
                <a:spcPct val="20000"/>
              </a:spcBef>
            </a:pPr>
            <a:r>
              <a:rPr lang="zh-CN" altLang="en-US" sz="1600" dirty="0"/>
              <a:t>           </a:t>
            </a:r>
            <a:r>
              <a:rPr lang="en-US" altLang="zh-CN" sz="1600" dirty="0"/>
              <a:t>else    flag = 0; //</a:t>
            </a:r>
            <a:r>
              <a:rPr lang="zh-CN" altLang="en-US" sz="1600" dirty="0"/>
              <a:t>若栈空或栈顶元素不是“</a:t>
            </a:r>
            <a:r>
              <a:rPr lang="en-US" altLang="zh-CN" sz="1600" dirty="0"/>
              <a:t>[”</a:t>
            </a:r>
            <a:r>
              <a:rPr lang="zh-CN" altLang="en-US" sz="1600" dirty="0"/>
              <a:t>，则错误匹   </a:t>
            </a:r>
          </a:p>
          <a:p>
            <a:pPr eaLnBrk="0" hangingPunct="0">
              <a:spcBef>
                <a:spcPct val="20000"/>
              </a:spcBef>
            </a:pPr>
            <a:r>
              <a:rPr lang="zh-CN" altLang="en-US" sz="1600" dirty="0"/>
              <a:t>         </a:t>
            </a:r>
            <a:r>
              <a:rPr lang="en-US" altLang="zh-CN" sz="1600" dirty="0"/>
              <a:t>break;}</a:t>
            </a:r>
          </a:p>
          <a:p>
            <a:pPr eaLnBrk="0" hangingPunct="0">
              <a:spcBef>
                <a:spcPct val="20000"/>
              </a:spcBef>
            </a:pPr>
            <a:r>
              <a:rPr lang="en-US" altLang="zh-CN" sz="1600" dirty="0"/>
              <a:t>      </a:t>
            </a:r>
            <a:r>
              <a:rPr lang="en-US" altLang="zh-CN" sz="1600" dirty="0" err="1"/>
              <a:t>ch</a:t>
            </a:r>
            <a:r>
              <a:rPr lang="en-US" altLang="zh-CN" sz="1600" dirty="0"/>
              <a:t>=getchar(); } </a:t>
            </a:r>
          </a:p>
          <a:p>
            <a:pPr eaLnBrk="0" hangingPunct="0">
              <a:spcBef>
                <a:spcPct val="20000"/>
              </a:spcBef>
            </a:pPr>
            <a:r>
              <a:rPr lang="en-US" altLang="zh-CN" sz="1600" dirty="0"/>
              <a:t>   if (</a:t>
            </a:r>
            <a:r>
              <a:rPr lang="en-US" altLang="zh-CN" sz="1600" dirty="0" err="1"/>
              <a:t>StackEmpty</a:t>
            </a:r>
            <a:r>
              <a:rPr lang="en-US" altLang="zh-CN" sz="1600" dirty="0"/>
              <a:t>(S) &amp;&amp; flag)    return 1; //</a:t>
            </a:r>
            <a:r>
              <a:rPr lang="zh-CN" altLang="en-US" sz="1600" dirty="0"/>
              <a:t>匹配成功</a:t>
            </a:r>
          </a:p>
          <a:p>
            <a:pPr eaLnBrk="0" hangingPunct="0">
              <a:spcBef>
                <a:spcPct val="20000"/>
              </a:spcBef>
            </a:pPr>
            <a:r>
              <a:rPr lang="zh-CN" altLang="en-US" sz="1600" dirty="0"/>
              <a:t>    </a:t>
            </a:r>
            <a:r>
              <a:rPr lang="en-US" altLang="zh-CN" sz="1600" dirty="0"/>
              <a:t>else    return 0; //</a:t>
            </a:r>
            <a:r>
              <a:rPr lang="zh-CN" altLang="en-US" sz="1600" dirty="0"/>
              <a:t>匹配失败</a:t>
            </a:r>
            <a:endParaRPr lang="en-US" altLang="zh-CN" sz="1600" dirty="0"/>
          </a:p>
          <a:p>
            <a:pPr eaLnBrk="0" hangingPunct="0">
              <a:spcBef>
                <a:spcPct val="20000"/>
              </a:spcBef>
            </a:pPr>
            <a:r>
              <a:rPr lang="en-US" altLang="zh-CN" sz="1600" dirty="0"/>
              <a:t>}</a:t>
            </a:r>
            <a:endParaRPr lang="zh-CN" altLang="en-US" sz="2000" dirty="0">
              <a:latin typeface="Times New Roman" panose="02020603050405020304" pitchFamily="18" charset="0"/>
              <a:ea typeface="楷体_GB2312" charset="-122"/>
            </a:endParaRPr>
          </a:p>
          <a:p>
            <a:pPr eaLnBrk="0" hangingPunct="0">
              <a:spcBef>
                <a:spcPct val="20000"/>
              </a:spcBef>
            </a:pPr>
            <a:endParaRPr lang="zh-CN" altLang="en-US" sz="1600" dirty="0"/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3" name="Text Box 20"/>
          <p:cNvSpPr txBox="1"/>
          <p:nvPr/>
        </p:nvSpPr>
        <p:spPr>
          <a:xfrm>
            <a:off x="1219200" y="836613"/>
            <a:ext cx="4114800" cy="1077218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endParaRPr lang="en-US" altLang="zh-CN" sz="3200" dirty="0">
              <a:solidFill>
                <a:schemeClr val="accent2"/>
              </a:solidFill>
              <a:latin typeface="楷体_GB2312" charset="-122"/>
              <a:ea typeface="楷体_GB2312" charset="-122"/>
            </a:endParaRPr>
          </a:p>
          <a:p>
            <a:r>
              <a:rPr lang="zh-CN" altLang="en-US" sz="3200" dirty="0">
                <a:solidFill>
                  <a:schemeClr val="accent2"/>
                </a:solidFill>
                <a:latin typeface="楷体_GB2312" charset="-122"/>
                <a:ea typeface="楷体_GB2312" charset="-122"/>
              </a:rPr>
              <a:t>算术四则运算规则</a:t>
            </a:r>
          </a:p>
        </p:txBody>
      </p:sp>
      <p:sp>
        <p:nvSpPr>
          <p:cNvPr id="79874" name="Text Box 21"/>
          <p:cNvSpPr txBox="1"/>
          <p:nvPr/>
        </p:nvSpPr>
        <p:spPr>
          <a:xfrm>
            <a:off x="1219200" y="1446213"/>
            <a:ext cx="5181600" cy="1077218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endParaRPr lang="en-US" altLang="zh-CN" sz="3200" dirty="0">
              <a:solidFill>
                <a:schemeClr val="accent2"/>
              </a:solidFill>
              <a:latin typeface="楷体_GB2312" charset="-122"/>
              <a:ea typeface="楷体_GB2312" charset="-122"/>
            </a:endParaRPr>
          </a:p>
          <a:p>
            <a:r>
              <a:rPr lang="en-US" altLang="zh-CN" sz="3200" dirty="0">
                <a:solidFill>
                  <a:schemeClr val="accent2"/>
                </a:solidFill>
                <a:latin typeface="楷体_GB2312" charset="-122"/>
                <a:ea typeface="楷体_GB2312" charset="-122"/>
              </a:rPr>
              <a:t>(1) </a:t>
            </a:r>
            <a:r>
              <a:rPr lang="zh-CN" altLang="en-US" sz="3200" dirty="0">
                <a:solidFill>
                  <a:schemeClr val="accent2"/>
                </a:solidFill>
                <a:latin typeface="楷体_GB2312" charset="-122"/>
                <a:ea typeface="楷体_GB2312" charset="-122"/>
              </a:rPr>
              <a:t>先乘除</a:t>
            </a:r>
            <a:r>
              <a:rPr lang="en-US" altLang="zh-CN" sz="3200" dirty="0">
                <a:solidFill>
                  <a:schemeClr val="accent2"/>
                </a:solidFill>
                <a:latin typeface="楷体_GB2312" charset="-122"/>
                <a:ea typeface="楷体_GB2312" charset="-122"/>
              </a:rPr>
              <a:t>,</a:t>
            </a:r>
            <a:r>
              <a:rPr lang="zh-CN" altLang="en-US" sz="3200" dirty="0">
                <a:solidFill>
                  <a:schemeClr val="accent2"/>
                </a:solidFill>
                <a:latin typeface="楷体_GB2312" charset="-122"/>
                <a:ea typeface="楷体_GB2312" charset="-122"/>
              </a:rPr>
              <a:t>后加减</a:t>
            </a:r>
          </a:p>
        </p:txBody>
      </p:sp>
      <p:sp>
        <p:nvSpPr>
          <p:cNvPr id="79875" name="Text Box 22"/>
          <p:cNvSpPr txBox="1"/>
          <p:nvPr/>
        </p:nvSpPr>
        <p:spPr>
          <a:xfrm>
            <a:off x="1219200" y="2055813"/>
            <a:ext cx="5181600" cy="1077218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endParaRPr lang="en-US" altLang="zh-CN" sz="3200" dirty="0">
              <a:solidFill>
                <a:schemeClr val="accent2"/>
              </a:solidFill>
              <a:latin typeface="楷体_GB2312" charset="-122"/>
              <a:ea typeface="楷体_GB2312" charset="-122"/>
            </a:endParaRPr>
          </a:p>
          <a:p>
            <a:r>
              <a:rPr lang="en-US" altLang="zh-CN" sz="3200" dirty="0">
                <a:solidFill>
                  <a:schemeClr val="accent2"/>
                </a:solidFill>
                <a:latin typeface="楷体_GB2312" charset="-122"/>
                <a:ea typeface="楷体_GB2312" charset="-122"/>
              </a:rPr>
              <a:t>(2) </a:t>
            </a:r>
            <a:r>
              <a:rPr lang="zh-CN" altLang="en-US" sz="3200" dirty="0">
                <a:solidFill>
                  <a:schemeClr val="accent2"/>
                </a:solidFill>
                <a:latin typeface="楷体_GB2312" charset="-122"/>
                <a:ea typeface="楷体_GB2312" charset="-122"/>
              </a:rPr>
              <a:t>从左算到右</a:t>
            </a:r>
          </a:p>
        </p:txBody>
      </p:sp>
      <p:sp>
        <p:nvSpPr>
          <p:cNvPr id="79876" name="Text Box 23"/>
          <p:cNvSpPr txBox="1"/>
          <p:nvPr/>
        </p:nvSpPr>
        <p:spPr>
          <a:xfrm>
            <a:off x="1219200" y="2589213"/>
            <a:ext cx="5181600" cy="1077218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endParaRPr lang="en-US" altLang="zh-CN" sz="3200" dirty="0">
              <a:solidFill>
                <a:schemeClr val="accent2"/>
              </a:solidFill>
              <a:latin typeface="楷体_GB2312" charset="-122"/>
              <a:ea typeface="楷体_GB2312" charset="-122"/>
            </a:endParaRPr>
          </a:p>
          <a:p>
            <a:r>
              <a:rPr lang="en-US" altLang="zh-CN" sz="3200" dirty="0">
                <a:solidFill>
                  <a:schemeClr val="accent2"/>
                </a:solidFill>
                <a:latin typeface="楷体_GB2312" charset="-122"/>
                <a:ea typeface="楷体_GB2312" charset="-122"/>
              </a:rPr>
              <a:t>(3) </a:t>
            </a:r>
            <a:r>
              <a:rPr lang="zh-CN" altLang="en-US" sz="3200" dirty="0">
                <a:solidFill>
                  <a:schemeClr val="accent2"/>
                </a:solidFill>
                <a:latin typeface="楷体_GB2312" charset="-122"/>
                <a:ea typeface="楷体_GB2312" charset="-122"/>
              </a:rPr>
              <a:t>先括号内</a:t>
            </a:r>
            <a:r>
              <a:rPr lang="en-US" altLang="zh-CN" sz="3200" dirty="0">
                <a:solidFill>
                  <a:schemeClr val="accent2"/>
                </a:solidFill>
                <a:latin typeface="楷体_GB2312" charset="-122"/>
                <a:ea typeface="楷体_GB2312" charset="-122"/>
              </a:rPr>
              <a:t>,</a:t>
            </a:r>
            <a:r>
              <a:rPr lang="zh-CN" altLang="en-US" sz="3200" dirty="0">
                <a:solidFill>
                  <a:schemeClr val="accent2"/>
                </a:solidFill>
                <a:latin typeface="楷体_GB2312" charset="-122"/>
                <a:ea typeface="楷体_GB2312" charset="-122"/>
              </a:rPr>
              <a:t>后括号外</a:t>
            </a:r>
          </a:p>
        </p:txBody>
      </p:sp>
      <p:sp>
        <p:nvSpPr>
          <p:cNvPr id="79877" name="Rectangle 154"/>
          <p:cNvSpPr txBox="1"/>
          <p:nvPr/>
        </p:nvSpPr>
        <p:spPr>
          <a:xfrm>
            <a:off x="0" y="0"/>
            <a:ext cx="7668344" cy="609600"/>
          </a:xfrm>
          <a:prstGeom prst="rect">
            <a:avLst/>
          </a:prstGeom>
          <a:solidFill>
            <a:srgbClr val="92D050"/>
          </a:solidFill>
          <a:ln w="9525">
            <a:noFill/>
          </a:ln>
        </p:spPr>
        <p:txBody>
          <a:bodyPr anchor="t" anchorCtr="0"/>
          <a:lstStyle/>
          <a:p>
            <a:pPr eaLnBrk="0" hangingPunct="0">
              <a:spcBef>
                <a:spcPct val="20000"/>
              </a:spcBef>
            </a:pPr>
            <a:r>
              <a:rPr lang="zh-CN" altLang="en-US" sz="2800" dirty="0">
                <a:highlight>
                  <a:srgbClr val="FFFF00"/>
                </a:highlight>
                <a:latin typeface="华文楷体" panose="02010600040101010101" pitchFamily="2" charset="-122"/>
                <a:ea typeface="华文楷体" panose="02010600040101010101" pitchFamily="2" charset="-122"/>
              </a:rPr>
              <a:t>案例</a:t>
            </a:r>
            <a:r>
              <a:rPr lang="en-US" altLang="zh-CN" sz="2800" dirty="0">
                <a:highlight>
                  <a:srgbClr val="FFFF00"/>
                </a:highlight>
                <a:latin typeface="华文楷体" panose="02010600040101010101" pitchFamily="2" charset="-122"/>
                <a:ea typeface="华文楷体" panose="02010600040101010101" pitchFamily="2" charset="-122"/>
              </a:rPr>
              <a:t>3 </a:t>
            </a:r>
            <a:r>
              <a:rPr lang="zh-CN" altLang="en-US" sz="2800" dirty="0">
                <a:highlight>
                  <a:srgbClr val="FFFF00"/>
                </a:highlight>
                <a:latin typeface="华文楷体" panose="02010600040101010101" pitchFamily="2" charset="-122"/>
                <a:ea typeface="华文楷体" panose="02010600040101010101" pitchFamily="2" charset="-122"/>
              </a:rPr>
              <a:t>：表达式求值 </a:t>
            </a:r>
            <a:endParaRPr lang="en-US" altLang="zh-CN" sz="2800" dirty="0">
              <a:highlight>
                <a:srgbClr val="FFFF00"/>
              </a:highlight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 eaLnBrk="0" hangingPunct="0">
              <a:spcBef>
                <a:spcPct val="20000"/>
              </a:spcBef>
            </a:pPr>
            <a:r>
              <a:rPr lang="zh-CN" altLang="en-US" sz="2800" dirty="0">
                <a:solidFill>
                  <a:srgbClr val="FF0000"/>
                </a:solidFill>
                <a:highlight>
                  <a:srgbClr val="FFFF00"/>
                </a:highlight>
                <a:latin typeface="华文楷体" panose="02010600040101010101" pitchFamily="2" charset="-122"/>
                <a:ea typeface="华文楷体" panose="02010600040101010101" pitchFamily="2" charset="-122"/>
              </a:rPr>
              <a:t>重点</a:t>
            </a:r>
            <a:r>
              <a:rPr lang="en-US" altLang="zh-CN" sz="2800" dirty="0">
                <a:solidFill>
                  <a:srgbClr val="FF0000"/>
                </a:solidFill>
                <a:highlight>
                  <a:srgbClr val="FFFF00"/>
                </a:highlight>
                <a:latin typeface="华文楷体" panose="02010600040101010101" pitchFamily="2" charset="-122"/>
                <a:ea typeface="华文楷体" panose="02010600040101010101" pitchFamily="2" charset="-122"/>
              </a:rPr>
              <a:t>!!!</a:t>
            </a:r>
            <a:r>
              <a:rPr lang="zh-CN" altLang="en-US" sz="2800" dirty="0">
                <a:solidFill>
                  <a:srgbClr val="FF0000"/>
                </a:solidFill>
                <a:highlight>
                  <a:srgbClr val="FFFF00"/>
                </a:highlight>
                <a:latin typeface="华文楷体" panose="02010600040101010101" pitchFamily="2" charset="-122"/>
                <a:ea typeface="华文楷体" panose="02010600040101010101" pitchFamily="2" charset="-122"/>
              </a:rPr>
              <a:t>主要是要会列表格</a:t>
            </a:r>
            <a:r>
              <a:rPr lang="en-US" altLang="zh-CN" sz="2800" dirty="0">
                <a:solidFill>
                  <a:srgbClr val="FF0000"/>
                </a:solidFill>
                <a:highlight>
                  <a:srgbClr val="FFFF00"/>
                </a:highlight>
                <a:latin typeface="华文楷体" panose="02010600040101010101" pitchFamily="2" charset="-122"/>
                <a:ea typeface="华文楷体" panose="02010600040101010101" pitchFamily="2" charset="-122"/>
              </a:rPr>
              <a:t>,</a:t>
            </a:r>
            <a:r>
              <a:rPr lang="zh-CN" altLang="en-US" sz="2800" dirty="0">
                <a:solidFill>
                  <a:srgbClr val="FF0000"/>
                </a:solidFill>
                <a:highlight>
                  <a:srgbClr val="FFFF00"/>
                </a:highlight>
                <a:latin typeface="华文楷体" panose="02010600040101010101" pitchFamily="2" charset="-122"/>
                <a:ea typeface="华文楷体" panose="02010600040101010101" pitchFamily="2" charset="-122"/>
              </a:rPr>
              <a:t>代码应该不会考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7" name="Text Box 6"/>
          <p:cNvSpPr txBox="1"/>
          <p:nvPr/>
        </p:nvSpPr>
        <p:spPr>
          <a:xfrm>
            <a:off x="381000" y="3048000"/>
            <a:ext cx="1255713" cy="519113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lstStyle/>
          <a:p>
            <a:r>
              <a:rPr lang="zh-CN" altLang="en-US" sz="2800" dirty="0">
                <a:latin typeface="楷体_GB2312" charset="-122"/>
                <a:ea typeface="楷体_GB2312" charset="-122"/>
              </a:rPr>
              <a:t>表达式</a:t>
            </a:r>
          </a:p>
        </p:txBody>
      </p:sp>
      <p:grpSp>
        <p:nvGrpSpPr>
          <p:cNvPr id="80898" name="Group 7"/>
          <p:cNvGrpSpPr/>
          <p:nvPr/>
        </p:nvGrpSpPr>
        <p:grpSpPr>
          <a:xfrm>
            <a:off x="5638800" y="838200"/>
            <a:ext cx="2895600" cy="1281113"/>
            <a:chOff x="4224" y="480"/>
            <a:chExt cx="1824" cy="807"/>
          </a:xfrm>
        </p:grpSpPr>
        <p:sp>
          <p:nvSpPr>
            <p:cNvPr id="80899" name="Text Box 8"/>
            <p:cNvSpPr txBox="1"/>
            <p:nvPr/>
          </p:nvSpPr>
          <p:spPr>
            <a:xfrm>
              <a:off x="4560" y="480"/>
              <a:ext cx="1488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lstStyle/>
            <a:p>
              <a:r>
                <a:rPr lang="zh-CN" altLang="en-US" sz="2800" dirty="0">
                  <a:latin typeface="楷体_GB2312" charset="-122"/>
                  <a:ea typeface="楷体_GB2312" charset="-122"/>
                </a:rPr>
                <a:t>常数</a:t>
              </a:r>
            </a:p>
          </p:txBody>
        </p:sp>
        <p:sp>
          <p:nvSpPr>
            <p:cNvPr id="80900" name="Text Box 9"/>
            <p:cNvSpPr txBox="1"/>
            <p:nvPr/>
          </p:nvSpPr>
          <p:spPr>
            <a:xfrm>
              <a:off x="4560" y="960"/>
              <a:ext cx="1488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lstStyle/>
            <a:p>
              <a:r>
                <a:rPr lang="zh-CN" altLang="en-US" sz="2800" dirty="0">
                  <a:latin typeface="楷体_GB2312" charset="-122"/>
                  <a:ea typeface="楷体_GB2312" charset="-122"/>
                </a:rPr>
                <a:t>标识符</a:t>
              </a:r>
            </a:p>
          </p:txBody>
        </p:sp>
        <p:sp>
          <p:nvSpPr>
            <p:cNvPr id="80901" name="Line 10"/>
            <p:cNvSpPr/>
            <p:nvPr/>
          </p:nvSpPr>
          <p:spPr>
            <a:xfrm flipV="1">
              <a:off x="4224" y="672"/>
              <a:ext cx="288" cy="96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0902" name="Line 11"/>
            <p:cNvSpPr/>
            <p:nvPr/>
          </p:nvSpPr>
          <p:spPr>
            <a:xfrm>
              <a:off x="4224" y="960"/>
              <a:ext cx="288" cy="192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80903" name="Group 12"/>
          <p:cNvGrpSpPr/>
          <p:nvPr/>
        </p:nvGrpSpPr>
        <p:grpSpPr>
          <a:xfrm>
            <a:off x="1676400" y="1143000"/>
            <a:ext cx="4953000" cy="4405313"/>
            <a:chOff x="1056" y="720"/>
            <a:chExt cx="3120" cy="2775"/>
          </a:xfrm>
        </p:grpSpPr>
        <p:sp>
          <p:nvSpPr>
            <p:cNvPr id="80904" name="Line 13"/>
            <p:cNvSpPr/>
            <p:nvPr/>
          </p:nvSpPr>
          <p:spPr>
            <a:xfrm flipV="1">
              <a:off x="1056" y="1008"/>
              <a:ext cx="768" cy="96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0905" name="Text Box 14"/>
            <p:cNvSpPr txBox="1"/>
            <p:nvPr/>
          </p:nvSpPr>
          <p:spPr>
            <a:xfrm>
              <a:off x="1824" y="720"/>
              <a:ext cx="2208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lstStyle/>
            <a:p>
              <a:r>
                <a:rPr lang="zh-CN" altLang="en-US" sz="2800" dirty="0">
                  <a:latin typeface="楷体_GB2312" charset="-122"/>
                  <a:ea typeface="楷体_GB2312" charset="-122"/>
                </a:rPr>
                <a:t>操作数</a:t>
              </a:r>
              <a:r>
                <a:rPr lang="en-US" altLang="zh-CN" sz="2800" dirty="0">
                  <a:latin typeface="楷体_GB2312" charset="-122"/>
                  <a:ea typeface="楷体_GB2312" charset="-122"/>
                </a:rPr>
                <a:t>(</a:t>
              </a:r>
              <a:r>
                <a:rPr lang="en-US" altLang="zh-CN" sz="2800" dirty="0">
                  <a:highlight>
                    <a:srgbClr val="00FF00"/>
                  </a:highlight>
                  <a:latin typeface="楷体_GB2312" charset="-122"/>
                  <a:ea typeface="楷体_GB2312" charset="-122"/>
                </a:rPr>
                <a:t>operand</a:t>
              </a:r>
              <a:r>
                <a:rPr lang="en-US" altLang="zh-CN" sz="2800" dirty="0">
                  <a:latin typeface="楷体_GB2312" charset="-122"/>
                  <a:ea typeface="楷体_GB2312" charset="-122"/>
                </a:rPr>
                <a:t>)</a:t>
              </a:r>
            </a:p>
          </p:txBody>
        </p:sp>
        <p:sp>
          <p:nvSpPr>
            <p:cNvPr id="80906" name="Text Box 15"/>
            <p:cNvSpPr txBox="1"/>
            <p:nvPr/>
          </p:nvSpPr>
          <p:spPr>
            <a:xfrm>
              <a:off x="1728" y="1968"/>
              <a:ext cx="2448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lstStyle/>
            <a:p>
              <a:r>
                <a:rPr lang="zh-CN" altLang="en-US" sz="2800" dirty="0">
                  <a:latin typeface="楷体_GB2312" charset="-122"/>
                  <a:ea typeface="楷体_GB2312" charset="-122"/>
                </a:rPr>
                <a:t>运算符</a:t>
              </a:r>
              <a:r>
                <a:rPr lang="en-US" altLang="zh-CN" sz="2800" dirty="0">
                  <a:latin typeface="楷体_GB2312" charset="-122"/>
                  <a:ea typeface="楷体_GB2312" charset="-122"/>
                </a:rPr>
                <a:t>(</a:t>
              </a:r>
              <a:r>
                <a:rPr lang="en-US" altLang="zh-CN" sz="2800" dirty="0">
                  <a:highlight>
                    <a:srgbClr val="00FF00"/>
                  </a:highlight>
                  <a:latin typeface="楷体_GB2312" charset="-122"/>
                  <a:ea typeface="楷体_GB2312" charset="-122"/>
                </a:rPr>
                <a:t>operator</a:t>
              </a:r>
              <a:r>
                <a:rPr lang="en-US" altLang="zh-CN" sz="2800" dirty="0">
                  <a:latin typeface="楷体_GB2312" charset="-122"/>
                  <a:ea typeface="楷体_GB2312" charset="-122"/>
                </a:rPr>
                <a:t>)</a:t>
              </a:r>
            </a:p>
          </p:txBody>
        </p:sp>
        <p:sp>
          <p:nvSpPr>
            <p:cNvPr id="80907" name="Line 16"/>
            <p:cNvSpPr/>
            <p:nvPr/>
          </p:nvSpPr>
          <p:spPr>
            <a:xfrm>
              <a:off x="1056" y="2112"/>
              <a:ext cx="480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0908" name="Text Box 17"/>
            <p:cNvSpPr txBox="1"/>
            <p:nvPr/>
          </p:nvSpPr>
          <p:spPr>
            <a:xfrm>
              <a:off x="1728" y="3168"/>
              <a:ext cx="2034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lstStyle/>
            <a:p>
              <a:r>
                <a:rPr lang="zh-CN" altLang="en-US" sz="2800" dirty="0">
                  <a:latin typeface="楷体_GB2312" charset="-122"/>
                  <a:ea typeface="楷体_GB2312" charset="-122"/>
                </a:rPr>
                <a:t>界限符</a:t>
              </a:r>
              <a:r>
                <a:rPr lang="en-US" altLang="zh-CN" sz="2800" dirty="0">
                  <a:latin typeface="楷体_GB2312" charset="-122"/>
                  <a:ea typeface="楷体_GB2312" charset="-122"/>
                </a:rPr>
                <a:t>(delimiter)</a:t>
              </a:r>
            </a:p>
          </p:txBody>
        </p:sp>
        <p:sp>
          <p:nvSpPr>
            <p:cNvPr id="80909" name="Line 18"/>
            <p:cNvSpPr/>
            <p:nvPr/>
          </p:nvSpPr>
          <p:spPr>
            <a:xfrm>
              <a:off x="1056" y="2256"/>
              <a:ext cx="672" cy="1056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80910" name="Group 19"/>
          <p:cNvGrpSpPr/>
          <p:nvPr/>
        </p:nvGrpSpPr>
        <p:grpSpPr>
          <a:xfrm>
            <a:off x="5486400" y="2667000"/>
            <a:ext cx="3200400" cy="1585913"/>
            <a:chOff x="4080" y="1680"/>
            <a:chExt cx="2016" cy="999"/>
          </a:xfrm>
        </p:grpSpPr>
        <p:sp>
          <p:nvSpPr>
            <p:cNvPr id="80911" name="Text Box 20"/>
            <p:cNvSpPr txBox="1"/>
            <p:nvPr/>
          </p:nvSpPr>
          <p:spPr>
            <a:xfrm>
              <a:off x="4608" y="1680"/>
              <a:ext cx="1488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lstStyle/>
            <a:p>
              <a:r>
                <a:rPr lang="zh-CN" altLang="en-US" sz="2800" dirty="0">
                  <a:latin typeface="楷体_GB2312" charset="-122"/>
                  <a:ea typeface="楷体_GB2312" charset="-122"/>
                </a:rPr>
                <a:t>算术</a:t>
              </a:r>
            </a:p>
          </p:txBody>
        </p:sp>
        <p:sp>
          <p:nvSpPr>
            <p:cNvPr id="80912" name="Text Box 21"/>
            <p:cNvSpPr txBox="1"/>
            <p:nvPr/>
          </p:nvSpPr>
          <p:spPr>
            <a:xfrm>
              <a:off x="4608" y="2016"/>
              <a:ext cx="1488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lstStyle/>
            <a:p>
              <a:r>
                <a:rPr lang="zh-CN" altLang="en-US" sz="2800" dirty="0">
                  <a:latin typeface="楷体_GB2312" charset="-122"/>
                  <a:ea typeface="楷体_GB2312" charset="-122"/>
                </a:rPr>
                <a:t>逻辑</a:t>
              </a:r>
            </a:p>
          </p:txBody>
        </p:sp>
        <p:sp>
          <p:nvSpPr>
            <p:cNvPr id="80913" name="Text Box 22"/>
            <p:cNvSpPr txBox="1"/>
            <p:nvPr/>
          </p:nvSpPr>
          <p:spPr>
            <a:xfrm>
              <a:off x="4608" y="2352"/>
              <a:ext cx="1488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lstStyle/>
            <a:p>
              <a:r>
                <a:rPr lang="zh-CN" altLang="en-US" sz="2800" dirty="0">
                  <a:latin typeface="楷体_GB2312" charset="-122"/>
                  <a:ea typeface="楷体_GB2312" charset="-122"/>
                </a:rPr>
                <a:t>关系</a:t>
              </a:r>
            </a:p>
          </p:txBody>
        </p:sp>
        <p:sp>
          <p:nvSpPr>
            <p:cNvPr id="80914" name="Line 23"/>
            <p:cNvSpPr/>
            <p:nvPr/>
          </p:nvSpPr>
          <p:spPr>
            <a:xfrm flipV="1">
              <a:off x="4080" y="1872"/>
              <a:ext cx="480" cy="192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0915" name="Line 24"/>
            <p:cNvSpPr/>
            <p:nvPr/>
          </p:nvSpPr>
          <p:spPr>
            <a:xfrm>
              <a:off x="4080" y="2160"/>
              <a:ext cx="480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0916" name="Line 25"/>
            <p:cNvSpPr/>
            <p:nvPr/>
          </p:nvSpPr>
          <p:spPr>
            <a:xfrm>
              <a:off x="4080" y="2256"/>
              <a:ext cx="480" cy="24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80917" name="Group 26"/>
          <p:cNvGrpSpPr/>
          <p:nvPr/>
        </p:nvGrpSpPr>
        <p:grpSpPr>
          <a:xfrm>
            <a:off x="5562600" y="4724400"/>
            <a:ext cx="3048000" cy="1128713"/>
            <a:chOff x="3504" y="3024"/>
            <a:chExt cx="1920" cy="711"/>
          </a:xfrm>
        </p:grpSpPr>
        <p:sp>
          <p:nvSpPr>
            <p:cNvPr id="80918" name="Text Box 27"/>
            <p:cNvSpPr txBox="1"/>
            <p:nvPr/>
          </p:nvSpPr>
          <p:spPr>
            <a:xfrm>
              <a:off x="3936" y="3024"/>
              <a:ext cx="1488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lstStyle/>
            <a:p>
              <a:r>
                <a:rPr lang="zh-CN" altLang="en-US" sz="2800" dirty="0">
                  <a:latin typeface="楷体_GB2312" charset="-122"/>
                  <a:ea typeface="楷体_GB2312" charset="-122"/>
                </a:rPr>
                <a:t>括号</a:t>
              </a:r>
            </a:p>
          </p:txBody>
        </p:sp>
        <p:sp>
          <p:nvSpPr>
            <p:cNvPr id="80919" name="Text Box 28"/>
            <p:cNvSpPr txBox="1"/>
            <p:nvPr/>
          </p:nvSpPr>
          <p:spPr>
            <a:xfrm>
              <a:off x="3936" y="3408"/>
              <a:ext cx="1488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lstStyle/>
            <a:p>
              <a:r>
                <a:rPr lang="zh-CN" altLang="en-US" sz="2800" dirty="0">
                  <a:latin typeface="楷体_GB2312" charset="-122"/>
                  <a:ea typeface="楷体_GB2312" charset="-122"/>
                </a:rPr>
                <a:t>结束符</a:t>
              </a:r>
            </a:p>
          </p:txBody>
        </p:sp>
        <p:sp>
          <p:nvSpPr>
            <p:cNvPr id="80920" name="Line 29"/>
            <p:cNvSpPr/>
            <p:nvPr/>
          </p:nvSpPr>
          <p:spPr>
            <a:xfrm flipV="1">
              <a:off x="3504" y="3216"/>
              <a:ext cx="432" cy="144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0921" name="Line 30"/>
            <p:cNvSpPr/>
            <p:nvPr/>
          </p:nvSpPr>
          <p:spPr>
            <a:xfrm>
              <a:off x="3504" y="3456"/>
              <a:ext cx="432" cy="144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</p:grp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1921" name="Object 12"/>
          <p:cNvGraphicFramePr/>
          <p:nvPr>
            <p:extLst>
              <p:ext uri="{D42A27DB-BD31-4B8C-83A1-F6EECF244321}">
                <p14:modId xmlns:p14="http://schemas.microsoft.com/office/powerpoint/2010/main" val="1685888783"/>
              </p:ext>
            </p:extLst>
          </p:nvPr>
        </p:nvGraphicFramePr>
        <p:xfrm>
          <a:off x="357188" y="1257300"/>
          <a:ext cx="8534400" cy="4419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" imgW="6967855" imgH="3793490" progId="Visio.Drawing.5">
                  <p:embed/>
                </p:oleObj>
              </mc:Choice>
              <mc:Fallback>
                <p:oleObj r:id="rId2" imgW="6967855" imgH="3793490" progId="Visio.Drawing.5">
                  <p:embed/>
                  <p:pic>
                    <p:nvPicPr>
                      <p:cNvPr id="81921" name="Object 12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357188" y="1257300"/>
                        <a:ext cx="8534400" cy="4419600"/>
                      </a:xfrm>
                      <a:prstGeom prst="rect">
                        <a:avLst/>
                      </a:prstGeom>
                      <a:solidFill>
                        <a:schemeClr val="bg2">
                          <a:lumMod val="20000"/>
                          <a:lumOff val="80000"/>
                        </a:schemeClr>
                      </a:solidFill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81922" name="Rectangle 13"/>
          <p:cNvSpPr/>
          <p:nvPr/>
        </p:nvSpPr>
        <p:spPr>
          <a:xfrm>
            <a:off x="2185988" y="2133600"/>
            <a:ext cx="357187" cy="457200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lstStyle/>
          <a:p>
            <a:r>
              <a:rPr lang="en-US" altLang="zh-CN" dirty="0">
                <a:solidFill>
                  <a:schemeClr val="hlink"/>
                </a:solidFill>
                <a:latin typeface="Times New Roman" panose="02020603050405020304" pitchFamily="18" charset="0"/>
                <a:ea typeface="华文楷体" panose="02010600040101010101" pitchFamily="2" charset="-122"/>
                <a:sym typeface="Symbol" panose="05050102010706020507" pitchFamily="18" charset="2"/>
              </a:rPr>
              <a:t>&gt;</a:t>
            </a:r>
          </a:p>
        </p:txBody>
      </p:sp>
      <p:sp>
        <p:nvSpPr>
          <p:cNvPr id="81923" name="Rectangle 14"/>
          <p:cNvSpPr/>
          <p:nvPr/>
        </p:nvSpPr>
        <p:spPr>
          <a:xfrm>
            <a:off x="3252788" y="2171700"/>
            <a:ext cx="533400" cy="45720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r>
              <a:rPr lang="en-US" altLang="zh-CN" dirty="0">
                <a:solidFill>
                  <a:schemeClr val="hlink"/>
                </a:solidFill>
                <a:latin typeface="Times New Roman" panose="02020603050405020304" pitchFamily="18" charset="0"/>
                <a:ea typeface="华文楷体" panose="02010600040101010101" pitchFamily="2" charset="-122"/>
                <a:sym typeface="Symbol" panose="05050102010706020507" pitchFamily="18" charset="2"/>
              </a:rPr>
              <a:t>&gt;</a:t>
            </a:r>
          </a:p>
        </p:txBody>
      </p:sp>
      <p:sp>
        <p:nvSpPr>
          <p:cNvPr id="81924" name="Rectangle 15"/>
          <p:cNvSpPr/>
          <p:nvPr/>
        </p:nvSpPr>
        <p:spPr>
          <a:xfrm>
            <a:off x="4243388" y="2133600"/>
            <a:ext cx="357187" cy="457200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lstStyle/>
          <a:p>
            <a:r>
              <a:rPr lang="en-US" altLang="zh-CN" dirty="0">
                <a:solidFill>
                  <a:schemeClr val="hlink"/>
                </a:solidFill>
                <a:latin typeface="Times New Roman" panose="02020603050405020304" pitchFamily="18" charset="0"/>
                <a:ea typeface="华文楷体" panose="02010600040101010101" pitchFamily="2" charset="-122"/>
                <a:sym typeface="Symbol" panose="05050102010706020507" pitchFamily="18" charset="2"/>
              </a:rPr>
              <a:t>&lt;</a:t>
            </a:r>
          </a:p>
        </p:txBody>
      </p:sp>
      <p:sp>
        <p:nvSpPr>
          <p:cNvPr id="81925" name="Rectangle 16"/>
          <p:cNvSpPr/>
          <p:nvPr/>
        </p:nvSpPr>
        <p:spPr>
          <a:xfrm>
            <a:off x="5233988" y="2133600"/>
            <a:ext cx="357187" cy="457200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lstStyle/>
          <a:p>
            <a:r>
              <a:rPr lang="en-US" altLang="zh-CN" dirty="0">
                <a:solidFill>
                  <a:schemeClr val="hlink"/>
                </a:solidFill>
                <a:latin typeface="Times New Roman" panose="02020603050405020304" pitchFamily="18" charset="0"/>
                <a:ea typeface="华文楷体" panose="02010600040101010101" pitchFamily="2" charset="-122"/>
                <a:sym typeface="Symbol" panose="05050102010706020507" pitchFamily="18" charset="2"/>
              </a:rPr>
              <a:t>&lt;</a:t>
            </a:r>
          </a:p>
        </p:txBody>
      </p:sp>
      <p:sp>
        <p:nvSpPr>
          <p:cNvPr id="81926" name="Rectangle 17"/>
          <p:cNvSpPr/>
          <p:nvPr/>
        </p:nvSpPr>
        <p:spPr>
          <a:xfrm>
            <a:off x="6224588" y="2133600"/>
            <a:ext cx="357187" cy="457200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lstStyle/>
          <a:p>
            <a:r>
              <a:rPr lang="en-US" altLang="zh-CN" dirty="0">
                <a:solidFill>
                  <a:schemeClr val="hlink"/>
                </a:solidFill>
                <a:latin typeface="Times New Roman" panose="02020603050405020304" pitchFamily="18" charset="0"/>
                <a:ea typeface="华文楷体" panose="02010600040101010101" pitchFamily="2" charset="-122"/>
                <a:sym typeface="Symbol" panose="05050102010706020507" pitchFamily="18" charset="2"/>
              </a:rPr>
              <a:t>&lt;</a:t>
            </a:r>
          </a:p>
        </p:txBody>
      </p:sp>
      <p:sp>
        <p:nvSpPr>
          <p:cNvPr id="81927" name="Rectangle 18"/>
          <p:cNvSpPr/>
          <p:nvPr/>
        </p:nvSpPr>
        <p:spPr>
          <a:xfrm>
            <a:off x="6910388" y="2171700"/>
            <a:ext cx="457200" cy="45720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r>
              <a:rPr lang="en-US" altLang="zh-CN" dirty="0">
                <a:solidFill>
                  <a:schemeClr val="hlink"/>
                </a:solidFill>
                <a:latin typeface="Times New Roman" panose="02020603050405020304" pitchFamily="18" charset="0"/>
                <a:ea typeface="华文楷体" panose="02010600040101010101" pitchFamily="2" charset="-122"/>
                <a:sym typeface="Symbol" panose="05050102010706020507" pitchFamily="18" charset="2"/>
              </a:rPr>
              <a:t>&gt;</a:t>
            </a:r>
          </a:p>
        </p:txBody>
      </p:sp>
      <p:sp>
        <p:nvSpPr>
          <p:cNvPr id="81928" name="Rectangle 19"/>
          <p:cNvSpPr/>
          <p:nvPr/>
        </p:nvSpPr>
        <p:spPr>
          <a:xfrm>
            <a:off x="7748588" y="2171700"/>
            <a:ext cx="533400" cy="45720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r>
              <a:rPr lang="en-US" altLang="zh-CN" dirty="0">
                <a:solidFill>
                  <a:schemeClr val="hlink"/>
                </a:solidFill>
                <a:latin typeface="Times New Roman" panose="02020603050405020304" pitchFamily="18" charset="0"/>
                <a:ea typeface="华文楷体" panose="02010600040101010101" pitchFamily="2" charset="-122"/>
                <a:sym typeface="Symbol" panose="05050102010706020507" pitchFamily="18" charset="2"/>
              </a:rPr>
              <a:t>&gt;</a:t>
            </a:r>
          </a:p>
        </p:txBody>
      </p:sp>
      <p:sp>
        <p:nvSpPr>
          <p:cNvPr id="81929" name="Rectangle 20"/>
          <p:cNvSpPr/>
          <p:nvPr/>
        </p:nvSpPr>
        <p:spPr>
          <a:xfrm>
            <a:off x="2185988" y="2705100"/>
            <a:ext cx="533400" cy="45720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r>
              <a:rPr lang="en-US" altLang="zh-CN" dirty="0">
                <a:solidFill>
                  <a:schemeClr val="hlink"/>
                </a:solidFill>
                <a:latin typeface="Times New Roman" panose="02020603050405020304" pitchFamily="18" charset="0"/>
                <a:ea typeface="华文楷体" panose="02010600040101010101" pitchFamily="2" charset="-122"/>
                <a:sym typeface="Symbol" panose="05050102010706020507" pitchFamily="18" charset="2"/>
              </a:rPr>
              <a:t>&gt;</a:t>
            </a:r>
          </a:p>
        </p:txBody>
      </p:sp>
      <p:sp>
        <p:nvSpPr>
          <p:cNvPr id="81930" name="Rectangle 21"/>
          <p:cNvSpPr/>
          <p:nvPr/>
        </p:nvSpPr>
        <p:spPr>
          <a:xfrm>
            <a:off x="3252788" y="2705100"/>
            <a:ext cx="762000" cy="45720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r>
              <a:rPr lang="en-US" altLang="zh-CN" dirty="0">
                <a:solidFill>
                  <a:schemeClr val="hlink"/>
                </a:solidFill>
                <a:latin typeface="Times New Roman" panose="02020603050405020304" pitchFamily="18" charset="0"/>
                <a:ea typeface="华文楷体" panose="02010600040101010101" pitchFamily="2" charset="-122"/>
                <a:sym typeface="Symbol" panose="05050102010706020507" pitchFamily="18" charset="2"/>
              </a:rPr>
              <a:t>&gt;</a:t>
            </a:r>
          </a:p>
        </p:txBody>
      </p:sp>
      <p:sp>
        <p:nvSpPr>
          <p:cNvPr id="81931" name="Rectangle 22"/>
          <p:cNvSpPr/>
          <p:nvPr/>
        </p:nvSpPr>
        <p:spPr>
          <a:xfrm>
            <a:off x="4319588" y="2705100"/>
            <a:ext cx="533400" cy="45720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r>
              <a:rPr lang="en-US" altLang="zh-CN" dirty="0">
                <a:solidFill>
                  <a:schemeClr val="hlink"/>
                </a:solidFill>
                <a:latin typeface="Times New Roman" panose="02020603050405020304" pitchFamily="18" charset="0"/>
                <a:ea typeface="华文楷体" panose="02010600040101010101" pitchFamily="2" charset="-122"/>
                <a:sym typeface="Symbol" panose="05050102010706020507" pitchFamily="18" charset="2"/>
              </a:rPr>
              <a:t>&lt;</a:t>
            </a:r>
          </a:p>
        </p:txBody>
      </p:sp>
      <p:sp>
        <p:nvSpPr>
          <p:cNvPr id="81932" name="Rectangle 23"/>
          <p:cNvSpPr/>
          <p:nvPr/>
        </p:nvSpPr>
        <p:spPr>
          <a:xfrm>
            <a:off x="5233988" y="2705100"/>
            <a:ext cx="533400" cy="45720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r>
              <a:rPr lang="en-US" altLang="zh-CN" dirty="0">
                <a:solidFill>
                  <a:schemeClr val="hlink"/>
                </a:solidFill>
                <a:latin typeface="Times New Roman" panose="02020603050405020304" pitchFamily="18" charset="0"/>
                <a:ea typeface="华文楷体" panose="02010600040101010101" pitchFamily="2" charset="-122"/>
                <a:sym typeface="Symbol" panose="05050102010706020507" pitchFamily="18" charset="2"/>
              </a:rPr>
              <a:t>&lt;</a:t>
            </a:r>
          </a:p>
        </p:txBody>
      </p:sp>
      <p:sp>
        <p:nvSpPr>
          <p:cNvPr id="81933" name="Rectangle 24"/>
          <p:cNvSpPr/>
          <p:nvPr/>
        </p:nvSpPr>
        <p:spPr>
          <a:xfrm>
            <a:off x="6224588" y="2705100"/>
            <a:ext cx="609600" cy="45720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r>
              <a:rPr lang="en-US" altLang="zh-CN" dirty="0">
                <a:solidFill>
                  <a:schemeClr val="hlink"/>
                </a:solidFill>
                <a:latin typeface="Times New Roman" panose="02020603050405020304" pitchFamily="18" charset="0"/>
                <a:ea typeface="华文楷体" panose="02010600040101010101" pitchFamily="2" charset="-122"/>
                <a:sym typeface="Symbol" panose="05050102010706020507" pitchFamily="18" charset="2"/>
              </a:rPr>
              <a:t>&lt;</a:t>
            </a:r>
          </a:p>
        </p:txBody>
      </p:sp>
      <p:sp>
        <p:nvSpPr>
          <p:cNvPr id="81934" name="Rectangle 25"/>
          <p:cNvSpPr/>
          <p:nvPr/>
        </p:nvSpPr>
        <p:spPr>
          <a:xfrm>
            <a:off x="6910388" y="2705100"/>
            <a:ext cx="533400" cy="45720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r>
              <a:rPr lang="en-US" altLang="zh-CN" dirty="0">
                <a:solidFill>
                  <a:schemeClr val="hlink"/>
                </a:solidFill>
                <a:latin typeface="Times New Roman" panose="02020603050405020304" pitchFamily="18" charset="0"/>
                <a:ea typeface="华文楷体" panose="02010600040101010101" pitchFamily="2" charset="-122"/>
                <a:sym typeface="Symbol" panose="05050102010706020507" pitchFamily="18" charset="2"/>
              </a:rPr>
              <a:t>&gt;</a:t>
            </a:r>
          </a:p>
        </p:txBody>
      </p:sp>
      <p:sp>
        <p:nvSpPr>
          <p:cNvPr id="81935" name="Rectangle 26"/>
          <p:cNvSpPr/>
          <p:nvPr/>
        </p:nvSpPr>
        <p:spPr>
          <a:xfrm>
            <a:off x="7748588" y="2705100"/>
            <a:ext cx="533400" cy="45720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r>
              <a:rPr lang="en-US" altLang="zh-CN" dirty="0">
                <a:solidFill>
                  <a:schemeClr val="hlink"/>
                </a:solidFill>
                <a:latin typeface="Times New Roman" panose="02020603050405020304" pitchFamily="18" charset="0"/>
                <a:ea typeface="华文楷体" panose="02010600040101010101" pitchFamily="2" charset="-122"/>
                <a:sym typeface="Symbol" panose="05050102010706020507" pitchFamily="18" charset="2"/>
              </a:rPr>
              <a:t>&gt;</a:t>
            </a:r>
          </a:p>
        </p:txBody>
      </p:sp>
      <p:sp>
        <p:nvSpPr>
          <p:cNvPr id="81936" name="Rectangle 27"/>
          <p:cNvSpPr/>
          <p:nvPr/>
        </p:nvSpPr>
        <p:spPr>
          <a:xfrm>
            <a:off x="2185988" y="3238500"/>
            <a:ext cx="533400" cy="45720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r>
              <a:rPr lang="en-US" altLang="zh-CN" dirty="0">
                <a:solidFill>
                  <a:schemeClr val="hlink"/>
                </a:solidFill>
                <a:latin typeface="Times New Roman" panose="02020603050405020304" pitchFamily="18" charset="0"/>
                <a:ea typeface="华文楷体" panose="02010600040101010101" pitchFamily="2" charset="-122"/>
                <a:sym typeface="Symbol" panose="05050102010706020507" pitchFamily="18" charset="2"/>
              </a:rPr>
              <a:t>&gt;</a:t>
            </a:r>
          </a:p>
        </p:txBody>
      </p:sp>
      <p:sp>
        <p:nvSpPr>
          <p:cNvPr id="81937" name="Rectangle 28"/>
          <p:cNvSpPr/>
          <p:nvPr/>
        </p:nvSpPr>
        <p:spPr>
          <a:xfrm>
            <a:off x="3252788" y="3238500"/>
            <a:ext cx="685800" cy="45720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r>
              <a:rPr lang="en-US" altLang="zh-CN" dirty="0">
                <a:solidFill>
                  <a:schemeClr val="hlink"/>
                </a:solidFill>
                <a:latin typeface="Times New Roman" panose="02020603050405020304" pitchFamily="18" charset="0"/>
                <a:ea typeface="华文楷体" panose="02010600040101010101" pitchFamily="2" charset="-122"/>
                <a:sym typeface="Symbol" panose="05050102010706020507" pitchFamily="18" charset="2"/>
              </a:rPr>
              <a:t>&gt;</a:t>
            </a:r>
          </a:p>
        </p:txBody>
      </p:sp>
      <p:sp>
        <p:nvSpPr>
          <p:cNvPr id="81938" name="Rectangle 29"/>
          <p:cNvSpPr/>
          <p:nvPr/>
        </p:nvSpPr>
        <p:spPr>
          <a:xfrm>
            <a:off x="4319588" y="3238500"/>
            <a:ext cx="457200" cy="45720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r>
              <a:rPr lang="en-US" altLang="zh-CN" dirty="0">
                <a:solidFill>
                  <a:schemeClr val="hlink"/>
                </a:solidFill>
                <a:latin typeface="Times New Roman" panose="02020603050405020304" pitchFamily="18" charset="0"/>
                <a:ea typeface="华文楷体" panose="02010600040101010101" pitchFamily="2" charset="-122"/>
                <a:sym typeface="Symbol" panose="05050102010706020507" pitchFamily="18" charset="2"/>
              </a:rPr>
              <a:t>&gt;</a:t>
            </a:r>
          </a:p>
        </p:txBody>
      </p:sp>
      <p:sp>
        <p:nvSpPr>
          <p:cNvPr id="81939" name="Rectangle 30"/>
          <p:cNvSpPr/>
          <p:nvPr/>
        </p:nvSpPr>
        <p:spPr>
          <a:xfrm>
            <a:off x="5233988" y="3238500"/>
            <a:ext cx="457200" cy="45720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r>
              <a:rPr lang="en-US" altLang="zh-CN" dirty="0">
                <a:solidFill>
                  <a:schemeClr val="hlink"/>
                </a:solidFill>
                <a:latin typeface="Times New Roman" panose="02020603050405020304" pitchFamily="18" charset="0"/>
                <a:ea typeface="华文楷体" panose="02010600040101010101" pitchFamily="2" charset="-122"/>
                <a:sym typeface="Symbol" panose="05050102010706020507" pitchFamily="18" charset="2"/>
              </a:rPr>
              <a:t>&gt;</a:t>
            </a:r>
          </a:p>
        </p:txBody>
      </p:sp>
      <p:sp>
        <p:nvSpPr>
          <p:cNvPr id="81940" name="Rectangle 31"/>
          <p:cNvSpPr/>
          <p:nvPr/>
        </p:nvSpPr>
        <p:spPr>
          <a:xfrm>
            <a:off x="6224588" y="3200400"/>
            <a:ext cx="357187" cy="457200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lstStyle/>
          <a:p>
            <a:r>
              <a:rPr lang="en-US" altLang="zh-CN" dirty="0">
                <a:solidFill>
                  <a:schemeClr val="hlink"/>
                </a:solidFill>
                <a:latin typeface="Times New Roman" panose="02020603050405020304" pitchFamily="18" charset="0"/>
                <a:ea typeface="华文楷体" panose="02010600040101010101" pitchFamily="2" charset="-122"/>
                <a:sym typeface="Symbol" panose="05050102010706020507" pitchFamily="18" charset="2"/>
              </a:rPr>
              <a:t>&lt;</a:t>
            </a:r>
          </a:p>
        </p:txBody>
      </p:sp>
      <p:sp>
        <p:nvSpPr>
          <p:cNvPr id="81941" name="Rectangle 32"/>
          <p:cNvSpPr/>
          <p:nvPr/>
        </p:nvSpPr>
        <p:spPr>
          <a:xfrm>
            <a:off x="6910388" y="3238500"/>
            <a:ext cx="533400" cy="45720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r>
              <a:rPr lang="en-US" altLang="zh-CN" dirty="0">
                <a:solidFill>
                  <a:schemeClr val="hlink"/>
                </a:solidFill>
                <a:latin typeface="Times New Roman" panose="02020603050405020304" pitchFamily="18" charset="0"/>
                <a:ea typeface="华文楷体" panose="02010600040101010101" pitchFamily="2" charset="-122"/>
                <a:sym typeface="Symbol" panose="05050102010706020507" pitchFamily="18" charset="2"/>
              </a:rPr>
              <a:t>&gt;</a:t>
            </a:r>
          </a:p>
        </p:txBody>
      </p:sp>
      <p:sp>
        <p:nvSpPr>
          <p:cNvPr id="81942" name="Rectangle 33"/>
          <p:cNvSpPr/>
          <p:nvPr/>
        </p:nvSpPr>
        <p:spPr>
          <a:xfrm>
            <a:off x="7748588" y="3238500"/>
            <a:ext cx="457200" cy="45720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r>
              <a:rPr lang="en-US" altLang="zh-CN" dirty="0">
                <a:solidFill>
                  <a:schemeClr val="hlink"/>
                </a:solidFill>
                <a:latin typeface="Times New Roman" panose="02020603050405020304" pitchFamily="18" charset="0"/>
                <a:ea typeface="华文楷体" panose="02010600040101010101" pitchFamily="2" charset="-122"/>
                <a:sym typeface="Symbol" panose="05050102010706020507" pitchFamily="18" charset="2"/>
              </a:rPr>
              <a:t>&gt;</a:t>
            </a:r>
          </a:p>
        </p:txBody>
      </p:sp>
      <p:sp>
        <p:nvSpPr>
          <p:cNvPr id="81943" name="Rectangle 34"/>
          <p:cNvSpPr/>
          <p:nvPr/>
        </p:nvSpPr>
        <p:spPr>
          <a:xfrm>
            <a:off x="2185988" y="3695700"/>
            <a:ext cx="533400" cy="45720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r>
              <a:rPr lang="en-US" altLang="zh-CN" dirty="0">
                <a:solidFill>
                  <a:schemeClr val="hlink"/>
                </a:solidFill>
                <a:latin typeface="Times New Roman" panose="02020603050405020304" pitchFamily="18" charset="0"/>
                <a:ea typeface="华文楷体" panose="02010600040101010101" pitchFamily="2" charset="-122"/>
                <a:sym typeface="Symbol" panose="05050102010706020507" pitchFamily="18" charset="2"/>
              </a:rPr>
              <a:t>&gt;</a:t>
            </a:r>
          </a:p>
        </p:txBody>
      </p:sp>
      <p:sp>
        <p:nvSpPr>
          <p:cNvPr id="81944" name="Rectangle 35"/>
          <p:cNvSpPr/>
          <p:nvPr/>
        </p:nvSpPr>
        <p:spPr>
          <a:xfrm>
            <a:off x="3252788" y="3695700"/>
            <a:ext cx="533400" cy="45720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r>
              <a:rPr lang="en-US" altLang="zh-CN" dirty="0">
                <a:solidFill>
                  <a:schemeClr val="hlink"/>
                </a:solidFill>
                <a:latin typeface="Times New Roman" panose="02020603050405020304" pitchFamily="18" charset="0"/>
                <a:ea typeface="华文楷体" panose="02010600040101010101" pitchFamily="2" charset="-122"/>
                <a:sym typeface="Symbol" panose="05050102010706020507" pitchFamily="18" charset="2"/>
              </a:rPr>
              <a:t>&gt;</a:t>
            </a:r>
          </a:p>
        </p:txBody>
      </p:sp>
      <p:sp>
        <p:nvSpPr>
          <p:cNvPr id="81945" name="Rectangle 36"/>
          <p:cNvSpPr/>
          <p:nvPr/>
        </p:nvSpPr>
        <p:spPr>
          <a:xfrm>
            <a:off x="4319588" y="3657600"/>
            <a:ext cx="357187" cy="457200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lstStyle/>
          <a:p>
            <a:r>
              <a:rPr lang="en-US" altLang="zh-CN" dirty="0">
                <a:solidFill>
                  <a:schemeClr val="hlink"/>
                </a:solidFill>
                <a:latin typeface="Times New Roman" panose="02020603050405020304" pitchFamily="18" charset="0"/>
                <a:ea typeface="华文楷体" panose="02010600040101010101" pitchFamily="2" charset="-122"/>
                <a:sym typeface="Symbol" panose="05050102010706020507" pitchFamily="18" charset="2"/>
              </a:rPr>
              <a:t>&gt;</a:t>
            </a:r>
          </a:p>
        </p:txBody>
      </p:sp>
      <p:sp>
        <p:nvSpPr>
          <p:cNvPr id="81946" name="Rectangle 37"/>
          <p:cNvSpPr/>
          <p:nvPr/>
        </p:nvSpPr>
        <p:spPr>
          <a:xfrm>
            <a:off x="5233988" y="3657600"/>
            <a:ext cx="357187" cy="457200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lstStyle/>
          <a:p>
            <a:r>
              <a:rPr lang="en-US" altLang="zh-CN" dirty="0">
                <a:solidFill>
                  <a:schemeClr val="hlink"/>
                </a:solidFill>
                <a:latin typeface="Times New Roman" panose="02020603050405020304" pitchFamily="18" charset="0"/>
                <a:ea typeface="华文楷体" panose="02010600040101010101" pitchFamily="2" charset="-122"/>
                <a:sym typeface="Symbol" panose="05050102010706020507" pitchFamily="18" charset="2"/>
              </a:rPr>
              <a:t>&gt;</a:t>
            </a:r>
          </a:p>
        </p:txBody>
      </p:sp>
      <p:sp>
        <p:nvSpPr>
          <p:cNvPr id="81947" name="Rectangle 38"/>
          <p:cNvSpPr/>
          <p:nvPr/>
        </p:nvSpPr>
        <p:spPr>
          <a:xfrm>
            <a:off x="6224588" y="3657600"/>
            <a:ext cx="357187" cy="457200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lstStyle/>
          <a:p>
            <a:r>
              <a:rPr lang="en-US" altLang="zh-CN" dirty="0">
                <a:solidFill>
                  <a:schemeClr val="hlink"/>
                </a:solidFill>
                <a:latin typeface="Times New Roman" panose="02020603050405020304" pitchFamily="18" charset="0"/>
                <a:ea typeface="华文楷体" panose="02010600040101010101" pitchFamily="2" charset="-122"/>
                <a:sym typeface="Symbol" panose="05050102010706020507" pitchFamily="18" charset="2"/>
              </a:rPr>
              <a:t>&lt;</a:t>
            </a:r>
          </a:p>
        </p:txBody>
      </p:sp>
      <p:sp>
        <p:nvSpPr>
          <p:cNvPr id="81948" name="Rectangle 39"/>
          <p:cNvSpPr/>
          <p:nvPr/>
        </p:nvSpPr>
        <p:spPr>
          <a:xfrm>
            <a:off x="6910388" y="3657600"/>
            <a:ext cx="357187" cy="457200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lstStyle/>
          <a:p>
            <a:r>
              <a:rPr lang="en-US" altLang="zh-CN" dirty="0">
                <a:solidFill>
                  <a:schemeClr val="hlink"/>
                </a:solidFill>
                <a:latin typeface="Times New Roman" panose="02020603050405020304" pitchFamily="18" charset="0"/>
                <a:ea typeface="华文楷体" panose="02010600040101010101" pitchFamily="2" charset="-122"/>
                <a:sym typeface="Symbol" panose="05050102010706020507" pitchFamily="18" charset="2"/>
              </a:rPr>
              <a:t>&gt;</a:t>
            </a:r>
          </a:p>
        </p:txBody>
      </p:sp>
      <p:sp>
        <p:nvSpPr>
          <p:cNvPr id="81949" name="Rectangle 40"/>
          <p:cNvSpPr/>
          <p:nvPr/>
        </p:nvSpPr>
        <p:spPr>
          <a:xfrm>
            <a:off x="7748588" y="3695700"/>
            <a:ext cx="457200" cy="45720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r>
              <a:rPr lang="en-US" altLang="zh-CN" dirty="0">
                <a:solidFill>
                  <a:schemeClr val="hlink"/>
                </a:solidFill>
                <a:latin typeface="Times New Roman" panose="02020603050405020304" pitchFamily="18" charset="0"/>
                <a:ea typeface="华文楷体" panose="02010600040101010101" pitchFamily="2" charset="-122"/>
                <a:sym typeface="Symbol" panose="05050102010706020507" pitchFamily="18" charset="2"/>
              </a:rPr>
              <a:t>&gt;</a:t>
            </a:r>
          </a:p>
        </p:txBody>
      </p:sp>
      <p:sp>
        <p:nvSpPr>
          <p:cNvPr id="81950" name="Rectangle 41"/>
          <p:cNvSpPr/>
          <p:nvPr/>
        </p:nvSpPr>
        <p:spPr>
          <a:xfrm>
            <a:off x="2185988" y="4152900"/>
            <a:ext cx="457200" cy="45720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r>
              <a:rPr lang="en-US" altLang="zh-CN" dirty="0">
                <a:solidFill>
                  <a:schemeClr val="hlink"/>
                </a:solidFill>
                <a:latin typeface="Times New Roman" panose="02020603050405020304" pitchFamily="18" charset="0"/>
                <a:ea typeface="华文楷体" panose="02010600040101010101" pitchFamily="2" charset="-122"/>
                <a:sym typeface="Symbol" panose="05050102010706020507" pitchFamily="18" charset="2"/>
              </a:rPr>
              <a:t>&lt;</a:t>
            </a:r>
          </a:p>
        </p:txBody>
      </p:sp>
      <p:sp>
        <p:nvSpPr>
          <p:cNvPr id="81951" name="Rectangle 42"/>
          <p:cNvSpPr/>
          <p:nvPr/>
        </p:nvSpPr>
        <p:spPr>
          <a:xfrm>
            <a:off x="3252788" y="4152900"/>
            <a:ext cx="685800" cy="45720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r>
              <a:rPr lang="en-US" altLang="zh-CN" dirty="0">
                <a:solidFill>
                  <a:schemeClr val="hlink"/>
                </a:solidFill>
                <a:latin typeface="Times New Roman" panose="02020603050405020304" pitchFamily="18" charset="0"/>
                <a:ea typeface="华文楷体" panose="02010600040101010101" pitchFamily="2" charset="-122"/>
                <a:sym typeface="Symbol" panose="05050102010706020507" pitchFamily="18" charset="2"/>
              </a:rPr>
              <a:t>&lt;</a:t>
            </a:r>
          </a:p>
        </p:txBody>
      </p:sp>
      <p:sp>
        <p:nvSpPr>
          <p:cNvPr id="81952" name="Rectangle 43"/>
          <p:cNvSpPr/>
          <p:nvPr/>
        </p:nvSpPr>
        <p:spPr>
          <a:xfrm>
            <a:off x="4319588" y="4114800"/>
            <a:ext cx="357187" cy="457200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lstStyle/>
          <a:p>
            <a:r>
              <a:rPr lang="en-US" altLang="zh-CN" dirty="0">
                <a:solidFill>
                  <a:schemeClr val="hlink"/>
                </a:solidFill>
                <a:latin typeface="Times New Roman" panose="02020603050405020304" pitchFamily="18" charset="0"/>
                <a:ea typeface="华文楷体" panose="02010600040101010101" pitchFamily="2" charset="-122"/>
                <a:sym typeface="Symbol" panose="05050102010706020507" pitchFamily="18" charset="2"/>
              </a:rPr>
              <a:t>&lt;</a:t>
            </a:r>
          </a:p>
        </p:txBody>
      </p:sp>
      <p:sp>
        <p:nvSpPr>
          <p:cNvPr id="81953" name="Rectangle 44"/>
          <p:cNvSpPr/>
          <p:nvPr/>
        </p:nvSpPr>
        <p:spPr>
          <a:xfrm>
            <a:off x="5233988" y="4114800"/>
            <a:ext cx="357187" cy="457200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lstStyle/>
          <a:p>
            <a:r>
              <a:rPr lang="en-US" altLang="zh-CN" dirty="0">
                <a:solidFill>
                  <a:schemeClr val="hlink"/>
                </a:solidFill>
                <a:latin typeface="Times New Roman" panose="02020603050405020304" pitchFamily="18" charset="0"/>
                <a:ea typeface="华文楷体" panose="02010600040101010101" pitchFamily="2" charset="-122"/>
                <a:sym typeface="Symbol" panose="05050102010706020507" pitchFamily="18" charset="2"/>
              </a:rPr>
              <a:t>&lt;</a:t>
            </a:r>
          </a:p>
        </p:txBody>
      </p:sp>
      <p:sp>
        <p:nvSpPr>
          <p:cNvPr id="81954" name="Rectangle 45"/>
          <p:cNvSpPr/>
          <p:nvPr/>
        </p:nvSpPr>
        <p:spPr>
          <a:xfrm>
            <a:off x="6224588" y="4114800"/>
            <a:ext cx="357187" cy="457200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lstStyle/>
          <a:p>
            <a:r>
              <a:rPr lang="en-US" altLang="zh-CN" dirty="0">
                <a:solidFill>
                  <a:schemeClr val="hlink"/>
                </a:solidFill>
                <a:latin typeface="Times New Roman" panose="02020603050405020304" pitchFamily="18" charset="0"/>
                <a:ea typeface="华文楷体" panose="02010600040101010101" pitchFamily="2" charset="-122"/>
                <a:sym typeface="Symbol" panose="05050102010706020507" pitchFamily="18" charset="2"/>
              </a:rPr>
              <a:t>&lt;</a:t>
            </a:r>
          </a:p>
        </p:txBody>
      </p:sp>
      <p:sp>
        <p:nvSpPr>
          <p:cNvPr id="81955" name="Rectangle 46"/>
          <p:cNvSpPr/>
          <p:nvPr/>
        </p:nvSpPr>
        <p:spPr>
          <a:xfrm>
            <a:off x="6910388" y="4114800"/>
            <a:ext cx="357187" cy="457200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lstStyle/>
          <a:p>
            <a:r>
              <a:rPr lang="en-US" altLang="zh-CN" dirty="0">
                <a:solidFill>
                  <a:schemeClr val="hlink"/>
                </a:solidFill>
                <a:latin typeface="Times New Roman" panose="02020603050405020304" pitchFamily="18" charset="0"/>
                <a:ea typeface="华文楷体" panose="02010600040101010101" pitchFamily="2" charset="-122"/>
                <a:sym typeface="Symbol" panose="05050102010706020507" pitchFamily="18" charset="2"/>
              </a:rPr>
              <a:t>=</a:t>
            </a:r>
          </a:p>
        </p:txBody>
      </p:sp>
      <p:sp>
        <p:nvSpPr>
          <p:cNvPr id="81956" name="Rectangle 47"/>
          <p:cNvSpPr/>
          <p:nvPr/>
        </p:nvSpPr>
        <p:spPr>
          <a:xfrm>
            <a:off x="2185988" y="4610100"/>
            <a:ext cx="533400" cy="45720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r>
              <a:rPr lang="en-US" altLang="zh-CN" dirty="0">
                <a:solidFill>
                  <a:schemeClr val="hlink"/>
                </a:solidFill>
                <a:latin typeface="Times New Roman" panose="02020603050405020304" pitchFamily="18" charset="0"/>
                <a:ea typeface="华文楷体" panose="02010600040101010101" pitchFamily="2" charset="-122"/>
                <a:sym typeface="Symbol" panose="05050102010706020507" pitchFamily="18" charset="2"/>
              </a:rPr>
              <a:t>&gt;</a:t>
            </a:r>
          </a:p>
        </p:txBody>
      </p:sp>
      <p:sp>
        <p:nvSpPr>
          <p:cNvPr id="81957" name="Rectangle 48"/>
          <p:cNvSpPr/>
          <p:nvPr/>
        </p:nvSpPr>
        <p:spPr>
          <a:xfrm>
            <a:off x="3252788" y="4610100"/>
            <a:ext cx="609600" cy="45720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r>
              <a:rPr lang="en-US" altLang="zh-CN" dirty="0">
                <a:solidFill>
                  <a:schemeClr val="hlink"/>
                </a:solidFill>
                <a:latin typeface="Times New Roman" panose="02020603050405020304" pitchFamily="18" charset="0"/>
                <a:ea typeface="华文楷体" panose="02010600040101010101" pitchFamily="2" charset="-122"/>
                <a:sym typeface="Symbol" panose="05050102010706020507" pitchFamily="18" charset="2"/>
              </a:rPr>
              <a:t>&gt;</a:t>
            </a:r>
          </a:p>
        </p:txBody>
      </p:sp>
      <p:sp>
        <p:nvSpPr>
          <p:cNvPr id="81958" name="Rectangle 49"/>
          <p:cNvSpPr/>
          <p:nvPr/>
        </p:nvSpPr>
        <p:spPr>
          <a:xfrm>
            <a:off x="4319588" y="4572000"/>
            <a:ext cx="357187" cy="457200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lstStyle/>
          <a:p>
            <a:r>
              <a:rPr lang="en-US" altLang="zh-CN" dirty="0">
                <a:solidFill>
                  <a:schemeClr val="hlink"/>
                </a:solidFill>
                <a:latin typeface="Times New Roman" panose="02020603050405020304" pitchFamily="18" charset="0"/>
                <a:ea typeface="华文楷体" panose="02010600040101010101" pitchFamily="2" charset="-122"/>
                <a:sym typeface="Symbol" panose="05050102010706020507" pitchFamily="18" charset="2"/>
              </a:rPr>
              <a:t>&gt;</a:t>
            </a:r>
          </a:p>
        </p:txBody>
      </p:sp>
      <p:sp>
        <p:nvSpPr>
          <p:cNvPr id="81959" name="Rectangle 50"/>
          <p:cNvSpPr/>
          <p:nvPr/>
        </p:nvSpPr>
        <p:spPr>
          <a:xfrm>
            <a:off x="5233988" y="4572000"/>
            <a:ext cx="357187" cy="457200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lstStyle/>
          <a:p>
            <a:r>
              <a:rPr lang="en-US" altLang="zh-CN" dirty="0">
                <a:solidFill>
                  <a:schemeClr val="hlink"/>
                </a:solidFill>
                <a:latin typeface="Times New Roman" panose="02020603050405020304" pitchFamily="18" charset="0"/>
                <a:ea typeface="华文楷体" panose="02010600040101010101" pitchFamily="2" charset="-122"/>
                <a:sym typeface="Symbol" panose="05050102010706020507" pitchFamily="18" charset="2"/>
              </a:rPr>
              <a:t>&gt;</a:t>
            </a:r>
          </a:p>
        </p:txBody>
      </p:sp>
      <p:sp>
        <p:nvSpPr>
          <p:cNvPr id="81960" name="Rectangle 51"/>
          <p:cNvSpPr/>
          <p:nvPr/>
        </p:nvSpPr>
        <p:spPr>
          <a:xfrm>
            <a:off x="6224588" y="4572000"/>
            <a:ext cx="336550" cy="457200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lstStyle/>
          <a:p>
            <a:r>
              <a:rPr lang="en-US" altLang="zh-CN" dirty="0">
                <a:solidFill>
                  <a:srgbClr val="FF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sym typeface="Symbol" panose="05050102010706020507" pitchFamily="18" charset="2"/>
              </a:rPr>
              <a:t>x</a:t>
            </a:r>
          </a:p>
        </p:txBody>
      </p:sp>
      <p:sp>
        <p:nvSpPr>
          <p:cNvPr id="81961" name="Rectangle 52"/>
          <p:cNvSpPr/>
          <p:nvPr/>
        </p:nvSpPr>
        <p:spPr>
          <a:xfrm>
            <a:off x="6910388" y="4572000"/>
            <a:ext cx="357187" cy="457200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lstStyle/>
          <a:p>
            <a:r>
              <a:rPr lang="en-US" altLang="zh-CN" dirty="0">
                <a:solidFill>
                  <a:schemeClr val="hlink"/>
                </a:solidFill>
                <a:latin typeface="Times New Roman" panose="02020603050405020304" pitchFamily="18" charset="0"/>
                <a:ea typeface="华文楷体" panose="02010600040101010101" pitchFamily="2" charset="-122"/>
                <a:sym typeface="Symbol" panose="05050102010706020507" pitchFamily="18" charset="2"/>
              </a:rPr>
              <a:t>&gt;</a:t>
            </a:r>
          </a:p>
        </p:txBody>
      </p:sp>
      <p:sp>
        <p:nvSpPr>
          <p:cNvPr id="81962" name="Rectangle 53"/>
          <p:cNvSpPr/>
          <p:nvPr/>
        </p:nvSpPr>
        <p:spPr>
          <a:xfrm>
            <a:off x="7748588" y="4610100"/>
            <a:ext cx="533400" cy="45720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r>
              <a:rPr lang="en-US" altLang="zh-CN" dirty="0">
                <a:solidFill>
                  <a:schemeClr val="hlink"/>
                </a:solidFill>
                <a:latin typeface="Times New Roman" panose="02020603050405020304" pitchFamily="18" charset="0"/>
                <a:ea typeface="华文楷体" panose="02010600040101010101" pitchFamily="2" charset="-122"/>
                <a:sym typeface="Symbol" panose="05050102010706020507" pitchFamily="18" charset="2"/>
              </a:rPr>
              <a:t>&gt;</a:t>
            </a:r>
          </a:p>
        </p:txBody>
      </p:sp>
      <p:sp>
        <p:nvSpPr>
          <p:cNvPr id="81963" name="Rectangle 54"/>
          <p:cNvSpPr/>
          <p:nvPr/>
        </p:nvSpPr>
        <p:spPr>
          <a:xfrm>
            <a:off x="2185988" y="5105400"/>
            <a:ext cx="357187" cy="457200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lstStyle/>
          <a:p>
            <a:r>
              <a:rPr lang="en-US" altLang="zh-CN" dirty="0">
                <a:solidFill>
                  <a:schemeClr val="hlink"/>
                </a:solidFill>
                <a:latin typeface="Times New Roman" panose="02020603050405020304" pitchFamily="18" charset="0"/>
                <a:ea typeface="华文楷体" panose="02010600040101010101" pitchFamily="2" charset="-122"/>
                <a:sym typeface="Symbol" panose="05050102010706020507" pitchFamily="18" charset="2"/>
              </a:rPr>
              <a:t>&lt;</a:t>
            </a:r>
          </a:p>
        </p:txBody>
      </p:sp>
      <p:sp>
        <p:nvSpPr>
          <p:cNvPr id="81964" name="Rectangle 55"/>
          <p:cNvSpPr/>
          <p:nvPr/>
        </p:nvSpPr>
        <p:spPr>
          <a:xfrm>
            <a:off x="3252788" y="5143500"/>
            <a:ext cx="609600" cy="45720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r>
              <a:rPr lang="en-US" altLang="zh-CN" dirty="0">
                <a:solidFill>
                  <a:schemeClr val="hlink"/>
                </a:solidFill>
                <a:latin typeface="Times New Roman" panose="02020603050405020304" pitchFamily="18" charset="0"/>
                <a:ea typeface="华文楷体" panose="02010600040101010101" pitchFamily="2" charset="-122"/>
                <a:sym typeface="Symbol" panose="05050102010706020507" pitchFamily="18" charset="2"/>
              </a:rPr>
              <a:t>&lt;</a:t>
            </a:r>
          </a:p>
        </p:txBody>
      </p:sp>
      <p:sp>
        <p:nvSpPr>
          <p:cNvPr id="81965" name="Rectangle 56"/>
          <p:cNvSpPr/>
          <p:nvPr/>
        </p:nvSpPr>
        <p:spPr>
          <a:xfrm>
            <a:off x="4319588" y="5105400"/>
            <a:ext cx="357187" cy="457200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lstStyle/>
          <a:p>
            <a:r>
              <a:rPr lang="en-US" altLang="zh-CN" dirty="0">
                <a:solidFill>
                  <a:schemeClr val="hlink"/>
                </a:solidFill>
                <a:latin typeface="Times New Roman" panose="02020603050405020304" pitchFamily="18" charset="0"/>
                <a:ea typeface="华文楷体" panose="02010600040101010101" pitchFamily="2" charset="-122"/>
                <a:sym typeface="Symbol" panose="05050102010706020507" pitchFamily="18" charset="2"/>
              </a:rPr>
              <a:t>&lt;</a:t>
            </a:r>
          </a:p>
        </p:txBody>
      </p:sp>
      <p:sp>
        <p:nvSpPr>
          <p:cNvPr id="81966" name="Rectangle 57"/>
          <p:cNvSpPr/>
          <p:nvPr/>
        </p:nvSpPr>
        <p:spPr>
          <a:xfrm>
            <a:off x="5233988" y="5105400"/>
            <a:ext cx="357187" cy="457200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lstStyle/>
          <a:p>
            <a:r>
              <a:rPr lang="en-US" altLang="zh-CN" dirty="0">
                <a:solidFill>
                  <a:schemeClr val="hlink"/>
                </a:solidFill>
                <a:latin typeface="Times New Roman" panose="02020603050405020304" pitchFamily="18" charset="0"/>
                <a:ea typeface="华文楷体" panose="02010600040101010101" pitchFamily="2" charset="-122"/>
                <a:sym typeface="Symbol" panose="05050102010706020507" pitchFamily="18" charset="2"/>
              </a:rPr>
              <a:t>&lt;</a:t>
            </a:r>
          </a:p>
        </p:txBody>
      </p:sp>
      <p:sp>
        <p:nvSpPr>
          <p:cNvPr id="81967" name="Rectangle 58"/>
          <p:cNvSpPr/>
          <p:nvPr/>
        </p:nvSpPr>
        <p:spPr>
          <a:xfrm>
            <a:off x="6224588" y="5105400"/>
            <a:ext cx="357187" cy="457200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lstStyle/>
          <a:p>
            <a:r>
              <a:rPr lang="en-US" altLang="zh-CN" dirty="0">
                <a:solidFill>
                  <a:schemeClr val="hlink"/>
                </a:solidFill>
                <a:latin typeface="Times New Roman" panose="02020603050405020304" pitchFamily="18" charset="0"/>
                <a:ea typeface="华文楷体" panose="02010600040101010101" pitchFamily="2" charset="-122"/>
                <a:sym typeface="Symbol" panose="05050102010706020507" pitchFamily="18" charset="2"/>
              </a:rPr>
              <a:t>&lt;</a:t>
            </a:r>
          </a:p>
        </p:txBody>
      </p:sp>
      <p:sp>
        <p:nvSpPr>
          <p:cNvPr id="81968" name="Rectangle 59"/>
          <p:cNvSpPr/>
          <p:nvPr/>
        </p:nvSpPr>
        <p:spPr>
          <a:xfrm>
            <a:off x="7748588" y="5143500"/>
            <a:ext cx="533400" cy="45720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r>
              <a:rPr lang="en-US" altLang="zh-CN" dirty="0">
                <a:solidFill>
                  <a:schemeClr val="hlink"/>
                </a:solidFill>
                <a:latin typeface="Times New Roman" panose="02020603050405020304" pitchFamily="18" charset="0"/>
                <a:ea typeface="华文楷体" panose="02010600040101010101" pitchFamily="2" charset="-122"/>
                <a:sym typeface="Symbol" panose="05050102010706020507" pitchFamily="18" charset="2"/>
              </a:rPr>
              <a:t>=</a:t>
            </a:r>
          </a:p>
        </p:txBody>
      </p:sp>
      <p:sp>
        <p:nvSpPr>
          <p:cNvPr id="81969" name="Rectangle 60"/>
          <p:cNvSpPr/>
          <p:nvPr/>
        </p:nvSpPr>
        <p:spPr>
          <a:xfrm>
            <a:off x="7748588" y="4114800"/>
            <a:ext cx="336550" cy="457200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lstStyle/>
          <a:p>
            <a:r>
              <a:rPr lang="en-US" altLang="zh-CN" dirty="0">
                <a:solidFill>
                  <a:srgbClr val="FF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sym typeface="Symbol" panose="05050102010706020507" pitchFamily="18" charset="2"/>
              </a:rPr>
              <a:t>x</a:t>
            </a:r>
          </a:p>
        </p:txBody>
      </p:sp>
      <p:sp>
        <p:nvSpPr>
          <p:cNvPr id="81970" name="Rectangle 61"/>
          <p:cNvSpPr/>
          <p:nvPr/>
        </p:nvSpPr>
        <p:spPr>
          <a:xfrm>
            <a:off x="6910388" y="5029200"/>
            <a:ext cx="336550" cy="457200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lstStyle/>
          <a:p>
            <a:r>
              <a:rPr lang="en-US" altLang="zh-CN" dirty="0">
                <a:solidFill>
                  <a:srgbClr val="FF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sym typeface="Symbol" panose="05050102010706020507" pitchFamily="18" charset="2"/>
              </a:rPr>
              <a:t>x</a:t>
            </a:r>
          </a:p>
        </p:txBody>
      </p:sp>
      <p:sp>
        <p:nvSpPr>
          <p:cNvPr id="81971" name="Text Box 109"/>
          <p:cNvSpPr txBox="1"/>
          <p:nvPr/>
        </p:nvSpPr>
        <p:spPr>
          <a:xfrm>
            <a:off x="2025650" y="677863"/>
            <a:ext cx="5302250" cy="579437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r>
              <a:rPr lang="zh-CN" altLang="en-US" sz="3200" dirty="0">
                <a:solidFill>
                  <a:schemeClr val="accent2"/>
                </a:solidFill>
                <a:latin typeface="楷体_GB2312" charset="-122"/>
                <a:ea typeface="楷体_GB2312" charset="-122"/>
              </a:rPr>
              <a:t>表</a:t>
            </a:r>
            <a:r>
              <a:rPr lang="en-US" altLang="zh-CN" sz="3200" dirty="0">
                <a:solidFill>
                  <a:schemeClr val="accent2"/>
                </a:solidFill>
                <a:latin typeface="楷体_GB2312" charset="-122"/>
                <a:ea typeface="楷体_GB2312" charset="-122"/>
              </a:rPr>
              <a:t>3.1</a:t>
            </a:r>
            <a:r>
              <a:rPr lang="zh-CN" altLang="en-US" sz="3200" dirty="0">
                <a:solidFill>
                  <a:schemeClr val="accent2"/>
                </a:solidFill>
                <a:latin typeface="楷体_GB2312" charset="-122"/>
                <a:ea typeface="楷体_GB2312" charset="-122"/>
              </a:rPr>
              <a:t>　算符间的优先关系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B28922A6-F568-161A-854C-A51F12297B4E}"/>
              </a:ext>
            </a:extLst>
          </p:cNvPr>
          <p:cNvSpPr txBox="1"/>
          <p:nvPr/>
        </p:nvSpPr>
        <p:spPr>
          <a:xfrm>
            <a:off x="251520" y="5805264"/>
            <a:ext cx="87849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除了</a:t>
            </a:r>
            <a:r>
              <a:rPr lang="en-US" altLang="zh-CN" dirty="0"/>
              <a:t>()</a:t>
            </a:r>
            <a:r>
              <a:rPr lang="zh-CN" altLang="en-US" dirty="0"/>
              <a:t>的运算符</a:t>
            </a:r>
            <a:r>
              <a:rPr lang="en-US" altLang="zh-CN" dirty="0"/>
              <a:t>,</a:t>
            </a:r>
            <a:r>
              <a:rPr lang="zh-CN" altLang="en-US" dirty="0"/>
              <a:t>其余面对</a:t>
            </a:r>
            <a:r>
              <a:rPr lang="en-US" altLang="zh-CN" dirty="0"/>
              <a:t>(</a:t>
            </a:r>
            <a:r>
              <a:rPr lang="zh-CN" altLang="en-US" dirty="0"/>
              <a:t>优先度都大面对</a:t>
            </a:r>
            <a:r>
              <a:rPr lang="en-US" altLang="zh-CN" dirty="0"/>
              <a:t>)</a:t>
            </a:r>
            <a:r>
              <a:rPr lang="zh-CN" altLang="en-US" dirty="0"/>
              <a:t>优先度都小</a:t>
            </a:r>
            <a:endParaRPr lang="en-US" altLang="zh-CN" dirty="0"/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5" name="Rectangle 4"/>
          <p:cNvSpPr>
            <a:spLocks noRot="1"/>
          </p:cNvSpPr>
          <p:nvPr/>
        </p:nvSpPr>
        <p:spPr>
          <a:xfrm>
            <a:off x="250825" y="692150"/>
            <a:ext cx="8893175" cy="5329238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lstStyle/>
          <a:p>
            <a:pPr marL="342900" indent="-342900">
              <a:lnSpc>
                <a:spcPct val="80000"/>
              </a:lnSpc>
              <a:spcBef>
                <a:spcPct val="20000"/>
              </a:spcBef>
            </a:pPr>
            <a:endParaRPr lang="en-US" altLang="zh-CN" sz="4000" dirty="0">
              <a:latin typeface="楷体_GB2312" charset="-122"/>
              <a:ea typeface="楷体_GB2312" charset="-122"/>
            </a:endParaRPr>
          </a:p>
          <a:p>
            <a:pPr marL="342900" indent="-342900">
              <a:lnSpc>
                <a:spcPct val="80000"/>
              </a:lnSpc>
              <a:spcBef>
                <a:spcPct val="20000"/>
              </a:spcBef>
            </a:pPr>
            <a:endParaRPr lang="en-US" altLang="zh-CN" sz="4000" dirty="0">
              <a:solidFill>
                <a:srgbClr val="FF3399"/>
              </a:solidFill>
              <a:latin typeface="楷体_GB2312" charset="-122"/>
              <a:ea typeface="楷体_GB2312" charset="-122"/>
              <a:sym typeface="Wingdings" panose="05000000000000000000" pitchFamily="2" charset="2"/>
            </a:endParaRPr>
          </a:p>
        </p:txBody>
      </p:sp>
      <p:sp>
        <p:nvSpPr>
          <p:cNvPr id="82946" name="Rectangle 5"/>
          <p:cNvSpPr/>
          <p:nvPr/>
        </p:nvSpPr>
        <p:spPr>
          <a:xfrm>
            <a:off x="4763" y="-26987"/>
            <a:ext cx="2314575" cy="573087"/>
          </a:xfrm>
          <a:prstGeom prst="rect">
            <a:avLst/>
          </a:prstGeom>
          <a:solidFill>
            <a:srgbClr val="FFFF99"/>
          </a:solidFill>
          <a:ln w="9525">
            <a:noFill/>
          </a:ln>
        </p:spPr>
        <p:txBody>
          <a:bodyPr anchor="ctr" anchorCtr="0"/>
          <a:lstStyle/>
          <a:p>
            <a:pPr eaLnBrk="0" hangingPunct="0"/>
            <a:r>
              <a:rPr lang="zh-CN" altLang="en-US" sz="3600" dirty="0">
                <a:latin typeface="Times New Roman" panose="02020603050405020304" pitchFamily="18" charset="0"/>
                <a:ea typeface="楷体_GB2312" charset="-122"/>
              </a:rPr>
              <a:t>算法步骤</a:t>
            </a:r>
          </a:p>
        </p:txBody>
      </p:sp>
      <p:sp>
        <p:nvSpPr>
          <p:cNvPr id="82947" name="Rectangle 6"/>
          <p:cNvSpPr/>
          <p:nvPr/>
        </p:nvSpPr>
        <p:spPr>
          <a:xfrm>
            <a:off x="250825" y="1379538"/>
            <a:ext cx="8424863" cy="4586287"/>
          </a:xfrm>
          <a:prstGeom prst="rect">
            <a:avLst/>
          </a:prstGeom>
          <a:noFill/>
          <a:ln w="9525">
            <a:noFill/>
          </a:ln>
        </p:spPr>
        <p:txBody>
          <a:bodyPr anchor="ctr" anchorCtr="0">
            <a:spAutoFit/>
          </a:bodyPr>
          <a:lstStyle/>
          <a:p>
            <a:pPr indent="254000" eaLnBrk="0" hangingPunct="0">
              <a:spcBef>
                <a:spcPct val="20000"/>
              </a:spcBef>
            </a:pPr>
            <a:r>
              <a:rPr lang="zh-CN" altLang="en-US" sz="2000" dirty="0">
                <a:latin typeface="Times New Roman" panose="02020603050405020304" pitchFamily="18" charset="0"/>
                <a:ea typeface="楷体_GB2312" charset="-122"/>
              </a:rPr>
              <a:t>① </a:t>
            </a:r>
            <a:r>
              <a:rPr lang="zh-CN" altLang="en-US" sz="2000" dirty="0">
                <a:highlight>
                  <a:srgbClr val="00FF00"/>
                </a:highlight>
                <a:latin typeface="Times New Roman" panose="02020603050405020304" pitchFamily="18" charset="0"/>
                <a:ea typeface="楷体_GB2312" charset="-122"/>
              </a:rPr>
              <a:t>初始化</a:t>
            </a:r>
            <a:r>
              <a:rPr lang="en-US" altLang="zh-CN" sz="2000" dirty="0">
                <a:latin typeface="Times New Roman" panose="02020603050405020304" pitchFamily="18" charset="0"/>
                <a:ea typeface="楷体_GB2312" charset="-122"/>
              </a:rPr>
              <a:t>OPTR</a:t>
            </a:r>
            <a:r>
              <a:rPr lang="zh-CN" altLang="en-US" sz="2000" dirty="0">
                <a:latin typeface="Times New Roman" panose="02020603050405020304" pitchFamily="18" charset="0"/>
                <a:ea typeface="楷体_GB2312" charset="-122"/>
              </a:rPr>
              <a:t>栈和</a:t>
            </a:r>
            <a:r>
              <a:rPr lang="en-US" altLang="zh-CN" sz="2000" dirty="0">
                <a:latin typeface="Times New Roman" panose="02020603050405020304" pitchFamily="18" charset="0"/>
                <a:ea typeface="楷体_GB2312" charset="-122"/>
              </a:rPr>
              <a:t>OPND</a:t>
            </a:r>
            <a:r>
              <a:rPr lang="zh-CN" altLang="en-US" sz="2000" dirty="0">
                <a:latin typeface="Times New Roman" panose="02020603050405020304" pitchFamily="18" charset="0"/>
                <a:ea typeface="楷体_GB2312" charset="-122"/>
              </a:rPr>
              <a:t>栈，将表达式起始符“</a:t>
            </a:r>
            <a:r>
              <a:rPr lang="en-US" altLang="zh-CN" sz="2000" dirty="0">
                <a:latin typeface="Times New Roman" panose="02020603050405020304" pitchFamily="18" charset="0"/>
                <a:ea typeface="楷体_GB2312" charset="-122"/>
              </a:rPr>
              <a:t>#”</a:t>
            </a:r>
            <a:r>
              <a:rPr lang="zh-CN" altLang="en-US" sz="2000" dirty="0">
                <a:latin typeface="Times New Roman" panose="02020603050405020304" pitchFamily="18" charset="0"/>
                <a:ea typeface="楷体_GB2312" charset="-122"/>
              </a:rPr>
              <a:t>压入</a:t>
            </a:r>
            <a:r>
              <a:rPr lang="en-US" altLang="zh-CN" sz="2000" dirty="0">
                <a:latin typeface="Times New Roman" panose="02020603050405020304" pitchFamily="18" charset="0"/>
                <a:ea typeface="楷体_GB2312" charset="-122"/>
              </a:rPr>
              <a:t>OPTR</a:t>
            </a:r>
            <a:r>
              <a:rPr lang="zh-CN" altLang="en-US" sz="2000" dirty="0">
                <a:latin typeface="Times New Roman" panose="02020603050405020304" pitchFamily="18" charset="0"/>
                <a:ea typeface="楷体_GB2312" charset="-122"/>
              </a:rPr>
              <a:t>栈。</a:t>
            </a:r>
          </a:p>
          <a:p>
            <a:pPr indent="254000" eaLnBrk="0" hangingPunct="0">
              <a:spcBef>
                <a:spcPct val="20000"/>
              </a:spcBef>
            </a:pPr>
            <a:r>
              <a:rPr lang="zh-CN" altLang="en-US" sz="2000" dirty="0">
                <a:latin typeface="Times New Roman" panose="02020603050405020304" pitchFamily="18" charset="0"/>
                <a:ea typeface="楷体_GB2312" charset="-122"/>
              </a:rPr>
              <a:t>② 扫描表达式，</a:t>
            </a:r>
            <a:r>
              <a:rPr lang="zh-CN" altLang="en-US" sz="2000" dirty="0">
                <a:highlight>
                  <a:srgbClr val="00FF00"/>
                </a:highlight>
                <a:latin typeface="Times New Roman" panose="02020603050405020304" pitchFamily="18" charset="0"/>
                <a:ea typeface="楷体_GB2312" charset="-122"/>
              </a:rPr>
              <a:t>读入第一个字符</a:t>
            </a:r>
            <a:r>
              <a:rPr lang="en-US" altLang="zh-CN" sz="2000" dirty="0">
                <a:highlight>
                  <a:srgbClr val="00FF00"/>
                </a:highlight>
                <a:latin typeface="Times New Roman" panose="02020603050405020304" pitchFamily="18" charset="0"/>
                <a:ea typeface="楷体_GB2312" charset="-122"/>
              </a:rPr>
              <a:t>ch</a:t>
            </a:r>
            <a:r>
              <a:rPr lang="zh-CN" altLang="en-US" sz="2000" dirty="0">
                <a:latin typeface="Times New Roman" panose="02020603050405020304" pitchFamily="18" charset="0"/>
                <a:ea typeface="楷体_GB2312" charset="-122"/>
              </a:rPr>
              <a:t>，如果表达式没有扫描完毕至“</a:t>
            </a:r>
            <a:r>
              <a:rPr lang="en-US" altLang="zh-CN" sz="2000" dirty="0">
                <a:latin typeface="Times New Roman" panose="02020603050405020304" pitchFamily="18" charset="0"/>
                <a:ea typeface="楷体_GB2312" charset="-122"/>
              </a:rPr>
              <a:t>#”</a:t>
            </a:r>
            <a:r>
              <a:rPr lang="zh-CN" altLang="en-US" sz="2000" dirty="0">
                <a:latin typeface="Times New Roman" panose="02020603050405020304" pitchFamily="18" charset="0"/>
                <a:ea typeface="楷体_GB2312" charset="-122"/>
              </a:rPr>
              <a:t>或</a:t>
            </a:r>
            <a:r>
              <a:rPr lang="en-US" altLang="zh-CN" sz="2000" dirty="0">
                <a:latin typeface="Times New Roman" panose="02020603050405020304" pitchFamily="18" charset="0"/>
                <a:ea typeface="楷体_GB2312" charset="-122"/>
              </a:rPr>
              <a:t>OPTR</a:t>
            </a:r>
            <a:r>
              <a:rPr lang="zh-CN" altLang="en-US" sz="2000" dirty="0">
                <a:latin typeface="Times New Roman" panose="02020603050405020304" pitchFamily="18" charset="0"/>
                <a:ea typeface="楷体_GB2312" charset="-122"/>
              </a:rPr>
              <a:t>的栈顶元素不为“</a:t>
            </a:r>
            <a:r>
              <a:rPr lang="en-US" altLang="zh-CN" sz="2000" dirty="0">
                <a:latin typeface="Times New Roman" panose="02020603050405020304" pitchFamily="18" charset="0"/>
                <a:ea typeface="楷体_GB2312" charset="-122"/>
              </a:rPr>
              <a:t>#”</a:t>
            </a:r>
            <a:r>
              <a:rPr lang="zh-CN" altLang="en-US" sz="2000" dirty="0">
                <a:latin typeface="Times New Roman" panose="02020603050405020304" pitchFamily="18" charset="0"/>
                <a:ea typeface="楷体_GB2312" charset="-122"/>
              </a:rPr>
              <a:t>时，则循环执行以下操作：</a:t>
            </a:r>
          </a:p>
          <a:p>
            <a:pPr lvl="1" indent="25400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l"/>
            </a:pPr>
            <a:r>
              <a:rPr lang="zh-CN" altLang="en-US" sz="2000" dirty="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rPr>
              <a:t>若</a:t>
            </a:r>
            <a:r>
              <a:rPr lang="en-US" altLang="zh-CN" sz="2000" dirty="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rPr>
              <a:t>ch</a:t>
            </a:r>
            <a:r>
              <a:rPr lang="zh-CN" altLang="en-US" sz="2000" dirty="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rPr>
              <a:t>不是运算符，则压入</a:t>
            </a:r>
            <a:r>
              <a:rPr lang="en-US" altLang="zh-CN" sz="2000" dirty="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rPr>
              <a:t>OPND</a:t>
            </a:r>
            <a:r>
              <a:rPr lang="zh-CN" altLang="en-US" sz="2000" dirty="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rPr>
              <a:t>栈，读入下一字符</a:t>
            </a:r>
            <a:r>
              <a:rPr lang="en-US" altLang="zh-CN" sz="2000" dirty="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rPr>
              <a:t>ch</a:t>
            </a:r>
            <a:r>
              <a:rPr lang="zh-CN" altLang="en-US" sz="2000" dirty="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rPr>
              <a:t>；</a:t>
            </a:r>
          </a:p>
          <a:p>
            <a:pPr lvl="1" indent="25400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l"/>
            </a:pPr>
            <a:r>
              <a:rPr lang="zh-CN" altLang="en-US" sz="2000" dirty="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rPr>
              <a:t>若</a:t>
            </a:r>
            <a:r>
              <a:rPr lang="en-US" altLang="zh-CN" sz="2000" dirty="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rPr>
              <a:t>ch</a:t>
            </a:r>
            <a:r>
              <a:rPr lang="zh-CN" altLang="en-US" sz="2000" dirty="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rPr>
              <a:t>是运算符，则根据</a:t>
            </a:r>
            <a:r>
              <a:rPr lang="en-US" altLang="zh-CN" sz="2000" dirty="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rPr>
              <a:t>OPTR</a:t>
            </a:r>
            <a:r>
              <a:rPr lang="zh-CN" altLang="en-US" sz="2000" dirty="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rPr>
              <a:t>的栈顶元素和</a:t>
            </a:r>
            <a:r>
              <a:rPr lang="en-US" altLang="zh-CN" sz="2000" dirty="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rPr>
              <a:t>ch</a:t>
            </a:r>
            <a:r>
              <a:rPr lang="zh-CN" altLang="en-US" sz="2000" dirty="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rPr>
              <a:t>的优先级比较结果，做不同的处理：</a:t>
            </a:r>
          </a:p>
          <a:p>
            <a:pPr lvl="2" indent="25400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zh-CN" altLang="en-US" sz="1800" dirty="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rPr>
              <a:t>若是</a:t>
            </a:r>
            <a:r>
              <a:rPr lang="zh-CN" altLang="en-US" sz="1800" dirty="0">
                <a:solidFill>
                  <a:schemeClr val="tx1"/>
                </a:solidFill>
                <a:highlight>
                  <a:srgbClr val="00FF00"/>
                </a:highlight>
                <a:latin typeface="Times New Roman" panose="02020603050405020304" pitchFamily="18" charset="0"/>
                <a:ea typeface="楷体_GB2312" charset="-122"/>
              </a:rPr>
              <a:t>小于</a:t>
            </a:r>
            <a:r>
              <a:rPr lang="zh-CN" altLang="en-US" sz="1800" dirty="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rPr>
              <a:t>，则</a:t>
            </a:r>
            <a:r>
              <a:rPr lang="en-US" altLang="zh-CN" sz="1800" dirty="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rPr>
              <a:t>ch</a:t>
            </a:r>
            <a:r>
              <a:rPr lang="zh-CN" altLang="en-US" sz="1800" dirty="0">
                <a:solidFill>
                  <a:schemeClr val="tx1"/>
                </a:solidFill>
                <a:highlight>
                  <a:srgbClr val="00FF00"/>
                </a:highlight>
                <a:latin typeface="Times New Roman" panose="02020603050405020304" pitchFamily="18" charset="0"/>
                <a:ea typeface="楷体_GB2312" charset="-122"/>
              </a:rPr>
              <a:t>压入</a:t>
            </a:r>
            <a:r>
              <a:rPr lang="en-US" altLang="zh-CN" sz="1800" dirty="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rPr>
              <a:t>OPTR</a:t>
            </a:r>
            <a:r>
              <a:rPr lang="zh-CN" altLang="en-US" sz="1800" dirty="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rPr>
              <a:t>栈，</a:t>
            </a:r>
            <a:r>
              <a:rPr lang="zh-CN" altLang="en-US" sz="1800" dirty="0">
                <a:solidFill>
                  <a:schemeClr val="tx1"/>
                </a:solidFill>
                <a:highlight>
                  <a:srgbClr val="00FF00"/>
                </a:highlight>
                <a:latin typeface="Times New Roman" panose="02020603050405020304" pitchFamily="18" charset="0"/>
                <a:ea typeface="楷体_GB2312" charset="-122"/>
              </a:rPr>
              <a:t>读入</a:t>
            </a:r>
            <a:r>
              <a:rPr lang="zh-CN" altLang="en-US" sz="1800" dirty="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rPr>
              <a:t>下一字符</a:t>
            </a:r>
            <a:r>
              <a:rPr lang="en-US" altLang="zh-CN" sz="1800" dirty="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rPr>
              <a:t>ch</a:t>
            </a:r>
            <a:r>
              <a:rPr lang="zh-CN" altLang="en-US" sz="1800" dirty="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rPr>
              <a:t>；</a:t>
            </a:r>
          </a:p>
          <a:p>
            <a:pPr lvl="2" indent="25400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zh-CN" altLang="en-US" sz="1800" dirty="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rPr>
              <a:t>若是</a:t>
            </a:r>
            <a:r>
              <a:rPr lang="zh-CN" altLang="en-US" sz="1800" dirty="0">
                <a:solidFill>
                  <a:schemeClr val="tx1"/>
                </a:solidFill>
                <a:highlight>
                  <a:srgbClr val="00FF00"/>
                </a:highlight>
                <a:latin typeface="Times New Roman" panose="02020603050405020304" pitchFamily="18" charset="0"/>
                <a:ea typeface="楷体_GB2312" charset="-122"/>
              </a:rPr>
              <a:t>大于</a:t>
            </a:r>
            <a:r>
              <a:rPr lang="zh-CN" altLang="en-US" sz="1800" dirty="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rPr>
              <a:t>，则弹出</a:t>
            </a:r>
            <a:r>
              <a:rPr lang="en-US" altLang="zh-CN" sz="1800" dirty="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rPr>
              <a:t>OPTR</a:t>
            </a:r>
            <a:r>
              <a:rPr lang="zh-CN" altLang="en-US" sz="1800" dirty="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rPr>
              <a:t>栈顶的运算符，从</a:t>
            </a:r>
            <a:r>
              <a:rPr lang="en-US" altLang="zh-CN" sz="1800" dirty="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rPr>
              <a:t>OPND</a:t>
            </a:r>
            <a:r>
              <a:rPr lang="zh-CN" altLang="en-US" sz="1800" dirty="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rPr>
              <a:t>栈弹出两个数，进行相应运算，结果压入</a:t>
            </a:r>
            <a:r>
              <a:rPr lang="en-US" altLang="zh-CN" sz="1800" dirty="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rPr>
              <a:t>OPND</a:t>
            </a:r>
            <a:r>
              <a:rPr lang="zh-CN" altLang="en-US" sz="1800" dirty="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rPr>
              <a:t>栈；</a:t>
            </a:r>
          </a:p>
          <a:p>
            <a:pPr lvl="2" indent="25400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zh-CN" altLang="en-US" sz="1800" dirty="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rPr>
              <a:t>若是等于，则</a:t>
            </a:r>
            <a:r>
              <a:rPr lang="en-US" altLang="zh-CN" sz="1800" dirty="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rPr>
              <a:t>OPTR</a:t>
            </a:r>
            <a:r>
              <a:rPr lang="zh-CN" altLang="en-US" sz="1800" dirty="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rPr>
              <a:t>的栈顶元素是“</a:t>
            </a:r>
            <a:r>
              <a:rPr lang="en-US" altLang="zh-CN" sz="1800" dirty="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rPr>
              <a:t>(”</a:t>
            </a:r>
            <a:r>
              <a:rPr lang="zh-CN" altLang="en-US" sz="1800" dirty="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rPr>
              <a:t>且</a:t>
            </a:r>
            <a:r>
              <a:rPr lang="en-US" altLang="zh-CN" sz="1800" dirty="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rPr>
              <a:t>ch</a:t>
            </a:r>
            <a:r>
              <a:rPr lang="zh-CN" altLang="en-US" sz="1800" dirty="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rPr>
              <a:t>是“</a:t>
            </a:r>
            <a:r>
              <a:rPr lang="en-US" altLang="zh-CN" sz="1800" dirty="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rPr>
              <a:t>)”</a:t>
            </a:r>
            <a:r>
              <a:rPr lang="zh-CN" altLang="en-US" sz="1800" dirty="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rPr>
              <a:t>，这时弹出</a:t>
            </a:r>
            <a:r>
              <a:rPr lang="en-US" altLang="zh-CN" sz="1800" dirty="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rPr>
              <a:t>OPTR</a:t>
            </a:r>
            <a:r>
              <a:rPr lang="zh-CN" altLang="en-US" sz="1800" dirty="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rPr>
              <a:t>栈顶的“</a:t>
            </a:r>
            <a:r>
              <a:rPr lang="en-US" altLang="zh-CN" sz="1800" dirty="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rPr>
              <a:t>(”</a:t>
            </a:r>
            <a:r>
              <a:rPr lang="zh-CN" altLang="en-US" sz="1800" dirty="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rPr>
              <a:t>，相当于括号匹配成功，然后读入下一字符</a:t>
            </a:r>
            <a:r>
              <a:rPr lang="en-US" altLang="zh-CN" sz="1800" dirty="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rPr>
              <a:t>ch</a:t>
            </a:r>
            <a:r>
              <a:rPr lang="zh-CN" altLang="en-US" sz="1800" dirty="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rPr>
              <a:t>。</a:t>
            </a:r>
          </a:p>
          <a:p>
            <a:pPr indent="254000" eaLnBrk="0" hangingPunct="0">
              <a:spcBef>
                <a:spcPct val="20000"/>
              </a:spcBef>
            </a:pPr>
            <a:r>
              <a:rPr lang="zh-CN" altLang="en-US" sz="2000" dirty="0">
                <a:latin typeface="Times New Roman" panose="02020603050405020304" pitchFamily="18" charset="0"/>
                <a:ea typeface="楷体_GB2312" charset="-122"/>
              </a:rPr>
              <a:t>③ </a:t>
            </a:r>
            <a:r>
              <a:rPr lang="en-US" altLang="zh-CN" sz="2000" dirty="0">
                <a:latin typeface="Times New Roman" panose="02020603050405020304" pitchFamily="18" charset="0"/>
                <a:ea typeface="楷体_GB2312" charset="-122"/>
              </a:rPr>
              <a:t>OPND</a:t>
            </a:r>
            <a:r>
              <a:rPr lang="zh-CN" altLang="en-US" sz="2000" dirty="0">
                <a:latin typeface="Times New Roman" panose="02020603050405020304" pitchFamily="18" charset="0"/>
                <a:ea typeface="楷体_GB2312" charset="-122"/>
              </a:rPr>
              <a:t>栈顶元素即为表达式求值结果，返回此元素。</a:t>
            </a:r>
          </a:p>
          <a:p>
            <a:pPr indent="254000" eaLnBrk="0" hangingPunct="0">
              <a:spcBef>
                <a:spcPct val="20000"/>
              </a:spcBef>
            </a:pPr>
            <a:endParaRPr lang="zh-CN" altLang="en-US" sz="2000" dirty="0">
              <a:latin typeface="Times New Roman" panose="02020603050405020304" pitchFamily="18" charset="0"/>
              <a:ea typeface="楷体_GB2312" charset="-122"/>
            </a:endParaRPr>
          </a:p>
        </p:txBody>
      </p:sp>
      <p:sp>
        <p:nvSpPr>
          <p:cNvPr id="82948" name="Text Box 7"/>
          <p:cNvSpPr txBox="1"/>
          <p:nvPr/>
        </p:nvSpPr>
        <p:spPr>
          <a:xfrm>
            <a:off x="125413" y="836613"/>
            <a:ext cx="8893175" cy="461962"/>
          </a:xfrm>
          <a:prstGeom prst="rect">
            <a:avLst/>
          </a:prstGeom>
          <a:noFill/>
          <a:ln w="38100" cap="flat" cmpd="sng">
            <a:solidFill>
              <a:srgbClr val="FF00FF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>
            <a:spAutoFit/>
          </a:bodyPr>
          <a:lstStyle/>
          <a:p>
            <a:r>
              <a:rPr lang="zh-CN" altLang="en-US" dirty="0">
                <a:latin typeface="楷体_GB2312" charset="-122"/>
                <a:ea typeface="楷体_GB2312" charset="-122"/>
              </a:rPr>
              <a:t>设定两栈 ：</a:t>
            </a:r>
            <a:r>
              <a:rPr lang="en-US" altLang="zh-CN" dirty="0">
                <a:latin typeface="楷体_GB2312" charset="-122"/>
                <a:ea typeface="楷体_GB2312" charset="-122"/>
              </a:rPr>
              <a:t>OPND-----</a:t>
            </a:r>
            <a:r>
              <a:rPr lang="zh-CN" altLang="en-US" dirty="0">
                <a:latin typeface="楷体_GB2312" charset="-122"/>
                <a:ea typeface="楷体_GB2312" charset="-122"/>
              </a:rPr>
              <a:t>操作数或运算结果　</a:t>
            </a:r>
            <a:r>
              <a:rPr lang="en-US" altLang="zh-CN" dirty="0">
                <a:latin typeface="楷体_GB2312" charset="-122"/>
                <a:ea typeface="楷体_GB2312" charset="-122"/>
              </a:rPr>
              <a:t>OPTR------</a:t>
            </a:r>
            <a:r>
              <a:rPr lang="zh-CN" altLang="en-US" dirty="0">
                <a:latin typeface="楷体_GB2312" charset="-122"/>
                <a:ea typeface="楷体_GB2312" charset="-122"/>
              </a:rPr>
              <a:t>运算符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4993" name="Group 10"/>
          <p:cNvGrpSpPr/>
          <p:nvPr/>
        </p:nvGrpSpPr>
        <p:grpSpPr>
          <a:xfrm>
            <a:off x="539750" y="784225"/>
            <a:ext cx="8153400" cy="466725"/>
            <a:chOff x="340" y="494"/>
            <a:chExt cx="5136" cy="294"/>
          </a:xfrm>
        </p:grpSpPr>
        <p:sp>
          <p:nvSpPr>
            <p:cNvPr id="84994" name="Text Box 11"/>
            <p:cNvSpPr txBox="1"/>
            <p:nvPr/>
          </p:nvSpPr>
          <p:spPr>
            <a:xfrm>
              <a:off x="340" y="494"/>
              <a:ext cx="912" cy="294"/>
            </a:xfrm>
            <a:prstGeom prst="rect">
              <a:avLst/>
            </a:prstGeom>
            <a:noFill/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anchor="t" anchorCtr="0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zh-CN" dirty="0">
                  <a:latin typeface="Times New Roman" panose="02020603050405020304" pitchFamily="18" charset="0"/>
                  <a:ea typeface="宋体" panose="02010600030101010101" pitchFamily="2" charset="-122"/>
                </a:rPr>
                <a:t>OPTR</a:t>
              </a:r>
            </a:p>
          </p:txBody>
        </p:sp>
        <p:sp>
          <p:nvSpPr>
            <p:cNvPr id="84995" name="Text Box 12"/>
            <p:cNvSpPr txBox="1"/>
            <p:nvPr/>
          </p:nvSpPr>
          <p:spPr>
            <a:xfrm>
              <a:off x="1588" y="494"/>
              <a:ext cx="912" cy="294"/>
            </a:xfrm>
            <a:prstGeom prst="rect">
              <a:avLst/>
            </a:prstGeom>
            <a:noFill/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anchor="t" anchorCtr="0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zh-CN" dirty="0">
                  <a:latin typeface="Times New Roman" panose="02020603050405020304" pitchFamily="18" charset="0"/>
                  <a:ea typeface="宋体" panose="02010600030101010101" pitchFamily="2" charset="-122"/>
                </a:rPr>
                <a:t>OPND</a:t>
              </a:r>
            </a:p>
          </p:txBody>
        </p:sp>
        <p:sp>
          <p:nvSpPr>
            <p:cNvPr id="84996" name="Text Box 13"/>
            <p:cNvSpPr txBox="1"/>
            <p:nvPr/>
          </p:nvSpPr>
          <p:spPr>
            <a:xfrm>
              <a:off x="2884" y="494"/>
              <a:ext cx="912" cy="294"/>
            </a:xfrm>
            <a:prstGeom prst="rect">
              <a:avLst/>
            </a:prstGeom>
            <a:noFill/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anchor="t" anchorCtr="0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zh-CN" dirty="0">
                  <a:latin typeface="Times New Roman" panose="02020603050405020304" pitchFamily="18" charset="0"/>
                  <a:ea typeface="宋体" panose="02010600030101010101" pitchFamily="2" charset="-122"/>
                </a:rPr>
                <a:t>INPUT</a:t>
              </a:r>
            </a:p>
          </p:txBody>
        </p:sp>
        <p:sp>
          <p:nvSpPr>
            <p:cNvPr id="84997" name="Text Box 14"/>
            <p:cNvSpPr txBox="1"/>
            <p:nvPr/>
          </p:nvSpPr>
          <p:spPr>
            <a:xfrm>
              <a:off x="4180" y="494"/>
              <a:ext cx="1296" cy="294"/>
            </a:xfrm>
            <a:prstGeom prst="rect">
              <a:avLst/>
            </a:prstGeom>
            <a:noFill/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anchor="t" anchorCtr="0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zh-CN" dirty="0">
                  <a:latin typeface="Times New Roman" panose="02020603050405020304" pitchFamily="18" charset="0"/>
                  <a:ea typeface="宋体" panose="02010600030101010101" pitchFamily="2" charset="-122"/>
                </a:rPr>
                <a:t>OPERATE</a:t>
              </a:r>
            </a:p>
          </p:txBody>
        </p:sp>
      </p:grpSp>
      <p:grpSp>
        <p:nvGrpSpPr>
          <p:cNvPr id="84998" name="Group 15"/>
          <p:cNvGrpSpPr/>
          <p:nvPr/>
        </p:nvGrpSpPr>
        <p:grpSpPr>
          <a:xfrm>
            <a:off x="539750" y="1352549"/>
            <a:ext cx="8153400" cy="466725"/>
            <a:chOff x="340" y="1022"/>
            <a:chExt cx="5136" cy="294"/>
          </a:xfrm>
        </p:grpSpPr>
        <p:sp>
          <p:nvSpPr>
            <p:cNvPr id="84999" name="Text Box 16"/>
            <p:cNvSpPr txBox="1"/>
            <p:nvPr/>
          </p:nvSpPr>
          <p:spPr>
            <a:xfrm>
              <a:off x="2884" y="1022"/>
              <a:ext cx="912" cy="294"/>
            </a:xfrm>
            <a:prstGeom prst="rect">
              <a:avLst/>
            </a:prstGeom>
            <a:noFill/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anchor="t" anchorCtr="0">
              <a:spAutoFit/>
            </a:bodyPr>
            <a:lstStyle/>
            <a:p>
              <a:pPr algn="r">
                <a:spcBef>
                  <a:spcPct val="50000"/>
                </a:spcBef>
              </a:pPr>
              <a:r>
                <a:rPr lang="en-US" altLang="zh-CN" dirty="0">
                  <a:latin typeface="Times New Roman" panose="02020603050405020304" pitchFamily="18" charset="0"/>
                  <a:ea typeface="宋体" panose="02010600030101010101" pitchFamily="2" charset="-122"/>
                </a:rPr>
                <a:t>3*(7-2)#</a:t>
              </a:r>
            </a:p>
          </p:txBody>
        </p:sp>
        <p:sp>
          <p:nvSpPr>
            <p:cNvPr id="85000" name="Text Box 17"/>
            <p:cNvSpPr txBox="1"/>
            <p:nvPr/>
          </p:nvSpPr>
          <p:spPr>
            <a:xfrm>
              <a:off x="4180" y="1022"/>
              <a:ext cx="1296" cy="294"/>
            </a:xfrm>
            <a:prstGeom prst="rect">
              <a:avLst/>
            </a:prstGeom>
            <a:noFill/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anchor="t" anchorCtr="0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zh-CN" dirty="0">
                  <a:latin typeface="Times New Roman" panose="02020603050405020304" pitchFamily="18" charset="0"/>
                  <a:ea typeface="宋体" panose="02010600030101010101" pitchFamily="2" charset="-122"/>
                </a:rPr>
                <a:t>Push(opnd,’3’)</a:t>
              </a:r>
            </a:p>
          </p:txBody>
        </p:sp>
        <p:sp>
          <p:nvSpPr>
            <p:cNvPr id="85001" name="Text Box 18"/>
            <p:cNvSpPr txBox="1"/>
            <p:nvPr/>
          </p:nvSpPr>
          <p:spPr>
            <a:xfrm>
              <a:off x="1588" y="1022"/>
              <a:ext cx="912" cy="294"/>
            </a:xfrm>
            <a:prstGeom prst="rect">
              <a:avLst/>
            </a:prstGeom>
            <a:noFill/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anchor="t" anchorCtr="0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dirty="0">
                  <a:latin typeface="Times New Roman" panose="02020603050405020304" pitchFamily="18" charset="0"/>
                  <a:ea typeface="宋体" panose="02010600030101010101" pitchFamily="2" charset="-122"/>
                </a:rPr>
                <a:t> </a:t>
              </a:r>
            </a:p>
          </p:txBody>
        </p:sp>
        <p:sp>
          <p:nvSpPr>
            <p:cNvPr id="85002" name="Text Box 19"/>
            <p:cNvSpPr txBox="1"/>
            <p:nvPr/>
          </p:nvSpPr>
          <p:spPr>
            <a:xfrm>
              <a:off x="340" y="1022"/>
              <a:ext cx="912" cy="291"/>
            </a:xfrm>
            <a:prstGeom prst="rect">
              <a:avLst/>
            </a:prstGeom>
            <a:noFill/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square" anchor="t" anchorCtr="0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dirty="0">
                  <a:latin typeface="Times New Roman" panose="02020603050405020304" pitchFamily="18" charset="0"/>
                  <a:ea typeface="宋体" panose="02010600030101010101" pitchFamily="2" charset="-122"/>
                </a:rPr>
                <a:t>#</a:t>
              </a:r>
            </a:p>
          </p:txBody>
        </p:sp>
      </p:grpSp>
      <p:grpSp>
        <p:nvGrpSpPr>
          <p:cNvPr id="85003" name="Group 20"/>
          <p:cNvGrpSpPr/>
          <p:nvPr/>
        </p:nvGrpSpPr>
        <p:grpSpPr>
          <a:xfrm>
            <a:off x="539750" y="1809750"/>
            <a:ext cx="8153400" cy="466725"/>
            <a:chOff x="340" y="1310"/>
            <a:chExt cx="5136" cy="294"/>
          </a:xfrm>
        </p:grpSpPr>
        <p:sp>
          <p:nvSpPr>
            <p:cNvPr id="85004" name="Text Box 21"/>
            <p:cNvSpPr txBox="1"/>
            <p:nvPr/>
          </p:nvSpPr>
          <p:spPr>
            <a:xfrm>
              <a:off x="2884" y="1310"/>
              <a:ext cx="912" cy="294"/>
            </a:xfrm>
            <a:prstGeom prst="rect">
              <a:avLst/>
            </a:prstGeom>
            <a:noFill/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anchor="t" anchorCtr="0">
              <a:spAutoFit/>
            </a:bodyPr>
            <a:lstStyle/>
            <a:p>
              <a:pPr algn="r">
                <a:spcBef>
                  <a:spcPct val="50000"/>
                </a:spcBef>
              </a:pPr>
              <a:r>
                <a:rPr lang="en-US" altLang="zh-CN" dirty="0">
                  <a:latin typeface="Times New Roman" panose="02020603050405020304" pitchFamily="18" charset="0"/>
                  <a:ea typeface="宋体" panose="02010600030101010101" pitchFamily="2" charset="-122"/>
                </a:rPr>
                <a:t>*(7-2)#</a:t>
              </a:r>
            </a:p>
          </p:txBody>
        </p:sp>
        <p:sp>
          <p:nvSpPr>
            <p:cNvPr id="85005" name="Text Box 22"/>
            <p:cNvSpPr txBox="1"/>
            <p:nvPr/>
          </p:nvSpPr>
          <p:spPr>
            <a:xfrm>
              <a:off x="1588" y="1310"/>
              <a:ext cx="912" cy="294"/>
            </a:xfrm>
            <a:prstGeom prst="rect">
              <a:avLst/>
            </a:prstGeom>
            <a:noFill/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anchor="t" anchorCtr="0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dirty="0">
                  <a:latin typeface="Times New Roman" panose="02020603050405020304" pitchFamily="18" charset="0"/>
                  <a:ea typeface="宋体" panose="02010600030101010101" pitchFamily="2" charset="-122"/>
                </a:rPr>
                <a:t>3</a:t>
              </a:r>
            </a:p>
          </p:txBody>
        </p:sp>
        <p:sp>
          <p:nvSpPr>
            <p:cNvPr id="85006" name="Text Box 23"/>
            <p:cNvSpPr txBox="1"/>
            <p:nvPr/>
          </p:nvSpPr>
          <p:spPr>
            <a:xfrm>
              <a:off x="340" y="1310"/>
              <a:ext cx="912" cy="294"/>
            </a:xfrm>
            <a:prstGeom prst="rect">
              <a:avLst/>
            </a:prstGeom>
            <a:noFill/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anchor="t" anchorCtr="0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dirty="0">
                  <a:latin typeface="Times New Roman" panose="02020603050405020304" pitchFamily="18" charset="0"/>
                  <a:ea typeface="宋体" panose="02010600030101010101" pitchFamily="2" charset="-122"/>
                </a:rPr>
                <a:t>#</a:t>
              </a:r>
            </a:p>
          </p:txBody>
        </p:sp>
        <p:sp>
          <p:nvSpPr>
            <p:cNvPr id="85007" name="Text Box 24"/>
            <p:cNvSpPr txBox="1"/>
            <p:nvPr/>
          </p:nvSpPr>
          <p:spPr>
            <a:xfrm>
              <a:off x="4180" y="1310"/>
              <a:ext cx="1296" cy="294"/>
            </a:xfrm>
            <a:prstGeom prst="rect">
              <a:avLst/>
            </a:prstGeom>
            <a:noFill/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anchor="t" anchorCtr="0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zh-CN" dirty="0">
                  <a:latin typeface="Times New Roman" panose="02020603050405020304" pitchFamily="18" charset="0"/>
                  <a:ea typeface="宋体" panose="02010600030101010101" pitchFamily="2" charset="-122"/>
                </a:rPr>
                <a:t>Push(optr,’*’)</a:t>
              </a:r>
            </a:p>
          </p:txBody>
        </p:sp>
      </p:grpSp>
      <p:grpSp>
        <p:nvGrpSpPr>
          <p:cNvPr id="85008" name="Group 25"/>
          <p:cNvGrpSpPr/>
          <p:nvPr/>
        </p:nvGrpSpPr>
        <p:grpSpPr>
          <a:xfrm>
            <a:off x="539750" y="2266950"/>
            <a:ext cx="8153400" cy="466725"/>
            <a:chOff x="340" y="1598"/>
            <a:chExt cx="5136" cy="294"/>
          </a:xfrm>
        </p:grpSpPr>
        <p:sp>
          <p:nvSpPr>
            <p:cNvPr id="85009" name="Text Box 26"/>
            <p:cNvSpPr txBox="1"/>
            <p:nvPr/>
          </p:nvSpPr>
          <p:spPr>
            <a:xfrm>
              <a:off x="340" y="1598"/>
              <a:ext cx="912" cy="294"/>
            </a:xfrm>
            <a:prstGeom prst="rect">
              <a:avLst/>
            </a:prstGeom>
            <a:noFill/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anchor="t" anchorCtr="0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dirty="0">
                  <a:latin typeface="Times New Roman" panose="02020603050405020304" pitchFamily="18" charset="0"/>
                  <a:ea typeface="宋体" panose="02010600030101010101" pitchFamily="2" charset="-122"/>
                </a:rPr>
                <a:t>#,*</a:t>
              </a:r>
            </a:p>
          </p:txBody>
        </p:sp>
        <p:sp>
          <p:nvSpPr>
            <p:cNvPr id="85010" name="Text Box 27"/>
            <p:cNvSpPr txBox="1"/>
            <p:nvPr/>
          </p:nvSpPr>
          <p:spPr>
            <a:xfrm>
              <a:off x="1588" y="1598"/>
              <a:ext cx="912" cy="294"/>
            </a:xfrm>
            <a:prstGeom prst="rect">
              <a:avLst/>
            </a:prstGeom>
            <a:noFill/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anchor="t" anchorCtr="0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dirty="0">
                  <a:latin typeface="Times New Roman" panose="02020603050405020304" pitchFamily="18" charset="0"/>
                  <a:ea typeface="宋体" panose="02010600030101010101" pitchFamily="2" charset="-122"/>
                </a:rPr>
                <a:t>3</a:t>
              </a:r>
            </a:p>
          </p:txBody>
        </p:sp>
        <p:sp>
          <p:nvSpPr>
            <p:cNvPr id="85011" name="Text Box 28"/>
            <p:cNvSpPr txBox="1"/>
            <p:nvPr/>
          </p:nvSpPr>
          <p:spPr>
            <a:xfrm>
              <a:off x="2884" y="1598"/>
              <a:ext cx="912" cy="294"/>
            </a:xfrm>
            <a:prstGeom prst="rect">
              <a:avLst/>
            </a:prstGeom>
            <a:noFill/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anchor="t" anchorCtr="0">
              <a:spAutoFit/>
            </a:bodyPr>
            <a:lstStyle/>
            <a:p>
              <a:pPr algn="r">
                <a:spcBef>
                  <a:spcPct val="50000"/>
                </a:spcBef>
              </a:pPr>
              <a:r>
                <a:rPr lang="en-US" altLang="zh-CN" dirty="0">
                  <a:latin typeface="Times New Roman" panose="02020603050405020304" pitchFamily="18" charset="0"/>
                  <a:ea typeface="宋体" panose="02010600030101010101" pitchFamily="2" charset="-122"/>
                </a:rPr>
                <a:t>(7-2)#</a:t>
              </a:r>
            </a:p>
          </p:txBody>
        </p:sp>
        <p:sp>
          <p:nvSpPr>
            <p:cNvPr id="85012" name="Text Box 29"/>
            <p:cNvSpPr txBox="1"/>
            <p:nvPr/>
          </p:nvSpPr>
          <p:spPr>
            <a:xfrm>
              <a:off x="4180" y="1598"/>
              <a:ext cx="1296" cy="294"/>
            </a:xfrm>
            <a:prstGeom prst="rect">
              <a:avLst/>
            </a:prstGeom>
            <a:noFill/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anchor="t" anchorCtr="0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zh-CN" dirty="0">
                  <a:latin typeface="Times New Roman" panose="02020603050405020304" pitchFamily="18" charset="0"/>
                  <a:ea typeface="宋体" panose="02010600030101010101" pitchFamily="2" charset="-122"/>
                </a:rPr>
                <a:t>Push(optr,’(’)</a:t>
              </a:r>
            </a:p>
          </p:txBody>
        </p:sp>
      </p:grpSp>
      <p:grpSp>
        <p:nvGrpSpPr>
          <p:cNvPr id="85013" name="Group 30"/>
          <p:cNvGrpSpPr/>
          <p:nvPr/>
        </p:nvGrpSpPr>
        <p:grpSpPr>
          <a:xfrm>
            <a:off x="539750" y="2724150"/>
            <a:ext cx="8153400" cy="466725"/>
            <a:chOff x="340" y="1886"/>
            <a:chExt cx="5136" cy="294"/>
          </a:xfrm>
        </p:grpSpPr>
        <p:sp>
          <p:nvSpPr>
            <p:cNvPr id="85014" name="Text Box 31"/>
            <p:cNvSpPr txBox="1"/>
            <p:nvPr/>
          </p:nvSpPr>
          <p:spPr>
            <a:xfrm>
              <a:off x="340" y="1886"/>
              <a:ext cx="912" cy="294"/>
            </a:xfrm>
            <a:prstGeom prst="rect">
              <a:avLst/>
            </a:prstGeom>
            <a:noFill/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anchor="t" anchorCtr="0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dirty="0">
                  <a:latin typeface="Times New Roman" panose="02020603050405020304" pitchFamily="18" charset="0"/>
                  <a:ea typeface="宋体" panose="02010600030101010101" pitchFamily="2" charset="-122"/>
                </a:rPr>
                <a:t>#,*,(</a:t>
              </a:r>
            </a:p>
          </p:txBody>
        </p:sp>
        <p:sp>
          <p:nvSpPr>
            <p:cNvPr id="85015" name="Text Box 32"/>
            <p:cNvSpPr txBox="1"/>
            <p:nvPr/>
          </p:nvSpPr>
          <p:spPr>
            <a:xfrm>
              <a:off x="1588" y="1886"/>
              <a:ext cx="912" cy="294"/>
            </a:xfrm>
            <a:prstGeom prst="rect">
              <a:avLst/>
            </a:prstGeom>
            <a:noFill/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anchor="t" anchorCtr="0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dirty="0">
                  <a:latin typeface="Times New Roman" panose="02020603050405020304" pitchFamily="18" charset="0"/>
                  <a:ea typeface="宋体" panose="02010600030101010101" pitchFamily="2" charset="-122"/>
                </a:rPr>
                <a:t>3</a:t>
              </a:r>
            </a:p>
          </p:txBody>
        </p:sp>
        <p:sp>
          <p:nvSpPr>
            <p:cNvPr id="85016" name="Text Box 33"/>
            <p:cNvSpPr txBox="1"/>
            <p:nvPr/>
          </p:nvSpPr>
          <p:spPr>
            <a:xfrm>
              <a:off x="2884" y="1886"/>
              <a:ext cx="912" cy="294"/>
            </a:xfrm>
            <a:prstGeom prst="rect">
              <a:avLst/>
            </a:prstGeom>
            <a:noFill/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anchor="t" anchorCtr="0">
              <a:spAutoFit/>
            </a:bodyPr>
            <a:lstStyle/>
            <a:p>
              <a:pPr algn="r">
                <a:spcBef>
                  <a:spcPct val="50000"/>
                </a:spcBef>
              </a:pPr>
              <a:r>
                <a:rPr lang="en-US" altLang="zh-CN" dirty="0">
                  <a:latin typeface="Times New Roman" panose="02020603050405020304" pitchFamily="18" charset="0"/>
                  <a:ea typeface="宋体" panose="02010600030101010101" pitchFamily="2" charset="-122"/>
                </a:rPr>
                <a:t>7-2)#</a:t>
              </a:r>
            </a:p>
          </p:txBody>
        </p:sp>
        <p:sp>
          <p:nvSpPr>
            <p:cNvPr id="85017" name="Text Box 34"/>
            <p:cNvSpPr txBox="1"/>
            <p:nvPr/>
          </p:nvSpPr>
          <p:spPr>
            <a:xfrm>
              <a:off x="4180" y="1886"/>
              <a:ext cx="1296" cy="294"/>
            </a:xfrm>
            <a:prstGeom prst="rect">
              <a:avLst/>
            </a:prstGeom>
            <a:noFill/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anchor="t" anchorCtr="0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zh-CN" dirty="0">
                  <a:latin typeface="Times New Roman" panose="02020603050405020304" pitchFamily="18" charset="0"/>
                  <a:ea typeface="宋体" panose="02010600030101010101" pitchFamily="2" charset="-122"/>
                </a:rPr>
                <a:t>Push(opnd,’7’)</a:t>
              </a:r>
            </a:p>
          </p:txBody>
        </p:sp>
      </p:grpSp>
      <p:grpSp>
        <p:nvGrpSpPr>
          <p:cNvPr id="85018" name="Group 35"/>
          <p:cNvGrpSpPr/>
          <p:nvPr/>
        </p:nvGrpSpPr>
        <p:grpSpPr>
          <a:xfrm>
            <a:off x="539750" y="3181350"/>
            <a:ext cx="8153400" cy="466725"/>
            <a:chOff x="340" y="2174"/>
            <a:chExt cx="5136" cy="294"/>
          </a:xfrm>
        </p:grpSpPr>
        <p:sp>
          <p:nvSpPr>
            <p:cNvPr id="85019" name="Text Box 36"/>
            <p:cNvSpPr txBox="1"/>
            <p:nvPr/>
          </p:nvSpPr>
          <p:spPr>
            <a:xfrm>
              <a:off x="340" y="2174"/>
              <a:ext cx="912" cy="294"/>
            </a:xfrm>
            <a:prstGeom prst="rect">
              <a:avLst/>
            </a:prstGeom>
            <a:noFill/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anchor="t" anchorCtr="0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dirty="0">
                  <a:latin typeface="Times New Roman" panose="02020603050405020304" pitchFamily="18" charset="0"/>
                  <a:ea typeface="宋体" panose="02010600030101010101" pitchFamily="2" charset="-122"/>
                </a:rPr>
                <a:t>#,*,(</a:t>
              </a:r>
            </a:p>
          </p:txBody>
        </p:sp>
        <p:sp>
          <p:nvSpPr>
            <p:cNvPr id="85020" name="Text Box 37"/>
            <p:cNvSpPr txBox="1"/>
            <p:nvPr/>
          </p:nvSpPr>
          <p:spPr>
            <a:xfrm>
              <a:off x="1588" y="2174"/>
              <a:ext cx="912" cy="294"/>
            </a:xfrm>
            <a:prstGeom prst="rect">
              <a:avLst/>
            </a:prstGeom>
            <a:noFill/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anchor="t" anchorCtr="0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dirty="0">
                  <a:latin typeface="Times New Roman" panose="02020603050405020304" pitchFamily="18" charset="0"/>
                  <a:ea typeface="宋体" panose="02010600030101010101" pitchFamily="2" charset="-122"/>
                </a:rPr>
                <a:t>3,7</a:t>
              </a:r>
            </a:p>
          </p:txBody>
        </p:sp>
        <p:sp>
          <p:nvSpPr>
            <p:cNvPr id="85021" name="Text Box 38"/>
            <p:cNvSpPr txBox="1"/>
            <p:nvPr/>
          </p:nvSpPr>
          <p:spPr>
            <a:xfrm>
              <a:off x="2884" y="2174"/>
              <a:ext cx="912" cy="294"/>
            </a:xfrm>
            <a:prstGeom prst="rect">
              <a:avLst/>
            </a:prstGeom>
            <a:noFill/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anchor="t" anchorCtr="0">
              <a:spAutoFit/>
            </a:bodyPr>
            <a:lstStyle/>
            <a:p>
              <a:pPr algn="r">
                <a:spcBef>
                  <a:spcPct val="50000"/>
                </a:spcBef>
              </a:pPr>
              <a:r>
                <a:rPr lang="en-US" altLang="zh-CN" dirty="0">
                  <a:latin typeface="Times New Roman" panose="02020603050405020304" pitchFamily="18" charset="0"/>
                  <a:ea typeface="宋体" panose="02010600030101010101" pitchFamily="2" charset="-122"/>
                </a:rPr>
                <a:t>-2)#</a:t>
              </a:r>
            </a:p>
          </p:txBody>
        </p:sp>
        <p:sp>
          <p:nvSpPr>
            <p:cNvPr id="85022" name="Text Box 39"/>
            <p:cNvSpPr txBox="1"/>
            <p:nvPr/>
          </p:nvSpPr>
          <p:spPr>
            <a:xfrm>
              <a:off x="4180" y="2174"/>
              <a:ext cx="1296" cy="294"/>
            </a:xfrm>
            <a:prstGeom prst="rect">
              <a:avLst/>
            </a:prstGeom>
            <a:noFill/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anchor="t" anchorCtr="0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zh-CN" dirty="0">
                  <a:latin typeface="Times New Roman" panose="02020603050405020304" pitchFamily="18" charset="0"/>
                  <a:ea typeface="宋体" panose="02010600030101010101" pitchFamily="2" charset="-122"/>
                </a:rPr>
                <a:t>Push(optr,’-’)</a:t>
              </a:r>
            </a:p>
          </p:txBody>
        </p:sp>
      </p:grpSp>
      <p:grpSp>
        <p:nvGrpSpPr>
          <p:cNvPr id="85023" name="Group 40"/>
          <p:cNvGrpSpPr/>
          <p:nvPr/>
        </p:nvGrpSpPr>
        <p:grpSpPr>
          <a:xfrm>
            <a:off x="539750" y="3638550"/>
            <a:ext cx="8153400" cy="466725"/>
            <a:chOff x="340" y="2462"/>
            <a:chExt cx="5136" cy="294"/>
          </a:xfrm>
        </p:grpSpPr>
        <p:sp>
          <p:nvSpPr>
            <p:cNvPr id="85024" name="Text Box 41"/>
            <p:cNvSpPr txBox="1"/>
            <p:nvPr/>
          </p:nvSpPr>
          <p:spPr>
            <a:xfrm>
              <a:off x="340" y="2462"/>
              <a:ext cx="912" cy="294"/>
            </a:xfrm>
            <a:prstGeom prst="rect">
              <a:avLst/>
            </a:prstGeom>
            <a:noFill/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anchor="t" anchorCtr="0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dirty="0">
                  <a:latin typeface="Times New Roman" panose="02020603050405020304" pitchFamily="18" charset="0"/>
                  <a:ea typeface="宋体" panose="02010600030101010101" pitchFamily="2" charset="-122"/>
                </a:rPr>
                <a:t>#,*,(,</a:t>
              </a:r>
              <a:r>
                <a:rPr lang="zh-CN" altLang="en-US" dirty="0">
                  <a:latin typeface="Times New Roman" panose="02020603050405020304" pitchFamily="18" charset="0"/>
                  <a:ea typeface="宋体" panose="02010600030101010101" pitchFamily="2" charset="-122"/>
                </a:rPr>
                <a:t>－</a:t>
              </a:r>
            </a:p>
          </p:txBody>
        </p:sp>
        <p:sp>
          <p:nvSpPr>
            <p:cNvPr id="85025" name="Text Box 42"/>
            <p:cNvSpPr txBox="1"/>
            <p:nvPr/>
          </p:nvSpPr>
          <p:spPr>
            <a:xfrm>
              <a:off x="1588" y="2462"/>
              <a:ext cx="912" cy="294"/>
            </a:xfrm>
            <a:prstGeom prst="rect">
              <a:avLst/>
            </a:prstGeom>
            <a:noFill/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anchor="t" anchorCtr="0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dirty="0">
                  <a:latin typeface="Times New Roman" panose="02020603050405020304" pitchFamily="18" charset="0"/>
                  <a:ea typeface="宋体" panose="02010600030101010101" pitchFamily="2" charset="-122"/>
                </a:rPr>
                <a:t>3,7</a:t>
              </a:r>
            </a:p>
          </p:txBody>
        </p:sp>
        <p:sp>
          <p:nvSpPr>
            <p:cNvPr id="85026" name="Text Box 43"/>
            <p:cNvSpPr txBox="1"/>
            <p:nvPr/>
          </p:nvSpPr>
          <p:spPr>
            <a:xfrm>
              <a:off x="2884" y="2462"/>
              <a:ext cx="912" cy="294"/>
            </a:xfrm>
            <a:prstGeom prst="rect">
              <a:avLst/>
            </a:prstGeom>
            <a:noFill/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anchor="t" anchorCtr="0">
              <a:spAutoFit/>
            </a:bodyPr>
            <a:lstStyle/>
            <a:p>
              <a:pPr algn="r">
                <a:spcBef>
                  <a:spcPct val="50000"/>
                </a:spcBef>
              </a:pPr>
              <a:r>
                <a:rPr lang="en-US" altLang="zh-CN" dirty="0">
                  <a:latin typeface="Times New Roman" panose="02020603050405020304" pitchFamily="18" charset="0"/>
                  <a:ea typeface="宋体" panose="02010600030101010101" pitchFamily="2" charset="-122"/>
                </a:rPr>
                <a:t>2)#</a:t>
              </a:r>
            </a:p>
          </p:txBody>
        </p:sp>
        <p:sp>
          <p:nvSpPr>
            <p:cNvPr id="85027" name="Text Box 44"/>
            <p:cNvSpPr txBox="1"/>
            <p:nvPr/>
          </p:nvSpPr>
          <p:spPr>
            <a:xfrm>
              <a:off x="4180" y="2462"/>
              <a:ext cx="1296" cy="294"/>
            </a:xfrm>
            <a:prstGeom prst="rect">
              <a:avLst/>
            </a:prstGeom>
            <a:noFill/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anchor="t" anchorCtr="0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zh-CN" dirty="0">
                  <a:latin typeface="Times New Roman" panose="02020603050405020304" pitchFamily="18" charset="0"/>
                  <a:ea typeface="宋体" panose="02010600030101010101" pitchFamily="2" charset="-122"/>
                </a:rPr>
                <a:t>Push(opnd,’2’)</a:t>
              </a:r>
            </a:p>
          </p:txBody>
        </p:sp>
      </p:grpSp>
      <p:grpSp>
        <p:nvGrpSpPr>
          <p:cNvPr id="85028" name="Group 45"/>
          <p:cNvGrpSpPr/>
          <p:nvPr/>
        </p:nvGrpSpPr>
        <p:grpSpPr>
          <a:xfrm>
            <a:off x="539750" y="4086225"/>
            <a:ext cx="8153400" cy="476250"/>
            <a:chOff x="340" y="2744"/>
            <a:chExt cx="5136" cy="300"/>
          </a:xfrm>
        </p:grpSpPr>
        <p:sp>
          <p:nvSpPr>
            <p:cNvPr id="85029" name="Text Box 46"/>
            <p:cNvSpPr txBox="1"/>
            <p:nvPr/>
          </p:nvSpPr>
          <p:spPr>
            <a:xfrm>
              <a:off x="340" y="2750"/>
              <a:ext cx="912" cy="294"/>
            </a:xfrm>
            <a:prstGeom prst="rect">
              <a:avLst/>
            </a:prstGeom>
            <a:noFill/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anchor="t" anchorCtr="0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dirty="0">
                  <a:latin typeface="Times New Roman" panose="02020603050405020304" pitchFamily="18" charset="0"/>
                  <a:ea typeface="宋体" panose="02010600030101010101" pitchFamily="2" charset="-122"/>
                </a:rPr>
                <a:t>#,*,(,</a:t>
              </a:r>
              <a:r>
                <a:rPr lang="zh-CN" altLang="en-US" dirty="0">
                  <a:latin typeface="Times New Roman" panose="02020603050405020304" pitchFamily="18" charset="0"/>
                  <a:ea typeface="宋体" panose="02010600030101010101" pitchFamily="2" charset="-122"/>
                </a:rPr>
                <a:t>－</a:t>
              </a:r>
            </a:p>
          </p:txBody>
        </p:sp>
        <p:sp>
          <p:nvSpPr>
            <p:cNvPr id="85030" name="Text Box 47"/>
            <p:cNvSpPr txBox="1"/>
            <p:nvPr/>
          </p:nvSpPr>
          <p:spPr>
            <a:xfrm>
              <a:off x="1588" y="2750"/>
              <a:ext cx="912" cy="294"/>
            </a:xfrm>
            <a:prstGeom prst="rect">
              <a:avLst/>
            </a:prstGeom>
            <a:noFill/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anchor="t" anchorCtr="0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dirty="0">
                  <a:latin typeface="Times New Roman" panose="02020603050405020304" pitchFamily="18" charset="0"/>
                  <a:ea typeface="宋体" panose="02010600030101010101" pitchFamily="2" charset="-122"/>
                </a:rPr>
                <a:t>3,7,2</a:t>
              </a:r>
            </a:p>
          </p:txBody>
        </p:sp>
        <p:sp>
          <p:nvSpPr>
            <p:cNvPr id="85031" name="Text Box 48"/>
            <p:cNvSpPr txBox="1"/>
            <p:nvPr/>
          </p:nvSpPr>
          <p:spPr>
            <a:xfrm>
              <a:off x="2884" y="2744"/>
              <a:ext cx="912" cy="294"/>
            </a:xfrm>
            <a:prstGeom prst="rect">
              <a:avLst/>
            </a:prstGeom>
            <a:noFill/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anchor="t" anchorCtr="0">
              <a:spAutoFit/>
            </a:bodyPr>
            <a:lstStyle/>
            <a:p>
              <a:pPr algn="r">
                <a:spcBef>
                  <a:spcPct val="50000"/>
                </a:spcBef>
              </a:pPr>
              <a:r>
                <a:rPr lang="en-US" altLang="zh-CN" dirty="0">
                  <a:latin typeface="Times New Roman" panose="02020603050405020304" pitchFamily="18" charset="0"/>
                  <a:ea typeface="宋体" panose="02010600030101010101" pitchFamily="2" charset="-122"/>
                </a:rPr>
                <a:t>)#</a:t>
              </a:r>
            </a:p>
          </p:txBody>
        </p:sp>
        <p:sp>
          <p:nvSpPr>
            <p:cNvPr id="85032" name="Text Box 49"/>
            <p:cNvSpPr txBox="1"/>
            <p:nvPr/>
          </p:nvSpPr>
          <p:spPr>
            <a:xfrm>
              <a:off x="4180" y="2750"/>
              <a:ext cx="1296" cy="294"/>
            </a:xfrm>
            <a:prstGeom prst="rect">
              <a:avLst/>
            </a:prstGeom>
            <a:noFill/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anchor="t" anchorCtr="0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zh-CN" dirty="0">
                  <a:latin typeface="Times New Roman" panose="02020603050405020304" pitchFamily="18" charset="0"/>
                  <a:ea typeface="宋体" panose="02010600030101010101" pitchFamily="2" charset="-122"/>
                </a:rPr>
                <a:t>Operate(7-2)</a:t>
              </a:r>
            </a:p>
          </p:txBody>
        </p:sp>
      </p:grpSp>
      <p:grpSp>
        <p:nvGrpSpPr>
          <p:cNvPr id="85033" name="Group 50"/>
          <p:cNvGrpSpPr/>
          <p:nvPr/>
        </p:nvGrpSpPr>
        <p:grpSpPr>
          <a:xfrm>
            <a:off x="539750" y="4552950"/>
            <a:ext cx="8153400" cy="466725"/>
            <a:chOff x="340" y="3038"/>
            <a:chExt cx="5136" cy="294"/>
          </a:xfrm>
        </p:grpSpPr>
        <p:sp>
          <p:nvSpPr>
            <p:cNvPr id="85034" name="Text Box 51"/>
            <p:cNvSpPr txBox="1"/>
            <p:nvPr/>
          </p:nvSpPr>
          <p:spPr>
            <a:xfrm>
              <a:off x="340" y="3038"/>
              <a:ext cx="912" cy="294"/>
            </a:xfrm>
            <a:prstGeom prst="rect">
              <a:avLst/>
            </a:prstGeom>
            <a:noFill/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anchor="t" anchorCtr="0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dirty="0">
                  <a:latin typeface="Times New Roman" panose="02020603050405020304" pitchFamily="18" charset="0"/>
                  <a:ea typeface="宋体" panose="02010600030101010101" pitchFamily="2" charset="-122"/>
                </a:rPr>
                <a:t>#,*,(</a:t>
              </a:r>
            </a:p>
          </p:txBody>
        </p:sp>
        <p:sp>
          <p:nvSpPr>
            <p:cNvPr id="85035" name="Text Box 52"/>
            <p:cNvSpPr txBox="1"/>
            <p:nvPr/>
          </p:nvSpPr>
          <p:spPr>
            <a:xfrm>
              <a:off x="1588" y="3038"/>
              <a:ext cx="912" cy="294"/>
            </a:xfrm>
            <a:prstGeom prst="rect">
              <a:avLst/>
            </a:prstGeom>
            <a:noFill/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anchor="t" anchorCtr="0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dirty="0">
                  <a:latin typeface="Times New Roman" panose="02020603050405020304" pitchFamily="18" charset="0"/>
                  <a:ea typeface="宋体" panose="02010600030101010101" pitchFamily="2" charset="-122"/>
                </a:rPr>
                <a:t>3,5</a:t>
              </a:r>
            </a:p>
          </p:txBody>
        </p:sp>
        <p:sp>
          <p:nvSpPr>
            <p:cNvPr id="85036" name="Text Box 53"/>
            <p:cNvSpPr txBox="1"/>
            <p:nvPr/>
          </p:nvSpPr>
          <p:spPr>
            <a:xfrm>
              <a:off x="2884" y="3038"/>
              <a:ext cx="912" cy="294"/>
            </a:xfrm>
            <a:prstGeom prst="rect">
              <a:avLst/>
            </a:prstGeom>
            <a:noFill/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anchor="t" anchorCtr="0">
              <a:spAutoFit/>
            </a:bodyPr>
            <a:lstStyle/>
            <a:p>
              <a:pPr algn="r">
                <a:spcBef>
                  <a:spcPct val="50000"/>
                </a:spcBef>
              </a:pPr>
              <a:r>
                <a:rPr lang="en-US" altLang="zh-CN" dirty="0">
                  <a:latin typeface="Times New Roman" panose="02020603050405020304" pitchFamily="18" charset="0"/>
                  <a:ea typeface="宋体" panose="02010600030101010101" pitchFamily="2" charset="-122"/>
                </a:rPr>
                <a:t>)#</a:t>
              </a:r>
            </a:p>
          </p:txBody>
        </p:sp>
        <p:sp>
          <p:nvSpPr>
            <p:cNvPr id="85037" name="Text Box 54"/>
            <p:cNvSpPr txBox="1"/>
            <p:nvPr/>
          </p:nvSpPr>
          <p:spPr>
            <a:xfrm>
              <a:off x="4180" y="3038"/>
              <a:ext cx="1296" cy="294"/>
            </a:xfrm>
            <a:prstGeom prst="rect">
              <a:avLst/>
            </a:prstGeom>
            <a:noFill/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anchor="t" anchorCtr="0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zh-CN" dirty="0">
                  <a:latin typeface="Times New Roman" panose="02020603050405020304" pitchFamily="18" charset="0"/>
                  <a:ea typeface="宋体" panose="02010600030101010101" pitchFamily="2" charset="-122"/>
                </a:rPr>
                <a:t>Pop(optr)</a:t>
              </a:r>
            </a:p>
          </p:txBody>
        </p:sp>
      </p:grpSp>
      <p:grpSp>
        <p:nvGrpSpPr>
          <p:cNvPr id="85038" name="Group 55"/>
          <p:cNvGrpSpPr/>
          <p:nvPr/>
        </p:nvGrpSpPr>
        <p:grpSpPr>
          <a:xfrm>
            <a:off x="539750" y="5010150"/>
            <a:ext cx="8153400" cy="466725"/>
            <a:chOff x="340" y="3326"/>
            <a:chExt cx="5136" cy="294"/>
          </a:xfrm>
        </p:grpSpPr>
        <p:sp>
          <p:nvSpPr>
            <p:cNvPr id="85039" name="Text Box 56"/>
            <p:cNvSpPr txBox="1"/>
            <p:nvPr/>
          </p:nvSpPr>
          <p:spPr>
            <a:xfrm>
              <a:off x="340" y="3326"/>
              <a:ext cx="912" cy="294"/>
            </a:xfrm>
            <a:prstGeom prst="rect">
              <a:avLst/>
            </a:prstGeom>
            <a:noFill/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anchor="t" anchorCtr="0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dirty="0">
                  <a:latin typeface="Times New Roman" panose="02020603050405020304" pitchFamily="18" charset="0"/>
                  <a:ea typeface="宋体" panose="02010600030101010101" pitchFamily="2" charset="-122"/>
                </a:rPr>
                <a:t>#,*</a:t>
              </a:r>
            </a:p>
          </p:txBody>
        </p:sp>
        <p:sp>
          <p:nvSpPr>
            <p:cNvPr id="85040" name="Text Box 57"/>
            <p:cNvSpPr txBox="1"/>
            <p:nvPr/>
          </p:nvSpPr>
          <p:spPr>
            <a:xfrm>
              <a:off x="1588" y="3326"/>
              <a:ext cx="912" cy="294"/>
            </a:xfrm>
            <a:prstGeom prst="rect">
              <a:avLst/>
            </a:prstGeom>
            <a:noFill/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anchor="t" anchorCtr="0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dirty="0">
                  <a:latin typeface="Times New Roman" panose="02020603050405020304" pitchFamily="18" charset="0"/>
                  <a:ea typeface="宋体" panose="02010600030101010101" pitchFamily="2" charset="-122"/>
                </a:rPr>
                <a:t>3,5</a:t>
              </a:r>
            </a:p>
          </p:txBody>
        </p:sp>
        <p:sp>
          <p:nvSpPr>
            <p:cNvPr id="85041" name="Text Box 58"/>
            <p:cNvSpPr txBox="1"/>
            <p:nvPr/>
          </p:nvSpPr>
          <p:spPr>
            <a:xfrm>
              <a:off x="2884" y="3326"/>
              <a:ext cx="912" cy="294"/>
            </a:xfrm>
            <a:prstGeom prst="rect">
              <a:avLst/>
            </a:prstGeom>
            <a:noFill/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anchor="t" anchorCtr="0">
              <a:spAutoFit/>
            </a:bodyPr>
            <a:lstStyle/>
            <a:p>
              <a:pPr algn="r">
                <a:spcBef>
                  <a:spcPct val="50000"/>
                </a:spcBef>
              </a:pPr>
              <a:r>
                <a:rPr lang="en-US" altLang="zh-CN" dirty="0">
                  <a:latin typeface="Times New Roman" panose="02020603050405020304" pitchFamily="18" charset="0"/>
                  <a:ea typeface="宋体" panose="02010600030101010101" pitchFamily="2" charset="-122"/>
                </a:rPr>
                <a:t>#</a:t>
              </a:r>
            </a:p>
          </p:txBody>
        </p:sp>
        <p:sp>
          <p:nvSpPr>
            <p:cNvPr id="85042" name="Text Box 59"/>
            <p:cNvSpPr txBox="1"/>
            <p:nvPr/>
          </p:nvSpPr>
          <p:spPr>
            <a:xfrm>
              <a:off x="4180" y="3326"/>
              <a:ext cx="1296" cy="294"/>
            </a:xfrm>
            <a:prstGeom prst="rect">
              <a:avLst/>
            </a:prstGeom>
            <a:noFill/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anchor="t" anchorCtr="0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zh-CN" dirty="0">
                  <a:latin typeface="Times New Roman" panose="02020603050405020304" pitchFamily="18" charset="0"/>
                  <a:ea typeface="宋体" panose="02010600030101010101" pitchFamily="2" charset="-122"/>
                </a:rPr>
                <a:t>Operate(3*5)</a:t>
              </a:r>
            </a:p>
          </p:txBody>
        </p:sp>
      </p:grpSp>
      <p:grpSp>
        <p:nvGrpSpPr>
          <p:cNvPr id="85043" name="Group 60"/>
          <p:cNvGrpSpPr/>
          <p:nvPr/>
        </p:nvGrpSpPr>
        <p:grpSpPr>
          <a:xfrm>
            <a:off x="539750" y="5467350"/>
            <a:ext cx="8153400" cy="466725"/>
            <a:chOff x="340" y="3614"/>
            <a:chExt cx="5136" cy="294"/>
          </a:xfrm>
        </p:grpSpPr>
        <p:sp>
          <p:nvSpPr>
            <p:cNvPr id="85044" name="Text Box 61"/>
            <p:cNvSpPr txBox="1"/>
            <p:nvPr/>
          </p:nvSpPr>
          <p:spPr>
            <a:xfrm>
              <a:off x="340" y="3614"/>
              <a:ext cx="912" cy="294"/>
            </a:xfrm>
            <a:prstGeom prst="rect">
              <a:avLst/>
            </a:prstGeom>
            <a:noFill/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anchor="t" anchorCtr="0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dirty="0">
                  <a:latin typeface="Times New Roman" panose="02020603050405020304" pitchFamily="18" charset="0"/>
                  <a:ea typeface="宋体" panose="02010600030101010101" pitchFamily="2" charset="-122"/>
                </a:rPr>
                <a:t>#</a:t>
              </a:r>
            </a:p>
          </p:txBody>
        </p:sp>
        <p:sp>
          <p:nvSpPr>
            <p:cNvPr id="85045" name="Text Box 62"/>
            <p:cNvSpPr txBox="1"/>
            <p:nvPr/>
          </p:nvSpPr>
          <p:spPr>
            <a:xfrm>
              <a:off x="1588" y="3614"/>
              <a:ext cx="912" cy="294"/>
            </a:xfrm>
            <a:prstGeom prst="rect">
              <a:avLst/>
            </a:prstGeom>
            <a:noFill/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anchor="t" anchorCtr="0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dirty="0">
                  <a:latin typeface="Times New Roman" panose="02020603050405020304" pitchFamily="18" charset="0"/>
                  <a:ea typeface="宋体" panose="02010600030101010101" pitchFamily="2" charset="-122"/>
                </a:rPr>
                <a:t>15</a:t>
              </a:r>
            </a:p>
          </p:txBody>
        </p:sp>
        <p:sp>
          <p:nvSpPr>
            <p:cNvPr id="85046" name="Text Box 63"/>
            <p:cNvSpPr txBox="1"/>
            <p:nvPr/>
          </p:nvSpPr>
          <p:spPr>
            <a:xfrm>
              <a:off x="2884" y="3614"/>
              <a:ext cx="912" cy="294"/>
            </a:xfrm>
            <a:prstGeom prst="rect">
              <a:avLst/>
            </a:prstGeom>
            <a:noFill/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anchor="t" anchorCtr="0">
              <a:spAutoFit/>
            </a:bodyPr>
            <a:lstStyle/>
            <a:p>
              <a:pPr algn="r">
                <a:spcBef>
                  <a:spcPct val="50000"/>
                </a:spcBef>
              </a:pPr>
              <a:r>
                <a:rPr lang="en-US" altLang="zh-CN" dirty="0">
                  <a:latin typeface="Times New Roman" panose="02020603050405020304" pitchFamily="18" charset="0"/>
                  <a:ea typeface="宋体" panose="02010600030101010101" pitchFamily="2" charset="-122"/>
                </a:rPr>
                <a:t>#</a:t>
              </a:r>
            </a:p>
          </p:txBody>
        </p:sp>
        <p:sp>
          <p:nvSpPr>
            <p:cNvPr id="85047" name="Text Box 64"/>
            <p:cNvSpPr txBox="1"/>
            <p:nvPr/>
          </p:nvSpPr>
          <p:spPr>
            <a:xfrm>
              <a:off x="4180" y="3614"/>
              <a:ext cx="1296" cy="294"/>
            </a:xfrm>
            <a:prstGeom prst="rect">
              <a:avLst/>
            </a:prstGeom>
            <a:noFill/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anchor="t" anchorCtr="0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zh-CN" dirty="0">
                  <a:latin typeface="Times New Roman" panose="02020603050405020304" pitchFamily="18" charset="0"/>
                  <a:ea typeface="宋体" panose="02010600030101010101" pitchFamily="2" charset="-122"/>
                </a:rPr>
                <a:t>GetTop(opnd)</a:t>
              </a:r>
            </a:p>
          </p:txBody>
        </p:sp>
      </p:grpSp>
      <p:sp>
        <p:nvSpPr>
          <p:cNvPr id="85048" name="文本框 1"/>
          <p:cNvSpPr txBox="1"/>
          <p:nvPr/>
        </p:nvSpPr>
        <p:spPr>
          <a:xfrm>
            <a:off x="6350" y="5924550"/>
            <a:ext cx="10542314" cy="830997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lstStyle/>
          <a:p>
            <a:r>
              <a:rPr lang="zh-CN" altLang="en-US" dirty="0">
                <a:latin typeface="Times New Roman" panose="02020603050405020304" pitchFamily="18" charset="0"/>
                <a:ea typeface="楷体_GB2312" charset="-122"/>
              </a:rPr>
              <a:t>计算</a:t>
            </a:r>
            <a:r>
              <a:rPr lang="en-US" altLang="zh-CN" dirty="0">
                <a:latin typeface="Times New Roman" panose="02020603050405020304" pitchFamily="18" charset="0"/>
                <a:ea typeface="楷体_GB2312" charset="-122"/>
              </a:rPr>
              <a:t>3*(7-2)  </a:t>
            </a:r>
            <a:r>
              <a:rPr lang="zh-CN" altLang="en-US" dirty="0">
                <a:highlight>
                  <a:srgbClr val="00FF00"/>
                </a:highlight>
                <a:latin typeface="Times New Roman" panose="02020603050405020304" pitchFamily="18" charset="0"/>
                <a:ea typeface="楷体_GB2312" charset="-122"/>
              </a:rPr>
              <a:t>就是按照从左到右依次</a:t>
            </a:r>
            <a:r>
              <a:rPr lang="en-US" altLang="zh-CN" dirty="0">
                <a:highlight>
                  <a:srgbClr val="00FF00"/>
                </a:highlight>
                <a:latin typeface="Times New Roman" panose="02020603050405020304" pitchFamily="18" charset="0"/>
                <a:ea typeface="楷体_GB2312" charset="-122"/>
              </a:rPr>
              <a:t>Push(</a:t>
            </a:r>
            <a:r>
              <a:rPr lang="zh-CN" altLang="en-US" dirty="0">
                <a:highlight>
                  <a:srgbClr val="00FF00"/>
                </a:highlight>
                <a:latin typeface="Times New Roman" panose="02020603050405020304" pitchFamily="18" charset="0"/>
                <a:ea typeface="楷体_GB2312" charset="-122"/>
              </a:rPr>
              <a:t>对应栈</a:t>
            </a:r>
            <a:r>
              <a:rPr lang="en-US" altLang="zh-CN" dirty="0">
                <a:highlight>
                  <a:srgbClr val="00FF00"/>
                </a:highlight>
                <a:latin typeface="Times New Roman" panose="02020603050405020304" pitchFamily="18" charset="0"/>
                <a:ea typeface="楷体_GB2312" charset="-122"/>
              </a:rPr>
              <a:t>,’</a:t>
            </a:r>
            <a:r>
              <a:rPr lang="zh-CN" altLang="en-US" dirty="0">
                <a:highlight>
                  <a:srgbClr val="00FF00"/>
                </a:highlight>
                <a:latin typeface="Times New Roman" panose="02020603050405020304" pitchFamily="18" charset="0"/>
                <a:ea typeface="楷体_GB2312" charset="-122"/>
              </a:rPr>
              <a:t>值</a:t>
            </a:r>
            <a:r>
              <a:rPr lang="en-US" altLang="zh-CN" dirty="0">
                <a:highlight>
                  <a:srgbClr val="00FF00"/>
                </a:highlight>
                <a:latin typeface="Times New Roman" panose="02020603050405020304" pitchFamily="18" charset="0"/>
                <a:ea typeface="楷体_GB2312" charset="-122"/>
              </a:rPr>
              <a:t>’),Push</a:t>
            </a:r>
            <a:r>
              <a:rPr lang="zh-CN" altLang="en-US" dirty="0">
                <a:highlight>
                  <a:srgbClr val="00FF00"/>
                </a:highlight>
                <a:latin typeface="Times New Roman" panose="02020603050405020304" pitchFamily="18" charset="0"/>
                <a:ea typeface="楷体_GB2312" charset="-122"/>
              </a:rPr>
              <a:t>后可计算</a:t>
            </a:r>
            <a:r>
              <a:rPr lang="en-US" altLang="zh-CN" dirty="0">
                <a:highlight>
                  <a:srgbClr val="00FF00"/>
                </a:highlight>
                <a:latin typeface="Times New Roman" panose="02020603050405020304" pitchFamily="18" charset="0"/>
                <a:ea typeface="楷体_GB2312" charset="-122"/>
              </a:rPr>
              <a:t>Operate(</a:t>
            </a:r>
            <a:r>
              <a:rPr lang="zh-CN" altLang="en-US" dirty="0">
                <a:highlight>
                  <a:srgbClr val="00FF00"/>
                </a:highlight>
                <a:latin typeface="Times New Roman" panose="02020603050405020304" pitchFamily="18" charset="0"/>
                <a:ea typeface="楷体_GB2312" charset="-122"/>
              </a:rPr>
              <a:t>数字</a:t>
            </a:r>
            <a:r>
              <a:rPr lang="en-US" altLang="zh-CN" dirty="0">
                <a:highlight>
                  <a:srgbClr val="00FF00"/>
                </a:highlight>
                <a:latin typeface="Times New Roman" panose="02020603050405020304" pitchFamily="18" charset="0"/>
                <a:ea typeface="楷体_GB2312" charset="-122"/>
              </a:rPr>
              <a:t>1 </a:t>
            </a:r>
            <a:r>
              <a:rPr lang="zh-CN" altLang="en-US" dirty="0">
                <a:highlight>
                  <a:srgbClr val="00FF00"/>
                </a:highlight>
                <a:latin typeface="Times New Roman" panose="02020603050405020304" pitchFamily="18" charset="0"/>
                <a:ea typeface="楷体_GB2312" charset="-122"/>
              </a:rPr>
              <a:t>运算符 数字</a:t>
            </a:r>
            <a:r>
              <a:rPr lang="en-US" altLang="zh-CN" dirty="0">
                <a:highlight>
                  <a:srgbClr val="00FF00"/>
                </a:highlight>
                <a:latin typeface="Times New Roman" panose="02020603050405020304" pitchFamily="18" charset="0"/>
                <a:ea typeface="楷体_GB2312" charset="-122"/>
              </a:rPr>
              <a:t>2) </a:t>
            </a:r>
            <a:r>
              <a:rPr lang="zh-CN" altLang="en-US" dirty="0">
                <a:highlight>
                  <a:srgbClr val="00FF00"/>
                </a:highlight>
                <a:latin typeface="Times New Roman" panose="02020603050405020304" pitchFamily="18" charset="0"/>
                <a:ea typeface="楷体_GB2312" charset="-122"/>
              </a:rPr>
              <a:t>计算再将结果压入栈</a:t>
            </a:r>
            <a:r>
              <a:rPr lang="en-US" altLang="zh-CN" dirty="0">
                <a:highlight>
                  <a:srgbClr val="00FF00"/>
                </a:highlight>
                <a:latin typeface="Times New Roman" panose="02020603050405020304" pitchFamily="18" charset="0"/>
                <a:ea typeface="楷体_GB2312" charset="-122"/>
              </a:rPr>
              <a:t>.</a:t>
            </a:r>
            <a:r>
              <a:rPr lang="zh-CN" altLang="en-US" dirty="0">
                <a:highlight>
                  <a:srgbClr val="00FF00"/>
                </a:highlight>
                <a:latin typeface="Times New Roman" panose="02020603050405020304" pitchFamily="18" charset="0"/>
                <a:ea typeface="楷体_GB2312" charset="-122"/>
              </a:rPr>
              <a:t>最后</a:t>
            </a:r>
            <a:r>
              <a:rPr lang="en-US" altLang="zh-CN" dirty="0" err="1">
                <a:highlight>
                  <a:srgbClr val="00FF00"/>
                </a:highlight>
                <a:latin typeface="Times New Roman" panose="02020603050405020304" pitchFamily="18" charset="0"/>
                <a:ea typeface="楷体_GB2312" charset="-122"/>
              </a:rPr>
              <a:t>GetTop</a:t>
            </a:r>
            <a:r>
              <a:rPr lang="en-US" altLang="zh-CN" dirty="0">
                <a:highlight>
                  <a:srgbClr val="00FF00"/>
                </a:highlight>
                <a:latin typeface="Times New Roman" panose="02020603050405020304" pitchFamily="18" charset="0"/>
                <a:ea typeface="楷体_GB2312" charset="-122"/>
              </a:rPr>
              <a:t>(</a:t>
            </a:r>
            <a:r>
              <a:rPr lang="en-US" altLang="zh-CN" dirty="0" err="1">
                <a:highlight>
                  <a:srgbClr val="00FF00"/>
                </a:highlight>
                <a:latin typeface="Times New Roman" panose="02020603050405020304" pitchFamily="18" charset="0"/>
                <a:ea typeface="楷体_GB2312" charset="-122"/>
              </a:rPr>
              <a:t>opnd</a:t>
            </a:r>
            <a:r>
              <a:rPr lang="en-US" altLang="zh-CN" dirty="0">
                <a:highlight>
                  <a:srgbClr val="00FF00"/>
                </a:highlight>
                <a:latin typeface="Times New Roman" panose="02020603050405020304" pitchFamily="18" charset="0"/>
                <a:ea typeface="楷体_GB2312" charset="-122"/>
              </a:rPr>
              <a:t>)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4B416CB8-3FD4-C9B0-70E3-51518E8F67F6}"/>
              </a:ext>
            </a:extLst>
          </p:cNvPr>
          <p:cNvSpPr txBox="1"/>
          <p:nvPr/>
        </p:nvSpPr>
        <p:spPr>
          <a:xfrm>
            <a:off x="2915816" y="70050"/>
            <a:ext cx="547260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highlight>
                  <a:srgbClr val="00FF00"/>
                </a:highlight>
              </a:rPr>
              <a:t>重点掌握列表计算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4AE9E759-A796-0269-AF2A-E55A39C6AC61}"/>
              </a:ext>
            </a:extLst>
          </p:cNvPr>
          <p:cNvSpPr txBox="1"/>
          <p:nvPr/>
        </p:nvSpPr>
        <p:spPr>
          <a:xfrm>
            <a:off x="1140222" y="1339671"/>
            <a:ext cx="115212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800" dirty="0">
                <a:latin typeface="Times New Roman" panose="02020603050405020304" pitchFamily="18" charset="0"/>
                <a:ea typeface="宋体" panose="02010600030101010101" pitchFamily="2" charset="-122"/>
              </a:rPr>
              <a:t>使用</a:t>
            </a:r>
            <a:r>
              <a:rPr lang="en-US" altLang="zh-CN" sz="1800" dirty="0">
                <a:latin typeface="Times New Roman" panose="02020603050405020304" pitchFamily="18" charset="0"/>
                <a:ea typeface="宋体" panose="02010600030101010101" pitchFamily="2" charset="-122"/>
              </a:rPr>
              <a:t>#</a:t>
            </a:r>
            <a:r>
              <a:rPr lang="zh-CN" altLang="en-US" sz="1800" dirty="0">
                <a:latin typeface="Times New Roman" panose="02020603050405020304" pitchFamily="18" charset="0"/>
                <a:ea typeface="宋体" panose="02010600030101010101" pitchFamily="2" charset="-122"/>
              </a:rPr>
              <a:t>作为界定符</a:t>
            </a:r>
            <a:endParaRPr lang="en-US" altLang="zh-CN" sz="18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r>
              <a:rPr lang="zh-CN" altLang="en-US" sz="1800" dirty="0">
                <a:ea typeface="宋体" panose="02010600030101010101" pitchFamily="2" charset="-122"/>
              </a:rPr>
              <a:t>首位都是</a:t>
            </a:r>
            <a:r>
              <a:rPr lang="en-US" altLang="zh-CN" sz="1800" dirty="0">
                <a:ea typeface="宋体" panose="02010600030101010101" pitchFamily="2" charset="-122"/>
              </a:rPr>
              <a:t>#</a:t>
            </a:r>
            <a:endParaRPr lang="zh-CN" altLang="en-US" sz="1800" dirty="0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3A81C1DB-EC83-2E50-AA44-1F2929D4AF72}"/>
              </a:ext>
            </a:extLst>
          </p:cNvPr>
          <p:cNvSpPr txBox="1"/>
          <p:nvPr/>
        </p:nvSpPr>
        <p:spPr>
          <a:xfrm>
            <a:off x="3131840" y="1583530"/>
            <a:ext cx="1944216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/>
              <a:t>操作过</a:t>
            </a:r>
            <a:r>
              <a:rPr lang="en-US" altLang="zh-CN" sz="2000" dirty="0"/>
              <a:t>operate()</a:t>
            </a:r>
            <a:r>
              <a:rPr lang="zh-CN" altLang="en-US" sz="2000" dirty="0"/>
              <a:t>后要删除</a:t>
            </a:r>
            <a:r>
              <a:rPr lang="en-US" altLang="zh-CN" sz="2000" dirty="0"/>
              <a:t>ORTP</a:t>
            </a:r>
            <a:r>
              <a:rPr lang="zh-CN" altLang="en-US" sz="2000" dirty="0"/>
              <a:t>中的一个运算符和</a:t>
            </a:r>
            <a:r>
              <a:rPr lang="en-US" altLang="zh-CN" sz="2000" dirty="0"/>
              <a:t>OPND</a:t>
            </a:r>
            <a:r>
              <a:rPr lang="zh-CN" altLang="en-US" sz="2000" dirty="0"/>
              <a:t>中的两个数字且还要加入结果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908DCB6F-D024-A983-BAB6-E835684ACA1F}"/>
              </a:ext>
            </a:extLst>
          </p:cNvPr>
          <p:cNvSpPr txBox="1"/>
          <p:nvPr/>
        </p:nvSpPr>
        <p:spPr>
          <a:xfrm>
            <a:off x="3479639" y="3666004"/>
            <a:ext cx="1584176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输入</a:t>
            </a:r>
            <a:r>
              <a:rPr lang="en-US" altLang="zh-CN" dirty="0"/>
              <a:t>)</a:t>
            </a:r>
            <a:r>
              <a:rPr lang="zh-CN" altLang="en-US" dirty="0"/>
              <a:t>与前面的匹配就不</a:t>
            </a:r>
            <a:r>
              <a:rPr lang="en-US" altLang="zh-CN" dirty="0"/>
              <a:t>push</a:t>
            </a:r>
            <a:r>
              <a:rPr lang="zh-CN" altLang="en-US" dirty="0"/>
              <a:t>而是直接</a:t>
            </a:r>
            <a:r>
              <a:rPr lang="en-US" altLang="zh-CN" dirty="0"/>
              <a:t>Pop</a:t>
            </a:r>
            <a:endParaRPr lang="zh-CN" altLang="en-US" dirty="0"/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89" name="Rectangle 6"/>
          <p:cNvSpPr/>
          <p:nvPr/>
        </p:nvSpPr>
        <p:spPr>
          <a:xfrm>
            <a:off x="250825" y="1844675"/>
            <a:ext cx="8050213" cy="344805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pPr marL="342900" indent="-342900" eaLnBrk="0" hangingPunct="0"/>
            <a:r>
              <a:rPr lang="en-US" altLang="zh-CN" sz="3600" dirty="0">
                <a:solidFill>
                  <a:schemeClr val="accent2"/>
                </a:solidFill>
                <a:latin typeface="楷体_GB2312" charset="-122"/>
                <a:ea typeface="楷体_GB2312" charset="-122"/>
              </a:rPr>
              <a:t>【</a:t>
            </a:r>
            <a:r>
              <a:rPr lang="zh-CN" altLang="en-US" sz="3600" dirty="0">
                <a:solidFill>
                  <a:schemeClr val="accent2"/>
                </a:solidFill>
                <a:latin typeface="楷体_GB2312" charset="-122"/>
                <a:ea typeface="楷体_GB2312" charset="-122"/>
              </a:rPr>
              <a:t>例</a:t>
            </a:r>
            <a:r>
              <a:rPr lang="en-US" altLang="zh-CN" sz="3600" dirty="0">
                <a:solidFill>
                  <a:schemeClr val="accent2"/>
                </a:solidFill>
                <a:latin typeface="楷体_GB2312" charset="-122"/>
                <a:ea typeface="楷体_GB2312" charset="-122"/>
              </a:rPr>
              <a:t>】</a:t>
            </a:r>
            <a:r>
              <a:rPr lang="zh-CN" altLang="en-US" sz="3600" dirty="0">
                <a:solidFill>
                  <a:schemeClr val="accent2"/>
                </a:solidFill>
                <a:latin typeface="楷体_GB2312" charset="-122"/>
                <a:ea typeface="楷体_GB2312" charset="-122"/>
              </a:rPr>
              <a:t>汽车加油站</a:t>
            </a:r>
          </a:p>
          <a:p>
            <a:pPr marL="342900" indent="-342900" eaLnBrk="0" hangingPunct="0"/>
            <a:r>
              <a:rPr lang="zh-CN" altLang="en-US" sz="2800" dirty="0">
                <a:solidFill>
                  <a:srgbClr val="000000"/>
                </a:solidFill>
                <a:latin typeface="楷体_GB2312" charset="-122"/>
                <a:ea typeface="楷体_GB2312" charset="-122"/>
              </a:rPr>
              <a:t>结构：入口和出口为单行道，</a:t>
            </a:r>
            <a:r>
              <a:rPr lang="zh-CN" altLang="en-US" sz="2800" dirty="0">
                <a:solidFill>
                  <a:srgbClr val="FF0000"/>
                </a:solidFill>
                <a:latin typeface="楷体_GB2312" charset="-122"/>
                <a:ea typeface="楷体_GB2312" charset="-122"/>
              </a:rPr>
              <a:t>加油车道若干条</a:t>
            </a:r>
            <a:r>
              <a:rPr lang="en-US" altLang="zh-CN" sz="3600" dirty="0">
                <a:solidFill>
                  <a:srgbClr val="FF0000"/>
                </a:solidFill>
                <a:latin typeface="楷体_GB2312" charset="-122"/>
                <a:ea typeface="楷体_GB2312" charset="-122"/>
              </a:rPr>
              <a:t>n</a:t>
            </a:r>
          </a:p>
          <a:p>
            <a:pPr marL="342900" indent="-342900" eaLnBrk="0" hangingPunct="0"/>
            <a:r>
              <a:rPr lang="zh-CN" altLang="en-US" sz="2800" dirty="0">
                <a:solidFill>
                  <a:srgbClr val="000000"/>
                </a:solidFill>
                <a:latin typeface="楷体_GB2312" charset="-122"/>
                <a:ea typeface="楷体_GB2312" charset="-122"/>
              </a:rPr>
              <a:t>每辆车加油都要经过三段路程，三个队列</a:t>
            </a:r>
          </a:p>
          <a:p>
            <a:pPr marL="342900" indent="-342900" eaLnBrk="0" hangingPunct="0"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en-US" altLang="zh-CN" sz="2800" dirty="0">
                <a:solidFill>
                  <a:srgbClr val="000000"/>
                </a:solidFill>
                <a:latin typeface="楷体_GB2312" charset="-122"/>
                <a:ea typeface="楷体_GB2312" charset="-122"/>
              </a:rPr>
              <a:t>1.</a:t>
            </a:r>
            <a:r>
              <a:rPr lang="zh-CN" altLang="en-US" sz="2800" dirty="0">
                <a:solidFill>
                  <a:srgbClr val="000000"/>
                </a:solidFill>
                <a:latin typeface="楷体_GB2312" charset="-122"/>
                <a:ea typeface="楷体_GB2312" charset="-122"/>
              </a:rPr>
              <a:t>入口处排队等候进入加油车道</a:t>
            </a:r>
          </a:p>
          <a:p>
            <a:pPr marL="342900" indent="-342900" eaLnBrk="0" hangingPunct="0"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en-US" altLang="zh-CN" sz="2800" dirty="0">
                <a:solidFill>
                  <a:srgbClr val="000000"/>
                </a:solidFill>
                <a:latin typeface="楷体_GB2312" charset="-122"/>
                <a:ea typeface="楷体_GB2312" charset="-122"/>
              </a:rPr>
              <a:t>2.</a:t>
            </a:r>
            <a:r>
              <a:rPr lang="zh-CN" altLang="en-US" sz="2800" dirty="0">
                <a:solidFill>
                  <a:srgbClr val="000000"/>
                </a:solidFill>
                <a:latin typeface="楷体_GB2312" charset="-122"/>
                <a:ea typeface="楷体_GB2312" charset="-122"/>
              </a:rPr>
              <a:t>在加油车道排队等候加油</a:t>
            </a:r>
          </a:p>
          <a:p>
            <a:pPr marL="342900" indent="-342900" eaLnBrk="0" hangingPunct="0"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en-US" altLang="zh-CN" sz="2800" dirty="0">
                <a:solidFill>
                  <a:srgbClr val="000000"/>
                </a:solidFill>
                <a:latin typeface="楷体_GB2312" charset="-122"/>
                <a:ea typeface="楷体_GB2312" charset="-122"/>
              </a:rPr>
              <a:t>3.</a:t>
            </a:r>
            <a:r>
              <a:rPr lang="zh-CN" altLang="en-US" sz="2800" dirty="0">
                <a:solidFill>
                  <a:srgbClr val="000000"/>
                </a:solidFill>
                <a:latin typeface="楷体_GB2312" charset="-122"/>
                <a:ea typeface="楷体_GB2312" charset="-122"/>
              </a:rPr>
              <a:t>出口处排队等候离开</a:t>
            </a:r>
          </a:p>
          <a:p>
            <a:pPr marL="342900" indent="-342900" eaLnBrk="0" hangingPunct="0"/>
            <a:r>
              <a:rPr lang="zh-CN" altLang="en-US" sz="2800" dirty="0">
                <a:solidFill>
                  <a:srgbClr val="000000"/>
                </a:solidFill>
                <a:latin typeface="楷体_GB2312" charset="-122"/>
                <a:ea typeface="楷体_GB2312" charset="-122"/>
              </a:rPr>
              <a:t>若用算法模拟，需要设置</a:t>
            </a:r>
            <a:r>
              <a:rPr lang="en-US" altLang="zh-CN" sz="3600" dirty="0">
                <a:solidFill>
                  <a:srgbClr val="FF0000"/>
                </a:solidFill>
                <a:latin typeface="楷体_GB2312" charset="-122"/>
                <a:ea typeface="楷体_GB2312" charset="-122"/>
              </a:rPr>
              <a:t>n+2</a:t>
            </a:r>
            <a:r>
              <a:rPr lang="zh-CN" altLang="en-US" sz="3600" dirty="0">
                <a:solidFill>
                  <a:srgbClr val="FF0000"/>
                </a:solidFill>
                <a:latin typeface="楷体_GB2312" charset="-122"/>
                <a:ea typeface="楷体_GB2312" charset="-122"/>
              </a:rPr>
              <a:t>个队列</a:t>
            </a:r>
            <a:r>
              <a:rPr lang="zh-CN" altLang="en-US" sz="2800" dirty="0">
                <a:solidFill>
                  <a:srgbClr val="000000"/>
                </a:solidFill>
                <a:latin typeface="楷体_GB2312" charset="-122"/>
                <a:ea typeface="楷体_GB2312" charset="-122"/>
              </a:rPr>
              <a:t>。　</a:t>
            </a:r>
          </a:p>
        </p:txBody>
      </p:sp>
      <p:sp>
        <p:nvSpPr>
          <p:cNvPr id="89090" name="Rectangle 7"/>
          <p:cNvSpPr/>
          <p:nvPr/>
        </p:nvSpPr>
        <p:spPr>
          <a:xfrm>
            <a:off x="0" y="511175"/>
            <a:ext cx="6156325" cy="68580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lstStyle/>
          <a:p>
            <a:pPr eaLnBrk="0" hangingPunct="0"/>
            <a:r>
              <a:rPr lang="zh-CN" altLang="en-US" sz="4000" dirty="0">
                <a:solidFill>
                  <a:srgbClr val="CC00CC"/>
                </a:solidFill>
                <a:latin typeface="楷体_GB2312" charset="-122"/>
                <a:ea typeface="楷体_GB2312" charset="-122"/>
              </a:rPr>
              <a:t>队列的其它应用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3" name="Rectangle 4"/>
          <p:cNvSpPr/>
          <p:nvPr/>
        </p:nvSpPr>
        <p:spPr>
          <a:xfrm>
            <a:off x="0" y="74613"/>
            <a:ext cx="6300788" cy="5364162"/>
          </a:xfrm>
          <a:prstGeom prst="rect">
            <a:avLst/>
          </a:prstGeom>
          <a:solidFill>
            <a:srgbClr val="FFFFE7"/>
          </a:solidFill>
          <a:ln w="9525">
            <a:noFill/>
          </a:ln>
        </p:spPr>
        <p:txBody>
          <a:bodyPr anchor="t" anchorCtr="0">
            <a:spAutoFit/>
          </a:bodyPr>
          <a:lstStyle/>
          <a:p>
            <a:pPr marL="342900" indent="-342900" eaLnBrk="0" hangingPunct="0">
              <a:spcBef>
                <a:spcPct val="20000"/>
              </a:spcBef>
            </a:pPr>
            <a:r>
              <a:rPr lang="en-US" altLang="zh-CN" sz="3600" dirty="0">
                <a:solidFill>
                  <a:schemeClr val="accent2"/>
                </a:solidFill>
                <a:latin typeface="楷体_GB2312" charset="-122"/>
                <a:ea typeface="楷体_GB2312" charset="-122"/>
              </a:rPr>
              <a:t>【</a:t>
            </a:r>
            <a:r>
              <a:rPr lang="zh-CN" altLang="en-US" sz="3600" dirty="0">
                <a:solidFill>
                  <a:schemeClr val="accent2"/>
                </a:solidFill>
                <a:latin typeface="楷体_GB2312" charset="-122"/>
                <a:ea typeface="楷体_GB2312" charset="-122"/>
              </a:rPr>
              <a:t>例</a:t>
            </a:r>
            <a:r>
              <a:rPr lang="en-US" altLang="zh-CN" sz="3600" dirty="0">
                <a:solidFill>
                  <a:schemeClr val="accent2"/>
                </a:solidFill>
                <a:latin typeface="楷体_GB2312" charset="-122"/>
                <a:ea typeface="楷体_GB2312" charset="-122"/>
              </a:rPr>
              <a:t>】</a:t>
            </a:r>
            <a:r>
              <a:rPr lang="zh-CN" altLang="en-US" sz="3600" dirty="0">
                <a:solidFill>
                  <a:schemeClr val="accent2"/>
                </a:solidFill>
                <a:latin typeface="楷体_GB2312" charset="-122"/>
                <a:ea typeface="楷体_GB2312" charset="-122"/>
              </a:rPr>
              <a:t>模拟打印机缓冲区</a:t>
            </a:r>
            <a:endParaRPr lang="zh-CN" altLang="en-US" sz="3600" dirty="0">
              <a:solidFill>
                <a:srgbClr val="FF0000"/>
              </a:solidFill>
              <a:latin typeface="楷体_GB2312" charset="-122"/>
              <a:ea typeface="楷体_GB2312" charset="-122"/>
            </a:endParaRPr>
          </a:p>
          <a:p>
            <a:pPr marL="342900" indent="-342900" eaLnBrk="0" hangingPunct="0">
              <a:spcBef>
                <a:spcPct val="20000"/>
              </a:spcBef>
              <a:buClr>
                <a:srgbClr val="FF0000"/>
              </a:buClr>
              <a:buFont typeface="Wingdings" panose="05000000000000000000" pitchFamily="2" charset="2"/>
              <a:buChar char="ü"/>
            </a:pPr>
            <a:r>
              <a:rPr lang="zh-CN" altLang="en-US" sz="2800" dirty="0">
                <a:solidFill>
                  <a:srgbClr val="000000"/>
                </a:solidFill>
                <a:latin typeface="楷体_GB2312" charset="-122"/>
                <a:ea typeface="楷体_GB2312" charset="-122"/>
              </a:rPr>
              <a:t>在主机将数据输出到打印机时，主机速度与打印机的打印速度不匹配</a:t>
            </a:r>
          </a:p>
          <a:p>
            <a:pPr marL="342900" indent="-342900" eaLnBrk="0" hangingPunct="0">
              <a:spcBef>
                <a:spcPct val="20000"/>
              </a:spcBef>
              <a:buClr>
                <a:srgbClr val="FF0000"/>
              </a:buClr>
              <a:buFont typeface="Wingdings" panose="05000000000000000000" pitchFamily="2" charset="2"/>
              <a:buChar char="ü"/>
            </a:pPr>
            <a:r>
              <a:rPr lang="zh-CN" altLang="en-US" sz="2800" dirty="0">
                <a:solidFill>
                  <a:srgbClr val="000000"/>
                </a:solidFill>
                <a:latin typeface="楷体_GB2312" charset="-122"/>
                <a:ea typeface="楷体_GB2312" charset="-122"/>
              </a:rPr>
              <a:t>为打印机设置一个</a:t>
            </a:r>
            <a:r>
              <a:rPr lang="zh-CN" altLang="en-US" sz="3600" dirty="0">
                <a:solidFill>
                  <a:srgbClr val="FF0000"/>
                </a:solidFill>
                <a:latin typeface="楷体_GB2312" charset="-122"/>
                <a:ea typeface="楷体_GB2312" charset="-122"/>
              </a:rPr>
              <a:t>打印数据缓冲区</a:t>
            </a:r>
            <a:r>
              <a:rPr lang="zh-CN" altLang="en-US" sz="2800" dirty="0">
                <a:solidFill>
                  <a:srgbClr val="000000"/>
                </a:solidFill>
                <a:latin typeface="楷体_GB2312" charset="-122"/>
                <a:ea typeface="楷体_GB2312" charset="-122"/>
              </a:rPr>
              <a:t>，当主机需要打印数据时，先将数据依次写入缓冲区，写满后主机转去做其他的事情</a:t>
            </a:r>
          </a:p>
          <a:p>
            <a:pPr marL="342900" indent="-342900" eaLnBrk="0" hangingPunct="0">
              <a:spcBef>
                <a:spcPct val="20000"/>
              </a:spcBef>
              <a:buClr>
                <a:srgbClr val="FF0000"/>
              </a:buClr>
              <a:buFont typeface="Wingdings" panose="05000000000000000000" pitchFamily="2" charset="2"/>
              <a:buChar char="ü"/>
            </a:pPr>
            <a:r>
              <a:rPr lang="zh-CN" altLang="en-US" sz="2800" dirty="0">
                <a:solidFill>
                  <a:srgbClr val="000000"/>
                </a:solidFill>
                <a:latin typeface="楷体_GB2312" charset="-122"/>
                <a:ea typeface="楷体_GB2312" charset="-122"/>
              </a:rPr>
              <a:t>而打印机就从缓冲区中按照</a:t>
            </a:r>
            <a:r>
              <a:rPr lang="zh-CN" altLang="en-US" sz="3600" dirty="0">
                <a:solidFill>
                  <a:srgbClr val="FF0000"/>
                </a:solidFill>
                <a:latin typeface="楷体_GB2312" charset="-122"/>
                <a:ea typeface="楷体_GB2312" charset="-122"/>
              </a:rPr>
              <a:t>先进先出</a:t>
            </a:r>
            <a:r>
              <a:rPr lang="zh-CN" altLang="en-US" sz="2800" dirty="0">
                <a:solidFill>
                  <a:srgbClr val="000000"/>
                </a:solidFill>
                <a:latin typeface="楷体_GB2312" charset="-122"/>
                <a:ea typeface="楷体_GB2312" charset="-122"/>
              </a:rPr>
              <a:t>的原则依次读取数据并打印</a:t>
            </a:r>
          </a:p>
          <a:p>
            <a:pPr marL="342900" indent="-342900" eaLnBrk="0" hangingPunct="0">
              <a:spcBef>
                <a:spcPct val="20000"/>
              </a:spcBef>
              <a:buClr>
                <a:srgbClr val="FF0000"/>
              </a:buClr>
              <a:buFont typeface="Wingdings" panose="05000000000000000000" pitchFamily="2" charset="2"/>
              <a:buChar char="ü"/>
            </a:pPr>
            <a:endParaRPr lang="en-US" altLang="zh-CN" sz="2800" dirty="0">
              <a:solidFill>
                <a:srgbClr val="000000"/>
              </a:solidFill>
              <a:latin typeface="楷体_GB2312" charset="-122"/>
              <a:ea typeface="楷体_GB2312" charset="-122"/>
            </a:endParaRPr>
          </a:p>
        </p:txBody>
      </p:sp>
      <p:pic>
        <p:nvPicPr>
          <p:cNvPr id="90114" name="Picture 7" descr="u=3377142674,1089877773&amp;fm=52&amp;gp=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0788" y="74613"/>
            <a:ext cx="2814637" cy="234632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8913" name="Group 6"/>
          <p:cNvGrpSpPr/>
          <p:nvPr/>
        </p:nvGrpSpPr>
        <p:grpSpPr>
          <a:xfrm>
            <a:off x="785813" y="1679575"/>
            <a:ext cx="7839075" cy="2028825"/>
            <a:chOff x="374" y="1857"/>
            <a:chExt cx="4938" cy="1278"/>
          </a:xfrm>
        </p:grpSpPr>
        <p:sp>
          <p:nvSpPr>
            <p:cNvPr id="38914" name="Text Box 7"/>
            <p:cNvSpPr txBox="1"/>
            <p:nvPr/>
          </p:nvSpPr>
          <p:spPr>
            <a:xfrm>
              <a:off x="384" y="2808"/>
              <a:ext cx="4928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lstStyle/>
            <a:p>
              <a:r>
                <a:rPr lang="en-US" altLang="zh-CN" sz="2800" i="1" dirty="0">
                  <a:solidFill>
                    <a:srgbClr val="0000FF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b</a:t>
              </a:r>
              <a:r>
                <a:rPr lang="en-US" altLang="zh-CN" sz="2800" dirty="0">
                  <a:solidFill>
                    <a:srgbClr val="0000FF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[0]                               </a:t>
              </a:r>
              <a:r>
                <a:rPr lang="en-US" altLang="zh-CN" sz="2800" i="1" dirty="0">
                  <a:solidFill>
                    <a:srgbClr val="0000FF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t</a:t>
              </a:r>
              <a:r>
                <a:rPr lang="en-US" altLang="zh-CN" sz="2800" dirty="0">
                  <a:solidFill>
                    <a:srgbClr val="0000FF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[0]     </a:t>
              </a:r>
              <a:r>
                <a:rPr lang="en-US" altLang="zh-CN" sz="2800" i="1" dirty="0">
                  <a:solidFill>
                    <a:srgbClr val="0000FF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t</a:t>
              </a:r>
              <a:r>
                <a:rPr lang="en-US" altLang="zh-CN" sz="2800" dirty="0">
                  <a:solidFill>
                    <a:srgbClr val="0000FF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[1]                         </a:t>
              </a:r>
              <a:r>
                <a:rPr lang="en-US" altLang="zh-CN" sz="2800" i="1" dirty="0">
                  <a:solidFill>
                    <a:srgbClr val="0000FF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b</a:t>
              </a:r>
              <a:r>
                <a:rPr lang="en-US" altLang="zh-CN" sz="2800" dirty="0">
                  <a:solidFill>
                    <a:srgbClr val="0000FF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[1]</a:t>
              </a:r>
              <a:endParaRPr lang="en-US" altLang="zh-CN" b="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8915" name="Line 8"/>
            <p:cNvSpPr/>
            <p:nvPr/>
          </p:nvSpPr>
          <p:spPr>
            <a:xfrm flipV="1">
              <a:off x="576" y="2616"/>
              <a:ext cx="0" cy="240"/>
            </a:xfrm>
            <a:prstGeom prst="line">
              <a:avLst/>
            </a:prstGeom>
            <a:ln w="38100" cap="flat" cmpd="sng">
              <a:solidFill>
                <a:srgbClr val="FF6600"/>
              </a:solidFill>
              <a:prstDash val="solid"/>
              <a:round/>
              <a:headEnd type="none" w="med" len="med"/>
              <a:tailEnd type="triangle" w="sm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8916" name="Line 9"/>
            <p:cNvSpPr/>
            <p:nvPr/>
          </p:nvSpPr>
          <p:spPr>
            <a:xfrm flipV="1">
              <a:off x="2640" y="2616"/>
              <a:ext cx="0" cy="240"/>
            </a:xfrm>
            <a:prstGeom prst="line">
              <a:avLst/>
            </a:prstGeom>
            <a:ln w="38100" cap="flat" cmpd="sng">
              <a:solidFill>
                <a:srgbClr val="FF6600"/>
              </a:solidFill>
              <a:prstDash val="solid"/>
              <a:round/>
              <a:headEnd type="none" w="med" len="med"/>
              <a:tailEnd type="triangle" w="sm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8917" name="Line 10"/>
            <p:cNvSpPr/>
            <p:nvPr/>
          </p:nvSpPr>
          <p:spPr>
            <a:xfrm flipV="1">
              <a:off x="3264" y="2616"/>
              <a:ext cx="0" cy="240"/>
            </a:xfrm>
            <a:prstGeom prst="line">
              <a:avLst/>
            </a:prstGeom>
            <a:ln w="38100" cap="flat" cmpd="sng">
              <a:solidFill>
                <a:srgbClr val="FF6600"/>
              </a:solidFill>
              <a:prstDash val="solid"/>
              <a:round/>
              <a:headEnd type="none" w="med" len="med"/>
              <a:tailEnd type="triangle" w="sm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8918" name="Line 11"/>
            <p:cNvSpPr/>
            <p:nvPr/>
          </p:nvSpPr>
          <p:spPr>
            <a:xfrm flipV="1">
              <a:off x="5136" y="2616"/>
              <a:ext cx="0" cy="240"/>
            </a:xfrm>
            <a:prstGeom prst="line">
              <a:avLst/>
            </a:prstGeom>
            <a:ln w="38100" cap="flat" cmpd="sng">
              <a:solidFill>
                <a:srgbClr val="FF6600"/>
              </a:solidFill>
              <a:prstDash val="solid"/>
              <a:round/>
              <a:headEnd type="none" w="med" len="med"/>
              <a:tailEnd type="triangle" w="sm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8919" name="Rectangle 12"/>
            <p:cNvSpPr/>
            <p:nvPr/>
          </p:nvSpPr>
          <p:spPr>
            <a:xfrm>
              <a:off x="672" y="2280"/>
              <a:ext cx="2064" cy="336"/>
            </a:xfrm>
            <a:prstGeom prst="rect">
              <a:avLst/>
            </a:prstGeom>
            <a:solidFill>
              <a:schemeClr val="accent1"/>
            </a:solidFill>
            <a:ln w="9525"/>
            <a:scene3d>
              <a:camera prst="legacyObliqueTopRight">
                <a:rot lat="0" lon="0" rev="0"/>
              </a:camera>
              <a:lightRig rig="legacyFlat3" dir="b"/>
            </a:scene3d>
            <a:sp3d extrusionH="430200" prstMaterial="legacyMatte">
              <a:bevelT w="13500" h="13500" prst="angle"/>
              <a:bevelB w="13500" h="13500" prst="angle"/>
              <a:extrusionClr>
                <a:schemeClr val="accent1"/>
              </a:extrusionClr>
            </a:sp3d>
          </p:spPr>
          <p:txBody>
            <a:bodyPr wrap="none" anchor="ctr" anchorCtr="0">
              <a:flatTx/>
            </a:bodyPr>
            <a:lstStyle/>
            <a:p>
              <a:pPr eaLnBrk="0" hangingPunct="0">
                <a:spcBef>
                  <a:spcPct val="20000"/>
                </a:spcBef>
              </a:pPr>
              <a:endParaRPr lang="zh-CN" altLang="en-US" dirty="0">
                <a:latin typeface="Times New Roman" panose="02020603050405020304" pitchFamily="18" charset="0"/>
                <a:ea typeface="楷体_GB2312" charset="-122"/>
              </a:endParaRPr>
            </a:p>
          </p:txBody>
        </p:sp>
        <p:sp>
          <p:nvSpPr>
            <p:cNvPr id="38920" name="Rectangle 13"/>
            <p:cNvSpPr/>
            <p:nvPr/>
          </p:nvSpPr>
          <p:spPr>
            <a:xfrm>
              <a:off x="2736" y="2280"/>
              <a:ext cx="432" cy="336"/>
            </a:xfrm>
            <a:prstGeom prst="rect">
              <a:avLst/>
            </a:prstGeom>
            <a:solidFill>
              <a:srgbClr val="FFFFCC"/>
            </a:solidFill>
            <a:ln w="9525"/>
            <a:scene3d>
              <a:camera prst="legacyObliqueTopRight">
                <a:rot lat="0" lon="0" rev="0"/>
              </a:camera>
              <a:lightRig rig="legacyFlat3" dir="b"/>
            </a:scene3d>
            <a:sp3d extrusionH="430200" prstMaterial="legacyMatte">
              <a:bevelT w="13500" h="13500" prst="angle"/>
              <a:bevelB w="13500" h="13500" prst="angle"/>
              <a:extrusionClr>
                <a:srgbClr val="FFFFCC"/>
              </a:extrusionClr>
            </a:sp3d>
          </p:spPr>
          <p:txBody>
            <a:bodyPr wrap="none" anchor="ctr" anchorCtr="0">
              <a:flatTx/>
            </a:bodyPr>
            <a:lstStyle/>
            <a:p>
              <a:pPr eaLnBrk="0" hangingPunct="0">
                <a:spcBef>
                  <a:spcPct val="20000"/>
                </a:spcBef>
              </a:pPr>
              <a:endParaRPr lang="zh-CN" altLang="en-US" dirty="0">
                <a:latin typeface="Times New Roman" panose="02020603050405020304" pitchFamily="18" charset="0"/>
                <a:ea typeface="楷体_GB2312" charset="-122"/>
              </a:endParaRPr>
            </a:p>
          </p:txBody>
        </p:sp>
        <p:sp>
          <p:nvSpPr>
            <p:cNvPr id="38921" name="Rectangle 14"/>
            <p:cNvSpPr/>
            <p:nvPr/>
          </p:nvSpPr>
          <p:spPr>
            <a:xfrm>
              <a:off x="3168" y="2280"/>
              <a:ext cx="1728" cy="336"/>
            </a:xfrm>
            <a:prstGeom prst="rect">
              <a:avLst/>
            </a:prstGeom>
            <a:solidFill>
              <a:schemeClr val="accent2"/>
            </a:solidFill>
            <a:ln w="9525"/>
            <a:scene3d>
              <a:camera prst="legacyObliqueTopRight">
                <a:rot lat="0" lon="0" rev="0"/>
              </a:camera>
              <a:lightRig rig="legacyFlat3" dir="b"/>
            </a:scene3d>
            <a:sp3d extrusionH="430200" prstMaterial="legacyMatte">
              <a:bevelT w="13500" h="13500" prst="angle"/>
              <a:bevelB w="13500" h="13500" prst="angle"/>
              <a:extrusionClr>
                <a:schemeClr val="accent2"/>
              </a:extrusionClr>
            </a:sp3d>
          </p:spPr>
          <p:txBody>
            <a:bodyPr wrap="none" anchor="ctr" anchorCtr="0">
              <a:flatTx/>
            </a:bodyPr>
            <a:lstStyle/>
            <a:p>
              <a:pPr eaLnBrk="0" hangingPunct="0">
                <a:spcBef>
                  <a:spcPct val="20000"/>
                </a:spcBef>
              </a:pPr>
              <a:endParaRPr lang="zh-CN" altLang="en-US" dirty="0">
                <a:latin typeface="Times New Roman" panose="02020603050405020304" pitchFamily="18" charset="0"/>
                <a:ea typeface="楷体_GB2312" charset="-122"/>
              </a:endParaRPr>
            </a:p>
          </p:txBody>
        </p:sp>
        <p:sp>
          <p:nvSpPr>
            <p:cNvPr id="38922" name="Text Box 15"/>
            <p:cNvSpPr txBox="1"/>
            <p:nvPr/>
          </p:nvSpPr>
          <p:spPr>
            <a:xfrm>
              <a:off x="720" y="1857"/>
              <a:ext cx="4130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lstStyle/>
            <a:p>
              <a:r>
                <a:rPr lang="en-US" altLang="zh-CN" sz="2800" dirty="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0                                                               m-1</a:t>
              </a:r>
              <a:endParaRPr lang="en-US" altLang="zh-CN" b="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8923" name="Text Box 16"/>
            <p:cNvSpPr txBox="1"/>
            <p:nvPr/>
          </p:nvSpPr>
          <p:spPr>
            <a:xfrm>
              <a:off x="374" y="2251"/>
              <a:ext cx="301" cy="36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lstStyle/>
            <a:p>
              <a:r>
                <a:rPr lang="en-US" altLang="zh-CN" sz="3200" dirty="0">
                  <a:solidFill>
                    <a:srgbClr val="0000FF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V</a:t>
              </a:r>
              <a:endParaRPr lang="en-US" altLang="zh-CN" b="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8924" name="Line 17"/>
            <p:cNvSpPr/>
            <p:nvPr/>
          </p:nvSpPr>
          <p:spPr>
            <a:xfrm>
              <a:off x="720" y="2424"/>
              <a:ext cx="1968" cy="0"/>
            </a:xfrm>
            <a:prstGeom prst="line">
              <a:avLst/>
            </a:prstGeom>
            <a:ln w="38100" cap="flat" cmpd="sng">
              <a:solidFill>
                <a:srgbClr val="969696"/>
              </a:solidFill>
              <a:prstDash val="solid"/>
              <a:round/>
              <a:headEnd type="none" w="med" len="med"/>
              <a:tailEnd type="triangle" w="med" len="lg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8925" name="Line 18"/>
            <p:cNvSpPr/>
            <p:nvPr/>
          </p:nvSpPr>
          <p:spPr>
            <a:xfrm>
              <a:off x="3216" y="2424"/>
              <a:ext cx="1632" cy="0"/>
            </a:xfrm>
            <a:prstGeom prst="line">
              <a:avLst/>
            </a:prstGeom>
            <a:ln w="38100" cap="flat" cmpd="sng">
              <a:solidFill>
                <a:srgbClr val="969696"/>
              </a:solidFill>
              <a:prstDash val="solid"/>
              <a:round/>
              <a:headEnd type="triangle" w="med" len="lg"/>
              <a:tailEnd type="none" w="sm" len="lg"/>
            </a:ln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38926" name="Rectangle 19"/>
          <p:cNvSpPr/>
          <p:nvPr/>
        </p:nvSpPr>
        <p:spPr>
          <a:xfrm>
            <a:off x="2770188" y="790575"/>
            <a:ext cx="4565650" cy="668338"/>
          </a:xfrm>
          <a:prstGeom prst="rect">
            <a:avLst/>
          </a:prstGeom>
          <a:solidFill>
            <a:srgbClr val="FFFF99"/>
          </a:solidFill>
          <a:ln w="9525">
            <a:noFill/>
          </a:ln>
        </p:spPr>
        <p:txBody>
          <a:bodyPr anchor="t" anchorCtr="0">
            <a:spAutoFit/>
          </a:bodyPr>
          <a:lstStyle/>
          <a:p>
            <a:pPr>
              <a:lnSpc>
                <a:spcPct val="105000"/>
              </a:lnSpc>
            </a:pPr>
            <a:r>
              <a:rPr lang="zh-CN" altLang="en-US" sz="3600" dirty="0">
                <a:solidFill>
                  <a:srgbClr val="3333CC"/>
                </a:solidFill>
                <a:latin typeface="Times New Roman" panose="02020603050405020304" pitchFamily="18" charset="0"/>
                <a:ea typeface="仿宋_GB2312" panose="02010609030101010101" charset="-122"/>
              </a:rPr>
              <a:t>双栈共享一个栈空间</a:t>
            </a:r>
            <a:endParaRPr lang="zh-CN" altLang="en-US" sz="2800" dirty="0">
              <a:solidFill>
                <a:srgbClr val="FF3399"/>
              </a:solidFill>
              <a:latin typeface="Times New Roman" panose="02020603050405020304" pitchFamily="18" charset="0"/>
              <a:ea typeface="仿宋_GB2312" panose="02010609030101010101" charset="-122"/>
            </a:endParaRPr>
          </a:p>
        </p:txBody>
      </p:sp>
      <p:sp>
        <p:nvSpPr>
          <p:cNvPr id="38927" name="Rectangle 20"/>
          <p:cNvSpPr/>
          <p:nvPr/>
        </p:nvSpPr>
        <p:spPr>
          <a:xfrm>
            <a:off x="468313" y="3933825"/>
            <a:ext cx="8156575" cy="579438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pPr eaLnBrk="0" hangingPunct="0">
              <a:spcBef>
                <a:spcPct val="20000"/>
              </a:spcBef>
            </a:pPr>
            <a:r>
              <a:rPr lang="zh-CN" altLang="en-US" sz="3200" dirty="0">
                <a:solidFill>
                  <a:srgbClr val="FF0000"/>
                </a:solidFill>
                <a:latin typeface="Times New Roman" panose="02020603050405020304" pitchFamily="18" charset="0"/>
                <a:ea typeface="楷体_GB2312" charset="-122"/>
              </a:rPr>
              <a:t>优点：互相调剂，灵活性强，减少溢出机会 </a:t>
            </a:r>
          </a:p>
        </p:txBody>
      </p:sp>
      <p:sp>
        <p:nvSpPr>
          <p:cNvPr id="38928" name="Rectangle 8"/>
          <p:cNvSpPr/>
          <p:nvPr>
            <p:custDataLst>
              <p:tags r:id="rId1"/>
            </p:custDataLst>
          </p:nvPr>
        </p:nvSpPr>
        <p:spPr>
          <a:xfrm>
            <a:off x="0" y="-38100"/>
            <a:ext cx="2470150" cy="593725"/>
          </a:xfrm>
          <a:prstGeom prst="rect">
            <a:avLst/>
          </a:prstGeom>
          <a:solidFill>
            <a:srgbClr val="CCFFFF"/>
          </a:solidFill>
          <a:ln w="9525">
            <a:noFill/>
          </a:ln>
        </p:spPr>
        <p:txBody>
          <a:bodyPr anchor="ctr" anchorCtr="0"/>
          <a:lstStyle/>
          <a:p>
            <a:pPr eaLnBrk="0" hangingPunct="0"/>
            <a:r>
              <a:rPr lang="zh-CN" altLang="en-US" sz="4000" dirty="0">
                <a:solidFill>
                  <a:srgbClr val="FF33CC"/>
                </a:solidFill>
                <a:latin typeface="楷体_GB2312" charset="-122"/>
                <a:ea typeface="楷体_GB2312" charset="-122"/>
              </a:rPr>
              <a:t>课堂练习</a:t>
            </a:r>
          </a:p>
        </p:txBody>
      </p:sp>
    </p:spTree>
    <p:extLst>
      <p:ext uri="{BB962C8B-B14F-4D97-AF65-F5344CB8AC3E}">
        <p14:creationId xmlns:p14="http://schemas.microsoft.com/office/powerpoint/2010/main" val="3933478115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7" name="Rectangle 4"/>
          <p:cNvSpPr/>
          <p:nvPr/>
        </p:nvSpPr>
        <p:spPr>
          <a:xfrm>
            <a:off x="179388" y="908050"/>
            <a:ext cx="8856662" cy="2528888"/>
          </a:xfrm>
          <a:prstGeom prst="rect">
            <a:avLst/>
          </a:prstGeom>
          <a:noFill/>
          <a:ln w="9525">
            <a:noFill/>
          </a:ln>
        </p:spPr>
        <p:txBody>
          <a:bodyPr anchor="ctr" anchorCtr="0">
            <a:spAutoFit/>
          </a:bodyPr>
          <a:lstStyle/>
          <a:p>
            <a:pPr defTabSz="914400" eaLnBrk="0" hangingPunct="0">
              <a:spcBef>
                <a:spcPct val="20000"/>
              </a:spcBef>
              <a:buClr>
                <a:srgbClr val="FF0000"/>
              </a:buClr>
              <a:buSzPct val="50000"/>
              <a:buFont typeface="Wingdings" panose="05000000000000000000" pitchFamily="2" charset="2"/>
              <a:buChar char="ü"/>
              <a:tabLst>
                <a:tab pos="762000" algn="l"/>
              </a:tabLst>
            </a:pPr>
            <a:r>
              <a:rPr lang="zh-CN" altLang="en-US" sz="3200" dirty="0">
                <a:latin typeface="楷体_GB2312" charset="-122"/>
                <a:ea typeface="楷体_GB2312" charset="-122"/>
              </a:rPr>
              <a:t>将编号为</a:t>
            </a:r>
            <a:r>
              <a:rPr lang="en-US" altLang="zh-CN" sz="3200" dirty="0">
                <a:latin typeface="楷体_GB2312" charset="-122"/>
                <a:ea typeface="楷体_GB2312" charset="-122"/>
              </a:rPr>
              <a:t>0</a:t>
            </a:r>
            <a:r>
              <a:rPr lang="zh-CN" altLang="en-US" sz="3200" dirty="0">
                <a:latin typeface="楷体_GB2312" charset="-122"/>
                <a:ea typeface="楷体_GB2312" charset="-122"/>
              </a:rPr>
              <a:t>和</a:t>
            </a:r>
            <a:r>
              <a:rPr lang="en-US" altLang="zh-CN" sz="3200" dirty="0">
                <a:latin typeface="楷体_GB2312" charset="-122"/>
                <a:ea typeface="楷体_GB2312" charset="-122"/>
              </a:rPr>
              <a:t>1</a:t>
            </a:r>
            <a:r>
              <a:rPr lang="zh-CN" altLang="en-US" sz="3200" dirty="0">
                <a:latin typeface="楷体_GB2312" charset="-122"/>
                <a:ea typeface="楷体_GB2312" charset="-122"/>
              </a:rPr>
              <a:t>的两个栈存放于一个数组空间</a:t>
            </a:r>
            <a:r>
              <a:rPr lang="en-US" altLang="zh-CN" sz="3200" dirty="0">
                <a:latin typeface="楷体_GB2312" charset="-122"/>
                <a:ea typeface="楷体_GB2312" charset="-122"/>
              </a:rPr>
              <a:t>V[m]</a:t>
            </a:r>
            <a:r>
              <a:rPr lang="zh-CN" altLang="en-US" sz="3200" dirty="0">
                <a:latin typeface="楷体_GB2312" charset="-122"/>
                <a:ea typeface="楷体_GB2312" charset="-122"/>
              </a:rPr>
              <a:t>中，栈底分别处于数组的两端。当第</a:t>
            </a:r>
            <a:r>
              <a:rPr lang="en-US" altLang="zh-CN" sz="3200" dirty="0">
                <a:latin typeface="楷体_GB2312" charset="-122"/>
                <a:ea typeface="楷体_GB2312" charset="-122"/>
              </a:rPr>
              <a:t>0</a:t>
            </a:r>
            <a:r>
              <a:rPr lang="zh-CN" altLang="en-US" sz="3200" dirty="0">
                <a:latin typeface="楷体_GB2312" charset="-122"/>
                <a:ea typeface="楷体_GB2312" charset="-122"/>
              </a:rPr>
              <a:t>号栈的栈顶指针</a:t>
            </a:r>
            <a:r>
              <a:rPr lang="en-US" altLang="zh-CN" sz="3200" dirty="0">
                <a:latin typeface="楷体_GB2312" charset="-122"/>
                <a:ea typeface="楷体_GB2312" charset="-122"/>
              </a:rPr>
              <a:t>top[0]</a:t>
            </a:r>
            <a:r>
              <a:rPr lang="zh-CN" altLang="en-US" sz="3200" dirty="0">
                <a:latin typeface="楷体_GB2312" charset="-122"/>
                <a:ea typeface="楷体_GB2312" charset="-122"/>
              </a:rPr>
              <a:t>等于</a:t>
            </a:r>
            <a:r>
              <a:rPr lang="en-US" altLang="zh-CN" sz="3200" dirty="0">
                <a:latin typeface="楷体_GB2312" charset="-122"/>
                <a:ea typeface="楷体_GB2312" charset="-122"/>
              </a:rPr>
              <a:t>-1</a:t>
            </a:r>
            <a:r>
              <a:rPr lang="zh-CN" altLang="en-US" sz="3200" dirty="0">
                <a:latin typeface="楷体_GB2312" charset="-122"/>
                <a:ea typeface="楷体_GB2312" charset="-122"/>
              </a:rPr>
              <a:t>时该栈为空，当第</a:t>
            </a:r>
            <a:r>
              <a:rPr lang="en-US" altLang="zh-CN" sz="3200" dirty="0">
                <a:latin typeface="楷体_GB2312" charset="-122"/>
                <a:ea typeface="楷体_GB2312" charset="-122"/>
              </a:rPr>
              <a:t>1</a:t>
            </a:r>
            <a:r>
              <a:rPr lang="zh-CN" altLang="en-US" sz="3200" dirty="0">
                <a:latin typeface="楷体_GB2312" charset="-122"/>
                <a:ea typeface="楷体_GB2312" charset="-122"/>
              </a:rPr>
              <a:t>号栈的栈顶指针</a:t>
            </a:r>
            <a:r>
              <a:rPr lang="en-US" altLang="zh-CN" sz="3200" dirty="0">
                <a:latin typeface="楷体_GB2312" charset="-122"/>
                <a:ea typeface="楷体_GB2312" charset="-122"/>
              </a:rPr>
              <a:t>top[1]</a:t>
            </a:r>
            <a:r>
              <a:rPr lang="zh-CN" altLang="en-US" sz="3200" dirty="0">
                <a:latin typeface="楷体_GB2312" charset="-122"/>
                <a:ea typeface="楷体_GB2312" charset="-122"/>
              </a:rPr>
              <a:t>等于</a:t>
            </a:r>
            <a:r>
              <a:rPr lang="en-US" altLang="zh-CN" sz="3200" dirty="0">
                <a:latin typeface="楷体_GB2312" charset="-122"/>
                <a:ea typeface="楷体_GB2312" charset="-122"/>
              </a:rPr>
              <a:t>m</a:t>
            </a:r>
            <a:r>
              <a:rPr lang="zh-CN" altLang="en-US" sz="3200" dirty="0">
                <a:latin typeface="楷体_GB2312" charset="-122"/>
                <a:ea typeface="楷体_GB2312" charset="-122"/>
              </a:rPr>
              <a:t>时该栈为空。两个栈均从两端向中间增长（如下图所示） 。</a:t>
            </a:r>
          </a:p>
        </p:txBody>
      </p:sp>
      <p:grpSp>
        <p:nvGrpSpPr>
          <p:cNvPr id="39938" name="Group 10"/>
          <p:cNvGrpSpPr/>
          <p:nvPr/>
        </p:nvGrpSpPr>
        <p:grpSpPr>
          <a:xfrm>
            <a:off x="463550" y="3708400"/>
            <a:ext cx="7591425" cy="2028825"/>
            <a:chOff x="374" y="1857"/>
            <a:chExt cx="4782" cy="1278"/>
          </a:xfrm>
        </p:grpSpPr>
        <p:sp>
          <p:nvSpPr>
            <p:cNvPr id="39939" name="Text Box 11"/>
            <p:cNvSpPr txBox="1"/>
            <p:nvPr/>
          </p:nvSpPr>
          <p:spPr>
            <a:xfrm>
              <a:off x="384" y="2808"/>
              <a:ext cx="4772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lstStyle/>
            <a:p>
              <a:r>
                <a:rPr lang="en-US" altLang="zh-CN" sz="2800" i="1" dirty="0">
                  <a:solidFill>
                    <a:srgbClr val="0000FF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bot</a:t>
              </a:r>
              <a:r>
                <a:rPr lang="en-US" altLang="zh-CN" sz="2800" dirty="0">
                  <a:solidFill>
                    <a:srgbClr val="0000FF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[0]                        </a:t>
              </a:r>
              <a:r>
                <a:rPr lang="en-US" altLang="zh-CN" sz="2800" i="1" dirty="0">
                  <a:solidFill>
                    <a:srgbClr val="0000FF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top</a:t>
              </a:r>
              <a:r>
                <a:rPr lang="en-US" altLang="zh-CN" sz="2800" dirty="0">
                  <a:solidFill>
                    <a:srgbClr val="0000FF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[0]     </a:t>
              </a:r>
              <a:r>
                <a:rPr lang="en-US" altLang="zh-CN" sz="2800" i="1" dirty="0">
                  <a:solidFill>
                    <a:srgbClr val="0000FF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top</a:t>
              </a:r>
              <a:r>
                <a:rPr lang="en-US" altLang="zh-CN" sz="2800" dirty="0">
                  <a:solidFill>
                    <a:srgbClr val="0000FF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[1]               </a:t>
              </a:r>
              <a:r>
                <a:rPr lang="en-US" altLang="zh-CN" sz="2800" i="1" dirty="0">
                  <a:solidFill>
                    <a:srgbClr val="0000FF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bot</a:t>
              </a:r>
              <a:r>
                <a:rPr lang="en-US" altLang="zh-CN" sz="2800" dirty="0">
                  <a:solidFill>
                    <a:srgbClr val="0000FF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[1]</a:t>
              </a:r>
              <a:endParaRPr lang="en-US" altLang="zh-CN" b="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9940" name="Line 12"/>
            <p:cNvSpPr/>
            <p:nvPr/>
          </p:nvSpPr>
          <p:spPr>
            <a:xfrm flipV="1">
              <a:off x="576" y="2616"/>
              <a:ext cx="0" cy="240"/>
            </a:xfrm>
            <a:prstGeom prst="line">
              <a:avLst/>
            </a:prstGeom>
            <a:ln w="38100" cap="flat" cmpd="sng">
              <a:solidFill>
                <a:srgbClr val="FF6600"/>
              </a:solidFill>
              <a:prstDash val="solid"/>
              <a:round/>
              <a:headEnd type="none" w="med" len="med"/>
              <a:tailEnd type="triangle" w="sm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9941" name="Line 13"/>
            <p:cNvSpPr/>
            <p:nvPr/>
          </p:nvSpPr>
          <p:spPr>
            <a:xfrm flipV="1">
              <a:off x="2640" y="2616"/>
              <a:ext cx="0" cy="240"/>
            </a:xfrm>
            <a:prstGeom prst="line">
              <a:avLst/>
            </a:prstGeom>
            <a:ln w="38100" cap="flat" cmpd="sng">
              <a:solidFill>
                <a:srgbClr val="FF6600"/>
              </a:solidFill>
              <a:prstDash val="solid"/>
              <a:round/>
              <a:headEnd type="none" w="med" len="med"/>
              <a:tailEnd type="triangle" w="sm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9942" name="Line 14"/>
            <p:cNvSpPr/>
            <p:nvPr/>
          </p:nvSpPr>
          <p:spPr>
            <a:xfrm flipV="1">
              <a:off x="3264" y="2616"/>
              <a:ext cx="0" cy="240"/>
            </a:xfrm>
            <a:prstGeom prst="line">
              <a:avLst/>
            </a:prstGeom>
            <a:ln w="38100" cap="flat" cmpd="sng">
              <a:solidFill>
                <a:srgbClr val="FF6600"/>
              </a:solidFill>
              <a:prstDash val="solid"/>
              <a:round/>
              <a:headEnd type="none" w="med" len="med"/>
              <a:tailEnd type="triangle" w="sm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9943" name="Line 15"/>
            <p:cNvSpPr/>
            <p:nvPr/>
          </p:nvSpPr>
          <p:spPr>
            <a:xfrm flipV="1">
              <a:off x="5136" y="2616"/>
              <a:ext cx="0" cy="240"/>
            </a:xfrm>
            <a:prstGeom prst="line">
              <a:avLst/>
            </a:prstGeom>
            <a:ln w="38100" cap="flat" cmpd="sng">
              <a:solidFill>
                <a:srgbClr val="FF6600"/>
              </a:solidFill>
              <a:prstDash val="solid"/>
              <a:round/>
              <a:headEnd type="none" w="med" len="med"/>
              <a:tailEnd type="triangle" w="sm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9944" name="Rectangle 16"/>
            <p:cNvSpPr/>
            <p:nvPr/>
          </p:nvSpPr>
          <p:spPr>
            <a:xfrm>
              <a:off x="672" y="2280"/>
              <a:ext cx="2064" cy="336"/>
            </a:xfrm>
            <a:prstGeom prst="rect">
              <a:avLst/>
            </a:prstGeom>
            <a:solidFill>
              <a:schemeClr val="accent1"/>
            </a:solidFill>
            <a:ln w="9525"/>
            <a:scene3d>
              <a:camera prst="legacyObliqueTopRight">
                <a:rot lat="0" lon="0" rev="0"/>
              </a:camera>
              <a:lightRig rig="legacyFlat3" dir="b"/>
            </a:scene3d>
            <a:sp3d extrusionH="430200" prstMaterial="legacyMatte">
              <a:bevelT w="13500" h="13500" prst="angle"/>
              <a:bevelB w="13500" h="13500" prst="angle"/>
              <a:extrusionClr>
                <a:schemeClr val="accent1"/>
              </a:extrusionClr>
            </a:sp3d>
          </p:spPr>
          <p:txBody>
            <a:bodyPr wrap="none" anchor="ctr" anchorCtr="0">
              <a:flatTx/>
            </a:bodyPr>
            <a:lstStyle/>
            <a:p>
              <a:pPr eaLnBrk="0" hangingPunct="0">
                <a:spcBef>
                  <a:spcPct val="20000"/>
                </a:spcBef>
              </a:pPr>
              <a:endParaRPr lang="zh-CN" altLang="en-US" dirty="0">
                <a:latin typeface="Times New Roman" panose="02020603050405020304" pitchFamily="18" charset="0"/>
                <a:ea typeface="楷体_GB2312" charset="-122"/>
              </a:endParaRPr>
            </a:p>
          </p:txBody>
        </p:sp>
        <p:sp>
          <p:nvSpPr>
            <p:cNvPr id="39945" name="Rectangle 17"/>
            <p:cNvSpPr/>
            <p:nvPr/>
          </p:nvSpPr>
          <p:spPr>
            <a:xfrm>
              <a:off x="2736" y="2280"/>
              <a:ext cx="432" cy="336"/>
            </a:xfrm>
            <a:prstGeom prst="rect">
              <a:avLst/>
            </a:prstGeom>
            <a:solidFill>
              <a:srgbClr val="FFFFCC"/>
            </a:solidFill>
            <a:ln w="9525"/>
            <a:scene3d>
              <a:camera prst="legacyObliqueTopRight">
                <a:rot lat="0" lon="0" rev="0"/>
              </a:camera>
              <a:lightRig rig="legacyFlat3" dir="b"/>
            </a:scene3d>
            <a:sp3d extrusionH="430200" prstMaterial="legacyMatte">
              <a:bevelT w="13500" h="13500" prst="angle"/>
              <a:bevelB w="13500" h="13500" prst="angle"/>
              <a:extrusionClr>
                <a:srgbClr val="FFFFCC"/>
              </a:extrusionClr>
            </a:sp3d>
          </p:spPr>
          <p:txBody>
            <a:bodyPr wrap="none" anchor="ctr" anchorCtr="0">
              <a:flatTx/>
            </a:bodyPr>
            <a:lstStyle/>
            <a:p>
              <a:pPr eaLnBrk="0" hangingPunct="0">
                <a:spcBef>
                  <a:spcPct val="20000"/>
                </a:spcBef>
              </a:pPr>
              <a:endParaRPr lang="zh-CN" altLang="en-US" dirty="0">
                <a:latin typeface="Times New Roman" panose="02020603050405020304" pitchFamily="18" charset="0"/>
                <a:ea typeface="楷体_GB2312" charset="-122"/>
              </a:endParaRPr>
            </a:p>
          </p:txBody>
        </p:sp>
        <p:sp>
          <p:nvSpPr>
            <p:cNvPr id="39946" name="Rectangle 18"/>
            <p:cNvSpPr/>
            <p:nvPr/>
          </p:nvSpPr>
          <p:spPr>
            <a:xfrm>
              <a:off x="3168" y="2280"/>
              <a:ext cx="1728" cy="336"/>
            </a:xfrm>
            <a:prstGeom prst="rect">
              <a:avLst/>
            </a:prstGeom>
            <a:solidFill>
              <a:schemeClr val="accent2"/>
            </a:solidFill>
            <a:ln w="9525"/>
            <a:scene3d>
              <a:camera prst="legacyObliqueTopRight">
                <a:rot lat="0" lon="0" rev="0"/>
              </a:camera>
              <a:lightRig rig="legacyFlat3" dir="b"/>
            </a:scene3d>
            <a:sp3d extrusionH="430200" prstMaterial="legacyMatte">
              <a:bevelT w="13500" h="13500" prst="angle"/>
              <a:bevelB w="13500" h="13500" prst="angle"/>
              <a:extrusionClr>
                <a:schemeClr val="accent2"/>
              </a:extrusionClr>
            </a:sp3d>
          </p:spPr>
          <p:txBody>
            <a:bodyPr wrap="none" anchor="ctr" anchorCtr="0">
              <a:flatTx/>
            </a:bodyPr>
            <a:lstStyle/>
            <a:p>
              <a:pPr eaLnBrk="0" hangingPunct="0">
                <a:spcBef>
                  <a:spcPct val="20000"/>
                </a:spcBef>
              </a:pPr>
              <a:endParaRPr lang="zh-CN" altLang="en-US" dirty="0">
                <a:latin typeface="Times New Roman" panose="02020603050405020304" pitchFamily="18" charset="0"/>
                <a:ea typeface="楷体_GB2312" charset="-122"/>
              </a:endParaRPr>
            </a:p>
          </p:txBody>
        </p:sp>
        <p:sp>
          <p:nvSpPr>
            <p:cNvPr id="39947" name="Text Box 19"/>
            <p:cNvSpPr txBox="1"/>
            <p:nvPr/>
          </p:nvSpPr>
          <p:spPr>
            <a:xfrm>
              <a:off x="720" y="1857"/>
              <a:ext cx="4130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lstStyle/>
            <a:p>
              <a:r>
                <a:rPr lang="en-US" altLang="zh-CN" sz="2800" dirty="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0                                                               m-1</a:t>
              </a:r>
              <a:endParaRPr lang="en-US" altLang="zh-CN" b="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9948" name="Text Box 20"/>
            <p:cNvSpPr txBox="1"/>
            <p:nvPr/>
          </p:nvSpPr>
          <p:spPr>
            <a:xfrm>
              <a:off x="374" y="2251"/>
              <a:ext cx="301" cy="36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lstStyle/>
            <a:p>
              <a:r>
                <a:rPr lang="en-US" altLang="zh-CN" sz="3200" dirty="0">
                  <a:solidFill>
                    <a:srgbClr val="0000FF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V</a:t>
              </a:r>
              <a:endParaRPr lang="en-US" altLang="zh-CN" b="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9949" name="Line 21"/>
            <p:cNvSpPr/>
            <p:nvPr/>
          </p:nvSpPr>
          <p:spPr>
            <a:xfrm>
              <a:off x="720" y="2424"/>
              <a:ext cx="1968" cy="0"/>
            </a:xfrm>
            <a:prstGeom prst="line">
              <a:avLst/>
            </a:prstGeom>
            <a:ln w="38100" cap="flat" cmpd="sng">
              <a:solidFill>
                <a:srgbClr val="969696"/>
              </a:solidFill>
              <a:prstDash val="solid"/>
              <a:round/>
              <a:headEnd type="none" w="med" len="med"/>
              <a:tailEnd type="triangle" w="med" len="lg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9950" name="Line 22"/>
            <p:cNvSpPr/>
            <p:nvPr/>
          </p:nvSpPr>
          <p:spPr>
            <a:xfrm>
              <a:off x="3216" y="2424"/>
              <a:ext cx="1632" cy="0"/>
            </a:xfrm>
            <a:prstGeom prst="line">
              <a:avLst/>
            </a:prstGeom>
            <a:ln w="38100" cap="flat" cmpd="sng">
              <a:solidFill>
                <a:srgbClr val="969696"/>
              </a:solidFill>
              <a:prstDash val="solid"/>
              <a:round/>
              <a:headEnd type="triangle" w="med" len="lg"/>
              <a:tailEnd type="none" w="sm" len="lg"/>
            </a:ln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39951" name="Rectangle 8"/>
          <p:cNvSpPr/>
          <p:nvPr>
            <p:custDataLst>
              <p:tags r:id="rId1"/>
            </p:custDataLst>
          </p:nvPr>
        </p:nvSpPr>
        <p:spPr>
          <a:xfrm>
            <a:off x="0" y="-38100"/>
            <a:ext cx="2470150" cy="593725"/>
          </a:xfrm>
          <a:prstGeom prst="rect">
            <a:avLst/>
          </a:prstGeom>
          <a:solidFill>
            <a:srgbClr val="CCFFFF"/>
          </a:solidFill>
          <a:ln w="9525">
            <a:noFill/>
          </a:ln>
        </p:spPr>
        <p:txBody>
          <a:bodyPr anchor="ctr" anchorCtr="0"/>
          <a:lstStyle/>
          <a:p>
            <a:pPr eaLnBrk="0" hangingPunct="0"/>
            <a:r>
              <a:rPr lang="zh-CN" altLang="en-US" sz="4000" dirty="0">
                <a:solidFill>
                  <a:srgbClr val="FF33CC"/>
                </a:solidFill>
                <a:latin typeface="楷体_GB2312" charset="-122"/>
                <a:ea typeface="楷体_GB2312" charset="-122"/>
              </a:rPr>
              <a:t>课堂练习</a:t>
            </a:r>
          </a:p>
        </p:txBody>
      </p:sp>
    </p:spTree>
    <p:extLst>
      <p:ext uri="{BB962C8B-B14F-4D97-AF65-F5344CB8AC3E}">
        <p14:creationId xmlns:p14="http://schemas.microsoft.com/office/powerpoint/2010/main" val="1850970360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1" name="Rectangle 4"/>
          <p:cNvSpPr/>
          <p:nvPr/>
        </p:nvSpPr>
        <p:spPr>
          <a:xfrm>
            <a:off x="900113" y="1484313"/>
            <a:ext cx="7632700" cy="3090862"/>
          </a:xfrm>
          <a:prstGeom prst="rect">
            <a:avLst/>
          </a:prstGeom>
          <a:noFill/>
          <a:ln w="38100" cap="flat" cmpd="sng">
            <a:solidFill>
              <a:srgbClr val="FF00FF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lstStyle/>
          <a:p>
            <a:pPr marL="342900" indent="-342900" eaLnBrk="0" hangingPunct="0">
              <a:lnSpc>
                <a:spcPct val="90000"/>
              </a:lnSpc>
              <a:spcBef>
                <a:spcPct val="20000"/>
              </a:spcBef>
            </a:pPr>
            <a:r>
              <a:rPr lang="en-US" altLang="zh-CN" sz="2800" dirty="0">
                <a:latin typeface="Times New Roman" panose="02020603050405020304" pitchFamily="18" charset="0"/>
                <a:ea typeface="仿宋_GB2312" panose="02010609030101010101" charset="-122"/>
              </a:rPr>
              <a:t>typedef struct</a:t>
            </a:r>
          </a:p>
          <a:p>
            <a:pPr marL="342900" indent="-342900" eaLnBrk="0" hangingPunct="0">
              <a:lnSpc>
                <a:spcPct val="90000"/>
              </a:lnSpc>
              <a:spcBef>
                <a:spcPct val="20000"/>
              </a:spcBef>
            </a:pPr>
            <a:r>
              <a:rPr lang="en-US" altLang="zh-CN" sz="2800" dirty="0">
                <a:latin typeface="Times New Roman" panose="02020603050405020304" pitchFamily="18" charset="0"/>
                <a:ea typeface="仿宋_GB2312" panose="02010609030101010101" charset="-122"/>
              </a:rPr>
              <a:t>{</a:t>
            </a:r>
          </a:p>
          <a:p>
            <a:pPr marL="342900" indent="-342900" eaLnBrk="0" hangingPunct="0">
              <a:spcBef>
                <a:spcPct val="20000"/>
              </a:spcBef>
            </a:pPr>
            <a:r>
              <a:rPr lang="en-US" altLang="zh-CN" sz="2800" dirty="0">
                <a:latin typeface="Times New Roman" panose="02020603050405020304" pitchFamily="18" charset="0"/>
                <a:ea typeface="仿宋_GB2312" panose="02010609030101010101" charset="-122"/>
              </a:rPr>
              <a:t>	int top[2], bot[2];     //</a:t>
            </a:r>
            <a:r>
              <a:rPr lang="zh-CN" altLang="en-US" sz="2800" dirty="0">
                <a:latin typeface="楷体_GB2312" charset="-122"/>
                <a:ea typeface="楷体_GB2312" charset="-122"/>
              </a:rPr>
              <a:t>栈顶和栈底指针</a:t>
            </a:r>
          </a:p>
          <a:p>
            <a:pPr marL="342900" indent="-342900" eaLnBrk="0" hangingPunct="0">
              <a:spcBef>
                <a:spcPct val="20000"/>
              </a:spcBef>
            </a:pPr>
            <a:r>
              <a:rPr lang="zh-CN" altLang="en-US" sz="2800" dirty="0">
                <a:latin typeface="楷体_GB2312" charset="-122"/>
                <a:ea typeface="楷体_GB2312" charset="-122"/>
              </a:rPr>
              <a:t>　</a:t>
            </a:r>
            <a:r>
              <a:rPr lang="en-US" altLang="zh-CN" sz="2800" dirty="0">
                <a:latin typeface="楷体_GB2312" charset="-122"/>
                <a:ea typeface="楷体_GB2312" charset="-122"/>
              </a:rPr>
              <a:t>SElemType *V; </a:t>
            </a:r>
            <a:r>
              <a:rPr lang="en-US" altLang="zh-CN" sz="2800" dirty="0">
                <a:latin typeface="Times New Roman" panose="02020603050405020304" pitchFamily="18" charset="0"/>
                <a:ea typeface="仿宋_GB2312" panose="02010609030101010101" charset="-122"/>
              </a:rPr>
              <a:t>//</a:t>
            </a:r>
            <a:r>
              <a:rPr lang="zh-CN" altLang="en-US" sz="2800" dirty="0">
                <a:latin typeface="楷体_GB2312" charset="-122"/>
                <a:ea typeface="楷体_GB2312" charset="-122"/>
              </a:rPr>
              <a:t>栈数组</a:t>
            </a:r>
            <a:r>
              <a:rPr lang="zh-CN" altLang="en-US" sz="2800" b="0" dirty="0">
                <a:latin typeface="楷体_GB2312" charset="-122"/>
                <a:ea typeface="楷体_GB2312" charset="-122"/>
              </a:rPr>
              <a:t> </a:t>
            </a:r>
            <a:endParaRPr lang="zh-CN" altLang="en-US" sz="2800" dirty="0">
              <a:latin typeface="楷体_GB2312" charset="-122"/>
              <a:ea typeface="楷体_GB2312" charset="-122"/>
            </a:endParaRPr>
          </a:p>
          <a:p>
            <a:pPr marL="342900" indent="-342900" eaLnBrk="0" hangingPunct="0">
              <a:spcBef>
                <a:spcPct val="20000"/>
              </a:spcBef>
            </a:pPr>
            <a:r>
              <a:rPr lang="zh-CN" altLang="en-US" sz="2800" dirty="0">
                <a:latin typeface="楷体_GB2312" charset="-122"/>
                <a:ea typeface="楷体_GB2312" charset="-122"/>
              </a:rPr>
              <a:t>	</a:t>
            </a:r>
            <a:r>
              <a:rPr lang="en-US" altLang="zh-CN" sz="2800" dirty="0">
                <a:latin typeface="楷体_GB2312" charset="-122"/>
                <a:ea typeface="楷体_GB2312" charset="-122"/>
              </a:rPr>
              <a:t>int m;          </a:t>
            </a:r>
            <a:r>
              <a:rPr lang="en-US" altLang="zh-CN" sz="2800" dirty="0">
                <a:latin typeface="Times New Roman" panose="02020603050405020304" pitchFamily="18" charset="0"/>
                <a:ea typeface="仿宋_GB2312" panose="02010609030101010101" charset="-122"/>
              </a:rPr>
              <a:t>//</a:t>
            </a:r>
            <a:r>
              <a:rPr lang="zh-CN" altLang="en-US" sz="2800" dirty="0">
                <a:latin typeface="楷体_GB2312" charset="-122"/>
                <a:ea typeface="楷体_GB2312" charset="-122"/>
              </a:rPr>
              <a:t>栈最大可容纳元素个数</a:t>
            </a:r>
          </a:p>
          <a:p>
            <a:pPr marL="342900" indent="-342900" eaLnBrk="0" hangingPunct="0">
              <a:spcBef>
                <a:spcPct val="20000"/>
              </a:spcBef>
            </a:pPr>
            <a:r>
              <a:rPr lang="en-US" altLang="zh-CN" sz="2800" dirty="0">
                <a:latin typeface="楷体_GB2312" charset="-122"/>
                <a:ea typeface="楷体_GB2312" charset="-122"/>
              </a:rPr>
              <a:t>}DblStack;</a:t>
            </a:r>
          </a:p>
        </p:txBody>
      </p:sp>
      <p:sp>
        <p:nvSpPr>
          <p:cNvPr id="40962" name="Rectangle 10"/>
          <p:cNvSpPr/>
          <p:nvPr/>
        </p:nvSpPr>
        <p:spPr>
          <a:xfrm>
            <a:off x="0" y="765175"/>
            <a:ext cx="8245475" cy="579438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pPr lvl="1" indent="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SzPct val="50000"/>
              <a:buFont typeface="Wingdings" panose="05000000000000000000" pitchFamily="2" charset="2"/>
              <a:buChar char="ü"/>
            </a:pPr>
            <a:r>
              <a:rPr lang="zh-CN" altLang="en-US" sz="3200" dirty="0">
                <a:solidFill>
                  <a:schemeClr val="hlink"/>
                </a:solidFill>
                <a:latin typeface="Times New Roman" panose="02020603050405020304" pitchFamily="18" charset="0"/>
                <a:ea typeface="楷体_GB2312" charset="-122"/>
              </a:rPr>
              <a:t>数据结构定义如下</a:t>
            </a:r>
          </a:p>
        </p:txBody>
      </p:sp>
      <p:sp>
        <p:nvSpPr>
          <p:cNvPr id="40963" name="Rectangle 8"/>
          <p:cNvSpPr/>
          <p:nvPr>
            <p:custDataLst>
              <p:tags r:id="rId1"/>
            </p:custDataLst>
          </p:nvPr>
        </p:nvSpPr>
        <p:spPr>
          <a:xfrm>
            <a:off x="0" y="-38100"/>
            <a:ext cx="2470150" cy="593725"/>
          </a:xfrm>
          <a:prstGeom prst="rect">
            <a:avLst/>
          </a:prstGeom>
          <a:solidFill>
            <a:srgbClr val="CCFFFF"/>
          </a:solidFill>
          <a:ln w="9525">
            <a:noFill/>
          </a:ln>
        </p:spPr>
        <p:txBody>
          <a:bodyPr anchor="ctr" anchorCtr="0"/>
          <a:lstStyle/>
          <a:p>
            <a:pPr eaLnBrk="0" hangingPunct="0"/>
            <a:r>
              <a:rPr lang="zh-CN" altLang="en-US" sz="4000" dirty="0">
                <a:solidFill>
                  <a:srgbClr val="FF33CC"/>
                </a:solidFill>
                <a:latin typeface="楷体_GB2312" charset="-122"/>
                <a:ea typeface="楷体_GB2312" charset="-122"/>
              </a:rPr>
              <a:t>课堂练习</a:t>
            </a:r>
          </a:p>
        </p:txBody>
      </p:sp>
    </p:spTree>
    <p:extLst>
      <p:ext uri="{BB962C8B-B14F-4D97-AF65-F5344CB8AC3E}">
        <p14:creationId xmlns:p14="http://schemas.microsoft.com/office/powerpoint/2010/main" val="4171073580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5" name="Rectangle 4"/>
          <p:cNvSpPr/>
          <p:nvPr/>
        </p:nvSpPr>
        <p:spPr>
          <a:xfrm>
            <a:off x="144463" y="1774825"/>
            <a:ext cx="8820150" cy="4289425"/>
          </a:xfrm>
          <a:prstGeom prst="rect">
            <a:avLst/>
          </a:prstGeom>
          <a:noFill/>
          <a:ln w="38100" cap="flat" cmpd="sng">
            <a:solidFill>
              <a:srgbClr val="FF00FF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ctr" anchorCtr="0">
            <a:spAutoFit/>
          </a:bodyPr>
          <a:lstStyle/>
          <a:p>
            <a:pPr indent="269875" eaLnBrk="0" hangingPunct="0">
              <a:spcBef>
                <a:spcPct val="20000"/>
              </a:spcBef>
            </a:pPr>
            <a:r>
              <a:rPr lang="en-US" altLang="zh-CN" dirty="0">
                <a:latin typeface="Times New Roman" panose="02020603050405020304" pitchFamily="18" charset="0"/>
                <a:ea typeface="仿宋_GB2312" panose="02010609030101010101" charset="-122"/>
              </a:rPr>
              <a:t>void Dblpush(DblStack &amp;s,SElemType x,int i) </a:t>
            </a:r>
            <a:r>
              <a:rPr lang="zh-CN" altLang="en-US" sz="2800" dirty="0">
                <a:latin typeface="Times New Roman" panose="02020603050405020304" pitchFamily="18" charset="0"/>
                <a:ea typeface="楷体_GB2312" charset="-122"/>
              </a:rPr>
              <a:t>；</a:t>
            </a:r>
            <a:endParaRPr lang="zh-CN" altLang="en-US" dirty="0">
              <a:latin typeface="Times New Roman" panose="02020603050405020304" pitchFamily="18" charset="0"/>
              <a:ea typeface="仿宋_GB2312" panose="02010609030101010101" charset="-122"/>
            </a:endParaRPr>
          </a:p>
          <a:p>
            <a:pPr indent="269875" eaLnBrk="0" hangingPunct="0">
              <a:spcBef>
                <a:spcPct val="20000"/>
              </a:spcBef>
            </a:pPr>
            <a:r>
              <a:rPr lang="en-US" altLang="zh-CN" sz="2800" dirty="0">
                <a:latin typeface="Times New Roman" panose="02020603050405020304" pitchFamily="18" charset="0"/>
                <a:ea typeface="楷体_GB2312" charset="-122"/>
              </a:rPr>
              <a:t>//</a:t>
            </a:r>
            <a:r>
              <a:rPr lang="zh-CN" altLang="en-US" sz="2800" dirty="0">
                <a:latin typeface="Times New Roman" panose="02020603050405020304" pitchFamily="18" charset="0"/>
                <a:ea typeface="楷体_GB2312" charset="-122"/>
              </a:rPr>
              <a:t>把</a:t>
            </a:r>
            <a:r>
              <a:rPr lang="en-US" altLang="zh-CN" sz="2800" dirty="0">
                <a:latin typeface="Times New Roman" panose="02020603050405020304" pitchFamily="18" charset="0"/>
                <a:ea typeface="楷体_GB2312" charset="-122"/>
              </a:rPr>
              <a:t>x</a:t>
            </a:r>
            <a:r>
              <a:rPr lang="zh-CN" altLang="en-US" sz="2800" dirty="0">
                <a:latin typeface="Times New Roman" panose="02020603050405020304" pitchFamily="18" charset="0"/>
                <a:ea typeface="楷体_GB2312" charset="-122"/>
              </a:rPr>
              <a:t>插入到栈</a:t>
            </a:r>
            <a:r>
              <a:rPr lang="en-US" altLang="zh-CN" sz="2800" dirty="0">
                <a:latin typeface="Times New Roman" panose="02020603050405020304" pitchFamily="18" charset="0"/>
                <a:ea typeface="楷体_GB2312" charset="-122"/>
              </a:rPr>
              <a:t>i</a:t>
            </a:r>
            <a:r>
              <a:rPr lang="zh-CN" altLang="en-US" sz="2800" dirty="0">
                <a:latin typeface="Times New Roman" panose="02020603050405020304" pitchFamily="18" charset="0"/>
                <a:ea typeface="楷体_GB2312" charset="-122"/>
              </a:rPr>
              <a:t>的栈</a:t>
            </a:r>
          </a:p>
          <a:p>
            <a:pPr indent="269875" eaLnBrk="0" hangingPunct="0">
              <a:spcBef>
                <a:spcPct val="20000"/>
              </a:spcBef>
            </a:pPr>
            <a:r>
              <a:rPr lang="en-US" altLang="zh-CN" sz="2800" dirty="0">
                <a:latin typeface="Times New Roman" panose="02020603050405020304" pitchFamily="18" charset="0"/>
                <a:ea typeface="楷体_GB2312" charset="-122"/>
              </a:rPr>
              <a:t>int</a:t>
            </a:r>
            <a:r>
              <a:rPr lang="en-US" altLang="zh-CN" sz="2800" dirty="0">
                <a:latin typeface="Times New Roman" panose="02020603050405020304" pitchFamily="18" charset="0"/>
                <a:ea typeface="仿宋_GB2312" panose="02010609030101010101" charset="-122"/>
              </a:rPr>
              <a:t> Dblpop(DblStack </a:t>
            </a:r>
            <a:r>
              <a:rPr lang="en-US" altLang="zh-CN" dirty="0">
                <a:latin typeface="Times New Roman" panose="02020603050405020304" pitchFamily="18" charset="0"/>
                <a:ea typeface="仿宋_GB2312" panose="02010609030101010101" charset="-122"/>
              </a:rPr>
              <a:t>&amp;</a:t>
            </a:r>
            <a:r>
              <a:rPr lang="en-US" altLang="zh-CN" sz="2800" dirty="0">
                <a:latin typeface="Times New Roman" panose="02020603050405020304" pitchFamily="18" charset="0"/>
                <a:ea typeface="仿宋_GB2312" panose="02010609030101010101" charset="-122"/>
              </a:rPr>
              <a:t>s,int i,SElemType &amp;x) </a:t>
            </a:r>
            <a:r>
              <a:rPr lang="zh-CN" altLang="en-US" sz="2800" dirty="0">
                <a:latin typeface="Times New Roman" panose="02020603050405020304" pitchFamily="18" charset="0"/>
                <a:ea typeface="楷体_GB2312" charset="-122"/>
              </a:rPr>
              <a:t>；</a:t>
            </a:r>
            <a:endParaRPr lang="zh-CN" altLang="en-US" sz="2800" dirty="0">
              <a:latin typeface="Times New Roman" panose="02020603050405020304" pitchFamily="18" charset="0"/>
              <a:ea typeface="仿宋_GB2312" panose="02010609030101010101" charset="-122"/>
            </a:endParaRPr>
          </a:p>
          <a:p>
            <a:pPr indent="269875" eaLnBrk="0" hangingPunct="0">
              <a:spcBef>
                <a:spcPct val="20000"/>
              </a:spcBef>
            </a:pPr>
            <a:r>
              <a:rPr lang="zh-CN" altLang="en-US" sz="2800" dirty="0">
                <a:latin typeface="Times New Roman" panose="02020603050405020304" pitchFamily="18" charset="0"/>
                <a:ea typeface="楷体_GB2312" charset="-122"/>
              </a:rPr>
              <a:t> </a:t>
            </a:r>
            <a:r>
              <a:rPr lang="en-US" altLang="zh-CN" sz="2800" dirty="0">
                <a:latin typeface="Times New Roman" panose="02020603050405020304" pitchFamily="18" charset="0"/>
                <a:ea typeface="楷体_GB2312" charset="-122"/>
              </a:rPr>
              <a:t>//</a:t>
            </a:r>
            <a:r>
              <a:rPr lang="zh-CN" altLang="en-US" sz="2800" dirty="0">
                <a:latin typeface="Times New Roman" panose="02020603050405020304" pitchFamily="18" charset="0"/>
                <a:ea typeface="楷体_GB2312" charset="-122"/>
              </a:rPr>
              <a:t>退掉位于栈</a:t>
            </a:r>
            <a:r>
              <a:rPr lang="en-US" altLang="zh-CN" sz="2800" dirty="0">
                <a:latin typeface="Times New Roman" panose="02020603050405020304" pitchFamily="18" charset="0"/>
                <a:ea typeface="楷体_GB2312" charset="-122"/>
              </a:rPr>
              <a:t>i</a:t>
            </a:r>
            <a:r>
              <a:rPr lang="zh-CN" altLang="en-US" sz="2800" dirty="0">
                <a:latin typeface="Times New Roman" panose="02020603050405020304" pitchFamily="18" charset="0"/>
                <a:ea typeface="楷体_GB2312" charset="-122"/>
              </a:rPr>
              <a:t>栈顶的元素</a:t>
            </a:r>
          </a:p>
          <a:p>
            <a:pPr indent="269875" eaLnBrk="0" hangingPunct="0">
              <a:spcBef>
                <a:spcPct val="20000"/>
              </a:spcBef>
            </a:pPr>
            <a:r>
              <a:rPr lang="en-US" altLang="zh-CN" sz="2800" dirty="0">
                <a:latin typeface="Times New Roman" panose="02020603050405020304" pitchFamily="18" charset="0"/>
                <a:ea typeface="楷体_GB2312" charset="-122"/>
              </a:rPr>
              <a:t>int</a:t>
            </a:r>
            <a:r>
              <a:rPr lang="en-US" altLang="zh-CN" sz="3200" dirty="0">
                <a:latin typeface="Times New Roman" panose="02020603050405020304" pitchFamily="18" charset="0"/>
                <a:ea typeface="仿宋_GB2312" panose="02010609030101010101" charset="-122"/>
              </a:rPr>
              <a:t> IsEmpty(DblStack s,int i)</a:t>
            </a:r>
            <a:r>
              <a:rPr lang="en-US" altLang="zh-CN" sz="2800" dirty="0">
                <a:latin typeface="Times New Roman" panose="02020603050405020304" pitchFamily="18" charset="0"/>
                <a:ea typeface="楷体_GB2312" charset="-122"/>
              </a:rPr>
              <a:t> </a:t>
            </a:r>
            <a:r>
              <a:rPr lang="zh-CN" altLang="en-US" sz="2800" dirty="0">
                <a:latin typeface="Times New Roman" panose="02020603050405020304" pitchFamily="18" charset="0"/>
                <a:ea typeface="楷体_GB2312" charset="-122"/>
              </a:rPr>
              <a:t>；</a:t>
            </a:r>
          </a:p>
          <a:p>
            <a:pPr indent="269875" eaLnBrk="0" hangingPunct="0">
              <a:spcBef>
                <a:spcPct val="20000"/>
              </a:spcBef>
            </a:pPr>
            <a:r>
              <a:rPr lang="en-US" altLang="zh-CN" sz="2800" dirty="0">
                <a:latin typeface="Times New Roman" panose="02020603050405020304" pitchFamily="18" charset="0"/>
                <a:ea typeface="楷体_GB2312" charset="-122"/>
              </a:rPr>
              <a:t>//</a:t>
            </a:r>
            <a:r>
              <a:rPr lang="zh-CN" altLang="en-US" sz="2800" dirty="0">
                <a:latin typeface="Times New Roman" panose="02020603050405020304" pitchFamily="18" charset="0"/>
                <a:ea typeface="楷体_GB2312" charset="-122"/>
              </a:rPr>
              <a:t>判栈</a:t>
            </a:r>
            <a:r>
              <a:rPr lang="en-US" altLang="zh-CN" sz="2800" dirty="0">
                <a:latin typeface="Times New Roman" panose="02020603050405020304" pitchFamily="18" charset="0"/>
                <a:ea typeface="楷体_GB2312" charset="-122"/>
              </a:rPr>
              <a:t>i</a:t>
            </a:r>
            <a:r>
              <a:rPr lang="zh-CN" altLang="en-US" sz="2800" dirty="0">
                <a:latin typeface="Times New Roman" panose="02020603050405020304" pitchFamily="18" charset="0"/>
                <a:ea typeface="楷体_GB2312" charset="-122"/>
              </a:rPr>
              <a:t>空否</a:t>
            </a:r>
            <a:r>
              <a:rPr lang="en-US" altLang="zh-CN" sz="2800" dirty="0">
                <a:latin typeface="Times New Roman" panose="02020603050405020304" pitchFamily="18" charset="0"/>
                <a:ea typeface="楷体_GB2312" charset="-122"/>
              </a:rPr>
              <a:t>, </a:t>
            </a:r>
            <a:r>
              <a:rPr lang="zh-CN" altLang="en-US" sz="2800" dirty="0">
                <a:latin typeface="Times New Roman" panose="02020603050405020304" pitchFamily="18" charset="0"/>
                <a:ea typeface="楷体_GB2312" charset="-122"/>
              </a:rPr>
              <a:t>空返回</a:t>
            </a:r>
            <a:r>
              <a:rPr lang="en-US" altLang="zh-CN" sz="2800" dirty="0">
                <a:latin typeface="Times New Roman" panose="02020603050405020304" pitchFamily="18" charset="0"/>
                <a:ea typeface="楷体_GB2312" charset="-122"/>
              </a:rPr>
              <a:t>1, </a:t>
            </a:r>
            <a:r>
              <a:rPr lang="zh-CN" altLang="en-US" sz="2800" dirty="0">
                <a:latin typeface="Times New Roman" panose="02020603050405020304" pitchFamily="18" charset="0"/>
                <a:ea typeface="楷体_GB2312" charset="-122"/>
              </a:rPr>
              <a:t>否则返回</a:t>
            </a:r>
            <a:r>
              <a:rPr lang="en-US" altLang="zh-CN" sz="2800" dirty="0">
                <a:latin typeface="Times New Roman" panose="02020603050405020304" pitchFamily="18" charset="0"/>
                <a:ea typeface="楷体_GB2312" charset="-122"/>
              </a:rPr>
              <a:t>0</a:t>
            </a:r>
          </a:p>
          <a:p>
            <a:pPr indent="269875" eaLnBrk="0" hangingPunct="0">
              <a:spcBef>
                <a:spcPct val="20000"/>
              </a:spcBef>
            </a:pPr>
            <a:r>
              <a:rPr lang="en-US" altLang="zh-CN" sz="3200" dirty="0">
                <a:latin typeface="Times New Roman" panose="02020603050405020304" pitchFamily="18" charset="0"/>
                <a:ea typeface="仿宋_GB2312" panose="02010609030101010101" charset="-122"/>
              </a:rPr>
              <a:t>int IsFull(DblStack s)</a:t>
            </a:r>
            <a:r>
              <a:rPr lang="en-US" altLang="zh-CN" sz="2800" dirty="0">
                <a:latin typeface="Times New Roman" panose="02020603050405020304" pitchFamily="18" charset="0"/>
                <a:ea typeface="楷体_GB2312" charset="-122"/>
              </a:rPr>
              <a:t> </a:t>
            </a:r>
            <a:r>
              <a:rPr lang="zh-CN" altLang="en-US" sz="2800" dirty="0">
                <a:latin typeface="Times New Roman" panose="02020603050405020304" pitchFamily="18" charset="0"/>
                <a:ea typeface="楷体_GB2312" charset="-122"/>
              </a:rPr>
              <a:t>；</a:t>
            </a:r>
          </a:p>
          <a:p>
            <a:pPr indent="269875" eaLnBrk="0" hangingPunct="0">
              <a:spcBef>
                <a:spcPct val="20000"/>
              </a:spcBef>
            </a:pPr>
            <a:r>
              <a:rPr lang="en-US" altLang="zh-CN" sz="2800" dirty="0">
                <a:latin typeface="Times New Roman" panose="02020603050405020304" pitchFamily="18" charset="0"/>
                <a:ea typeface="楷体_GB2312" charset="-122"/>
              </a:rPr>
              <a:t>//</a:t>
            </a:r>
            <a:r>
              <a:rPr lang="zh-CN" altLang="en-US" sz="2800" dirty="0">
                <a:latin typeface="Times New Roman" panose="02020603050405020304" pitchFamily="18" charset="0"/>
                <a:ea typeface="楷体_GB2312" charset="-122"/>
              </a:rPr>
              <a:t>判栈满否</a:t>
            </a:r>
            <a:r>
              <a:rPr lang="en-US" altLang="zh-CN" sz="2800" dirty="0">
                <a:latin typeface="Times New Roman" panose="02020603050405020304" pitchFamily="18" charset="0"/>
                <a:ea typeface="楷体_GB2312" charset="-122"/>
              </a:rPr>
              <a:t>, </a:t>
            </a:r>
            <a:r>
              <a:rPr lang="zh-CN" altLang="en-US" sz="2800" dirty="0">
                <a:latin typeface="Times New Roman" panose="02020603050405020304" pitchFamily="18" charset="0"/>
                <a:ea typeface="楷体_GB2312" charset="-122"/>
              </a:rPr>
              <a:t>满返回</a:t>
            </a:r>
            <a:r>
              <a:rPr lang="en-US" altLang="zh-CN" sz="2800" dirty="0">
                <a:latin typeface="Times New Roman" panose="02020603050405020304" pitchFamily="18" charset="0"/>
                <a:ea typeface="楷体_GB2312" charset="-122"/>
              </a:rPr>
              <a:t>1, </a:t>
            </a:r>
            <a:r>
              <a:rPr lang="zh-CN" altLang="en-US" sz="2800" dirty="0">
                <a:latin typeface="Times New Roman" panose="02020603050405020304" pitchFamily="18" charset="0"/>
                <a:ea typeface="楷体_GB2312" charset="-122"/>
              </a:rPr>
              <a:t>否则返回</a:t>
            </a:r>
            <a:r>
              <a:rPr lang="en-US" altLang="zh-CN" sz="2800" dirty="0">
                <a:latin typeface="Times New Roman" panose="02020603050405020304" pitchFamily="18" charset="0"/>
                <a:ea typeface="楷体_GB2312" charset="-122"/>
              </a:rPr>
              <a:t>0</a:t>
            </a:r>
          </a:p>
        </p:txBody>
      </p:sp>
      <p:sp>
        <p:nvSpPr>
          <p:cNvPr id="41986" name="Rectangle 5"/>
          <p:cNvSpPr/>
          <p:nvPr/>
        </p:nvSpPr>
        <p:spPr>
          <a:xfrm>
            <a:off x="144463" y="765175"/>
            <a:ext cx="7850187" cy="106680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pPr lvl="1" indent="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SzPct val="50000"/>
              <a:buFont typeface="Wingdings" panose="05000000000000000000" pitchFamily="2" charset="2"/>
              <a:buChar char="ü"/>
            </a:pPr>
            <a:r>
              <a:rPr lang="zh-CN" altLang="en-US" sz="3200" dirty="0">
                <a:solidFill>
                  <a:schemeClr val="hlink"/>
                </a:solidFill>
                <a:latin typeface="Times New Roman" panose="02020603050405020304" pitchFamily="18" charset="0"/>
                <a:ea typeface="楷体_GB2312" charset="-122"/>
              </a:rPr>
              <a:t>试编写判断栈空、栈满、进栈和出栈四个算法的函数</a:t>
            </a:r>
            <a:r>
              <a:rPr lang="en-US" altLang="zh-CN" sz="3200" dirty="0">
                <a:solidFill>
                  <a:schemeClr val="hlink"/>
                </a:solidFill>
                <a:latin typeface="Times New Roman" panose="02020603050405020304" pitchFamily="18" charset="0"/>
                <a:ea typeface="楷体_GB2312" charset="-122"/>
              </a:rPr>
              <a:t>(</a:t>
            </a:r>
            <a:r>
              <a:rPr lang="zh-CN" altLang="en-US" sz="3200" dirty="0">
                <a:solidFill>
                  <a:schemeClr val="hlink"/>
                </a:solidFill>
                <a:latin typeface="Times New Roman" panose="02020603050405020304" pitchFamily="18" charset="0"/>
                <a:ea typeface="楷体_GB2312" charset="-122"/>
              </a:rPr>
              <a:t>函数定义方式如下）</a:t>
            </a:r>
          </a:p>
        </p:txBody>
      </p:sp>
      <p:sp>
        <p:nvSpPr>
          <p:cNvPr id="41987" name="Rectangle 8"/>
          <p:cNvSpPr/>
          <p:nvPr>
            <p:custDataLst>
              <p:tags r:id="rId1"/>
            </p:custDataLst>
          </p:nvPr>
        </p:nvSpPr>
        <p:spPr>
          <a:xfrm>
            <a:off x="0" y="-38100"/>
            <a:ext cx="2470150" cy="593725"/>
          </a:xfrm>
          <a:prstGeom prst="rect">
            <a:avLst/>
          </a:prstGeom>
          <a:solidFill>
            <a:srgbClr val="CCFFFF"/>
          </a:solidFill>
          <a:ln w="9525">
            <a:noFill/>
          </a:ln>
        </p:spPr>
        <p:txBody>
          <a:bodyPr anchor="ctr" anchorCtr="0"/>
          <a:lstStyle/>
          <a:p>
            <a:pPr eaLnBrk="0" hangingPunct="0"/>
            <a:r>
              <a:rPr lang="zh-CN" altLang="en-US" sz="4000" dirty="0">
                <a:solidFill>
                  <a:srgbClr val="FF33CC"/>
                </a:solidFill>
                <a:latin typeface="楷体_GB2312" charset="-122"/>
                <a:ea typeface="楷体_GB2312" charset="-122"/>
              </a:rPr>
              <a:t>课堂练习</a:t>
            </a:r>
          </a:p>
        </p:txBody>
      </p:sp>
    </p:spTree>
    <p:extLst>
      <p:ext uri="{BB962C8B-B14F-4D97-AF65-F5344CB8AC3E}">
        <p14:creationId xmlns:p14="http://schemas.microsoft.com/office/powerpoint/2010/main" val="832903846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3009" name="Group 8"/>
          <p:cNvGrpSpPr/>
          <p:nvPr/>
        </p:nvGrpSpPr>
        <p:grpSpPr>
          <a:xfrm>
            <a:off x="495300" y="2052638"/>
            <a:ext cx="7839075" cy="2028825"/>
            <a:chOff x="374" y="1857"/>
            <a:chExt cx="4938" cy="1278"/>
          </a:xfrm>
        </p:grpSpPr>
        <p:sp>
          <p:nvSpPr>
            <p:cNvPr id="43010" name="Text Box 9"/>
            <p:cNvSpPr txBox="1"/>
            <p:nvPr/>
          </p:nvSpPr>
          <p:spPr>
            <a:xfrm>
              <a:off x="384" y="2808"/>
              <a:ext cx="4928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lstStyle/>
            <a:p>
              <a:r>
                <a:rPr lang="en-US" altLang="zh-CN" sz="2800" i="1" dirty="0">
                  <a:solidFill>
                    <a:srgbClr val="0000FF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b</a:t>
              </a:r>
              <a:r>
                <a:rPr lang="en-US" altLang="zh-CN" sz="2800" dirty="0">
                  <a:solidFill>
                    <a:srgbClr val="0000FF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[0]                               </a:t>
              </a:r>
              <a:r>
                <a:rPr lang="en-US" altLang="zh-CN" sz="2800" i="1" dirty="0">
                  <a:solidFill>
                    <a:srgbClr val="0000FF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t</a:t>
              </a:r>
              <a:r>
                <a:rPr lang="en-US" altLang="zh-CN" sz="2800" dirty="0">
                  <a:solidFill>
                    <a:srgbClr val="0000FF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[0]     </a:t>
              </a:r>
              <a:r>
                <a:rPr lang="en-US" altLang="zh-CN" sz="2800" i="1" dirty="0">
                  <a:solidFill>
                    <a:srgbClr val="0000FF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t</a:t>
              </a:r>
              <a:r>
                <a:rPr lang="en-US" altLang="zh-CN" sz="2800" dirty="0">
                  <a:solidFill>
                    <a:srgbClr val="0000FF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[1]                         </a:t>
              </a:r>
              <a:r>
                <a:rPr lang="en-US" altLang="zh-CN" sz="2800" i="1" dirty="0">
                  <a:solidFill>
                    <a:srgbClr val="0000FF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b</a:t>
              </a:r>
              <a:r>
                <a:rPr lang="en-US" altLang="zh-CN" sz="2800" dirty="0">
                  <a:solidFill>
                    <a:srgbClr val="0000FF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[1]</a:t>
              </a:r>
              <a:endParaRPr lang="en-US" altLang="zh-CN" b="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43011" name="Line 10"/>
            <p:cNvSpPr/>
            <p:nvPr/>
          </p:nvSpPr>
          <p:spPr>
            <a:xfrm flipV="1">
              <a:off x="576" y="2616"/>
              <a:ext cx="0" cy="240"/>
            </a:xfrm>
            <a:prstGeom prst="line">
              <a:avLst/>
            </a:prstGeom>
            <a:ln w="38100" cap="flat" cmpd="sng">
              <a:solidFill>
                <a:srgbClr val="FF6600"/>
              </a:solidFill>
              <a:prstDash val="solid"/>
              <a:round/>
              <a:headEnd type="none" w="med" len="med"/>
              <a:tailEnd type="triangle" w="sm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3012" name="Line 11"/>
            <p:cNvSpPr/>
            <p:nvPr/>
          </p:nvSpPr>
          <p:spPr>
            <a:xfrm flipV="1">
              <a:off x="2640" y="2616"/>
              <a:ext cx="0" cy="240"/>
            </a:xfrm>
            <a:prstGeom prst="line">
              <a:avLst/>
            </a:prstGeom>
            <a:ln w="38100" cap="flat" cmpd="sng">
              <a:solidFill>
                <a:srgbClr val="FF6600"/>
              </a:solidFill>
              <a:prstDash val="solid"/>
              <a:round/>
              <a:headEnd type="none" w="med" len="med"/>
              <a:tailEnd type="triangle" w="sm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3013" name="Line 12"/>
            <p:cNvSpPr/>
            <p:nvPr/>
          </p:nvSpPr>
          <p:spPr>
            <a:xfrm flipV="1">
              <a:off x="3264" y="2616"/>
              <a:ext cx="0" cy="240"/>
            </a:xfrm>
            <a:prstGeom prst="line">
              <a:avLst/>
            </a:prstGeom>
            <a:ln w="38100" cap="flat" cmpd="sng">
              <a:solidFill>
                <a:srgbClr val="FF6600"/>
              </a:solidFill>
              <a:prstDash val="solid"/>
              <a:round/>
              <a:headEnd type="none" w="med" len="med"/>
              <a:tailEnd type="triangle" w="sm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3014" name="Line 13"/>
            <p:cNvSpPr/>
            <p:nvPr/>
          </p:nvSpPr>
          <p:spPr>
            <a:xfrm flipV="1">
              <a:off x="5136" y="2616"/>
              <a:ext cx="0" cy="240"/>
            </a:xfrm>
            <a:prstGeom prst="line">
              <a:avLst/>
            </a:prstGeom>
            <a:ln w="38100" cap="flat" cmpd="sng">
              <a:solidFill>
                <a:srgbClr val="FF6600"/>
              </a:solidFill>
              <a:prstDash val="solid"/>
              <a:round/>
              <a:headEnd type="none" w="med" len="med"/>
              <a:tailEnd type="triangle" w="sm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3015" name="Rectangle 14"/>
            <p:cNvSpPr/>
            <p:nvPr/>
          </p:nvSpPr>
          <p:spPr>
            <a:xfrm>
              <a:off x="672" y="2280"/>
              <a:ext cx="2064" cy="336"/>
            </a:xfrm>
            <a:prstGeom prst="rect">
              <a:avLst/>
            </a:prstGeom>
            <a:solidFill>
              <a:schemeClr val="accent1"/>
            </a:solidFill>
            <a:ln w="9525"/>
            <a:scene3d>
              <a:camera prst="legacyObliqueTopRight">
                <a:rot lat="0" lon="0" rev="0"/>
              </a:camera>
              <a:lightRig rig="legacyFlat3" dir="b"/>
            </a:scene3d>
            <a:sp3d extrusionH="430200" prstMaterial="legacyMatte">
              <a:bevelT w="13500" h="13500" prst="angle"/>
              <a:bevelB w="13500" h="13500" prst="angle"/>
              <a:extrusionClr>
                <a:schemeClr val="accent1"/>
              </a:extrusionClr>
            </a:sp3d>
          </p:spPr>
          <p:txBody>
            <a:bodyPr wrap="none" anchor="ctr" anchorCtr="0">
              <a:flatTx/>
            </a:bodyPr>
            <a:lstStyle/>
            <a:p>
              <a:pPr eaLnBrk="0" hangingPunct="0">
                <a:spcBef>
                  <a:spcPct val="20000"/>
                </a:spcBef>
              </a:pPr>
              <a:endParaRPr lang="zh-CN" altLang="en-US" dirty="0">
                <a:latin typeface="Times New Roman" panose="02020603050405020304" pitchFamily="18" charset="0"/>
                <a:ea typeface="楷体_GB2312" charset="-122"/>
              </a:endParaRPr>
            </a:p>
          </p:txBody>
        </p:sp>
        <p:sp>
          <p:nvSpPr>
            <p:cNvPr id="43016" name="Rectangle 15"/>
            <p:cNvSpPr/>
            <p:nvPr/>
          </p:nvSpPr>
          <p:spPr>
            <a:xfrm>
              <a:off x="2736" y="2280"/>
              <a:ext cx="432" cy="336"/>
            </a:xfrm>
            <a:prstGeom prst="rect">
              <a:avLst/>
            </a:prstGeom>
            <a:solidFill>
              <a:srgbClr val="FFFFCC"/>
            </a:solidFill>
            <a:ln w="9525"/>
            <a:scene3d>
              <a:camera prst="legacyObliqueTopRight">
                <a:rot lat="0" lon="0" rev="0"/>
              </a:camera>
              <a:lightRig rig="legacyFlat3" dir="b"/>
            </a:scene3d>
            <a:sp3d extrusionH="430200" prstMaterial="legacyMatte">
              <a:bevelT w="13500" h="13500" prst="angle"/>
              <a:bevelB w="13500" h="13500" prst="angle"/>
              <a:extrusionClr>
                <a:srgbClr val="FFFFCC"/>
              </a:extrusionClr>
            </a:sp3d>
          </p:spPr>
          <p:txBody>
            <a:bodyPr wrap="none" anchor="ctr" anchorCtr="0">
              <a:flatTx/>
            </a:bodyPr>
            <a:lstStyle/>
            <a:p>
              <a:pPr eaLnBrk="0" hangingPunct="0">
                <a:spcBef>
                  <a:spcPct val="20000"/>
                </a:spcBef>
              </a:pPr>
              <a:endParaRPr lang="zh-CN" altLang="en-US" dirty="0">
                <a:latin typeface="Times New Roman" panose="02020603050405020304" pitchFamily="18" charset="0"/>
                <a:ea typeface="楷体_GB2312" charset="-122"/>
              </a:endParaRPr>
            </a:p>
          </p:txBody>
        </p:sp>
        <p:sp>
          <p:nvSpPr>
            <p:cNvPr id="43017" name="Rectangle 16"/>
            <p:cNvSpPr/>
            <p:nvPr/>
          </p:nvSpPr>
          <p:spPr>
            <a:xfrm>
              <a:off x="3168" y="2280"/>
              <a:ext cx="1728" cy="336"/>
            </a:xfrm>
            <a:prstGeom prst="rect">
              <a:avLst/>
            </a:prstGeom>
            <a:solidFill>
              <a:schemeClr val="accent2"/>
            </a:solidFill>
            <a:ln w="9525"/>
            <a:scene3d>
              <a:camera prst="legacyObliqueTopRight">
                <a:rot lat="0" lon="0" rev="0"/>
              </a:camera>
              <a:lightRig rig="legacyFlat3" dir="b"/>
            </a:scene3d>
            <a:sp3d extrusionH="430200" prstMaterial="legacyMatte">
              <a:bevelT w="13500" h="13500" prst="angle"/>
              <a:bevelB w="13500" h="13500" prst="angle"/>
              <a:extrusionClr>
                <a:schemeClr val="accent2"/>
              </a:extrusionClr>
            </a:sp3d>
          </p:spPr>
          <p:txBody>
            <a:bodyPr wrap="none" anchor="ctr" anchorCtr="0">
              <a:flatTx/>
            </a:bodyPr>
            <a:lstStyle/>
            <a:p>
              <a:pPr eaLnBrk="0" hangingPunct="0">
                <a:spcBef>
                  <a:spcPct val="20000"/>
                </a:spcBef>
              </a:pPr>
              <a:endParaRPr lang="zh-CN" altLang="en-US" dirty="0">
                <a:latin typeface="Times New Roman" panose="02020603050405020304" pitchFamily="18" charset="0"/>
                <a:ea typeface="楷体_GB2312" charset="-122"/>
              </a:endParaRPr>
            </a:p>
          </p:txBody>
        </p:sp>
        <p:sp>
          <p:nvSpPr>
            <p:cNvPr id="43018" name="Text Box 17"/>
            <p:cNvSpPr txBox="1"/>
            <p:nvPr/>
          </p:nvSpPr>
          <p:spPr>
            <a:xfrm>
              <a:off x="720" y="1857"/>
              <a:ext cx="4130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lstStyle/>
            <a:p>
              <a:r>
                <a:rPr lang="en-US" altLang="zh-CN" sz="2800" dirty="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0                                                               m-1</a:t>
              </a:r>
              <a:endParaRPr lang="en-US" altLang="zh-CN" b="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43019" name="Text Box 18"/>
            <p:cNvSpPr txBox="1"/>
            <p:nvPr/>
          </p:nvSpPr>
          <p:spPr>
            <a:xfrm>
              <a:off x="374" y="2251"/>
              <a:ext cx="301" cy="36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lstStyle/>
            <a:p>
              <a:r>
                <a:rPr lang="en-US" altLang="zh-CN" sz="3200" dirty="0">
                  <a:solidFill>
                    <a:srgbClr val="0000FF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V</a:t>
              </a:r>
              <a:endParaRPr lang="en-US" altLang="zh-CN" b="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43020" name="Line 19"/>
            <p:cNvSpPr/>
            <p:nvPr/>
          </p:nvSpPr>
          <p:spPr>
            <a:xfrm>
              <a:off x="720" y="2424"/>
              <a:ext cx="1968" cy="0"/>
            </a:xfrm>
            <a:prstGeom prst="line">
              <a:avLst/>
            </a:prstGeom>
            <a:ln w="38100" cap="flat" cmpd="sng">
              <a:solidFill>
                <a:srgbClr val="969696"/>
              </a:solidFill>
              <a:prstDash val="solid"/>
              <a:round/>
              <a:headEnd type="none" w="med" len="med"/>
              <a:tailEnd type="triangle" w="med" len="lg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3021" name="Line 20"/>
            <p:cNvSpPr/>
            <p:nvPr/>
          </p:nvSpPr>
          <p:spPr>
            <a:xfrm>
              <a:off x="3216" y="2424"/>
              <a:ext cx="1632" cy="0"/>
            </a:xfrm>
            <a:prstGeom prst="line">
              <a:avLst/>
            </a:prstGeom>
            <a:ln w="38100" cap="flat" cmpd="sng">
              <a:solidFill>
                <a:srgbClr val="969696"/>
              </a:solidFill>
              <a:prstDash val="solid"/>
              <a:round/>
              <a:headEnd type="triangle" w="med" len="lg"/>
              <a:tailEnd type="none" w="sm" len="lg"/>
            </a:ln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43022" name="Rectangle 22"/>
          <p:cNvSpPr/>
          <p:nvPr/>
        </p:nvSpPr>
        <p:spPr>
          <a:xfrm>
            <a:off x="179388" y="936625"/>
            <a:ext cx="8785225" cy="1069975"/>
          </a:xfrm>
          <a:prstGeom prst="rect">
            <a:avLst/>
          </a:prstGeom>
          <a:noFill/>
          <a:ln w="38100" cap="flat" cmpd="sng">
            <a:solidFill>
              <a:srgbClr val="FF0000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ctr" anchorCtr="0">
            <a:spAutoFit/>
          </a:bodyPr>
          <a:lstStyle/>
          <a:p>
            <a:pPr lvl="1" indent="0" algn="l" defTabSz="914400" rtl="0" eaLnBrk="0" fontAlgn="base" hangingPunct="0">
              <a:spcBef>
                <a:spcPct val="20000"/>
              </a:spcBef>
              <a:spcAft>
                <a:spcPct val="0"/>
              </a:spcAft>
              <a:buNone/>
              <a:tabLst>
                <a:tab pos="990600" algn="l"/>
              </a:tabLst>
            </a:pPr>
            <a:r>
              <a:rPr lang="zh-CN" altLang="en-US" sz="2800" dirty="0">
                <a:solidFill>
                  <a:schemeClr val="tx1"/>
                </a:solidFill>
                <a:latin typeface="楷体_GB2312" charset="-122"/>
                <a:ea typeface="楷体_GB2312" charset="-122"/>
              </a:rPr>
              <a:t>栈空：</a:t>
            </a:r>
            <a:r>
              <a:rPr lang="en-US" altLang="zh-CN" sz="2800" dirty="0">
                <a:solidFill>
                  <a:schemeClr val="tx1"/>
                </a:solidFill>
                <a:highlight>
                  <a:srgbClr val="00FF00"/>
                </a:highlight>
                <a:latin typeface="楷体_GB2312" charset="-122"/>
                <a:ea typeface="楷体_GB2312" charset="-122"/>
              </a:rPr>
              <a:t>top[i] == bot[i]  </a:t>
            </a:r>
            <a:r>
              <a:rPr lang="en-US" altLang="zh-CN" sz="2800" dirty="0">
                <a:solidFill>
                  <a:schemeClr val="tx1"/>
                </a:solidFill>
                <a:latin typeface="楷体_GB2312" charset="-122"/>
                <a:ea typeface="楷体_GB2312" charset="-122"/>
              </a:rPr>
              <a:t>i</a:t>
            </a:r>
            <a:r>
              <a:rPr lang="zh-CN" altLang="en-US" sz="2800" dirty="0">
                <a:solidFill>
                  <a:schemeClr val="tx1"/>
                </a:solidFill>
                <a:latin typeface="楷体_GB2312" charset="-122"/>
                <a:ea typeface="楷体_GB2312" charset="-122"/>
              </a:rPr>
              <a:t>表示栈的编号        </a:t>
            </a:r>
          </a:p>
          <a:p>
            <a:pPr lvl="1" indent="0" algn="l" defTabSz="914400" rtl="0" eaLnBrk="0" fontAlgn="base" hangingPunct="0">
              <a:spcBef>
                <a:spcPct val="20000"/>
              </a:spcBef>
              <a:spcAft>
                <a:spcPct val="0"/>
              </a:spcAft>
              <a:buNone/>
              <a:tabLst>
                <a:tab pos="990600" algn="l"/>
              </a:tabLst>
            </a:pPr>
            <a:r>
              <a:rPr lang="zh-CN" altLang="en-US" sz="2800" dirty="0">
                <a:solidFill>
                  <a:schemeClr val="tx1"/>
                </a:solidFill>
                <a:latin typeface="楷体_GB2312" charset="-122"/>
                <a:ea typeface="楷体_GB2312" charset="-122"/>
              </a:rPr>
              <a:t>栈满：</a:t>
            </a:r>
            <a:r>
              <a:rPr lang="en-US" altLang="zh-CN" sz="2800" dirty="0">
                <a:solidFill>
                  <a:schemeClr val="tx1"/>
                </a:solidFill>
                <a:highlight>
                  <a:srgbClr val="00FF00"/>
                </a:highlight>
                <a:latin typeface="楷体_GB2312" charset="-122"/>
                <a:ea typeface="楷体_GB2312" charset="-122"/>
              </a:rPr>
              <a:t>top[0]+1==top[1] </a:t>
            </a:r>
            <a:r>
              <a:rPr lang="zh-CN" altLang="en-US" sz="2800" dirty="0">
                <a:solidFill>
                  <a:schemeClr val="tx1"/>
                </a:solidFill>
                <a:latin typeface="楷体_GB2312" charset="-122"/>
                <a:ea typeface="楷体_GB2312" charset="-122"/>
              </a:rPr>
              <a:t>或</a:t>
            </a:r>
            <a:r>
              <a:rPr lang="en-US" altLang="zh-CN" sz="2800" dirty="0">
                <a:solidFill>
                  <a:schemeClr val="tx1"/>
                </a:solidFill>
                <a:highlight>
                  <a:srgbClr val="00FF00"/>
                </a:highlight>
                <a:latin typeface="楷体_GB2312" charset="-122"/>
                <a:ea typeface="楷体_GB2312" charset="-122"/>
              </a:rPr>
              <a:t>top[1]-1==top[0]</a:t>
            </a:r>
          </a:p>
        </p:txBody>
      </p:sp>
      <p:sp>
        <p:nvSpPr>
          <p:cNvPr id="542745" name="Comment 25"/>
          <p:cNvSpPr>
            <a:spLocks noChangeArrowheads="1"/>
          </p:cNvSpPr>
          <p:nvPr/>
        </p:nvSpPr>
        <p:spPr bwMode="auto">
          <a:xfrm>
            <a:off x="0" y="0"/>
            <a:ext cx="2411413" cy="711200"/>
          </a:xfrm>
          <a:prstGeom prst="rect">
            <a:avLst/>
          </a:prstGeom>
          <a:solidFill>
            <a:srgbClr val="FCFDC6"/>
          </a:solidFill>
          <a:ln w="9525">
            <a:solidFill>
              <a:schemeClr val="tx1"/>
            </a:solidFill>
            <a:miter lim="800000"/>
          </a:ln>
          <a:effectLst>
            <a:outerShdw dist="107763" dir="2700000" algn="ctr" rotWithShape="0">
              <a:schemeClr val="bg2"/>
            </a:outerShdw>
          </a:effectLst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4000" b="1" i="0" u="none" strike="noStrike" kern="1200" cap="none" spc="0" normalizeH="0" baseline="0" noProof="0">
                <a:ln>
                  <a:noFill/>
                </a:ln>
                <a:solidFill>
                  <a:schemeClr val="hlin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charset="-122"/>
                <a:cs typeface="+mn-cs"/>
                <a:sym typeface="+mn-ea"/>
              </a:rPr>
              <a:t>提示</a:t>
            </a:r>
          </a:p>
        </p:txBody>
      </p:sp>
    </p:spTree>
    <p:extLst>
      <p:ext uri="{BB962C8B-B14F-4D97-AF65-F5344CB8AC3E}">
        <p14:creationId xmlns:p14="http://schemas.microsoft.com/office/powerpoint/2010/main" val="220652178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1" name="Rectangle 5"/>
          <p:cNvSpPr/>
          <p:nvPr/>
        </p:nvSpPr>
        <p:spPr>
          <a:xfrm>
            <a:off x="107950" y="1054100"/>
            <a:ext cx="8640763" cy="410845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>
            <a:spAutoFit/>
          </a:bodyPr>
          <a:lstStyle/>
          <a:p>
            <a:pPr indent="269875" eaLnBrk="0" hangingPunct="0"/>
            <a:r>
              <a:rPr lang="zh-CN" altLang="en-US" dirty="0">
                <a:latin typeface="楷体_GB2312" charset="-122"/>
                <a:ea typeface="楷体_GB2312" charset="-122"/>
              </a:rPr>
              <a:t>（</a:t>
            </a:r>
            <a:r>
              <a:rPr lang="en-US" altLang="zh-CN" dirty="0">
                <a:latin typeface="楷体_GB2312" charset="-122"/>
                <a:ea typeface="楷体_GB2312" charset="-122"/>
              </a:rPr>
              <a:t>1</a:t>
            </a:r>
            <a:r>
              <a:rPr lang="zh-CN" altLang="en-US" dirty="0">
                <a:latin typeface="楷体_GB2312" charset="-122"/>
                <a:ea typeface="楷体_GB2312" charset="-122"/>
              </a:rPr>
              <a:t>）将编号为</a:t>
            </a:r>
            <a:r>
              <a:rPr lang="en-US" altLang="zh-CN" dirty="0">
                <a:latin typeface="楷体_GB2312" charset="-122"/>
                <a:ea typeface="楷体_GB2312" charset="-122"/>
              </a:rPr>
              <a:t>0</a:t>
            </a:r>
            <a:r>
              <a:rPr lang="zh-CN" altLang="en-US" dirty="0">
                <a:latin typeface="楷体_GB2312" charset="-122"/>
                <a:ea typeface="楷体_GB2312" charset="-122"/>
              </a:rPr>
              <a:t>和</a:t>
            </a:r>
            <a:r>
              <a:rPr lang="en-US" altLang="zh-CN" dirty="0">
                <a:latin typeface="楷体_GB2312" charset="-122"/>
                <a:ea typeface="楷体_GB2312" charset="-122"/>
              </a:rPr>
              <a:t>1</a:t>
            </a:r>
            <a:r>
              <a:rPr lang="zh-CN" altLang="en-US" dirty="0">
                <a:latin typeface="楷体_GB2312" charset="-122"/>
                <a:ea typeface="楷体_GB2312" charset="-122"/>
              </a:rPr>
              <a:t>的两个栈存放于一个数组空间</a:t>
            </a:r>
            <a:r>
              <a:rPr lang="en-US" altLang="zh-CN" dirty="0">
                <a:latin typeface="楷体_GB2312" charset="-122"/>
                <a:ea typeface="楷体_GB2312" charset="-122"/>
              </a:rPr>
              <a:t>V[m]</a:t>
            </a:r>
            <a:r>
              <a:rPr lang="zh-CN" altLang="en-US" dirty="0">
                <a:latin typeface="楷体_GB2312" charset="-122"/>
                <a:ea typeface="楷体_GB2312" charset="-122"/>
              </a:rPr>
              <a:t>中，栈底分别处于数组的两端。当第</a:t>
            </a:r>
            <a:r>
              <a:rPr lang="en-US" altLang="zh-CN" dirty="0">
                <a:latin typeface="楷体_GB2312" charset="-122"/>
                <a:ea typeface="楷体_GB2312" charset="-122"/>
              </a:rPr>
              <a:t>0</a:t>
            </a:r>
            <a:r>
              <a:rPr lang="zh-CN" altLang="en-US" dirty="0">
                <a:latin typeface="楷体_GB2312" charset="-122"/>
                <a:ea typeface="楷体_GB2312" charset="-122"/>
              </a:rPr>
              <a:t>号栈的栈顶指针</a:t>
            </a:r>
            <a:r>
              <a:rPr lang="en-US" altLang="zh-CN" dirty="0">
                <a:latin typeface="楷体_GB2312" charset="-122"/>
                <a:ea typeface="楷体_GB2312" charset="-122"/>
              </a:rPr>
              <a:t>top[0]</a:t>
            </a:r>
            <a:r>
              <a:rPr lang="zh-CN" altLang="en-US" dirty="0">
                <a:latin typeface="楷体_GB2312" charset="-122"/>
                <a:ea typeface="楷体_GB2312" charset="-122"/>
              </a:rPr>
              <a:t>等于</a:t>
            </a:r>
            <a:r>
              <a:rPr lang="en-US" altLang="zh-CN" dirty="0">
                <a:latin typeface="楷体_GB2312" charset="-122"/>
                <a:ea typeface="楷体_GB2312" charset="-122"/>
              </a:rPr>
              <a:t>-1</a:t>
            </a:r>
            <a:r>
              <a:rPr lang="zh-CN" altLang="en-US" dirty="0">
                <a:latin typeface="楷体_GB2312" charset="-122"/>
                <a:ea typeface="楷体_GB2312" charset="-122"/>
              </a:rPr>
              <a:t>时该栈为空；当第</a:t>
            </a:r>
            <a:r>
              <a:rPr lang="en-US" altLang="zh-CN" dirty="0">
                <a:latin typeface="楷体_GB2312" charset="-122"/>
                <a:ea typeface="楷体_GB2312" charset="-122"/>
              </a:rPr>
              <a:t>1</a:t>
            </a:r>
            <a:r>
              <a:rPr lang="zh-CN" altLang="en-US" dirty="0">
                <a:latin typeface="楷体_GB2312" charset="-122"/>
                <a:ea typeface="楷体_GB2312" charset="-122"/>
              </a:rPr>
              <a:t>号栈的栈顶指针</a:t>
            </a:r>
            <a:r>
              <a:rPr lang="en-US" altLang="zh-CN" dirty="0">
                <a:latin typeface="楷体_GB2312" charset="-122"/>
                <a:ea typeface="楷体_GB2312" charset="-122"/>
              </a:rPr>
              <a:t>top[1]</a:t>
            </a:r>
            <a:r>
              <a:rPr lang="zh-CN" altLang="en-US" dirty="0">
                <a:latin typeface="楷体_GB2312" charset="-122"/>
                <a:ea typeface="楷体_GB2312" charset="-122"/>
              </a:rPr>
              <a:t>等于</a:t>
            </a:r>
            <a:r>
              <a:rPr lang="en-US" altLang="zh-CN" i="1" dirty="0">
                <a:latin typeface="楷体_GB2312" charset="-122"/>
                <a:ea typeface="楷体_GB2312" charset="-122"/>
              </a:rPr>
              <a:t>m</a:t>
            </a:r>
            <a:r>
              <a:rPr lang="zh-CN" altLang="en-US" dirty="0">
                <a:latin typeface="楷体_GB2312" charset="-122"/>
                <a:ea typeface="楷体_GB2312" charset="-122"/>
              </a:rPr>
              <a:t>时，该栈为空。两个栈均从两端向中间增长。试编写双栈初始化，判断栈空、栈满、进栈和出栈等算法的函数。双栈数据结构的定义如下：</a:t>
            </a:r>
          </a:p>
          <a:p>
            <a:pPr indent="269875" eaLnBrk="0" hangingPunct="0"/>
            <a:r>
              <a:rPr lang="zh-CN" altLang="en-US" dirty="0">
                <a:latin typeface="Times New Roman" panose="02020603050405020304" pitchFamily="18" charset="0"/>
                <a:ea typeface="楷体_GB2312" charset="-122"/>
              </a:rPr>
              <a:t> </a:t>
            </a:r>
            <a:r>
              <a:rPr lang="zh-CN" altLang="en-US" dirty="0">
                <a:latin typeface="楷体_GB2312" charset="-122"/>
                <a:ea typeface="楷体_GB2312" charset="-122"/>
              </a:rPr>
              <a:t> </a:t>
            </a:r>
            <a:r>
              <a:rPr lang="en-US" altLang="zh-CN" dirty="0">
                <a:latin typeface="楷体_GB2312" charset="-122"/>
                <a:ea typeface="楷体_GB2312" charset="-122"/>
              </a:rPr>
              <a:t>typedef struct{</a:t>
            </a:r>
          </a:p>
          <a:p>
            <a:pPr indent="269875" eaLnBrk="0" hangingPunct="0"/>
            <a:r>
              <a:rPr lang="en-US" altLang="zh-CN" dirty="0">
                <a:latin typeface="Times New Roman" panose="02020603050405020304" pitchFamily="18" charset="0"/>
                <a:ea typeface="楷体_GB2312" charset="-122"/>
              </a:rPr>
              <a:t> </a:t>
            </a:r>
            <a:r>
              <a:rPr lang="en-US" altLang="zh-CN" dirty="0">
                <a:latin typeface="楷体_GB2312" charset="-122"/>
                <a:ea typeface="楷体_GB2312" charset="-122"/>
              </a:rPr>
              <a:t>   int top[2], bot[2];  //</a:t>
            </a:r>
            <a:r>
              <a:rPr lang="zh-CN" altLang="en-US" dirty="0">
                <a:latin typeface="楷体_GB2312" charset="-122"/>
                <a:ea typeface="楷体_GB2312" charset="-122"/>
              </a:rPr>
              <a:t>栈顶和栈底指针</a:t>
            </a:r>
          </a:p>
          <a:p>
            <a:pPr indent="269875" eaLnBrk="0" hangingPunct="0"/>
            <a:r>
              <a:rPr lang="zh-CN" altLang="en-US" dirty="0">
                <a:latin typeface="楷体_GB2312" charset="-122"/>
                <a:ea typeface="楷体_GB2312" charset="-122"/>
              </a:rPr>
              <a:t>　  </a:t>
            </a:r>
            <a:r>
              <a:rPr lang="en-US" altLang="zh-CN" dirty="0">
                <a:latin typeface="楷体_GB2312" charset="-122"/>
                <a:ea typeface="楷体_GB2312" charset="-122"/>
              </a:rPr>
              <a:t>SElemType *V;      	//</a:t>
            </a:r>
            <a:r>
              <a:rPr lang="zh-CN" altLang="en-US" dirty="0">
                <a:latin typeface="楷体_GB2312" charset="-122"/>
                <a:ea typeface="楷体_GB2312" charset="-122"/>
              </a:rPr>
              <a:t>栈数组 </a:t>
            </a:r>
          </a:p>
          <a:p>
            <a:pPr indent="269875" eaLnBrk="0" hangingPunct="0"/>
            <a:r>
              <a:rPr lang="zh-CN" altLang="en-US" dirty="0">
                <a:latin typeface="Times New Roman" panose="02020603050405020304" pitchFamily="18" charset="0"/>
                <a:ea typeface="楷体_GB2312" charset="-122"/>
              </a:rPr>
              <a:t> </a:t>
            </a:r>
            <a:r>
              <a:rPr lang="zh-CN" altLang="en-US" dirty="0">
                <a:latin typeface="楷体_GB2312" charset="-122"/>
                <a:ea typeface="楷体_GB2312" charset="-122"/>
              </a:rPr>
              <a:t>   </a:t>
            </a:r>
            <a:r>
              <a:rPr lang="en-US" altLang="zh-CN" dirty="0">
                <a:latin typeface="楷体_GB2312" charset="-122"/>
                <a:ea typeface="楷体_GB2312" charset="-122"/>
              </a:rPr>
              <a:t>int m;          	//</a:t>
            </a:r>
            <a:r>
              <a:rPr lang="zh-CN" altLang="en-US" dirty="0">
                <a:latin typeface="楷体_GB2312" charset="-122"/>
                <a:ea typeface="楷体_GB2312" charset="-122"/>
              </a:rPr>
              <a:t>栈最大可容纳元素个数</a:t>
            </a:r>
          </a:p>
          <a:p>
            <a:pPr indent="269875" eaLnBrk="0" hangingPunct="0"/>
            <a:r>
              <a:rPr lang="zh-CN" altLang="en-US" dirty="0">
                <a:latin typeface="Times New Roman" panose="02020603050405020304" pitchFamily="18" charset="0"/>
                <a:ea typeface="楷体_GB2312" charset="-122"/>
              </a:rPr>
              <a:t> </a:t>
            </a:r>
            <a:r>
              <a:rPr lang="zh-CN" altLang="en-US" dirty="0">
                <a:latin typeface="楷体_GB2312" charset="-122"/>
                <a:ea typeface="楷体_GB2312" charset="-122"/>
              </a:rPr>
              <a:t> </a:t>
            </a:r>
            <a:r>
              <a:rPr lang="en-US" altLang="zh-CN" dirty="0">
                <a:latin typeface="楷体_GB2312" charset="-122"/>
                <a:ea typeface="楷体_GB2312" charset="-122"/>
              </a:rPr>
              <a:t>}DblStack;</a:t>
            </a:r>
          </a:p>
          <a:p>
            <a:pPr indent="269875" eaLnBrk="0" hangingPunct="0"/>
            <a:endParaRPr lang="en-US" altLang="zh-CN" dirty="0">
              <a:latin typeface="楷体_GB2312" charset="-122"/>
              <a:ea typeface="楷体_GB2312" charset="-122"/>
            </a:endParaRPr>
          </a:p>
        </p:txBody>
      </p:sp>
      <p:graphicFrame>
        <p:nvGraphicFramePr>
          <p:cNvPr id="92162" name="Object 4"/>
          <p:cNvGraphicFramePr/>
          <p:nvPr/>
        </p:nvGraphicFramePr>
        <p:xfrm>
          <a:off x="1187450" y="4941888"/>
          <a:ext cx="6048375" cy="863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" imgW="3819525" imgH="1082675" progId="Word.Picture.8">
                  <p:embed/>
                </p:oleObj>
              </mc:Choice>
              <mc:Fallback>
                <p:oleObj r:id="rId2" imgW="3819525" imgH="1082675" progId="Word.Picture.8">
                  <p:embed/>
                  <p:pic>
                    <p:nvPicPr>
                      <p:cNvPr id="92162" name="Object 4"/>
                      <p:cNvPicPr/>
                      <p:nvPr/>
                    </p:nvPicPr>
                    <p:blipFill>
                      <a:blip r:embed="rId3"/>
                      <a:srcRect l="2226" t="16228" r="2759" b="36267"/>
                      <a:stretch>
                        <a:fillRect/>
                      </a:stretch>
                    </p:blipFill>
                    <p:spPr>
                      <a:xfrm>
                        <a:off x="1187450" y="4941888"/>
                        <a:ext cx="6048375" cy="8636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776199" name="Comment 7"/>
          <p:cNvSpPr>
            <a:spLocks noChangeArrowheads="1"/>
          </p:cNvSpPr>
          <p:nvPr/>
        </p:nvSpPr>
        <p:spPr bwMode="auto">
          <a:xfrm>
            <a:off x="5580063" y="-63500"/>
            <a:ext cx="3389313" cy="650875"/>
          </a:xfrm>
          <a:prstGeom prst="rect">
            <a:avLst/>
          </a:prstGeom>
          <a:solidFill>
            <a:srgbClr val="FCFDC6"/>
          </a:solidFill>
          <a:ln w="9525">
            <a:solidFill>
              <a:schemeClr val="tx1"/>
            </a:solidFill>
            <a:miter lim="800000"/>
          </a:ln>
          <a:effectLst>
            <a:outerShdw dist="107763" dir="2700000" algn="ctr" rotWithShape="0">
              <a:schemeClr val="bg2"/>
            </a:outerShdw>
          </a:effectLst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3600" b="1" i="0" u="none" strike="noStrike" kern="1200" cap="none" spc="0" normalizeH="0" baseline="0" noProof="0">
                <a:ln>
                  <a:noFill/>
                </a:ln>
                <a:solidFill>
                  <a:srgbClr val="A50021"/>
                </a:solidFill>
                <a:effectLst/>
                <a:uLnTx/>
                <a:uFillTx/>
                <a:latin typeface="Arial" panose="020B0604020202020204" pitchFamily="34" charset="0"/>
                <a:ea typeface="楷体_GB2312" charset="-122"/>
                <a:cs typeface="+mn-cs"/>
                <a:sym typeface="+mn-ea"/>
              </a:rPr>
              <a:t>算法设计题</a:t>
            </a:r>
            <a:endParaRPr kumimoji="1" lang="zh-CN" alt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楷体_GB2312" charset="-122"/>
              <a:cs typeface="+mn-cs"/>
              <a:sym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499817239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PP_MARK_KEY" val="2c99444f-d435-4e59-9447-40be9b5b516b"/>
  <p:tag name="COMMONDATA" val="eyJoZGlkIjoiY2Y2Yjk0MTRhNDE3ODVjMmEwNjgxMjAyZTMxMTkzODQifQ==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heme/theme1.xml><?xml version="1.0" encoding="utf-8"?>
<a:theme xmlns:a="http://schemas.openxmlformats.org/drawingml/2006/main" name="默认设计模板">
  <a:themeElements>
    <a:clrScheme name="">
      <a:dk1>
        <a:srgbClr val="000000"/>
      </a:dk1>
      <a:lt1>
        <a:srgbClr val="FEFFFF"/>
      </a:lt1>
      <a:dk2>
        <a:srgbClr val="000000"/>
      </a:dk2>
      <a:lt2>
        <a:srgbClr val="969696"/>
      </a:lt2>
      <a:accent1>
        <a:srgbClr val="00CC99"/>
      </a:accent1>
      <a:accent2>
        <a:srgbClr val="3333CC"/>
      </a:accent2>
      <a:accent3>
        <a:srgbClr val="FE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0000FF"/>
      </a:hlink>
      <a:folHlink>
        <a:srgbClr val="003366"/>
      </a:folHlink>
    </a:clrScheme>
    <a:fontScheme name="默认设计模板">
      <a:majorFont>
        <a:latin typeface="Times New Roman"/>
        <a:ea typeface="仿宋_GB2312"/>
        <a:cs typeface=""/>
      </a:majorFont>
      <a:minorFont>
        <a:latin typeface="Times New Roman"/>
        <a:ea typeface="仿宋_GB2312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noFill/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342900" marR="0" indent="-342900" algn="l" defTabSz="914400" rtl="0" eaLnBrk="0" fontAlgn="base" latinLnBrk="0" hangingPunct="0">
          <a:lnSpc>
            <a:spcPct val="100000"/>
          </a:lnSpc>
          <a:spcBef>
            <a:spcPct val="20000"/>
          </a:spcBef>
          <a:spcAft>
            <a:spcPct val="0"/>
          </a:spcAft>
          <a:buClrTx/>
          <a:buSzTx/>
          <a:buFontTx/>
          <a:buNone/>
          <a:defRPr kumimoji="1" lang="zh-CN" altLang="en-US" sz="24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  <a:ea typeface="楷体_GB231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noFill/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342900" marR="0" indent="-342900" algn="l" defTabSz="914400" rtl="0" eaLnBrk="0" fontAlgn="base" latinLnBrk="0" hangingPunct="0">
          <a:lnSpc>
            <a:spcPct val="100000"/>
          </a:lnSpc>
          <a:spcBef>
            <a:spcPct val="20000"/>
          </a:spcBef>
          <a:spcAft>
            <a:spcPct val="0"/>
          </a:spcAft>
          <a:buClrTx/>
          <a:buSzTx/>
          <a:buFontTx/>
          <a:buNone/>
          <a:defRPr kumimoji="1" lang="zh-CN" altLang="en-US" sz="24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  <a:ea typeface="楷体_GB2312" charset="-122"/>
          </a:defRPr>
        </a:defPPr>
      </a:lstStyle>
    </a:lnDef>
  </a:objectDefaults>
  <a:extraClrSchemeLst>
    <a:extraClrScheme>
      <a:clrScheme name="默认设计模板 1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33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3">
        <a:dk1>
          <a:srgbClr val="000000"/>
        </a:dk1>
        <a:lt1>
          <a:srgbClr val="FFFFCC"/>
        </a:lt1>
        <a:dk2>
          <a:srgbClr val="999933"/>
        </a:dk2>
        <a:lt2>
          <a:srgbClr val="808000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4">
        <a:dk1>
          <a:srgbClr val="000000"/>
        </a:dk1>
        <a:lt1>
          <a:srgbClr val="FFFFFF"/>
        </a:lt1>
        <a:dk2>
          <a:srgbClr val="000000"/>
        </a:dk2>
        <a:lt2>
          <a:srgbClr val="393939"/>
        </a:lt2>
        <a:accent1>
          <a:srgbClr val="CBCBCB"/>
        </a:accent1>
        <a:accent2>
          <a:srgbClr val="868686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797979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5">
        <a:dk1>
          <a:srgbClr val="000000"/>
        </a:dk1>
        <a:lt1>
          <a:srgbClr val="FFFFFF"/>
        </a:lt1>
        <a:dk2>
          <a:srgbClr val="000000"/>
        </a:dk2>
        <a:lt2>
          <a:srgbClr val="9F9F9F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6">
        <a:dk1>
          <a:srgbClr val="000000"/>
        </a:dk1>
        <a:lt1>
          <a:srgbClr val="FFFFFF"/>
        </a:lt1>
        <a:dk2>
          <a:srgbClr val="000000"/>
        </a:dk2>
        <a:lt2>
          <a:srgbClr val="868686"/>
        </a:lt2>
        <a:accent1>
          <a:srgbClr val="CBCBCB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005CE7"/>
        </a:accent6>
        <a:hlink>
          <a:srgbClr val="FF0033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7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2_默认设计模板">
  <a:themeElements>
    <a:clrScheme name="">
      <a:dk1>
        <a:srgbClr val="000000"/>
      </a:dk1>
      <a:lt1>
        <a:srgbClr val="FEFFFF"/>
      </a:lt1>
      <a:dk2>
        <a:srgbClr val="000000"/>
      </a:dk2>
      <a:lt2>
        <a:srgbClr val="969696"/>
      </a:lt2>
      <a:accent1>
        <a:srgbClr val="00CC99"/>
      </a:accent1>
      <a:accent2>
        <a:srgbClr val="3333CC"/>
      </a:accent2>
      <a:accent3>
        <a:srgbClr val="FE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0000FF"/>
      </a:hlink>
      <a:folHlink>
        <a:srgbClr val="003366"/>
      </a:folHlink>
    </a:clrScheme>
    <a:fontScheme name="默认设计模板">
      <a:majorFont>
        <a:latin typeface="Times New Roman"/>
        <a:ea typeface="仿宋_GB2312"/>
        <a:cs typeface=""/>
      </a:majorFont>
      <a:minorFont>
        <a:latin typeface="Times New Roman"/>
        <a:ea typeface="仿宋_GB2312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noFill/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342900" marR="0" indent="-342900" algn="l" defTabSz="914400" rtl="0" eaLnBrk="0" fontAlgn="base" latinLnBrk="0" hangingPunct="0">
          <a:lnSpc>
            <a:spcPct val="100000"/>
          </a:lnSpc>
          <a:spcBef>
            <a:spcPct val="20000"/>
          </a:spcBef>
          <a:spcAft>
            <a:spcPct val="0"/>
          </a:spcAft>
          <a:buClrTx/>
          <a:buSzTx/>
          <a:buFontTx/>
          <a:buNone/>
          <a:defRPr kumimoji="1" lang="zh-CN" altLang="en-US" sz="24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  <a:ea typeface="楷体_GB231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noFill/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342900" marR="0" indent="-342900" algn="l" defTabSz="914400" rtl="0" eaLnBrk="0" fontAlgn="base" latinLnBrk="0" hangingPunct="0">
          <a:lnSpc>
            <a:spcPct val="100000"/>
          </a:lnSpc>
          <a:spcBef>
            <a:spcPct val="20000"/>
          </a:spcBef>
          <a:spcAft>
            <a:spcPct val="0"/>
          </a:spcAft>
          <a:buClrTx/>
          <a:buSzTx/>
          <a:buFontTx/>
          <a:buNone/>
          <a:defRPr kumimoji="1" lang="zh-CN" altLang="en-US" sz="24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  <a:ea typeface="楷体_GB2312" charset="-122"/>
          </a:defRPr>
        </a:defPPr>
      </a:lstStyle>
    </a:lnDef>
  </a:objectDefaults>
  <a:extraClrSchemeLst>
    <a:extraClrScheme>
      <a:clrScheme name="默认设计模板 1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33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3">
        <a:dk1>
          <a:srgbClr val="000000"/>
        </a:dk1>
        <a:lt1>
          <a:srgbClr val="FFFFCC"/>
        </a:lt1>
        <a:dk2>
          <a:srgbClr val="999933"/>
        </a:dk2>
        <a:lt2>
          <a:srgbClr val="808000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4">
        <a:dk1>
          <a:srgbClr val="000000"/>
        </a:dk1>
        <a:lt1>
          <a:srgbClr val="FFFFFF"/>
        </a:lt1>
        <a:dk2>
          <a:srgbClr val="000000"/>
        </a:dk2>
        <a:lt2>
          <a:srgbClr val="393939"/>
        </a:lt2>
        <a:accent1>
          <a:srgbClr val="CBCBCB"/>
        </a:accent1>
        <a:accent2>
          <a:srgbClr val="868686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797979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5">
        <a:dk1>
          <a:srgbClr val="000000"/>
        </a:dk1>
        <a:lt1>
          <a:srgbClr val="FFFFFF"/>
        </a:lt1>
        <a:dk2>
          <a:srgbClr val="000000"/>
        </a:dk2>
        <a:lt2>
          <a:srgbClr val="9F9F9F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6">
        <a:dk1>
          <a:srgbClr val="000000"/>
        </a:dk1>
        <a:lt1>
          <a:srgbClr val="FFFFFF"/>
        </a:lt1>
        <a:dk2>
          <a:srgbClr val="000000"/>
        </a:dk2>
        <a:lt2>
          <a:srgbClr val="868686"/>
        </a:lt2>
        <a:accent1>
          <a:srgbClr val="CBCBCB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005CE7"/>
        </a:accent6>
        <a:hlink>
          <a:srgbClr val="FF0033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7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969696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969696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2309</TotalTime>
  <Words>5899</Words>
  <Application>Microsoft Office PowerPoint</Application>
  <PresentationFormat>全屏显示(4:3)</PresentationFormat>
  <Paragraphs>960</Paragraphs>
  <Slides>76</Slides>
  <Notes>6</Notes>
  <HiddenSlides>0</HiddenSlides>
  <MMClips>0</MMClips>
  <ScaleCrop>false</ScaleCrop>
  <HeadingPairs>
    <vt:vector size="8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2</vt:i4>
      </vt:variant>
      <vt:variant>
        <vt:lpstr>嵌入 OLE 服务器</vt:lpstr>
      </vt:variant>
      <vt:variant>
        <vt:i4>3</vt:i4>
      </vt:variant>
      <vt:variant>
        <vt:lpstr>幻灯片标题</vt:lpstr>
      </vt:variant>
      <vt:variant>
        <vt:i4>76</vt:i4>
      </vt:variant>
    </vt:vector>
  </HeadingPairs>
  <TitlesOfParts>
    <vt:vector size="93" baseType="lpstr">
      <vt:lpstr>方正书宋简体</vt:lpstr>
      <vt:lpstr>仿宋_GB2312</vt:lpstr>
      <vt:lpstr>华文楷体</vt:lpstr>
      <vt:lpstr>华文行楷</vt:lpstr>
      <vt:lpstr>楷体_GB2312</vt:lpstr>
      <vt:lpstr>宋体</vt:lpstr>
      <vt:lpstr>Arial</vt:lpstr>
      <vt:lpstr>Arial Narrow</vt:lpstr>
      <vt:lpstr>Courier New</vt:lpstr>
      <vt:lpstr>Tahoma</vt:lpstr>
      <vt:lpstr>Times New Roman</vt:lpstr>
      <vt:lpstr>Wingdings</vt:lpstr>
      <vt:lpstr>默认设计模板</vt:lpstr>
      <vt:lpstr>2_默认设计模板</vt:lpstr>
      <vt:lpstr>Equation.3</vt:lpstr>
      <vt:lpstr>Visio.Drawing.5</vt:lpstr>
      <vt:lpstr>Microsoft Word Picture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总结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bjfu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数据结构</dc:title>
  <dc:creator>lidongmei</dc:creator>
  <cp:lastModifiedBy>744311194@qq.com</cp:lastModifiedBy>
  <cp:revision>140</cp:revision>
  <dcterms:created xsi:type="dcterms:W3CDTF">2023-02-09T12:44:16Z</dcterms:created>
  <dcterms:modified xsi:type="dcterms:W3CDTF">2025-04-23T02:18:06Z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2052-11.1.0.13703</vt:lpwstr>
  </property>
  <property fmtid="{D5CDD505-2E9C-101B-9397-08002B2CF9AE}" pid="3" name="ICV">
    <vt:lpwstr>8C46EDF4083248FEBD9B3E56C6121BC3</vt:lpwstr>
  </property>
</Properties>
</file>