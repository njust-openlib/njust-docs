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420" y="-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0B6487-AAC4-1ABA-6B40-7944AD658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CBA8593-2405-7FF0-5326-93551BEBCA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722B52-30FB-5756-4D24-2A82B4096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428B3-59B7-4193-A11F-313ECC3B09C5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E3BB8A-7D91-906D-8492-1D20289BE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9C0C79-D7C5-528A-4B7B-662F5401A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1E354-81EC-4305-9E07-BF613A9E0D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035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99290F-87AC-8280-D436-C635E16DE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B39181-607C-391A-B584-303CEAA70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E7EF71-42A0-BA75-F2CB-4F6FFB26A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428B3-59B7-4193-A11F-313ECC3B09C5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1262BB-1986-56B3-BDE1-C67C6B464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A3A947-4577-0FCD-5FC4-0EAA186A1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1E354-81EC-4305-9E07-BF613A9E0D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318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2E610-27AF-3DE1-657D-39B647D90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8EA57A-9D7F-BFF3-49E7-A551A1A98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1BE846-E195-BF3F-02E9-2498010B0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428B3-59B7-4193-A11F-313ECC3B09C5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58AF3E-D962-6BA2-8DA0-2B65265E3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295AB5-45C5-A0D4-2345-FC1A68F3A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1E354-81EC-4305-9E07-BF613A9E0D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516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6AB892-70FB-BB7E-A8F7-B7ACDB2D1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1D08D0-E0D7-0558-ADDC-3B86293D41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90CE23-F787-7BB4-1072-B5FE3C3F1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7ABB0C-8373-355E-3790-F92F13796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428B3-59B7-4193-A11F-313ECC3B09C5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4EFAE1-8C71-1310-10C0-A36CE055C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AB8B3B-A4B0-178A-1AD8-084D88F64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1E354-81EC-4305-9E07-BF613A9E0D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440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B95445-88FE-750F-6C4C-EA0D1F0F3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272143-BC0B-C891-D5F4-A747968AC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09A922-E538-C464-1852-4150BC4516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9F1A2BB-4B73-0D81-C9DB-9347B27764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CDA5F75-B64F-76C4-6325-A5C5B256EC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90851E1-5A42-2A6C-6818-3F74701A2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428B3-59B7-4193-A11F-313ECC3B09C5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A5AAE96-D34C-8F0B-6D99-05E4D3EAB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3244C3E-865D-5161-EB48-C073312A2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1E354-81EC-4305-9E07-BF613A9E0D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975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C46579-25D3-1961-8A5B-8B330BBC8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FE3E2A7-74D2-368F-63FE-39F65C2FC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428B3-59B7-4193-A11F-313ECC3B09C5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732583-1320-95E8-32C7-FAEB3571F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0733898-C5C8-13AD-6DAA-CD728F77A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1E354-81EC-4305-9E07-BF613A9E0D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504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637EFD-64D5-99AE-1F7D-7A28740E3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428B3-59B7-4193-A11F-313ECC3B09C5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7B20B57-9BC6-7F45-B99D-86D59B618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61FC98-A47D-5DD6-686F-E49E3F8E1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1E354-81EC-4305-9E07-BF613A9E0D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287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72C97-F1EC-7053-EDF4-55CCEE7DE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D61821-2A86-2189-C001-2320BCC9B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040480-6712-B03C-2810-EF73AF4125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2AF15E-8DDE-F5FB-5A1D-817DACBFA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428B3-59B7-4193-A11F-313ECC3B09C5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033B66-0CC4-4E2D-9905-326333345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D5C689-6500-0FEB-F6C8-BF0859743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1E354-81EC-4305-9E07-BF613A9E0D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714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3036CD-5833-766B-5C41-EE506D8DC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B6F143E-B4E5-8CE4-9D71-7E443DEBD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16D5A0-7630-6FB7-A965-EE1DEC1CE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C18801-689E-6D27-CE32-1C98FCA28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428B3-59B7-4193-A11F-313ECC3B09C5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3A6DDC-65B5-6996-D149-13431E8D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F2EDAF-405B-8D67-A6D4-411BBE63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1E354-81EC-4305-9E07-BF613A9E0D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779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00BCCA-B8A3-8E4F-D828-449F80910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88F8C0-BD8C-E1AF-7A55-3A0E3FB55B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DC13B2-01AC-D85A-89DA-37359CE6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428B3-59B7-4193-A11F-313ECC3B09C5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C33E17-7E03-017C-1026-3BF16FF6D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6F7372-FBCB-E34E-9675-FC0E9A4C2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1E354-81EC-4305-9E07-BF613A9E0D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685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1F8388C-0B9B-3DA0-95E9-5FADF76B4A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65E7F2-0679-4255-3304-B10C0E3FD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53C9DD-8035-3F23-A226-20BBD6294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428B3-59B7-4193-A11F-313ECC3B09C5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729930-ADA5-66DF-7B6E-8AA6477E4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211736-5D90-1297-0008-EA249DB85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1E354-81EC-4305-9E07-BF613A9E0D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466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03E735-274A-8621-D213-3E7C44CFB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E3748D-239E-8B96-9F1A-35E92030C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D1F84F-CE4B-3960-DF40-B82ACDC02C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9428B3-59B7-4193-A11F-313ECC3B09C5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764892-52F9-D560-DF9C-861D4DA301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DD82E2-DD5B-D88E-2A80-E9999B421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91E354-81EC-4305-9E07-BF613A9E0D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457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20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12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0" Type="http://schemas.openxmlformats.org/officeDocument/2006/relationships/image" Target="../media/image12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92DCE66-60BE-ACD6-F127-C1A0D2E6AA2F}"/>
              </a:ext>
            </a:extLst>
          </p:cNvPr>
          <p:cNvSpPr/>
          <p:nvPr/>
        </p:nvSpPr>
        <p:spPr>
          <a:xfrm>
            <a:off x="5043161" y="2025196"/>
            <a:ext cx="731519" cy="2158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2D0AB54-E189-02F4-2621-70B51993CA9F}"/>
              </a:ext>
            </a:extLst>
          </p:cNvPr>
          <p:cNvCxnSpPr/>
          <p:nvPr/>
        </p:nvCxnSpPr>
        <p:spPr>
          <a:xfrm>
            <a:off x="6681491" y="2417604"/>
            <a:ext cx="660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9993507-E2DA-8F59-96CF-37C21D666125}"/>
              </a:ext>
            </a:extLst>
          </p:cNvPr>
          <p:cNvCxnSpPr/>
          <p:nvPr/>
        </p:nvCxnSpPr>
        <p:spPr>
          <a:xfrm>
            <a:off x="6681491" y="2602270"/>
            <a:ext cx="660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68E7C6D-4929-C334-93BB-690F921EC6A3}"/>
                  </a:ext>
                </a:extLst>
              </p:cNvPr>
              <p:cNvSpPr txBox="1"/>
              <p:nvPr/>
            </p:nvSpPr>
            <p:spPr>
              <a:xfrm>
                <a:off x="4204623" y="2935235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68E7C6D-4929-C334-93BB-690F921EC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4623" y="2935235"/>
                <a:ext cx="364202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74FA3CA-E013-53F1-95DB-2E0B66314FB0}"/>
                  </a:ext>
                </a:extLst>
              </p:cNvPr>
              <p:cNvSpPr txBox="1"/>
              <p:nvPr/>
            </p:nvSpPr>
            <p:spPr>
              <a:xfrm>
                <a:off x="4209432" y="3629055"/>
                <a:ext cx="35939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74FA3CA-E013-53F1-95DB-2E0B66314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432" y="3629055"/>
                <a:ext cx="359393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7C3F301F-0499-0753-EA08-51FD8EEE5229}"/>
              </a:ext>
            </a:extLst>
          </p:cNvPr>
          <p:cNvSpPr txBox="1"/>
          <p:nvPr/>
        </p:nvSpPr>
        <p:spPr>
          <a:xfrm>
            <a:off x="7294676" y="333972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F06DC48-D17E-0A81-D737-DA00E73A40E7}"/>
                  </a:ext>
                </a:extLst>
              </p:cNvPr>
              <p:cNvSpPr txBox="1"/>
              <p:nvPr/>
            </p:nvSpPr>
            <p:spPr>
              <a:xfrm>
                <a:off x="5210629" y="1698712"/>
                <a:ext cx="3965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</m:t>
                      </m:r>
                    </m:oMath>
                  </m:oMathPara>
                </a14:m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F06DC48-D17E-0A81-D737-DA00E73A4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0629" y="1698712"/>
                <a:ext cx="39658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CEC196A-7244-E192-6C87-D7619A97F270}"/>
                  </a:ext>
                </a:extLst>
              </p:cNvPr>
              <p:cNvSpPr txBox="1"/>
              <p:nvPr/>
            </p:nvSpPr>
            <p:spPr>
              <a:xfrm>
                <a:off x="4037521" y="3209119"/>
                <a:ext cx="483337" cy="377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CEC196A-7244-E192-6C87-D7619A97F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521" y="3209119"/>
                <a:ext cx="483337" cy="3779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14A8E885-4F65-2911-BCB7-923ACAFC7B4C}"/>
              </a:ext>
            </a:extLst>
          </p:cNvPr>
          <p:cNvSpPr txBox="1"/>
          <p:nvPr/>
        </p:nvSpPr>
        <p:spPr>
          <a:xfrm>
            <a:off x="7269028" y="231024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B0B842F-2262-FBB5-8BB7-B7D8D3323FA4}"/>
              </a:ext>
            </a:extLst>
          </p:cNvPr>
          <p:cNvGrpSpPr/>
          <p:nvPr/>
        </p:nvGrpSpPr>
        <p:grpSpPr>
          <a:xfrm rot="5400000" flipH="1">
            <a:off x="6708875" y="3223397"/>
            <a:ext cx="688754" cy="290980"/>
            <a:chOff x="6386666" y="2271456"/>
            <a:chExt cx="981332" cy="392307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91725F3D-2BD3-9AFD-59E5-463078D0181F}"/>
                </a:ext>
              </a:extLst>
            </p:cNvPr>
            <p:cNvGrpSpPr/>
            <p:nvPr/>
          </p:nvGrpSpPr>
          <p:grpSpPr>
            <a:xfrm>
              <a:off x="7049100" y="2271456"/>
              <a:ext cx="318898" cy="392307"/>
              <a:chOff x="7377225" y="2271456"/>
              <a:chExt cx="318898" cy="392307"/>
            </a:xfrm>
          </p:grpSpPr>
          <p:sp>
            <p:nvSpPr>
              <p:cNvPr id="24" name="弧形 23">
                <a:extLst>
                  <a:ext uri="{FF2B5EF4-FFF2-40B4-BE49-F238E27FC236}">
                    <a16:creationId xmlns:a16="http://schemas.microsoft.com/office/drawing/2014/main" id="{4257B671-673B-1040-38DF-A6E5304DC2FB}"/>
                  </a:ext>
                </a:extLst>
              </p:cNvPr>
              <p:cNvSpPr/>
              <p:nvPr/>
            </p:nvSpPr>
            <p:spPr>
              <a:xfrm>
                <a:off x="7383218" y="2271457"/>
                <a:ext cx="312905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弧形 24">
                <a:extLst>
                  <a:ext uri="{FF2B5EF4-FFF2-40B4-BE49-F238E27FC236}">
                    <a16:creationId xmlns:a16="http://schemas.microsoft.com/office/drawing/2014/main" id="{BF9DA8AA-A817-A395-F077-595055142D89}"/>
                  </a:ext>
                </a:extLst>
              </p:cNvPr>
              <p:cNvSpPr/>
              <p:nvPr/>
            </p:nvSpPr>
            <p:spPr>
              <a:xfrm flipH="1">
                <a:off x="7377225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AFFFEFFE-2660-186A-1870-6749719FAB3C}"/>
                </a:ext>
              </a:extLst>
            </p:cNvPr>
            <p:cNvGrpSpPr/>
            <p:nvPr/>
          </p:nvGrpSpPr>
          <p:grpSpPr>
            <a:xfrm>
              <a:off x="6720975" y="2271456"/>
              <a:ext cx="318898" cy="392306"/>
              <a:chOff x="7377225" y="2271456"/>
              <a:chExt cx="318898" cy="392306"/>
            </a:xfrm>
          </p:grpSpPr>
          <p:sp>
            <p:nvSpPr>
              <p:cNvPr id="22" name="弧形 21">
                <a:extLst>
                  <a:ext uri="{FF2B5EF4-FFF2-40B4-BE49-F238E27FC236}">
                    <a16:creationId xmlns:a16="http://schemas.microsoft.com/office/drawing/2014/main" id="{C2ED9BD9-BA04-D80D-EEE5-E7A85840A4C7}"/>
                  </a:ext>
                </a:extLst>
              </p:cNvPr>
              <p:cNvSpPr/>
              <p:nvPr/>
            </p:nvSpPr>
            <p:spPr>
              <a:xfrm>
                <a:off x="7383217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弧形 22">
                <a:extLst>
                  <a:ext uri="{FF2B5EF4-FFF2-40B4-BE49-F238E27FC236}">
                    <a16:creationId xmlns:a16="http://schemas.microsoft.com/office/drawing/2014/main" id="{CE0DA6EB-DCE1-442B-6034-BDA5BD31C691}"/>
                  </a:ext>
                </a:extLst>
              </p:cNvPr>
              <p:cNvSpPr/>
              <p:nvPr/>
            </p:nvSpPr>
            <p:spPr>
              <a:xfrm flipH="1">
                <a:off x="7377225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795EDE73-F84C-056F-9A62-27E3FA32FE20}"/>
                </a:ext>
              </a:extLst>
            </p:cNvPr>
            <p:cNvGrpSpPr/>
            <p:nvPr/>
          </p:nvGrpSpPr>
          <p:grpSpPr>
            <a:xfrm>
              <a:off x="6386666" y="2271456"/>
              <a:ext cx="318898" cy="392306"/>
              <a:chOff x="7377225" y="2271456"/>
              <a:chExt cx="318898" cy="392306"/>
            </a:xfrm>
          </p:grpSpPr>
          <p:sp>
            <p:nvSpPr>
              <p:cNvPr id="20" name="弧形 19">
                <a:extLst>
                  <a:ext uri="{FF2B5EF4-FFF2-40B4-BE49-F238E27FC236}">
                    <a16:creationId xmlns:a16="http://schemas.microsoft.com/office/drawing/2014/main" id="{FAB9143E-FDF7-0D2F-83AC-20EE61971BFF}"/>
                  </a:ext>
                </a:extLst>
              </p:cNvPr>
              <p:cNvSpPr/>
              <p:nvPr/>
            </p:nvSpPr>
            <p:spPr>
              <a:xfrm>
                <a:off x="7383217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" name="弧形 20">
                <a:extLst>
                  <a:ext uri="{FF2B5EF4-FFF2-40B4-BE49-F238E27FC236}">
                    <a16:creationId xmlns:a16="http://schemas.microsoft.com/office/drawing/2014/main" id="{973B350F-81D2-99DB-6027-8EE6109202AF}"/>
                  </a:ext>
                </a:extLst>
              </p:cNvPr>
              <p:cNvSpPr/>
              <p:nvPr/>
            </p:nvSpPr>
            <p:spPr>
              <a:xfrm flipH="1">
                <a:off x="7377225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D107029-38FC-133E-01AE-3A8FF1A0E7EB}"/>
              </a:ext>
            </a:extLst>
          </p:cNvPr>
          <p:cNvCxnSpPr>
            <a:cxnSpLocks/>
          </p:cNvCxnSpPr>
          <p:nvPr/>
        </p:nvCxnSpPr>
        <p:spPr>
          <a:xfrm>
            <a:off x="5790766" y="2133144"/>
            <a:ext cx="12624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38357E24-B4E7-0D9D-AB52-52341D20B8B9}"/>
              </a:ext>
            </a:extLst>
          </p:cNvPr>
          <p:cNvCxnSpPr>
            <a:cxnSpLocks/>
          </p:cNvCxnSpPr>
          <p:nvPr/>
        </p:nvCxnSpPr>
        <p:spPr>
          <a:xfrm>
            <a:off x="4568825" y="2133144"/>
            <a:ext cx="47433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C5BD5956-DDAA-2B83-27A2-AA42FD1DD8DF}"/>
              </a:ext>
            </a:extLst>
          </p:cNvPr>
          <p:cNvCxnSpPr>
            <a:cxnSpLocks/>
          </p:cNvCxnSpPr>
          <p:nvPr/>
        </p:nvCxnSpPr>
        <p:spPr>
          <a:xfrm>
            <a:off x="4568825" y="2133144"/>
            <a:ext cx="0" cy="19346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椭圆 32">
            <a:extLst>
              <a:ext uri="{FF2B5EF4-FFF2-40B4-BE49-F238E27FC236}">
                <a16:creationId xmlns:a16="http://schemas.microsoft.com/office/drawing/2014/main" id="{1FD2A8A0-007F-F6A9-F5FE-51A9D6ADDCA2}"/>
              </a:ext>
            </a:extLst>
          </p:cNvPr>
          <p:cNvSpPr/>
          <p:nvPr/>
        </p:nvSpPr>
        <p:spPr>
          <a:xfrm>
            <a:off x="4396777" y="3243012"/>
            <a:ext cx="344096" cy="344096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BB8CEB98-834D-E53B-C5CC-F54865F1872D}"/>
              </a:ext>
            </a:extLst>
          </p:cNvPr>
          <p:cNvCxnSpPr>
            <a:cxnSpLocks/>
          </p:cNvCxnSpPr>
          <p:nvPr/>
        </p:nvCxnSpPr>
        <p:spPr>
          <a:xfrm flipH="1">
            <a:off x="4568825" y="4079875"/>
            <a:ext cx="24844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336DDD3B-4676-3AF4-E22F-CFF286081F67}"/>
              </a:ext>
            </a:extLst>
          </p:cNvPr>
          <p:cNvCxnSpPr>
            <a:cxnSpLocks/>
          </p:cNvCxnSpPr>
          <p:nvPr/>
        </p:nvCxnSpPr>
        <p:spPr>
          <a:xfrm>
            <a:off x="7056718" y="3721100"/>
            <a:ext cx="0" cy="3587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EA790674-7F86-C925-4BB4-ED1D63EA2481}"/>
              </a:ext>
            </a:extLst>
          </p:cNvPr>
          <p:cNvCxnSpPr>
            <a:cxnSpLocks/>
          </p:cNvCxnSpPr>
          <p:nvPr/>
        </p:nvCxnSpPr>
        <p:spPr>
          <a:xfrm>
            <a:off x="7053252" y="2593995"/>
            <a:ext cx="0" cy="4305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CE780D65-1B94-62E7-333C-83FC211C72BC}"/>
              </a:ext>
            </a:extLst>
          </p:cNvPr>
          <p:cNvCxnSpPr>
            <a:cxnSpLocks/>
          </p:cNvCxnSpPr>
          <p:nvPr/>
        </p:nvCxnSpPr>
        <p:spPr>
          <a:xfrm>
            <a:off x="7045304" y="2133144"/>
            <a:ext cx="0" cy="2761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673AE20F-D62B-9080-65F1-577DB7F4D729}"/>
              </a:ext>
            </a:extLst>
          </p:cNvPr>
          <p:cNvCxnSpPr>
            <a:cxnSpLocks/>
          </p:cNvCxnSpPr>
          <p:nvPr/>
        </p:nvCxnSpPr>
        <p:spPr>
          <a:xfrm rot="5400000" flipV="1">
            <a:off x="6223922" y="1933406"/>
            <a:ext cx="0" cy="399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7AC647B-4017-18EF-6FF2-459D7E36680E}"/>
                  </a:ext>
                </a:extLst>
              </p:cNvPr>
              <p:cNvSpPr txBox="1"/>
              <p:nvPr/>
            </p:nvSpPr>
            <p:spPr>
              <a:xfrm>
                <a:off x="6125849" y="1770824"/>
                <a:ext cx="342658" cy="377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zh-CN" altLang="zh-C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</m:oMath>
                  </m:oMathPara>
                </a14:m>
                <a:endParaRPr lang="zh-CN" altLang="zh-CN" i="1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7AC647B-4017-18EF-6FF2-459D7E366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5849" y="1770824"/>
                <a:ext cx="342658" cy="377989"/>
              </a:xfrm>
              <a:prstGeom prst="rect">
                <a:avLst/>
              </a:prstGeom>
              <a:blipFill>
                <a:blip r:embed="rId6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1076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82D22-345C-ECE6-4D55-4F881B32F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0733BD2-703C-70A0-C811-B9D23DD8BC5E}"/>
              </a:ext>
            </a:extLst>
          </p:cNvPr>
          <p:cNvSpPr/>
          <p:nvPr/>
        </p:nvSpPr>
        <p:spPr>
          <a:xfrm>
            <a:off x="5043161" y="2025196"/>
            <a:ext cx="731519" cy="2158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1FF1D0B-B75F-BDB9-14A2-5F8C258C31DC}"/>
              </a:ext>
            </a:extLst>
          </p:cNvPr>
          <p:cNvCxnSpPr/>
          <p:nvPr/>
        </p:nvCxnSpPr>
        <p:spPr>
          <a:xfrm>
            <a:off x="8262408" y="3254806"/>
            <a:ext cx="660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879A3CB-1A43-7460-1B89-6BACAD03ECCA}"/>
              </a:ext>
            </a:extLst>
          </p:cNvPr>
          <p:cNvCxnSpPr/>
          <p:nvPr/>
        </p:nvCxnSpPr>
        <p:spPr>
          <a:xfrm>
            <a:off x="8262408" y="3439472"/>
            <a:ext cx="660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E65A0AD-A839-CFBB-3406-39E74E389966}"/>
                  </a:ext>
                </a:extLst>
              </p:cNvPr>
              <p:cNvSpPr txBox="1"/>
              <p:nvPr/>
            </p:nvSpPr>
            <p:spPr>
              <a:xfrm>
                <a:off x="4204623" y="2935235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E65A0AD-A839-CFBB-3406-39E74E389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4623" y="2935235"/>
                <a:ext cx="364202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B77FB34-5412-E24E-9E1A-2639D0767886}"/>
                  </a:ext>
                </a:extLst>
              </p:cNvPr>
              <p:cNvSpPr txBox="1"/>
              <p:nvPr/>
            </p:nvSpPr>
            <p:spPr>
              <a:xfrm>
                <a:off x="4209432" y="3629055"/>
                <a:ext cx="35939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B77FB34-5412-E24E-9E1A-2639D0767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432" y="3629055"/>
                <a:ext cx="359393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DB5847C1-05B1-E15B-F701-52571643E384}"/>
              </a:ext>
            </a:extLst>
          </p:cNvPr>
          <p:cNvSpPr txBox="1"/>
          <p:nvPr/>
        </p:nvSpPr>
        <p:spPr>
          <a:xfrm>
            <a:off x="7259428" y="317994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FC6EB65-20F2-0C7C-9A8A-8A19E4C9DA2A}"/>
                  </a:ext>
                </a:extLst>
              </p:cNvPr>
              <p:cNvSpPr txBox="1"/>
              <p:nvPr/>
            </p:nvSpPr>
            <p:spPr>
              <a:xfrm>
                <a:off x="5210629" y="1698712"/>
                <a:ext cx="4878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b="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FC6EB65-20F2-0C7C-9A8A-8A19E4C9D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0629" y="1698712"/>
                <a:ext cx="4878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0F1F379-1CAB-722E-BBA6-958D127DDDDB}"/>
                  </a:ext>
                </a:extLst>
              </p:cNvPr>
              <p:cNvSpPr txBox="1"/>
              <p:nvPr/>
            </p:nvSpPr>
            <p:spPr>
              <a:xfrm>
                <a:off x="4037521" y="3209119"/>
                <a:ext cx="483337" cy="377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0F1F379-1CAB-722E-BBA6-958D127DD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521" y="3209119"/>
                <a:ext cx="483337" cy="3779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C0A2CEFA-DEC2-6993-9139-562BAE78B30E}"/>
              </a:ext>
            </a:extLst>
          </p:cNvPr>
          <p:cNvSpPr txBox="1"/>
          <p:nvPr/>
        </p:nvSpPr>
        <p:spPr>
          <a:xfrm>
            <a:off x="8922807" y="3183035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290EC35-28D2-08BB-1D41-2E838042EF12}"/>
              </a:ext>
            </a:extLst>
          </p:cNvPr>
          <p:cNvGrpSpPr/>
          <p:nvPr/>
        </p:nvGrpSpPr>
        <p:grpSpPr>
          <a:xfrm rot="5400000" flipH="1">
            <a:off x="6708875" y="3223397"/>
            <a:ext cx="688754" cy="290980"/>
            <a:chOff x="6386666" y="2271456"/>
            <a:chExt cx="981332" cy="392307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6DEB88A6-9884-D43E-E6FE-9DC830FBEDAC}"/>
                </a:ext>
              </a:extLst>
            </p:cNvPr>
            <p:cNvGrpSpPr/>
            <p:nvPr/>
          </p:nvGrpSpPr>
          <p:grpSpPr>
            <a:xfrm>
              <a:off x="7049100" y="2271456"/>
              <a:ext cx="318898" cy="392307"/>
              <a:chOff x="7377225" y="2271456"/>
              <a:chExt cx="318898" cy="392307"/>
            </a:xfrm>
          </p:grpSpPr>
          <p:sp>
            <p:nvSpPr>
              <p:cNvPr id="24" name="弧形 23">
                <a:extLst>
                  <a:ext uri="{FF2B5EF4-FFF2-40B4-BE49-F238E27FC236}">
                    <a16:creationId xmlns:a16="http://schemas.microsoft.com/office/drawing/2014/main" id="{4EB8778C-BA74-C13A-5AC6-378BC315C089}"/>
                  </a:ext>
                </a:extLst>
              </p:cNvPr>
              <p:cNvSpPr/>
              <p:nvPr/>
            </p:nvSpPr>
            <p:spPr>
              <a:xfrm>
                <a:off x="7383218" y="2271457"/>
                <a:ext cx="312905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弧形 24">
                <a:extLst>
                  <a:ext uri="{FF2B5EF4-FFF2-40B4-BE49-F238E27FC236}">
                    <a16:creationId xmlns:a16="http://schemas.microsoft.com/office/drawing/2014/main" id="{3AC44316-29BE-F5B0-476E-456CF56D0C59}"/>
                  </a:ext>
                </a:extLst>
              </p:cNvPr>
              <p:cNvSpPr/>
              <p:nvPr/>
            </p:nvSpPr>
            <p:spPr>
              <a:xfrm flipH="1">
                <a:off x="7377225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0554986B-AE4F-3ED9-D77E-F358628FFAAC}"/>
                </a:ext>
              </a:extLst>
            </p:cNvPr>
            <p:cNvGrpSpPr/>
            <p:nvPr/>
          </p:nvGrpSpPr>
          <p:grpSpPr>
            <a:xfrm>
              <a:off x="6720975" y="2271456"/>
              <a:ext cx="318898" cy="392306"/>
              <a:chOff x="7377225" y="2271456"/>
              <a:chExt cx="318898" cy="392306"/>
            </a:xfrm>
          </p:grpSpPr>
          <p:sp>
            <p:nvSpPr>
              <p:cNvPr id="22" name="弧形 21">
                <a:extLst>
                  <a:ext uri="{FF2B5EF4-FFF2-40B4-BE49-F238E27FC236}">
                    <a16:creationId xmlns:a16="http://schemas.microsoft.com/office/drawing/2014/main" id="{36902F3F-7F64-F189-94B6-BBAD05262B4D}"/>
                  </a:ext>
                </a:extLst>
              </p:cNvPr>
              <p:cNvSpPr/>
              <p:nvPr/>
            </p:nvSpPr>
            <p:spPr>
              <a:xfrm>
                <a:off x="7383217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弧形 22">
                <a:extLst>
                  <a:ext uri="{FF2B5EF4-FFF2-40B4-BE49-F238E27FC236}">
                    <a16:creationId xmlns:a16="http://schemas.microsoft.com/office/drawing/2014/main" id="{679D456C-30F9-5F99-D3F0-DC74A24263B6}"/>
                  </a:ext>
                </a:extLst>
              </p:cNvPr>
              <p:cNvSpPr/>
              <p:nvPr/>
            </p:nvSpPr>
            <p:spPr>
              <a:xfrm flipH="1">
                <a:off x="7377225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F41DA13E-CC3E-4E11-8521-BC8BC1F6A781}"/>
                </a:ext>
              </a:extLst>
            </p:cNvPr>
            <p:cNvGrpSpPr/>
            <p:nvPr/>
          </p:nvGrpSpPr>
          <p:grpSpPr>
            <a:xfrm>
              <a:off x="6386666" y="2271456"/>
              <a:ext cx="318898" cy="392306"/>
              <a:chOff x="7377225" y="2271456"/>
              <a:chExt cx="318898" cy="392306"/>
            </a:xfrm>
          </p:grpSpPr>
          <p:sp>
            <p:nvSpPr>
              <p:cNvPr id="20" name="弧形 19">
                <a:extLst>
                  <a:ext uri="{FF2B5EF4-FFF2-40B4-BE49-F238E27FC236}">
                    <a16:creationId xmlns:a16="http://schemas.microsoft.com/office/drawing/2014/main" id="{E518639B-E24E-78CA-E5E4-71C6517E58BA}"/>
                  </a:ext>
                </a:extLst>
              </p:cNvPr>
              <p:cNvSpPr/>
              <p:nvPr/>
            </p:nvSpPr>
            <p:spPr>
              <a:xfrm>
                <a:off x="7383217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" name="弧形 20">
                <a:extLst>
                  <a:ext uri="{FF2B5EF4-FFF2-40B4-BE49-F238E27FC236}">
                    <a16:creationId xmlns:a16="http://schemas.microsoft.com/office/drawing/2014/main" id="{CE039D3A-5293-C5D1-89C3-FD2B79C9D956}"/>
                  </a:ext>
                </a:extLst>
              </p:cNvPr>
              <p:cNvSpPr/>
              <p:nvPr/>
            </p:nvSpPr>
            <p:spPr>
              <a:xfrm flipH="1">
                <a:off x="7377225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090D6269-97A5-8EF6-10DF-CAF93B516173}"/>
              </a:ext>
            </a:extLst>
          </p:cNvPr>
          <p:cNvCxnSpPr>
            <a:cxnSpLocks/>
          </p:cNvCxnSpPr>
          <p:nvPr/>
        </p:nvCxnSpPr>
        <p:spPr>
          <a:xfrm>
            <a:off x="5790766" y="2133144"/>
            <a:ext cx="437161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6A0B7A9-0A42-B2DB-C937-050DC909512A}"/>
              </a:ext>
            </a:extLst>
          </p:cNvPr>
          <p:cNvCxnSpPr>
            <a:cxnSpLocks/>
          </p:cNvCxnSpPr>
          <p:nvPr/>
        </p:nvCxnSpPr>
        <p:spPr>
          <a:xfrm>
            <a:off x="4568825" y="2133144"/>
            <a:ext cx="47433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1E2DA58B-0AAF-46C6-726F-022A929E423D}"/>
              </a:ext>
            </a:extLst>
          </p:cNvPr>
          <p:cNvCxnSpPr>
            <a:cxnSpLocks/>
          </p:cNvCxnSpPr>
          <p:nvPr/>
        </p:nvCxnSpPr>
        <p:spPr>
          <a:xfrm>
            <a:off x="4568825" y="2133144"/>
            <a:ext cx="0" cy="19346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椭圆 32">
            <a:extLst>
              <a:ext uri="{FF2B5EF4-FFF2-40B4-BE49-F238E27FC236}">
                <a16:creationId xmlns:a16="http://schemas.microsoft.com/office/drawing/2014/main" id="{AB34B7FE-2A99-38FD-8B6F-E8E5D46E706E}"/>
              </a:ext>
            </a:extLst>
          </p:cNvPr>
          <p:cNvSpPr/>
          <p:nvPr/>
        </p:nvSpPr>
        <p:spPr>
          <a:xfrm>
            <a:off x="4396777" y="3243012"/>
            <a:ext cx="344096" cy="344096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BB10FDA-0DCD-0F4E-F36C-8D7266E23E26}"/>
              </a:ext>
            </a:extLst>
          </p:cNvPr>
          <p:cNvCxnSpPr>
            <a:cxnSpLocks/>
          </p:cNvCxnSpPr>
          <p:nvPr/>
        </p:nvCxnSpPr>
        <p:spPr>
          <a:xfrm flipH="1">
            <a:off x="4568825" y="4079875"/>
            <a:ext cx="560810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79500188-B3F6-148D-A0B4-553552E77147}"/>
              </a:ext>
            </a:extLst>
          </p:cNvPr>
          <p:cNvCxnSpPr>
            <a:cxnSpLocks/>
          </p:cNvCxnSpPr>
          <p:nvPr/>
        </p:nvCxnSpPr>
        <p:spPr>
          <a:xfrm>
            <a:off x="7056718" y="3721100"/>
            <a:ext cx="0" cy="3587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3D154650-3BF6-5DF3-EDD7-1FFEB90D226C}"/>
              </a:ext>
            </a:extLst>
          </p:cNvPr>
          <p:cNvCxnSpPr>
            <a:cxnSpLocks/>
          </p:cNvCxnSpPr>
          <p:nvPr/>
        </p:nvCxnSpPr>
        <p:spPr>
          <a:xfrm>
            <a:off x="7053252" y="2593995"/>
            <a:ext cx="0" cy="4305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6B70797E-98D3-4233-8A5A-6EFF11D4C7B4}"/>
              </a:ext>
            </a:extLst>
          </p:cNvPr>
          <p:cNvCxnSpPr>
            <a:cxnSpLocks/>
          </p:cNvCxnSpPr>
          <p:nvPr/>
        </p:nvCxnSpPr>
        <p:spPr>
          <a:xfrm>
            <a:off x="7053252" y="2133144"/>
            <a:ext cx="0" cy="4608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45E9149-C02F-9753-4031-CD65422E0BD4}"/>
              </a:ext>
            </a:extLst>
          </p:cNvPr>
          <p:cNvCxnSpPr/>
          <p:nvPr/>
        </p:nvCxnSpPr>
        <p:spPr>
          <a:xfrm>
            <a:off x="8636000" y="2133144"/>
            <a:ext cx="0" cy="11216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576E9AC-F6B7-FB5D-BFB7-673F504EAFB7}"/>
              </a:ext>
            </a:extLst>
          </p:cNvPr>
          <p:cNvCxnSpPr>
            <a:cxnSpLocks/>
          </p:cNvCxnSpPr>
          <p:nvPr/>
        </p:nvCxnSpPr>
        <p:spPr>
          <a:xfrm>
            <a:off x="8636000" y="3429000"/>
            <a:ext cx="0" cy="6508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8B9FE772-27D0-A77E-1BC4-C35D34416F39}"/>
              </a:ext>
            </a:extLst>
          </p:cNvPr>
          <p:cNvSpPr/>
          <p:nvPr/>
        </p:nvSpPr>
        <p:spPr>
          <a:xfrm rot="5400000">
            <a:off x="9799573" y="3280730"/>
            <a:ext cx="731519" cy="2158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FD057C61-4952-B9D8-DD46-92FA4B261449}"/>
                  </a:ext>
                </a:extLst>
              </p:cNvPr>
              <p:cNvSpPr txBox="1"/>
              <p:nvPr/>
            </p:nvSpPr>
            <p:spPr>
              <a:xfrm>
                <a:off x="10216104" y="3179947"/>
                <a:ext cx="3957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FD057C61-4952-B9D8-DD46-92FA4B261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6104" y="3179947"/>
                <a:ext cx="39573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B571A620-23FE-24E2-3210-44A912627820}"/>
              </a:ext>
            </a:extLst>
          </p:cNvPr>
          <p:cNvCxnSpPr>
            <a:cxnSpLocks/>
          </p:cNvCxnSpPr>
          <p:nvPr/>
        </p:nvCxnSpPr>
        <p:spPr>
          <a:xfrm>
            <a:off x="10070468" y="2140553"/>
            <a:ext cx="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C15AC4CC-0623-36D8-3574-D5947CD040F7}"/>
              </a:ext>
            </a:extLst>
          </p:cNvPr>
          <p:cNvCxnSpPr>
            <a:cxnSpLocks/>
          </p:cNvCxnSpPr>
          <p:nvPr/>
        </p:nvCxnSpPr>
        <p:spPr>
          <a:xfrm>
            <a:off x="10162376" y="3754437"/>
            <a:ext cx="0" cy="3323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73E56B90-BFCB-2EE9-9D37-6743D7FA4F2E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10162376" y="2133144"/>
            <a:ext cx="2957" cy="8897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409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FF93C-BFF5-E11D-E9B0-011A65A17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8C36862-2195-3FF8-EDE7-9CDF2A93D2B0}"/>
              </a:ext>
            </a:extLst>
          </p:cNvPr>
          <p:cNvSpPr/>
          <p:nvPr/>
        </p:nvSpPr>
        <p:spPr>
          <a:xfrm>
            <a:off x="5043161" y="2025196"/>
            <a:ext cx="731519" cy="2158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596790F-AD82-1AE1-BA05-97B2FD005036}"/>
              </a:ext>
            </a:extLst>
          </p:cNvPr>
          <p:cNvCxnSpPr/>
          <p:nvPr/>
        </p:nvCxnSpPr>
        <p:spPr>
          <a:xfrm>
            <a:off x="6723052" y="2390418"/>
            <a:ext cx="660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23C7B6D-81C1-3B7B-CEFA-4C2EF41ED238}"/>
              </a:ext>
            </a:extLst>
          </p:cNvPr>
          <p:cNvCxnSpPr/>
          <p:nvPr/>
        </p:nvCxnSpPr>
        <p:spPr>
          <a:xfrm>
            <a:off x="6723052" y="2575084"/>
            <a:ext cx="660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145494F-90BC-DDFB-B2BB-498EEC56D37F}"/>
                  </a:ext>
                </a:extLst>
              </p:cNvPr>
              <p:cNvSpPr txBox="1"/>
              <p:nvPr/>
            </p:nvSpPr>
            <p:spPr>
              <a:xfrm>
                <a:off x="4069187" y="2980427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145494F-90BC-DDFB-B2BB-498EEC56D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9187" y="2980427"/>
                <a:ext cx="364202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1F7B046-1C36-A330-D2AB-7695A28FEA66}"/>
                  </a:ext>
                </a:extLst>
              </p:cNvPr>
              <p:cNvSpPr txBox="1"/>
              <p:nvPr/>
            </p:nvSpPr>
            <p:spPr>
              <a:xfrm>
                <a:off x="4071591" y="3489443"/>
                <a:ext cx="35939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1F7B046-1C36-A330-D2AB-7695A28FE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1591" y="3489443"/>
                <a:ext cx="359393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AD1DB54-005F-6FA0-7C8C-3ED3C7AF1964}"/>
                  </a:ext>
                </a:extLst>
              </p:cNvPr>
              <p:cNvSpPr txBox="1"/>
              <p:nvPr/>
            </p:nvSpPr>
            <p:spPr>
              <a:xfrm>
                <a:off x="7241328" y="3339726"/>
                <a:ext cx="13151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200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𝑚𝐻</m:t>
                    </m:r>
                  </m:oMath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AD1DB54-005F-6FA0-7C8C-3ED3C7AF1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328" y="3339726"/>
                <a:ext cx="1315104" cy="369332"/>
              </a:xfrm>
              <a:prstGeom prst="rect">
                <a:avLst/>
              </a:prstGeom>
              <a:blipFill>
                <a:blip r:embed="rId4"/>
                <a:stretch>
                  <a:fillRect l="-4167" t="-11667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5633751-85CE-E876-95DF-646D678ED21E}"/>
                  </a:ext>
                </a:extLst>
              </p:cNvPr>
              <p:cNvSpPr txBox="1"/>
              <p:nvPr/>
            </p:nvSpPr>
            <p:spPr>
              <a:xfrm>
                <a:off x="4816204" y="1687031"/>
                <a:ext cx="108908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CN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200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0" dirty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zh-CN" altLang="en-US" dirty="0"/>
              </a:p>
              <a:p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5633751-85CE-E876-95DF-646D678ED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204" y="1687031"/>
                <a:ext cx="1089081" cy="646331"/>
              </a:xfrm>
              <a:prstGeom prst="rect">
                <a:avLst/>
              </a:prstGeom>
              <a:blipFill>
                <a:blip r:embed="rId5"/>
                <a:stretch>
                  <a:fillRect t="-6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85F2104-3667-B231-61BD-25F91F8D6CAF}"/>
                  </a:ext>
                </a:extLst>
              </p:cNvPr>
              <p:cNvSpPr txBox="1"/>
              <p:nvPr/>
            </p:nvSpPr>
            <p:spPr>
              <a:xfrm>
                <a:off x="4037521" y="3209119"/>
                <a:ext cx="483337" cy="377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CEC196A-7244-E192-6C87-D7619A97F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521" y="3209119"/>
                <a:ext cx="483337" cy="3779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D0FD078-999F-1036-CD53-26A1B23040F7}"/>
                  </a:ext>
                </a:extLst>
              </p:cNvPr>
              <p:cNvSpPr txBox="1"/>
              <p:nvPr/>
            </p:nvSpPr>
            <p:spPr>
              <a:xfrm>
                <a:off x="7304902" y="2330244"/>
                <a:ext cx="11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0.1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D0FD078-999F-1036-CD53-26A1B2304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902" y="2330244"/>
                <a:ext cx="1190775" cy="369332"/>
              </a:xfrm>
              <a:prstGeom prst="rect">
                <a:avLst/>
              </a:prstGeom>
              <a:blipFill>
                <a:blip r:embed="rId7"/>
                <a:stretch>
                  <a:fillRect l="-4082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>
            <a:extLst>
              <a:ext uri="{FF2B5EF4-FFF2-40B4-BE49-F238E27FC236}">
                <a16:creationId xmlns:a16="http://schemas.microsoft.com/office/drawing/2014/main" id="{9433857F-ACC1-209C-8990-E41606F5E6A8}"/>
              </a:ext>
            </a:extLst>
          </p:cNvPr>
          <p:cNvGrpSpPr/>
          <p:nvPr/>
        </p:nvGrpSpPr>
        <p:grpSpPr>
          <a:xfrm rot="5400000" flipH="1">
            <a:off x="6708875" y="3223397"/>
            <a:ext cx="688754" cy="290980"/>
            <a:chOff x="6386666" y="2271456"/>
            <a:chExt cx="981332" cy="392307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472EF051-BC77-010A-0FFC-965FEAD03B28}"/>
                </a:ext>
              </a:extLst>
            </p:cNvPr>
            <p:cNvGrpSpPr/>
            <p:nvPr/>
          </p:nvGrpSpPr>
          <p:grpSpPr>
            <a:xfrm>
              <a:off x="7049100" y="2271456"/>
              <a:ext cx="318898" cy="392307"/>
              <a:chOff x="7377225" y="2271456"/>
              <a:chExt cx="318898" cy="392307"/>
            </a:xfrm>
          </p:grpSpPr>
          <p:sp>
            <p:nvSpPr>
              <p:cNvPr id="24" name="弧形 23">
                <a:extLst>
                  <a:ext uri="{FF2B5EF4-FFF2-40B4-BE49-F238E27FC236}">
                    <a16:creationId xmlns:a16="http://schemas.microsoft.com/office/drawing/2014/main" id="{3C43A1EB-43C4-55DF-D0E8-35D2BA0043B1}"/>
                  </a:ext>
                </a:extLst>
              </p:cNvPr>
              <p:cNvSpPr/>
              <p:nvPr/>
            </p:nvSpPr>
            <p:spPr>
              <a:xfrm>
                <a:off x="7383218" y="2271457"/>
                <a:ext cx="312905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弧形 24">
                <a:extLst>
                  <a:ext uri="{FF2B5EF4-FFF2-40B4-BE49-F238E27FC236}">
                    <a16:creationId xmlns:a16="http://schemas.microsoft.com/office/drawing/2014/main" id="{8CEAB6A5-EE67-1B36-DA9F-2B7ECF8F3D72}"/>
                  </a:ext>
                </a:extLst>
              </p:cNvPr>
              <p:cNvSpPr/>
              <p:nvPr/>
            </p:nvSpPr>
            <p:spPr>
              <a:xfrm flipH="1">
                <a:off x="7377225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90F0E0D8-919B-6C3A-3AD3-49E957D53235}"/>
                </a:ext>
              </a:extLst>
            </p:cNvPr>
            <p:cNvGrpSpPr/>
            <p:nvPr/>
          </p:nvGrpSpPr>
          <p:grpSpPr>
            <a:xfrm>
              <a:off x="6720975" y="2271456"/>
              <a:ext cx="318898" cy="392306"/>
              <a:chOff x="7377225" y="2271456"/>
              <a:chExt cx="318898" cy="392306"/>
            </a:xfrm>
          </p:grpSpPr>
          <p:sp>
            <p:nvSpPr>
              <p:cNvPr id="22" name="弧形 21">
                <a:extLst>
                  <a:ext uri="{FF2B5EF4-FFF2-40B4-BE49-F238E27FC236}">
                    <a16:creationId xmlns:a16="http://schemas.microsoft.com/office/drawing/2014/main" id="{922E5677-95DA-DD65-D2FB-2D106B48604E}"/>
                  </a:ext>
                </a:extLst>
              </p:cNvPr>
              <p:cNvSpPr/>
              <p:nvPr/>
            </p:nvSpPr>
            <p:spPr>
              <a:xfrm>
                <a:off x="7383217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弧形 22">
                <a:extLst>
                  <a:ext uri="{FF2B5EF4-FFF2-40B4-BE49-F238E27FC236}">
                    <a16:creationId xmlns:a16="http://schemas.microsoft.com/office/drawing/2014/main" id="{39551302-3BDE-FB86-0947-4B501A0D34A7}"/>
                  </a:ext>
                </a:extLst>
              </p:cNvPr>
              <p:cNvSpPr/>
              <p:nvPr/>
            </p:nvSpPr>
            <p:spPr>
              <a:xfrm flipH="1">
                <a:off x="7377225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E569F6A-A62D-3E20-30A9-93E0868CE2D8}"/>
                </a:ext>
              </a:extLst>
            </p:cNvPr>
            <p:cNvGrpSpPr/>
            <p:nvPr/>
          </p:nvGrpSpPr>
          <p:grpSpPr>
            <a:xfrm>
              <a:off x="6386666" y="2271456"/>
              <a:ext cx="318898" cy="392306"/>
              <a:chOff x="7377225" y="2271456"/>
              <a:chExt cx="318898" cy="392306"/>
            </a:xfrm>
          </p:grpSpPr>
          <p:sp>
            <p:nvSpPr>
              <p:cNvPr id="20" name="弧形 19">
                <a:extLst>
                  <a:ext uri="{FF2B5EF4-FFF2-40B4-BE49-F238E27FC236}">
                    <a16:creationId xmlns:a16="http://schemas.microsoft.com/office/drawing/2014/main" id="{3AF5AC42-04BA-4425-7874-2A043D1C7FF4}"/>
                  </a:ext>
                </a:extLst>
              </p:cNvPr>
              <p:cNvSpPr/>
              <p:nvPr/>
            </p:nvSpPr>
            <p:spPr>
              <a:xfrm>
                <a:off x="7383217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" name="弧形 20">
                <a:extLst>
                  <a:ext uri="{FF2B5EF4-FFF2-40B4-BE49-F238E27FC236}">
                    <a16:creationId xmlns:a16="http://schemas.microsoft.com/office/drawing/2014/main" id="{A0D75418-F138-3E3D-D01F-FC9D1F0190DC}"/>
                  </a:ext>
                </a:extLst>
              </p:cNvPr>
              <p:cNvSpPr/>
              <p:nvPr/>
            </p:nvSpPr>
            <p:spPr>
              <a:xfrm flipH="1">
                <a:off x="7377225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497A9D2-7C43-B5CB-BA4A-339DDF928803}"/>
              </a:ext>
            </a:extLst>
          </p:cNvPr>
          <p:cNvCxnSpPr>
            <a:cxnSpLocks/>
          </p:cNvCxnSpPr>
          <p:nvPr/>
        </p:nvCxnSpPr>
        <p:spPr>
          <a:xfrm>
            <a:off x="5790766" y="2133144"/>
            <a:ext cx="12624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581C273-67C9-A168-4F10-6761F71ECA72}"/>
              </a:ext>
            </a:extLst>
          </p:cNvPr>
          <p:cNvCxnSpPr>
            <a:cxnSpLocks/>
          </p:cNvCxnSpPr>
          <p:nvPr/>
        </p:nvCxnSpPr>
        <p:spPr>
          <a:xfrm>
            <a:off x="4568825" y="2133144"/>
            <a:ext cx="47433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70622EDE-616E-9ECD-9078-C6BD821E99CE}"/>
              </a:ext>
            </a:extLst>
          </p:cNvPr>
          <p:cNvCxnSpPr>
            <a:cxnSpLocks/>
          </p:cNvCxnSpPr>
          <p:nvPr/>
        </p:nvCxnSpPr>
        <p:spPr>
          <a:xfrm>
            <a:off x="4568825" y="2133144"/>
            <a:ext cx="0" cy="19346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椭圆 32">
            <a:extLst>
              <a:ext uri="{FF2B5EF4-FFF2-40B4-BE49-F238E27FC236}">
                <a16:creationId xmlns:a16="http://schemas.microsoft.com/office/drawing/2014/main" id="{E3029CB1-514E-034C-5873-D0663AC4FB1B}"/>
              </a:ext>
            </a:extLst>
          </p:cNvPr>
          <p:cNvSpPr/>
          <p:nvPr/>
        </p:nvSpPr>
        <p:spPr>
          <a:xfrm>
            <a:off x="4396777" y="3243012"/>
            <a:ext cx="344096" cy="344096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BBE1DC6-04CF-9559-DF61-586F808D48CD}"/>
              </a:ext>
            </a:extLst>
          </p:cNvPr>
          <p:cNvCxnSpPr>
            <a:cxnSpLocks/>
          </p:cNvCxnSpPr>
          <p:nvPr/>
        </p:nvCxnSpPr>
        <p:spPr>
          <a:xfrm flipH="1">
            <a:off x="4568825" y="4079875"/>
            <a:ext cx="24844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B21C02FC-27F3-331F-41CA-05F69F9CEE3F}"/>
              </a:ext>
            </a:extLst>
          </p:cNvPr>
          <p:cNvCxnSpPr>
            <a:cxnSpLocks/>
          </p:cNvCxnSpPr>
          <p:nvPr/>
        </p:nvCxnSpPr>
        <p:spPr>
          <a:xfrm>
            <a:off x="7056718" y="3721100"/>
            <a:ext cx="0" cy="3587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F1B976A1-2339-ED5A-4C12-0710B10EA5AE}"/>
              </a:ext>
            </a:extLst>
          </p:cNvPr>
          <p:cNvCxnSpPr>
            <a:cxnSpLocks/>
          </p:cNvCxnSpPr>
          <p:nvPr/>
        </p:nvCxnSpPr>
        <p:spPr>
          <a:xfrm>
            <a:off x="7053252" y="2593995"/>
            <a:ext cx="0" cy="4305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3B5A5017-4934-5593-C7E0-D9798A770A7D}"/>
              </a:ext>
            </a:extLst>
          </p:cNvPr>
          <p:cNvCxnSpPr>
            <a:cxnSpLocks/>
          </p:cNvCxnSpPr>
          <p:nvPr/>
        </p:nvCxnSpPr>
        <p:spPr>
          <a:xfrm>
            <a:off x="7045304" y="2133144"/>
            <a:ext cx="0" cy="2761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653ACBFB-D95E-8505-8951-A4BB30E4D557}"/>
              </a:ext>
            </a:extLst>
          </p:cNvPr>
          <p:cNvCxnSpPr>
            <a:cxnSpLocks/>
          </p:cNvCxnSpPr>
          <p:nvPr/>
        </p:nvCxnSpPr>
        <p:spPr>
          <a:xfrm rot="5400000" flipV="1">
            <a:off x="6223922" y="1933406"/>
            <a:ext cx="0" cy="399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65B9F9E-0BAD-AE20-1D27-3B286A825148}"/>
                  </a:ext>
                </a:extLst>
              </p:cNvPr>
              <p:cNvSpPr txBox="1"/>
              <p:nvPr/>
            </p:nvSpPr>
            <p:spPr>
              <a:xfrm>
                <a:off x="5969251" y="1783467"/>
                <a:ext cx="342658" cy="377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zh-CN" altLang="zh-C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</m:oMath>
                  </m:oMathPara>
                </a14:m>
                <a:endParaRPr lang="zh-CN" altLang="zh-CN" i="1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65B9F9E-0BAD-AE20-1D27-3B286A825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251" y="1783467"/>
                <a:ext cx="342658" cy="377989"/>
              </a:xfrm>
              <a:prstGeom prst="rect">
                <a:avLst/>
              </a:prstGeom>
              <a:blipFill>
                <a:blip r:embed="rId8"/>
                <a:stretch>
                  <a:fillRect r="-8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B7AED2C-FDD8-4239-BE53-CC8C5CC53136}"/>
                  </a:ext>
                </a:extLst>
              </p:cNvPr>
              <p:cNvSpPr txBox="1"/>
              <p:nvPr/>
            </p:nvSpPr>
            <p:spPr>
              <a:xfrm>
                <a:off x="6371358" y="2073096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B7AED2C-FDD8-4239-BE53-CC8C5CC53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358" y="2073096"/>
                <a:ext cx="364202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DBD1095-E57F-AF91-B56D-BA1ECCC4408C}"/>
                  </a:ext>
                </a:extLst>
              </p:cNvPr>
              <p:cNvSpPr txBox="1"/>
              <p:nvPr/>
            </p:nvSpPr>
            <p:spPr>
              <a:xfrm>
                <a:off x="6384114" y="2576022"/>
                <a:ext cx="35939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DBD1095-E57F-AF91-B56D-BA1ECCC44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114" y="2576022"/>
                <a:ext cx="359393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7CBF229-8EED-0A2D-5344-25BCE7631618}"/>
                  </a:ext>
                </a:extLst>
              </p:cNvPr>
              <p:cNvSpPr txBox="1"/>
              <p:nvPr/>
            </p:nvSpPr>
            <p:spPr>
              <a:xfrm>
                <a:off x="6350044" y="2295698"/>
                <a:ext cx="507126" cy="377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zh-CN" i="1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7CBF229-8EED-0A2D-5344-25BCE7631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44" y="2295698"/>
                <a:ext cx="507126" cy="37798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3E6DE34-36D0-5EBC-9906-E0479C43859F}"/>
                  </a:ext>
                </a:extLst>
              </p:cNvPr>
              <p:cNvSpPr txBox="1"/>
              <p:nvPr/>
            </p:nvSpPr>
            <p:spPr>
              <a:xfrm>
                <a:off x="6381710" y="2923590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3E6DE34-36D0-5EBC-9906-E0479C438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710" y="2923590"/>
                <a:ext cx="364202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14D74278-B48C-1C82-FDA4-C35CA57596AC}"/>
                  </a:ext>
                </a:extLst>
              </p:cNvPr>
              <p:cNvSpPr txBox="1"/>
              <p:nvPr/>
            </p:nvSpPr>
            <p:spPr>
              <a:xfrm>
                <a:off x="6384114" y="3432606"/>
                <a:ext cx="35939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14D74278-B48C-1C82-FDA4-C35CA5759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114" y="3432606"/>
                <a:ext cx="359393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BF782AE0-8FD9-ADB8-2A1D-F23ABD9170AA}"/>
                  </a:ext>
                </a:extLst>
              </p:cNvPr>
              <p:cNvSpPr txBox="1"/>
              <p:nvPr/>
            </p:nvSpPr>
            <p:spPr>
              <a:xfrm>
                <a:off x="6350044" y="3152282"/>
                <a:ext cx="500713" cy="377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BF782AE0-8FD9-ADB8-2A1D-F23ABD917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44" y="3152282"/>
                <a:ext cx="500713" cy="37798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15F39E2-91F4-64B9-BD21-29F6FB8E022E}"/>
                  </a:ext>
                </a:extLst>
              </p:cNvPr>
              <p:cNvSpPr txBox="1"/>
              <p:nvPr/>
            </p:nvSpPr>
            <p:spPr>
              <a:xfrm>
                <a:off x="2858691" y="3599250"/>
                <a:ext cx="188218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=5</m:t>
                      </m:r>
                      <m:func>
                        <m:func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</m:fName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en-US" altLang="zh-CN" i="1" dirty="0" err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altLang="zh-CN" i="1" dirty="0"/>
              </a:p>
              <a:p>
                <a:endParaRPr lang="zh-CN" altLang="en-US" i="1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15F39E2-91F4-64B9-BD21-29F6FB8E0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691" y="3599250"/>
                <a:ext cx="1882182" cy="6463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8490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1AE66-75EF-2912-8534-6932DA8AF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FDBF35B-003A-6759-3AD4-43F2FD78FEBA}"/>
              </a:ext>
            </a:extLst>
          </p:cNvPr>
          <p:cNvSpPr/>
          <p:nvPr/>
        </p:nvSpPr>
        <p:spPr>
          <a:xfrm>
            <a:off x="5043161" y="2025196"/>
            <a:ext cx="731519" cy="2158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69E9548-6D5C-751B-E86F-C63D5F6224C9}"/>
                  </a:ext>
                </a:extLst>
              </p:cNvPr>
              <p:cNvSpPr txBox="1"/>
              <p:nvPr/>
            </p:nvSpPr>
            <p:spPr>
              <a:xfrm>
                <a:off x="4204623" y="2935235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E65A0AD-A839-CFBB-3406-39E74E389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4623" y="2935235"/>
                <a:ext cx="364202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35EBFFD-5737-91D8-8B7D-6704CEBD39E2}"/>
                  </a:ext>
                </a:extLst>
              </p:cNvPr>
              <p:cNvSpPr txBox="1"/>
              <p:nvPr/>
            </p:nvSpPr>
            <p:spPr>
              <a:xfrm>
                <a:off x="4209432" y="3629055"/>
                <a:ext cx="35939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B77FB34-5412-E24E-9E1A-2639D0767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432" y="3629055"/>
                <a:ext cx="359393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A1CB8F0-2963-9D2B-B306-8851E6149878}"/>
                  </a:ext>
                </a:extLst>
              </p:cNvPr>
              <p:cNvSpPr txBox="1"/>
              <p:nvPr/>
            </p:nvSpPr>
            <p:spPr>
              <a:xfrm>
                <a:off x="7149376" y="3174659"/>
                <a:ext cx="12795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200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mH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A1CB8F0-2963-9D2B-B306-8851E6149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9376" y="3174659"/>
                <a:ext cx="1279517" cy="369332"/>
              </a:xfrm>
              <a:prstGeom prst="rect">
                <a:avLst/>
              </a:prstGeom>
              <a:blipFill>
                <a:blip r:embed="rId4"/>
                <a:stretch>
                  <a:fillRect l="-4286" t="-11667" r="-2857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6369927-1292-DAE3-B3D9-23A0CC3EB4AC}"/>
                  </a:ext>
                </a:extLst>
              </p:cNvPr>
              <p:cNvSpPr txBox="1"/>
              <p:nvPr/>
            </p:nvSpPr>
            <p:spPr>
              <a:xfrm>
                <a:off x="4852983" y="1680536"/>
                <a:ext cx="11162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</m:oMath>
                </a14:m>
                <a:r>
                  <a:rPr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Ω</m:t>
                    </m:r>
                  </m:oMath>
                </a14:m>
                <a:endParaRPr lang="en-US" altLang="zh-CN" b="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6369927-1292-DAE3-B3D9-23A0CC3EB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2983" y="1680536"/>
                <a:ext cx="1116268" cy="369332"/>
              </a:xfrm>
              <a:prstGeom prst="rect">
                <a:avLst/>
              </a:prstGeom>
              <a:blipFill>
                <a:blip r:embed="rId5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1C900A0-A229-AC23-B2A9-F3AF12F5DA9F}"/>
                  </a:ext>
                </a:extLst>
              </p:cNvPr>
              <p:cNvSpPr txBox="1"/>
              <p:nvPr/>
            </p:nvSpPr>
            <p:spPr>
              <a:xfrm>
                <a:off x="4037521" y="3209119"/>
                <a:ext cx="483337" cy="377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0F1F379-1CAB-722E-BBA6-958D127DD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521" y="3209119"/>
                <a:ext cx="483337" cy="3779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215E6D6-9416-87F8-DFED-D1768E03DB8A}"/>
                  </a:ext>
                </a:extLst>
              </p:cNvPr>
              <p:cNvSpPr txBox="1"/>
              <p:nvPr/>
            </p:nvSpPr>
            <p:spPr>
              <a:xfrm>
                <a:off x="8853564" y="3184153"/>
                <a:ext cx="11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0.1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215E6D6-9416-87F8-DFED-D1768E03D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3564" y="3184153"/>
                <a:ext cx="1190775" cy="369332"/>
              </a:xfrm>
              <a:prstGeom prst="rect">
                <a:avLst/>
              </a:prstGeom>
              <a:blipFill>
                <a:blip r:embed="rId7"/>
                <a:stretch>
                  <a:fillRect l="-4082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>
            <a:extLst>
              <a:ext uri="{FF2B5EF4-FFF2-40B4-BE49-F238E27FC236}">
                <a16:creationId xmlns:a16="http://schemas.microsoft.com/office/drawing/2014/main" id="{C325B0CD-9BD0-1792-A897-129BC95B4440}"/>
              </a:ext>
            </a:extLst>
          </p:cNvPr>
          <p:cNvGrpSpPr/>
          <p:nvPr/>
        </p:nvGrpSpPr>
        <p:grpSpPr>
          <a:xfrm rot="5400000" flipH="1">
            <a:off x="6708875" y="3223397"/>
            <a:ext cx="688754" cy="290980"/>
            <a:chOff x="6386666" y="2271456"/>
            <a:chExt cx="981332" cy="392307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A7BA37A9-AC63-5839-F4A7-5643135FAC68}"/>
                </a:ext>
              </a:extLst>
            </p:cNvPr>
            <p:cNvGrpSpPr/>
            <p:nvPr/>
          </p:nvGrpSpPr>
          <p:grpSpPr>
            <a:xfrm>
              <a:off x="7049100" y="2271456"/>
              <a:ext cx="318898" cy="392307"/>
              <a:chOff x="7377225" y="2271456"/>
              <a:chExt cx="318898" cy="392307"/>
            </a:xfrm>
          </p:grpSpPr>
          <p:sp>
            <p:nvSpPr>
              <p:cNvPr id="24" name="弧形 23">
                <a:extLst>
                  <a:ext uri="{FF2B5EF4-FFF2-40B4-BE49-F238E27FC236}">
                    <a16:creationId xmlns:a16="http://schemas.microsoft.com/office/drawing/2014/main" id="{CC209A47-7C0F-711E-6DD9-043AD1F66A93}"/>
                  </a:ext>
                </a:extLst>
              </p:cNvPr>
              <p:cNvSpPr/>
              <p:nvPr/>
            </p:nvSpPr>
            <p:spPr>
              <a:xfrm>
                <a:off x="7383218" y="2271457"/>
                <a:ext cx="312905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弧形 24">
                <a:extLst>
                  <a:ext uri="{FF2B5EF4-FFF2-40B4-BE49-F238E27FC236}">
                    <a16:creationId xmlns:a16="http://schemas.microsoft.com/office/drawing/2014/main" id="{CD6FF09E-3F13-2932-215C-109706DE1D04}"/>
                  </a:ext>
                </a:extLst>
              </p:cNvPr>
              <p:cNvSpPr/>
              <p:nvPr/>
            </p:nvSpPr>
            <p:spPr>
              <a:xfrm flipH="1">
                <a:off x="7377225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5DB371CA-9058-DBFD-7607-4AAA6C88638D}"/>
                </a:ext>
              </a:extLst>
            </p:cNvPr>
            <p:cNvGrpSpPr/>
            <p:nvPr/>
          </p:nvGrpSpPr>
          <p:grpSpPr>
            <a:xfrm>
              <a:off x="6720975" y="2271456"/>
              <a:ext cx="318898" cy="392306"/>
              <a:chOff x="7377225" y="2271456"/>
              <a:chExt cx="318898" cy="392306"/>
            </a:xfrm>
          </p:grpSpPr>
          <p:sp>
            <p:nvSpPr>
              <p:cNvPr id="22" name="弧形 21">
                <a:extLst>
                  <a:ext uri="{FF2B5EF4-FFF2-40B4-BE49-F238E27FC236}">
                    <a16:creationId xmlns:a16="http://schemas.microsoft.com/office/drawing/2014/main" id="{F8C42B6E-C38D-8C23-3EA0-23E4D00EB694}"/>
                  </a:ext>
                </a:extLst>
              </p:cNvPr>
              <p:cNvSpPr/>
              <p:nvPr/>
            </p:nvSpPr>
            <p:spPr>
              <a:xfrm>
                <a:off x="7383217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弧形 22">
                <a:extLst>
                  <a:ext uri="{FF2B5EF4-FFF2-40B4-BE49-F238E27FC236}">
                    <a16:creationId xmlns:a16="http://schemas.microsoft.com/office/drawing/2014/main" id="{C9E61C2B-57B9-F1C4-62A8-7B5BFB8C5A58}"/>
                  </a:ext>
                </a:extLst>
              </p:cNvPr>
              <p:cNvSpPr/>
              <p:nvPr/>
            </p:nvSpPr>
            <p:spPr>
              <a:xfrm flipH="1">
                <a:off x="7377225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FB8B7280-26C5-AC97-DE28-9C0DF2EF5F4B}"/>
                </a:ext>
              </a:extLst>
            </p:cNvPr>
            <p:cNvGrpSpPr/>
            <p:nvPr/>
          </p:nvGrpSpPr>
          <p:grpSpPr>
            <a:xfrm>
              <a:off x="6386666" y="2271456"/>
              <a:ext cx="318898" cy="392306"/>
              <a:chOff x="7377225" y="2271456"/>
              <a:chExt cx="318898" cy="392306"/>
            </a:xfrm>
          </p:grpSpPr>
          <p:sp>
            <p:nvSpPr>
              <p:cNvPr id="20" name="弧形 19">
                <a:extLst>
                  <a:ext uri="{FF2B5EF4-FFF2-40B4-BE49-F238E27FC236}">
                    <a16:creationId xmlns:a16="http://schemas.microsoft.com/office/drawing/2014/main" id="{347D7610-DF3B-9764-AD8B-E35C1FED8D79}"/>
                  </a:ext>
                </a:extLst>
              </p:cNvPr>
              <p:cNvSpPr/>
              <p:nvPr/>
            </p:nvSpPr>
            <p:spPr>
              <a:xfrm>
                <a:off x="7383217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" name="弧形 20">
                <a:extLst>
                  <a:ext uri="{FF2B5EF4-FFF2-40B4-BE49-F238E27FC236}">
                    <a16:creationId xmlns:a16="http://schemas.microsoft.com/office/drawing/2014/main" id="{6E6D16EA-51D3-6FC7-F0F6-14E2F26F332F}"/>
                  </a:ext>
                </a:extLst>
              </p:cNvPr>
              <p:cNvSpPr/>
              <p:nvPr/>
            </p:nvSpPr>
            <p:spPr>
              <a:xfrm flipH="1">
                <a:off x="7377225" y="2271456"/>
                <a:ext cx="312906" cy="392306"/>
              </a:xfrm>
              <a:prstGeom prst="arc">
                <a:avLst>
                  <a:gd name="adj1" fmla="val 15786915"/>
                  <a:gd name="adj2" fmla="val 21439282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4CF6A09-930B-8FF1-A20E-5FA307316B5B}"/>
              </a:ext>
            </a:extLst>
          </p:cNvPr>
          <p:cNvCxnSpPr>
            <a:cxnSpLocks/>
          </p:cNvCxnSpPr>
          <p:nvPr/>
        </p:nvCxnSpPr>
        <p:spPr>
          <a:xfrm>
            <a:off x="5790766" y="2133144"/>
            <a:ext cx="437161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5CCA94F-F096-C87E-80B0-3D4B5E03A7D4}"/>
              </a:ext>
            </a:extLst>
          </p:cNvPr>
          <p:cNvCxnSpPr>
            <a:cxnSpLocks/>
          </p:cNvCxnSpPr>
          <p:nvPr/>
        </p:nvCxnSpPr>
        <p:spPr>
          <a:xfrm>
            <a:off x="4568825" y="2133144"/>
            <a:ext cx="47433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A2731F7B-ABC8-BFFF-F7C5-6231FCBBEDF8}"/>
              </a:ext>
            </a:extLst>
          </p:cNvPr>
          <p:cNvCxnSpPr>
            <a:cxnSpLocks/>
          </p:cNvCxnSpPr>
          <p:nvPr/>
        </p:nvCxnSpPr>
        <p:spPr>
          <a:xfrm>
            <a:off x="4568825" y="2133144"/>
            <a:ext cx="0" cy="19346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椭圆 32">
            <a:extLst>
              <a:ext uri="{FF2B5EF4-FFF2-40B4-BE49-F238E27FC236}">
                <a16:creationId xmlns:a16="http://schemas.microsoft.com/office/drawing/2014/main" id="{1D006DE7-0DD5-D0D4-A33B-A6FE1049600F}"/>
              </a:ext>
            </a:extLst>
          </p:cNvPr>
          <p:cNvSpPr/>
          <p:nvPr/>
        </p:nvSpPr>
        <p:spPr>
          <a:xfrm>
            <a:off x="4396777" y="3243012"/>
            <a:ext cx="344096" cy="344096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2ACB07C5-236D-751F-A173-9CDA6061E6D1}"/>
              </a:ext>
            </a:extLst>
          </p:cNvPr>
          <p:cNvCxnSpPr>
            <a:cxnSpLocks/>
          </p:cNvCxnSpPr>
          <p:nvPr/>
        </p:nvCxnSpPr>
        <p:spPr>
          <a:xfrm flipH="1">
            <a:off x="4568825" y="4079875"/>
            <a:ext cx="560810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04A0BCB1-A699-5027-A50E-F9288A12675F}"/>
              </a:ext>
            </a:extLst>
          </p:cNvPr>
          <p:cNvCxnSpPr>
            <a:cxnSpLocks/>
          </p:cNvCxnSpPr>
          <p:nvPr/>
        </p:nvCxnSpPr>
        <p:spPr>
          <a:xfrm>
            <a:off x="7056718" y="3721100"/>
            <a:ext cx="0" cy="3587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456E77C8-8370-69BB-05D3-686C38510377}"/>
              </a:ext>
            </a:extLst>
          </p:cNvPr>
          <p:cNvCxnSpPr>
            <a:cxnSpLocks/>
          </p:cNvCxnSpPr>
          <p:nvPr/>
        </p:nvCxnSpPr>
        <p:spPr>
          <a:xfrm>
            <a:off x="7053252" y="2593995"/>
            <a:ext cx="0" cy="4305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1F8B2342-7033-C7EA-F709-8415958602CD}"/>
              </a:ext>
            </a:extLst>
          </p:cNvPr>
          <p:cNvCxnSpPr>
            <a:cxnSpLocks/>
          </p:cNvCxnSpPr>
          <p:nvPr/>
        </p:nvCxnSpPr>
        <p:spPr>
          <a:xfrm>
            <a:off x="7053252" y="2133144"/>
            <a:ext cx="0" cy="4608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BB880FF-22E6-AAAE-D624-66203B978EA2}"/>
              </a:ext>
            </a:extLst>
          </p:cNvPr>
          <p:cNvCxnSpPr/>
          <p:nvPr/>
        </p:nvCxnSpPr>
        <p:spPr>
          <a:xfrm>
            <a:off x="8636000" y="2133144"/>
            <a:ext cx="0" cy="11216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DEEEF88D-B163-B4B8-7CDE-BD88D7A8296D}"/>
              </a:ext>
            </a:extLst>
          </p:cNvPr>
          <p:cNvCxnSpPr>
            <a:cxnSpLocks/>
          </p:cNvCxnSpPr>
          <p:nvPr/>
        </p:nvCxnSpPr>
        <p:spPr>
          <a:xfrm>
            <a:off x="8636000" y="3429000"/>
            <a:ext cx="0" cy="6508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2CDDDDFF-EEC8-F81D-8588-247F2350A2A2}"/>
              </a:ext>
            </a:extLst>
          </p:cNvPr>
          <p:cNvSpPr/>
          <p:nvPr/>
        </p:nvSpPr>
        <p:spPr>
          <a:xfrm rot="5400000">
            <a:off x="9799573" y="3280730"/>
            <a:ext cx="731519" cy="2158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AA2C7900-F876-62FC-4019-A234D6BBCD51}"/>
                  </a:ext>
                </a:extLst>
              </p:cNvPr>
              <p:cNvSpPr txBox="1"/>
              <p:nvPr/>
            </p:nvSpPr>
            <p:spPr>
              <a:xfrm>
                <a:off x="10216103" y="3179947"/>
                <a:ext cx="12231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Ω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AA2C7900-F876-62FC-4019-A234D6BBC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6103" y="3179947"/>
                <a:ext cx="1223165" cy="369332"/>
              </a:xfrm>
              <a:prstGeom prst="rect">
                <a:avLst/>
              </a:prstGeom>
              <a:blipFill>
                <a:blip r:embed="rId8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A847BACE-9789-35AD-8C67-0F028B643A78}"/>
              </a:ext>
            </a:extLst>
          </p:cNvPr>
          <p:cNvCxnSpPr>
            <a:cxnSpLocks/>
          </p:cNvCxnSpPr>
          <p:nvPr/>
        </p:nvCxnSpPr>
        <p:spPr>
          <a:xfrm>
            <a:off x="10070468" y="2140553"/>
            <a:ext cx="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9A57C12C-7C68-510A-FA8C-4D1212E9C73C}"/>
              </a:ext>
            </a:extLst>
          </p:cNvPr>
          <p:cNvCxnSpPr>
            <a:cxnSpLocks/>
          </p:cNvCxnSpPr>
          <p:nvPr/>
        </p:nvCxnSpPr>
        <p:spPr>
          <a:xfrm>
            <a:off x="10162376" y="3754437"/>
            <a:ext cx="0" cy="3323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3D7A9606-85D2-C976-4BA2-219113FC5445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10162376" y="2133144"/>
            <a:ext cx="2957" cy="8897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B3BD98A-924C-320C-3A30-43D1B06943D0}"/>
                  </a:ext>
                </a:extLst>
              </p:cNvPr>
              <p:cNvSpPr txBox="1"/>
              <p:nvPr/>
            </p:nvSpPr>
            <p:spPr>
              <a:xfrm>
                <a:off x="4648542" y="3165602"/>
                <a:ext cx="188218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=5</m:t>
                      </m:r>
                      <m:func>
                        <m:func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</m:fName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en-US" altLang="zh-CN" i="1" dirty="0" err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altLang="zh-CN" i="1" dirty="0"/>
              </a:p>
              <a:p>
                <a:endParaRPr lang="zh-CN" altLang="en-US" i="1" dirty="0"/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B3BD98A-924C-320C-3A30-43D1B0694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542" y="3165602"/>
                <a:ext cx="1882182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93F66C4-A2EB-3A20-51E1-68BAEC052F18}"/>
              </a:ext>
            </a:extLst>
          </p:cNvPr>
          <p:cNvCxnSpPr>
            <a:cxnSpLocks/>
          </p:cNvCxnSpPr>
          <p:nvPr/>
        </p:nvCxnSpPr>
        <p:spPr>
          <a:xfrm rot="5400000" flipV="1">
            <a:off x="6223922" y="1933406"/>
            <a:ext cx="0" cy="399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C652DB2-FD41-B5C2-8585-D4BA3E6A9DF6}"/>
                  </a:ext>
                </a:extLst>
              </p:cNvPr>
              <p:cNvSpPr txBox="1"/>
              <p:nvPr/>
            </p:nvSpPr>
            <p:spPr>
              <a:xfrm>
                <a:off x="5969251" y="1783467"/>
                <a:ext cx="342658" cy="377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zh-CN" altLang="zh-C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</m:oMath>
                  </m:oMathPara>
                </a14:m>
                <a:endParaRPr lang="zh-CN" altLang="zh-CN" i="1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C652DB2-FD41-B5C2-8585-D4BA3E6A9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251" y="1783467"/>
                <a:ext cx="342658" cy="377989"/>
              </a:xfrm>
              <a:prstGeom prst="rect">
                <a:avLst/>
              </a:prstGeom>
              <a:blipFill>
                <a:blip r:embed="rId10"/>
                <a:stretch>
                  <a:fillRect r="-8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7E4E3E9B-56E4-BE2C-E476-A5BBBAE80916}"/>
              </a:ext>
            </a:extLst>
          </p:cNvPr>
          <p:cNvCxnSpPr>
            <a:cxnSpLocks/>
          </p:cNvCxnSpPr>
          <p:nvPr/>
        </p:nvCxnSpPr>
        <p:spPr>
          <a:xfrm>
            <a:off x="10162376" y="2524106"/>
            <a:ext cx="0" cy="169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376C300-15B9-A02B-CC35-2A42270DE921}"/>
                  </a:ext>
                </a:extLst>
              </p:cNvPr>
              <p:cNvSpPr txBox="1"/>
              <p:nvPr/>
            </p:nvSpPr>
            <p:spPr>
              <a:xfrm>
                <a:off x="10162376" y="2465541"/>
                <a:ext cx="447045" cy="377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zh-CN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altLang="zh-CN" b="0" i="1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0376C300-15B9-A02B-CC35-2A42270DE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2376" y="2465541"/>
                <a:ext cx="447045" cy="37798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52082D16-234C-CE35-712B-9E5D935BF07F}"/>
              </a:ext>
            </a:extLst>
          </p:cNvPr>
          <p:cNvCxnSpPr>
            <a:cxnSpLocks/>
          </p:cNvCxnSpPr>
          <p:nvPr/>
        </p:nvCxnSpPr>
        <p:spPr>
          <a:xfrm>
            <a:off x="8630041" y="2529766"/>
            <a:ext cx="0" cy="169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A6E83DAB-9129-B7C3-3E47-7F26A34DADBE}"/>
                  </a:ext>
                </a:extLst>
              </p:cNvPr>
              <p:cNvSpPr txBox="1"/>
              <p:nvPr/>
            </p:nvSpPr>
            <p:spPr>
              <a:xfrm>
                <a:off x="8630041" y="2471201"/>
                <a:ext cx="447045" cy="377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zh-CN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altLang="zh-CN" b="0" i="1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A6E83DAB-9129-B7C3-3E47-7F26A34DA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0041" y="2471201"/>
                <a:ext cx="447045" cy="37798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C2E7E556-10B9-4B4A-9524-3F497368D572}"/>
              </a:ext>
            </a:extLst>
          </p:cNvPr>
          <p:cNvCxnSpPr>
            <a:cxnSpLocks/>
          </p:cNvCxnSpPr>
          <p:nvPr/>
        </p:nvCxnSpPr>
        <p:spPr>
          <a:xfrm>
            <a:off x="7056718" y="2523882"/>
            <a:ext cx="0" cy="169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D8D34536-0FAF-702D-3E8E-91B1A6AFE9A7}"/>
                  </a:ext>
                </a:extLst>
              </p:cNvPr>
              <p:cNvSpPr txBox="1"/>
              <p:nvPr/>
            </p:nvSpPr>
            <p:spPr>
              <a:xfrm>
                <a:off x="7056718" y="2465317"/>
                <a:ext cx="447045" cy="377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zh-CN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altLang="zh-CN" b="0" i="1" dirty="0"/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D8D34536-0FAF-702D-3E8E-91B1A6AFE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718" y="2465317"/>
                <a:ext cx="447045" cy="37798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组合 48">
            <a:extLst>
              <a:ext uri="{FF2B5EF4-FFF2-40B4-BE49-F238E27FC236}">
                <a16:creationId xmlns:a16="http://schemas.microsoft.com/office/drawing/2014/main" id="{BBBE8872-8A72-D8FB-CD85-D120C6CA575A}"/>
              </a:ext>
            </a:extLst>
          </p:cNvPr>
          <p:cNvGrpSpPr/>
          <p:nvPr/>
        </p:nvGrpSpPr>
        <p:grpSpPr>
          <a:xfrm>
            <a:off x="8375366" y="3261139"/>
            <a:ext cx="489518" cy="152400"/>
            <a:chOff x="6950040" y="4874470"/>
            <a:chExt cx="489518" cy="152400"/>
          </a:xfrm>
        </p:grpSpPr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971F40E3-1FFF-4DCD-F2BB-740E51E5C24B}"/>
                </a:ext>
              </a:extLst>
            </p:cNvPr>
            <p:cNvCxnSpPr>
              <a:cxnSpLocks/>
            </p:cNvCxnSpPr>
            <p:nvPr/>
          </p:nvCxnSpPr>
          <p:spPr>
            <a:xfrm>
              <a:off x="6950040" y="5026870"/>
              <a:ext cx="489518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FD831ECA-2AF5-91F4-BB67-0B71A1BF53F1}"/>
                </a:ext>
              </a:extLst>
            </p:cNvPr>
            <p:cNvCxnSpPr>
              <a:cxnSpLocks/>
            </p:cNvCxnSpPr>
            <p:nvPr/>
          </p:nvCxnSpPr>
          <p:spPr>
            <a:xfrm>
              <a:off x="6950040" y="4874470"/>
              <a:ext cx="489518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97335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69</Words>
  <Application>Microsoft Office PowerPoint</Application>
  <PresentationFormat>宽屏</PresentationFormat>
  <Paragraphs>40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744311194@qq.com</dc:creator>
  <cp:lastModifiedBy>744311194@qq.com</cp:lastModifiedBy>
  <cp:revision>8</cp:revision>
  <dcterms:created xsi:type="dcterms:W3CDTF">2025-11-16T15:28:47Z</dcterms:created>
  <dcterms:modified xsi:type="dcterms:W3CDTF">2025-12-03T13:33:03Z</dcterms:modified>
</cp:coreProperties>
</file>