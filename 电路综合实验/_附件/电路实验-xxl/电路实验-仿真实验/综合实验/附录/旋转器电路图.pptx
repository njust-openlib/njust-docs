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2DDE8-848D-F75F-821A-ECC393D23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373E9B-6BA4-40C1-4300-39E4B5297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D08B48-3B7F-A4D2-2EF8-B58D13E5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E7389-3BAC-527B-E750-A3591157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2946B-5D81-15AA-5201-39A3C784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1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5D6CD-125B-F796-37F5-61523FE1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695EE-3041-7352-06C5-0D4FF468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27A0E-9F84-9774-C526-3131B79A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DC89E-7074-587C-24A4-5A8E1D9D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B72A8B-0DF8-2875-6470-BC27AB16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77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431FE-6CE8-1584-D753-B11DA09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3290E1-799C-12D2-793F-02B57ABA5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64DE82-AB00-43BC-DABF-DE3DE198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B62362-F015-B397-90B0-FF52BD0A8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B1372-C0A8-48F4-4DFD-926EA1C5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9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C2607-680F-46C9-DA0D-5E11CF77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20E03-D5BD-A56D-8BBB-7F3CA7643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91F9D9-CBAC-0B17-6768-B7A9E8D1D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7B2CD7-6D73-ACC1-514C-740BDFB5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76AD1A-24A7-F053-4FEC-01C29D73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55C91B-DDE2-C2EC-E809-852A1060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6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3C721-4DC8-E517-9DD7-A9547159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52AD52-9EAE-A6AF-1DF8-D0C66476D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C9A79C-D443-602B-04DC-3848562D8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B7490B-3D97-7EA1-5D3A-E637B6357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F766FD-853D-6361-9384-66B2CDDB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1528B5-8E3D-38D3-18DE-EF0FEAD5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81F958-FB64-31AC-14C6-AFCBB763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45528E-90F7-A270-B64F-456A302D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86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9413A-70A5-B384-473B-486B1327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EE46EB-DD8C-FCC2-476A-736EB82D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62F89-C5E9-33A6-7D3F-88FED5D0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B44A7D-A28A-DA38-81F8-CE64ED02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7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E8EA3C-8699-FD7A-4340-218DE44D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980D84-08BD-2397-33FF-812C1ACA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073847-CB71-C343-26E0-D046A81E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01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B432E-F753-ED74-F1C9-CBA33BC96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EB3A3-99AE-C25A-E2C3-A27EDE3A4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99FEEC-E0F7-CE77-2569-D4D61172B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582BE-2F87-8AED-2657-406B7CD6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60736B-8BBE-4986-CC86-117A9E2A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2BC253-049C-B5F0-E2DD-63612F55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35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173FF-BB5E-1B9D-459E-6C566461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40ECF6-D0EF-1204-1B22-DD2BA2FBE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4FBD6-A079-D309-667C-8DD62B693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56A2C5-824A-BC0F-C097-C9D1B595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A55E2A-6938-ED24-99C7-4C5BE233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074368-4AD0-9F30-2BCD-94440ED9C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6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C7EA9-7796-F4FB-42DF-65571839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37A238-E052-74C1-3FF8-69E10A926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6B44CC-0F4A-5B7F-2779-05FD87CE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45C12-2506-F12E-F227-464372FA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E22F9-0455-D710-268B-83D06F7E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10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9CFCF8-A2EF-AB7A-7D1E-64DDA2FC8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5E632E-4246-7E0F-3194-6EC351F85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BA70D-146A-2F62-1685-3857713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D1A0E-0FB3-3E4D-0D6B-927C803C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E2987-24AC-1604-BE3C-A9B0903D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88EBE7-7B81-8138-8817-44F9F450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FE8427-B146-280F-7E02-EFDF39AE8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5163A-45B7-686A-3ECE-B69DEB561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332EF-F4EA-4A3C-B579-8DE8EE2954D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B8877-0013-D56E-89C1-0EBAE2BCE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82B83-5239-AB7A-4272-AAB9FE1F1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DB107-A124-41EF-8C8E-3AA1A85B3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3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4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.emf"/><Relationship Id="rId3" Type="http://schemas.openxmlformats.org/officeDocument/2006/relationships/image" Target="../media/image4.png"/><Relationship Id="rId21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17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6" Type="http://schemas.openxmlformats.org/officeDocument/2006/relationships/image" Target="../media/image9.png"/><Relationship Id="rId20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5" Type="http://schemas.openxmlformats.org/officeDocument/2006/relationships/image" Target="../media/image70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5.png"/><Relationship Id="rId22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0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0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11.png"/><Relationship Id="rId10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7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5" Type="http://schemas.openxmlformats.org/officeDocument/2006/relationships/image" Target="../media/image38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4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5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52.png"/><Relationship Id="rId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FE16DF9-D9AC-916C-5924-256B47C6DCA6}"/>
              </a:ext>
            </a:extLst>
          </p:cNvPr>
          <p:cNvGrpSpPr/>
          <p:nvPr/>
        </p:nvGrpSpPr>
        <p:grpSpPr>
          <a:xfrm>
            <a:off x="3527169" y="1890391"/>
            <a:ext cx="5253259" cy="1992485"/>
            <a:chOff x="3645703" y="1920024"/>
            <a:chExt cx="5253259" cy="1992485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35CEC79-B237-FEA3-2000-E4396AB74A24}"/>
                </a:ext>
              </a:extLst>
            </p:cNvPr>
            <p:cNvGrpSpPr/>
            <p:nvPr/>
          </p:nvGrpSpPr>
          <p:grpSpPr>
            <a:xfrm>
              <a:off x="3645703" y="1920024"/>
              <a:ext cx="5253259" cy="1992485"/>
              <a:chOff x="3023184" y="1588978"/>
              <a:chExt cx="5253259" cy="1992485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A25679-DA1A-0B17-6E4E-EC7492C00264}"/>
                  </a:ext>
                </a:extLst>
              </p:cNvPr>
              <p:cNvSpPr/>
              <p:nvPr/>
            </p:nvSpPr>
            <p:spPr>
              <a:xfrm>
                <a:off x="4608576" y="1697126"/>
                <a:ext cx="1997219" cy="1884337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79FA23FE-05D0-6569-B109-478E9CBBB56A}"/>
                  </a:ext>
                </a:extLst>
              </p:cNvPr>
              <p:cNvGrpSpPr/>
              <p:nvPr/>
            </p:nvGrpSpPr>
            <p:grpSpPr>
              <a:xfrm flipH="1">
                <a:off x="6605795" y="1988812"/>
                <a:ext cx="1432063" cy="88900"/>
                <a:chOff x="3166533" y="2313517"/>
                <a:chExt cx="1432063" cy="88900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31A97385-CFC1-1146-CB80-0F0C389920DA}"/>
                    </a:ext>
                  </a:extLst>
                </p:cNvPr>
                <p:cNvGrpSpPr/>
                <p:nvPr/>
              </p:nvGrpSpPr>
              <p:grpSpPr>
                <a:xfrm>
                  <a:off x="3166533" y="2313517"/>
                  <a:ext cx="1432063" cy="88900"/>
                  <a:chOff x="3166533" y="2313517"/>
                  <a:chExt cx="1432063" cy="88900"/>
                </a:xfrm>
              </p:grpSpPr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F22A0530-2DAA-517D-6C96-82931CCFF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07821" y="2330056"/>
                    <a:ext cx="1390775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椭圆 41">
                    <a:extLst>
                      <a:ext uri="{FF2B5EF4-FFF2-40B4-BE49-F238E27FC236}">
                        <a16:creationId xmlns:a16="http://schemas.microsoft.com/office/drawing/2014/main" id="{5B79A4EC-3D08-43FC-B096-F04AF509E860}"/>
                      </a:ext>
                    </a:extLst>
                  </p:cNvPr>
                  <p:cNvSpPr/>
                  <p:nvPr/>
                </p:nvSpPr>
                <p:spPr>
                  <a:xfrm>
                    <a:off x="3166533" y="2313517"/>
                    <a:ext cx="88900" cy="889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E7DE7106-FA26-8A77-6675-ED246403A7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90991" y="2330056"/>
                  <a:ext cx="25082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B48CED61-586B-E778-7E44-1BD716E1B440}"/>
                      </a:ext>
                    </a:extLst>
                  </p:cNvPr>
                  <p:cNvSpPr txBox="1"/>
                  <p:nvPr/>
                </p:nvSpPr>
                <p:spPr>
                  <a:xfrm>
                    <a:off x="3642360" y="1588978"/>
                    <a:ext cx="366798" cy="3779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A0077F97-082A-D68C-DCD0-00C7E335FF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2360" y="1588978"/>
                    <a:ext cx="366798" cy="37798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D1E6CA6-33BD-BE28-F947-A50CD92A9331}"/>
                  </a:ext>
                </a:extLst>
              </p:cNvPr>
              <p:cNvGrpSpPr/>
              <p:nvPr/>
            </p:nvGrpSpPr>
            <p:grpSpPr>
              <a:xfrm>
                <a:off x="3023184" y="1960901"/>
                <a:ext cx="1585391" cy="1385411"/>
                <a:chOff x="3124225" y="2585345"/>
                <a:chExt cx="1585391" cy="1385411"/>
              </a:xfrm>
            </p:grpSpPr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B3AFDFEB-E11A-1881-878B-68ADAB7E58FD}"/>
                    </a:ext>
                  </a:extLst>
                </p:cNvPr>
                <p:cNvGrpSpPr/>
                <p:nvPr/>
              </p:nvGrpSpPr>
              <p:grpSpPr>
                <a:xfrm>
                  <a:off x="3124225" y="2585345"/>
                  <a:ext cx="1585391" cy="836783"/>
                  <a:chOff x="3124225" y="2585345"/>
                  <a:chExt cx="1585391" cy="836783"/>
                </a:xfrm>
              </p:grpSpPr>
              <p:grpSp>
                <p:nvGrpSpPr>
                  <p:cNvPr id="31" name="组合 30">
                    <a:extLst>
                      <a:ext uri="{FF2B5EF4-FFF2-40B4-BE49-F238E27FC236}">
                        <a16:creationId xmlns:a16="http://schemas.microsoft.com/office/drawing/2014/main" id="{8FF86438-45C8-E5D1-7A69-91D1BDB36778}"/>
                      </a:ext>
                    </a:extLst>
                  </p:cNvPr>
                  <p:cNvGrpSpPr/>
                  <p:nvPr/>
                </p:nvGrpSpPr>
                <p:grpSpPr>
                  <a:xfrm>
                    <a:off x="3297741" y="2585345"/>
                    <a:ext cx="1411875" cy="88900"/>
                    <a:chOff x="3297741" y="2585345"/>
                    <a:chExt cx="1411875" cy="88900"/>
                  </a:xfrm>
                </p:grpSpPr>
                <p:grpSp>
                  <p:nvGrpSpPr>
                    <p:cNvPr id="35" name="组合 34">
                      <a:extLst>
                        <a:ext uri="{FF2B5EF4-FFF2-40B4-BE49-F238E27FC236}">
                          <a16:creationId xmlns:a16="http://schemas.microsoft.com/office/drawing/2014/main" id="{6CB38A59-C3D7-1CF3-A584-49A7F7B9D0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97741" y="2585345"/>
                      <a:ext cx="1411875" cy="88900"/>
                      <a:chOff x="3297741" y="2585345"/>
                      <a:chExt cx="1411875" cy="88900"/>
                    </a:xfrm>
                  </p:grpSpPr>
                  <p:cxnSp>
                    <p:nvCxnSpPr>
                      <p:cNvPr id="37" name="直接连接符 36">
                        <a:extLst>
                          <a:ext uri="{FF2B5EF4-FFF2-40B4-BE49-F238E27FC236}">
                            <a16:creationId xmlns:a16="http://schemas.microsoft.com/office/drawing/2014/main" id="{37673BFE-53D9-2198-9020-67239F2F57D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3322607" y="2631533"/>
                        <a:ext cx="1387009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8" name="椭圆 37">
                        <a:extLst>
                          <a:ext uri="{FF2B5EF4-FFF2-40B4-BE49-F238E27FC236}">
                            <a16:creationId xmlns:a16="http://schemas.microsoft.com/office/drawing/2014/main" id="{B393DEFA-FA59-02B8-10A5-86D46B880E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7741" y="2585345"/>
                        <a:ext cx="88900" cy="88900"/>
                      </a:xfrm>
                      <a:prstGeom prst="ellips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</p:grpSp>
                <p:cxnSp>
                  <p:nvCxnSpPr>
                    <p:cNvPr id="36" name="直接箭头连接符 35">
                      <a:extLst>
                        <a:ext uri="{FF2B5EF4-FFF2-40B4-BE49-F238E27FC236}">
                          <a16:creationId xmlns:a16="http://schemas.microsoft.com/office/drawing/2014/main" id="{AE7DE20F-C6DC-D50F-454C-01C9F84AB4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65285" y="2629795"/>
                      <a:ext cx="25082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文本框 33">
                        <a:extLst>
                          <a:ext uri="{FF2B5EF4-FFF2-40B4-BE49-F238E27FC236}">
                            <a16:creationId xmlns:a16="http://schemas.microsoft.com/office/drawing/2014/main" id="{5B5FD040-2BC0-24E5-3D93-1D03AD0A63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24225" y="3044139"/>
                        <a:ext cx="482600" cy="37798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8" name="文本框 47">
                        <a:extLst>
                          <a:ext uri="{FF2B5EF4-FFF2-40B4-BE49-F238E27FC236}">
                            <a16:creationId xmlns:a16="http://schemas.microsoft.com/office/drawing/2014/main" id="{60611BF9-4F50-97EE-368C-AA8BD588F01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24225" y="3044139"/>
                        <a:ext cx="482600" cy="377989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93B7FB9C-9941-BC1E-22D1-4ED4219B5D97}"/>
                    </a:ext>
                  </a:extLst>
                </p:cNvPr>
                <p:cNvGrpSpPr/>
                <p:nvPr/>
              </p:nvGrpSpPr>
              <p:grpSpPr>
                <a:xfrm>
                  <a:off x="3267574" y="3881856"/>
                  <a:ext cx="1442041" cy="88900"/>
                  <a:chOff x="3267574" y="1873139"/>
                  <a:chExt cx="1442041" cy="88900"/>
                </a:xfrm>
              </p:grpSpPr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92A63E82-DFB2-0828-BAD4-B68CEFB99E43}"/>
                      </a:ext>
                    </a:extLst>
                  </p:cNvPr>
                  <p:cNvCxnSpPr/>
                  <p:nvPr/>
                </p:nvCxnSpPr>
                <p:spPr>
                  <a:xfrm>
                    <a:off x="3322606" y="1918527"/>
                    <a:ext cx="1387009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F36C28B1-D35C-0757-3370-99B417353F2E}"/>
                      </a:ext>
                    </a:extLst>
                  </p:cNvPr>
                  <p:cNvSpPr/>
                  <p:nvPr/>
                </p:nvSpPr>
                <p:spPr>
                  <a:xfrm>
                    <a:off x="3267574" y="1873139"/>
                    <a:ext cx="88900" cy="889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A6403CBD-35DB-8D8B-0DD2-034E8D941599}"/>
                  </a:ext>
                </a:extLst>
              </p:cNvPr>
              <p:cNvGrpSpPr/>
              <p:nvPr/>
            </p:nvGrpSpPr>
            <p:grpSpPr>
              <a:xfrm>
                <a:off x="6605795" y="1610823"/>
                <a:ext cx="1670648" cy="1718033"/>
                <a:chOff x="8135383" y="1384919"/>
                <a:chExt cx="1670648" cy="1718033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2980F607-057D-EC29-1372-C691FD16747A}"/>
                    </a:ext>
                  </a:extLst>
                </p:cNvPr>
                <p:cNvGrpSpPr/>
                <p:nvPr/>
              </p:nvGrpSpPr>
              <p:grpSpPr>
                <a:xfrm flipH="1">
                  <a:off x="8135383" y="3014052"/>
                  <a:ext cx="1465929" cy="88900"/>
                  <a:chOff x="2966202" y="1005335"/>
                  <a:chExt cx="1465929" cy="88900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CD0FD606-18CD-4B65-0D78-3DDC873F49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41355" y="1067241"/>
                    <a:ext cx="1390776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5A1E3737-AECE-81D3-B7C2-D0CA42F6E490}"/>
                      </a:ext>
                    </a:extLst>
                  </p:cNvPr>
                  <p:cNvSpPr/>
                  <p:nvPr/>
                </p:nvSpPr>
                <p:spPr>
                  <a:xfrm>
                    <a:off x="2966202" y="1005335"/>
                    <a:ext cx="88900" cy="889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文本框 13">
                      <a:extLst>
                        <a:ext uri="{FF2B5EF4-FFF2-40B4-BE49-F238E27FC236}">
                          <a16:creationId xmlns:a16="http://schemas.microsoft.com/office/drawing/2014/main" id="{13F188A2-4371-2C9D-BB43-618BE3FC30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23431" y="2243936"/>
                      <a:ext cx="482600" cy="3779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̇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E8DF77C0-6B1E-A50A-ECA3-DBCD507875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23431" y="2243936"/>
                      <a:ext cx="482600" cy="37798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文本框 14">
                      <a:extLst>
                        <a:ext uri="{FF2B5EF4-FFF2-40B4-BE49-F238E27FC236}">
                          <a16:creationId xmlns:a16="http://schemas.microsoft.com/office/drawing/2014/main" id="{B544F993-5C5D-3755-D91A-9F9E441876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49256" y="1384919"/>
                      <a:ext cx="366798" cy="3779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̇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54" name="文本框 53">
                      <a:extLst>
                        <a:ext uri="{FF2B5EF4-FFF2-40B4-BE49-F238E27FC236}">
                          <a16:creationId xmlns:a16="http://schemas.microsoft.com/office/drawing/2014/main" id="{F7F1A3C8-2B5C-E980-08C8-F10E9AF32D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49256" y="1384919"/>
                      <a:ext cx="366798" cy="37798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2BB6E9AC-0067-FD15-3E2F-DF9CB368F5D1}"/>
                </a:ext>
              </a:extLst>
            </p:cNvPr>
            <p:cNvGrpSpPr/>
            <p:nvPr/>
          </p:nvGrpSpPr>
          <p:grpSpPr>
            <a:xfrm>
              <a:off x="5666807" y="2609850"/>
              <a:ext cx="1160915" cy="819150"/>
              <a:chOff x="5635625" y="2666699"/>
              <a:chExt cx="1160915" cy="819150"/>
            </a:xfrm>
          </p:grpSpPr>
          <p:sp>
            <p:nvSpPr>
              <p:cNvPr id="96" name="弧形 95">
                <a:extLst>
                  <a:ext uri="{FF2B5EF4-FFF2-40B4-BE49-F238E27FC236}">
                    <a16:creationId xmlns:a16="http://schemas.microsoft.com/office/drawing/2014/main" id="{C18B1289-6D85-51B9-C5D6-4E903B5727B9}"/>
                  </a:ext>
                </a:extLst>
              </p:cNvPr>
              <p:cNvSpPr/>
              <p:nvPr/>
            </p:nvSpPr>
            <p:spPr>
              <a:xfrm>
                <a:off x="5635625" y="2666699"/>
                <a:ext cx="1149350" cy="819150"/>
              </a:xfrm>
              <a:prstGeom prst="arc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弧形 96">
                <a:extLst>
                  <a:ext uri="{FF2B5EF4-FFF2-40B4-BE49-F238E27FC236}">
                    <a16:creationId xmlns:a16="http://schemas.microsoft.com/office/drawing/2014/main" id="{D0DB2CB5-1644-63E7-4C19-11AF65FA2E2C}"/>
                  </a:ext>
                </a:extLst>
              </p:cNvPr>
              <p:cNvSpPr/>
              <p:nvPr/>
            </p:nvSpPr>
            <p:spPr>
              <a:xfrm flipH="1">
                <a:off x="5647190" y="2666699"/>
                <a:ext cx="1149350" cy="819150"/>
              </a:xfrm>
              <a:prstGeom prst="arc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D9188F78-D3BB-9A19-A780-D69CA05B58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7190" y="3056764"/>
                <a:ext cx="0" cy="871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C5FF722-E62A-A4F7-A600-0F11361EE33F}"/>
                    </a:ext>
                  </a:extLst>
                </p:cNvPr>
                <p:cNvSpPr txBox="1"/>
                <p:nvPr/>
              </p:nvSpPr>
              <p:spPr>
                <a:xfrm>
                  <a:off x="6172787" y="2999915"/>
                  <a:ext cx="1990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C5FF722-E62A-A4F7-A600-0F11361EE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787" y="2999915"/>
                  <a:ext cx="19909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242" r="-2121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50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>
            <a:extLst>
              <a:ext uri="{FF2B5EF4-FFF2-40B4-BE49-F238E27FC236}">
                <a16:creationId xmlns:a16="http://schemas.microsoft.com/office/drawing/2014/main" id="{88116CEC-1084-21B2-65BC-F1A3D06C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680" y="2004813"/>
            <a:ext cx="6868484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9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A5E740E-997B-0764-D756-C251E8D1BD99}"/>
              </a:ext>
            </a:extLst>
          </p:cNvPr>
          <p:cNvGrpSpPr/>
          <p:nvPr/>
        </p:nvGrpSpPr>
        <p:grpSpPr>
          <a:xfrm>
            <a:off x="3306985" y="1890391"/>
            <a:ext cx="5628558" cy="1757334"/>
            <a:chOff x="2803000" y="1588978"/>
            <a:chExt cx="5628558" cy="175733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CD8B533-0D84-CA52-2699-CD683A639699}"/>
                </a:ext>
              </a:extLst>
            </p:cNvPr>
            <p:cNvGrpSpPr/>
            <p:nvPr/>
          </p:nvGrpSpPr>
          <p:grpSpPr>
            <a:xfrm flipH="1">
              <a:off x="6605795" y="1960497"/>
              <a:ext cx="1423836" cy="88900"/>
              <a:chOff x="3174760" y="2285202"/>
              <a:chExt cx="1423836" cy="88900"/>
            </a:xfrm>
          </p:grpSpPr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36CB3904-452D-D999-5C9A-35B1AF62404E}"/>
                  </a:ext>
                </a:extLst>
              </p:cNvPr>
              <p:cNvGrpSpPr/>
              <p:nvPr/>
            </p:nvGrpSpPr>
            <p:grpSpPr>
              <a:xfrm>
                <a:off x="3174760" y="2285202"/>
                <a:ext cx="1423836" cy="88900"/>
                <a:chOff x="3174760" y="2285202"/>
                <a:chExt cx="1423836" cy="88900"/>
              </a:xfrm>
            </p:grpSpPr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2D2FBA23-5F45-ECC6-F139-6C16E2771A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07821" y="2330056"/>
                  <a:ext cx="139077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74E809C9-F884-837B-6664-C9FA91214C9A}"/>
                    </a:ext>
                  </a:extLst>
                </p:cNvPr>
                <p:cNvSpPr/>
                <p:nvPr/>
              </p:nvSpPr>
              <p:spPr>
                <a:xfrm>
                  <a:off x="3174760" y="2285202"/>
                  <a:ext cx="88900" cy="889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6DF3769C-C9DE-8266-28DD-F0A71A96B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0991" y="2330056"/>
                <a:ext cx="2508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A1CF8B9-5979-59BF-F2CD-8947E8EBEF83}"/>
                    </a:ext>
                  </a:extLst>
                </p:cNvPr>
                <p:cNvSpPr txBox="1"/>
                <p:nvPr/>
              </p:nvSpPr>
              <p:spPr>
                <a:xfrm>
                  <a:off x="3642360" y="1588978"/>
                  <a:ext cx="366798" cy="377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A1CF8B9-5979-59BF-F2CD-8947E8EBE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2360" y="1588978"/>
                  <a:ext cx="366798" cy="37798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CD96C42-342D-35BE-3C08-FE8E58235DFF}"/>
                </a:ext>
              </a:extLst>
            </p:cNvPr>
            <p:cNvGrpSpPr/>
            <p:nvPr/>
          </p:nvGrpSpPr>
          <p:grpSpPr>
            <a:xfrm>
              <a:off x="2803000" y="1960901"/>
              <a:ext cx="4104735" cy="1385411"/>
              <a:chOff x="2904041" y="2585345"/>
              <a:chExt cx="4104735" cy="1385411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7A16BB60-45E4-8DFA-9EE4-DDD8461EC873}"/>
                  </a:ext>
                </a:extLst>
              </p:cNvPr>
              <p:cNvGrpSpPr/>
              <p:nvPr/>
            </p:nvGrpSpPr>
            <p:grpSpPr>
              <a:xfrm>
                <a:off x="2904041" y="2585345"/>
                <a:ext cx="4104735" cy="836783"/>
                <a:chOff x="2904041" y="2585345"/>
                <a:chExt cx="4104735" cy="836783"/>
              </a:xfrm>
            </p:grpSpPr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B8E8E4E8-3BB2-64A3-2802-0B4E1FFABAB3}"/>
                    </a:ext>
                  </a:extLst>
                </p:cNvPr>
                <p:cNvGrpSpPr/>
                <p:nvPr/>
              </p:nvGrpSpPr>
              <p:grpSpPr>
                <a:xfrm>
                  <a:off x="3297741" y="2585345"/>
                  <a:ext cx="3711035" cy="88900"/>
                  <a:chOff x="3297741" y="2585345"/>
                  <a:chExt cx="3711035" cy="88900"/>
                </a:xfrm>
              </p:grpSpPr>
              <p:grpSp>
                <p:nvGrpSpPr>
                  <p:cNvPr id="25" name="组合 24">
                    <a:extLst>
                      <a:ext uri="{FF2B5EF4-FFF2-40B4-BE49-F238E27FC236}">
                        <a16:creationId xmlns:a16="http://schemas.microsoft.com/office/drawing/2014/main" id="{3D418391-BA09-CFB7-A591-F829EAACD15F}"/>
                      </a:ext>
                    </a:extLst>
                  </p:cNvPr>
                  <p:cNvGrpSpPr/>
                  <p:nvPr/>
                </p:nvGrpSpPr>
                <p:grpSpPr>
                  <a:xfrm>
                    <a:off x="3297741" y="2585345"/>
                    <a:ext cx="3711035" cy="88900"/>
                    <a:chOff x="3297741" y="2585345"/>
                    <a:chExt cx="3711035" cy="88900"/>
                  </a:xfrm>
                </p:grpSpPr>
                <p:cxnSp>
                  <p:nvCxnSpPr>
                    <p:cNvPr id="27" name="直接连接符 26">
                      <a:extLst>
                        <a:ext uri="{FF2B5EF4-FFF2-40B4-BE49-F238E27FC236}">
                          <a16:creationId xmlns:a16="http://schemas.microsoft.com/office/drawing/2014/main" id="{E57FB3BD-08A0-C3A7-59CB-5F8ED9BF4A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22607" y="2631533"/>
                      <a:ext cx="368616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" name="椭圆 27">
                      <a:extLst>
                        <a:ext uri="{FF2B5EF4-FFF2-40B4-BE49-F238E27FC236}">
                          <a16:creationId xmlns:a16="http://schemas.microsoft.com/office/drawing/2014/main" id="{C9D6A6D1-A9C2-8156-C8EE-0E6DE9B6BF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7741" y="2585345"/>
                      <a:ext cx="88900" cy="88900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cxnSp>
                <p:nvCxnSpPr>
                  <p:cNvPr id="26" name="直接箭头连接符 25">
                    <a:extLst>
                      <a:ext uri="{FF2B5EF4-FFF2-40B4-BE49-F238E27FC236}">
                        <a16:creationId xmlns:a16="http://schemas.microsoft.com/office/drawing/2014/main" id="{913BFB4B-F314-0005-45F8-FC08415D08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765285" y="2629795"/>
                    <a:ext cx="25082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文本框 23">
                      <a:extLst>
                        <a:ext uri="{FF2B5EF4-FFF2-40B4-BE49-F238E27FC236}">
                          <a16:creationId xmlns:a16="http://schemas.microsoft.com/office/drawing/2014/main" id="{0E80E86B-9043-CF5A-DCEB-D7B1D63FB9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4041" y="3044139"/>
                      <a:ext cx="482600" cy="3779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̇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4" name="文本框 23">
                      <a:extLst>
                        <a:ext uri="{FF2B5EF4-FFF2-40B4-BE49-F238E27FC236}">
                          <a16:creationId xmlns:a16="http://schemas.microsoft.com/office/drawing/2014/main" id="{0E80E86B-9043-CF5A-DCEB-D7B1D63FB9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04041" y="3044139"/>
                      <a:ext cx="482600" cy="37798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6602783-475A-24C9-A2E7-D03E93507949}"/>
                  </a:ext>
                </a:extLst>
              </p:cNvPr>
              <p:cNvGrpSpPr/>
              <p:nvPr/>
            </p:nvGrpSpPr>
            <p:grpSpPr>
              <a:xfrm>
                <a:off x="3267574" y="3881856"/>
                <a:ext cx="3439262" cy="88900"/>
                <a:chOff x="3267574" y="1873139"/>
                <a:chExt cx="3439262" cy="88900"/>
              </a:xfrm>
            </p:grpSpPr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A3409446-5709-5CCC-7803-D9DFE7E0EB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2606" y="1918527"/>
                  <a:ext cx="338423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B617ADB6-E354-0D41-D4D7-B0895D39B5D0}"/>
                    </a:ext>
                  </a:extLst>
                </p:cNvPr>
                <p:cNvSpPr/>
                <p:nvPr/>
              </p:nvSpPr>
              <p:spPr>
                <a:xfrm>
                  <a:off x="3267574" y="1873139"/>
                  <a:ext cx="88900" cy="889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18E507A-D2BD-0501-DE68-1689358192E7}"/>
                </a:ext>
              </a:extLst>
            </p:cNvPr>
            <p:cNvGrpSpPr/>
            <p:nvPr/>
          </p:nvGrpSpPr>
          <p:grpSpPr>
            <a:xfrm>
              <a:off x="6605795" y="1588978"/>
              <a:ext cx="1825763" cy="1757334"/>
              <a:chOff x="8135383" y="1363074"/>
              <a:chExt cx="1825763" cy="175733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39CA99AF-9343-FCF4-9F09-57976A4AB459}"/>
                  </a:ext>
                </a:extLst>
              </p:cNvPr>
              <p:cNvGrpSpPr/>
              <p:nvPr/>
            </p:nvGrpSpPr>
            <p:grpSpPr>
              <a:xfrm flipH="1">
                <a:off x="8135383" y="3031508"/>
                <a:ext cx="1454802" cy="88900"/>
                <a:chOff x="2977329" y="1022791"/>
                <a:chExt cx="1454802" cy="88900"/>
              </a:xfrm>
            </p:grpSpPr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A2D188D5-8132-5D6A-908E-4447AA588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41355" y="1067241"/>
                  <a:ext cx="139077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247DAC71-F2EF-A9C0-3271-E252FA590072}"/>
                    </a:ext>
                  </a:extLst>
                </p:cNvPr>
                <p:cNvSpPr/>
                <p:nvPr/>
              </p:nvSpPr>
              <p:spPr>
                <a:xfrm>
                  <a:off x="2977329" y="1022791"/>
                  <a:ext cx="88900" cy="889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761CFB9-5EEF-9E39-D337-784289A87CB9}"/>
                      </a:ext>
                    </a:extLst>
                  </p:cNvPr>
                  <p:cNvSpPr txBox="1"/>
                  <p:nvPr/>
                </p:nvSpPr>
                <p:spPr>
                  <a:xfrm>
                    <a:off x="9478546" y="2193791"/>
                    <a:ext cx="482600" cy="3779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761CFB9-5EEF-9E39-D337-784289A87C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8546" y="2193791"/>
                    <a:ext cx="482600" cy="37798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A715B9D3-A097-1B56-BE25-2D095BBAEA35}"/>
                      </a:ext>
                    </a:extLst>
                  </p:cNvPr>
                  <p:cNvSpPr txBox="1"/>
                  <p:nvPr/>
                </p:nvSpPr>
                <p:spPr>
                  <a:xfrm>
                    <a:off x="8649256" y="1363074"/>
                    <a:ext cx="366798" cy="3779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A715B9D3-A097-1B56-BE25-2D095BBAEA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9256" y="1363074"/>
                    <a:ext cx="366798" cy="37798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64A4904-6375-B2CF-A706-BF8826985A04}"/>
              </a:ext>
            </a:extLst>
          </p:cNvPr>
          <p:cNvSpPr/>
          <p:nvPr/>
        </p:nvSpPr>
        <p:spPr>
          <a:xfrm>
            <a:off x="6642360" y="2224643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94886A-D1E5-7D7B-C82A-9F39AEFFAA8D}"/>
              </a:ext>
            </a:extLst>
          </p:cNvPr>
          <p:cNvSpPr/>
          <p:nvPr/>
        </p:nvSpPr>
        <p:spPr>
          <a:xfrm>
            <a:off x="5110096" y="2224643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54164F-4FEC-C7F2-5948-C988758362CB}"/>
              </a:ext>
            </a:extLst>
          </p:cNvPr>
          <p:cNvSpPr/>
          <p:nvPr/>
        </p:nvSpPr>
        <p:spPr>
          <a:xfrm rot="5400000">
            <a:off x="5876227" y="2872698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57B7871-3D70-A250-52EE-DD55D5454E53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5577516" y="2306764"/>
            <a:ext cx="1064844" cy="2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60765E7-70AE-8038-46E8-EFA54642DD3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6109937" y="3188529"/>
            <a:ext cx="0" cy="414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F57F144-036D-859E-35B4-464D7D2003F7}"/>
              </a:ext>
            </a:extLst>
          </p:cNvPr>
          <p:cNvCxnSpPr>
            <a:cxnSpLocks/>
          </p:cNvCxnSpPr>
          <p:nvPr/>
        </p:nvCxnSpPr>
        <p:spPr>
          <a:xfrm>
            <a:off x="6106941" y="2306763"/>
            <a:ext cx="0" cy="414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2900F16-F3E5-ED1E-D17E-ABABA7871053}"/>
                  </a:ext>
                </a:extLst>
              </p:cNvPr>
              <p:cNvSpPr txBox="1"/>
              <p:nvPr/>
            </p:nvSpPr>
            <p:spPr>
              <a:xfrm>
                <a:off x="5132748" y="1827807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2900F16-F3E5-ED1E-D17E-ABABA7871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748" y="1827807"/>
                <a:ext cx="366798" cy="646331"/>
              </a:xfrm>
              <a:prstGeom prst="rect">
                <a:avLst/>
              </a:prstGeom>
              <a:blipFill>
                <a:blip r:embed="rId6"/>
                <a:stretch>
                  <a:fillRect r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E093DF3-5335-B455-B424-7872300F15F6}"/>
                  </a:ext>
                </a:extLst>
              </p:cNvPr>
              <p:cNvSpPr txBox="1"/>
              <p:nvPr/>
            </p:nvSpPr>
            <p:spPr>
              <a:xfrm>
                <a:off x="6690207" y="1827807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E093DF3-5335-B455-B424-7872300F1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207" y="1827807"/>
                <a:ext cx="366798" cy="646331"/>
              </a:xfrm>
              <a:prstGeom prst="rect">
                <a:avLst/>
              </a:prstGeom>
              <a:blipFill>
                <a:blip r:embed="rId7"/>
                <a:stretch>
                  <a:fillRect r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C16C3DC-0523-86EA-AC71-9E6BC0510868}"/>
                  </a:ext>
                </a:extLst>
              </p:cNvPr>
              <p:cNvSpPr txBox="1"/>
              <p:nvPr/>
            </p:nvSpPr>
            <p:spPr>
              <a:xfrm>
                <a:off x="6186067" y="2771253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3C16C3DC-0523-86EA-AC71-9E6BC0510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067" y="2771253"/>
                <a:ext cx="366798" cy="646331"/>
              </a:xfrm>
              <a:prstGeom prst="rect">
                <a:avLst/>
              </a:prstGeom>
              <a:blipFill>
                <a:blip r:embed="rId15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758D02D-007E-9B66-61D3-1C5FF2FEEAA8}"/>
              </a:ext>
            </a:extLst>
          </p:cNvPr>
          <p:cNvCxnSpPr>
            <a:cxnSpLocks/>
          </p:cNvCxnSpPr>
          <p:nvPr/>
        </p:nvCxnSpPr>
        <p:spPr>
          <a:xfrm>
            <a:off x="3759418" y="2588215"/>
            <a:ext cx="0" cy="733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DA21432-681E-D68C-8282-705724EC8850}"/>
              </a:ext>
            </a:extLst>
          </p:cNvPr>
          <p:cNvCxnSpPr>
            <a:cxnSpLocks/>
          </p:cNvCxnSpPr>
          <p:nvPr/>
        </p:nvCxnSpPr>
        <p:spPr>
          <a:xfrm>
            <a:off x="8444694" y="2588215"/>
            <a:ext cx="0" cy="733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BDD4A5-109D-7EB6-2FF2-D5D0A151E6F3}"/>
                  </a:ext>
                </a:extLst>
              </p:cNvPr>
              <p:cNvSpPr txBox="1"/>
              <p:nvPr/>
            </p:nvSpPr>
            <p:spPr>
              <a:xfrm>
                <a:off x="5914247" y="1956044"/>
                <a:ext cx="303893" cy="665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BDD4A5-109D-7EB6-2FF2-D5D0A151E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247" y="1956044"/>
                <a:ext cx="303893" cy="665850"/>
              </a:xfrm>
              <a:prstGeom prst="rect">
                <a:avLst/>
              </a:prstGeom>
              <a:blipFill>
                <a:blip r:embed="rId16"/>
                <a:stretch>
                  <a:fillRect r="-1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80F4044-BD74-6F41-AD1B-11BDB085F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930189"/>
              </p:ext>
            </p:extLst>
          </p:nvPr>
        </p:nvGraphicFramePr>
        <p:xfrm>
          <a:off x="7115175" y="6237288"/>
          <a:ext cx="35750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7" imgW="3574902" imgH="520831" progId="Package">
                  <p:embed/>
                </p:oleObj>
              </mc:Choice>
              <mc:Fallback>
                <p:oleObj name="包装程序外壳对象" showAsIcon="1" r:id="rId17" imgW="3574902" imgH="52083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15175" y="6237288"/>
                        <a:ext cx="35750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29FCB68-4833-62AA-5206-FABEB916A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162959"/>
              </p:ext>
            </p:extLst>
          </p:nvPr>
        </p:nvGraphicFramePr>
        <p:xfrm>
          <a:off x="7207250" y="6329363"/>
          <a:ext cx="30670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9" imgW="3066902" imgH="520831" progId="Package">
                  <p:embed/>
                </p:oleObj>
              </mc:Choice>
              <mc:Fallback>
                <p:oleObj name="包装程序外壳对象" showAsIcon="1" r:id="rId19" imgW="3066902" imgH="52083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07250" y="6329363"/>
                        <a:ext cx="30670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6EC8746-5DAE-B1D4-B56D-26CC79D3D1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211426"/>
              </p:ext>
            </p:extLst>
          </p:nvPr>
        </p:nvGraphicFramePr>
        <p:xfrm>
          <a:off x="7299325" y="6421438"/>
          <a:ext cx="25590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1" imgW="2558902" imgH="520831" progId="Package">
                  <p:embed/>
                </p:oleObj>
              </mc:Choice>
              <mc:Fallback>
                <p:oleObj name="包装程序外壳对象" showAsIcon="1" r:id="rId21" imgW="2558902" imgH="52083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99325" y="6421438"/>
                        <a:ext cx="25590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876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39791A4-B713-E99F-10E7-799D19DF0740}"/>
              </a:ext>
            </a:extLst>
          </p:cNvPr>
          <p:cNvSpPr/>
          <p:nvPr/>
        </p:nvSpPr>
        <p:spPr>
          <a:xfrm>
            <a:off x="5256362" y="1974691"/>
            <a:ext cx="996865" cy="859366"/>
          </a:xfrm>
          <a:prstGeom prst="triangl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7157C1-35B2-1D92-F3D4-7E1E43D4FBF1}"/>
              </a:ext>
            </a:extLst>
          </p:cNvPr>
          <p:cNvSpPr/>
          <p:nvPr/>
        </p:nvSpPr>
        <p:spPr>
          <a:xfrm rot="5400000">
            <a:off x="6749598" y="2446450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833B14-CBE3-75A1-94F0-B33E7731870B}"/>
                  </a:ext>
                </a:extLst>
              </p:cNvPr>
              <p:cNvSpPr txBox="1"/>
              <p:nvPr/>
            </p:nvSpPr>
            <p:spPr>
              <a:xfrm>
                <a:off x="4020021" y="2371060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833B14-CBE3-75A1-94F0-B33E77318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021" y="2371060"/>
                <a:ext cx="366798" cy="646331"/>
              </a:xfrm>
              <a:prstGeom prst="rect">
                <a:avLst/>
              </a:prstGeom>
              <a:blipFill>
                <a:blip r:embed="rId2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FBE8735-D315-9FAD-AE8B-61FADE69325E}"/>
                  </a:ext>
                </a:extLst>
              </p:cNvPr>
              <p:cNvSpPr txBox="1"/>
              <p:nvPr/>
            </p:nvSpPr>
            <p:spPr>
              <a:xfrm>
                <a:off x="8225356" y="3931755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FBE8735-D315-9FAD-AE8B-61FADE693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356" y="3931755"/>
                <a:ext cx="36679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91F56D6-6CB0-75B0-5999-6545FB096692}"/>
              </a:ext>
            </a:extLst>
          </p:cNvPr>
          <p:cNvSpPr/>
          <p:nvPr/>
        </p:nvSpPr>
        <p:spPr>
          <a:xfrm rot="5400000">
            <a:off x="4285024" y="2443256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D40487-AF7A-3104-E355-ED615C7D3BBD}"/>
              </a:ext>
            </a:extLst>
          </p:cNvPr>
          <p:cNvCxnSpPr>
            <a:cxnSpLocks/>
          </p:cNvCxnSpPr>
          <p:nvPr/>
        </p:nvCxnSpPr>
        <p:spPr>
          <a:xfrm>
            <a:off x="5985934" y="2854960"/>
            <a:ext cx="0" cy="726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76525DE-BF14-1898-26E2-A4A1680B06C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18734" y="2759087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B6E4E7B-8E20-B909-6594-998516379061}"/>
              </a:ext>
            </a:extLst>
          </p:cNvPr>
          <p:cNvCxnSpPr>
            <a:cxnSpLocks/>
          </p:cNvCxnSpPr>
          <p:nvPr/>
        </p:nvCxnSpPr>
        <p:spPr>
          <a:xfrm>
            <a:off x="5513494" y="2854960"/>
            <a:ext cx="0" cy="726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2DAF1E-83D5-8F79-DA02-F2F3757D80D8}"/>
              </a:ext>
            </a:extLst>
          </p:cNvPr>
          <p:cNvCxnSpPr>
            <a:cxnSpLocks/>
          </p:cNvCxnSpPr>
          <p:nvPr/>
        </p:nvCxnSpPr>
        <p:spPr>
          <a:xfrm flipH="1">
            <a:off x="3357880" y="3581400"/>
            <a:ext cx="2155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49F8D0B-0608-7B80-3D81-7FD63D1AC05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983308" y="2762281"/>
            <a:ext cx="3386" cy="819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6927EAA-E9FB-0B53-E47D-A7C4DCED24A4}"/>
              </a:ext>
            </a:extLst>
          </p:cNvPr>
          <p:cNvCxnSpPr>
            <a:cxnSpLocks/>
          </p:cNvCxnSpPr>
          <p:nvPr/>
        </p:nvCxnSpPr>
        <p:spPr>
          <a:xfrm>
            <a:off x="4528360" y="1747520"/>
            <a:ext cx="0" cy="544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E8E3EE2-EF28-B701-3ABD-6AA482EDAD5D}"/>
              </a:ext>
            </a:extLst>
          </p:cNvPr>
          <p:cNvCxnSpPr>
            <a:cxnSpLocks/>
          </p:cNvCxnSpPr>
          <p:nvPr/>
        </p:nvCxnSpPr>
        <p:spPr>
          <a:xfrm>
            <a:off x="6983308" y="1765593"/>
            <a:ext cx="0" cy="544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C38C22A-C612-6331-584A-926128F3C5C3}"/>
              </a:ext>
            </a:extLst>
          </p:cNvPr>
          <p:cNvCxnSpPr>
            <a:cxnSpLocks/>
          </p:cNvCxnSpPr>
          <p:nvPr/>
        </p:nvCxnSpPr>
        <p:spPr>
          <a:xfrm flipH="1">
            <a:off x="4518734" y="1765593"/>
            <a:ext cx="24645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7E9625D-04A6-04CC-EBE6-A27043131A56}"/>
              </a:ext>
            </a:extLst>
          </p:cNvPr>
          <p:cNvCxnSpPr>
            <a:cxnSpLocks/>
          </p:cNvCxnSpPr>
          <p:nvPr/>
        </p:nvCxnSpPr>
        <p:spPr>
          <a:xfrm>
            <a:off x="5753704" y="1765593"/>
            <a:ext cx="0" cy="209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1F656A0-BEFE-A1CA-2552-AF4CD38E33FA}"/>
              </a:ext>
            </a:extLst>
          </p:cNvPr>
          <p:cNvCxnSpPr>
            <a:cxnSpLocks/>
          </p:cNvCxnSpPr>
          <p:nvPr/>
        </p:nvCxnSpPr>
        <p:spPr>
          <a:xfrm flipH="1">
            <a:off x="5987622" y="3581400"/>
            <a:ext cx="2155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E5F5EC3-C0A6-A07C-BF4C-C5771C03F282}"/>
              </a:ext>
            </a:extLst>
          </p:cNvPr>
          <p:cNvCxnSpPr>
            <a:cxnSpLocks/>
          </p:cNvCxnSpPr>
          <p:nvPr/>
        </p:nvCxnSpPr>
        <p:spPr>
          <a:xfrm>
            <a:off x="8143236" y="3581400"/>
            <a:ext cx="0" cy="1154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72DC059-7F13-002B-0307-BABE5D488DB3}"/>
              </a:ext>
            </a:extLst>
          </p:cNvPr>
          <p:cNvCxnSpPr>
            <a:cxnSpLocks/>
          </p:cNvCxnSpPr>
          <p:nvPr/>
        </p:nvCxnSpPr>
        <p:spPr>
          <a:xfrm>
            <a:off x="3357880" y="4735836"/>
            <a:ext cx="4785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824DF78-D3B5-1F0B-241F-5B56A13B1849}"/>
                  </a:ext>
                </a:extLst>
              </p:cNvPr>
              <p:cNvSpPr txBox="1"/>
              <p:nvPr/>
            </p:nvSpPr>
            <p:spPr>
              <a:xfrm>
                <a:off x="5303340" y="2512937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824DF78-D3B5-1F0B-241F-5B56A13B1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340" y="2512937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E6AE48C-DD4D-E9F7-C511-8A1BA943FCAF}"/>
                  </a:ext>
                </a:extLst>
              </p:cNvPr>
              <p:cNvSpPr txBox="1"/>
              <p:nvPr/>
            </p:nvSpPr>
            <p:spPr>
              <a:xfrm>
                <a:off x="5790946" y="2516354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E6AE48C-DD4D-E9F7-C511-8A1BA943F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46" y="2516354"/>
                <a:ext cx="4203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A315C93C-3F66-8BC4-AEED-4F255B7D4A33}"/>
              </a:ext>
            </a:extLst>
          </p:cNvPr>
          <p:cNvGrpSpPr/>
          <p:nvPr/>
        </p:nvGrpSpPr>
        <p:grpSpPr>
          <a:xfrm>
            <a:off x="5552646" y="4706944"/>
            <a:ext cx="472440" cy="388615"/>
            <a:chOff x="5552646" y="4706944"/>
            <a:chExt cx="472440" cy="388615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416C3895-4CF1-7537-1324-9F3035108DA0}"/>
                </a:ext>
              </a:extLst>
            </p:cNvPr>
            <p:cNvCxnSpPr>
              <a:cxnSpLocks/>
            </p:cNvCxnSpPr>
            <p:nvPr/>
          </p:nvCxnSpPr>
          <p:spPr>
            <a:xfrm>
              <a:off x="5788866" y="4706944"/>
              <a:ext cx="0" cy="388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D8EA7B13-57EA-23D1-E076-A5C231825632}"/>
                </a:ext>
              </a:extLst>
            </p:cNvPr>
            <p:cNvCxnSpPr/>
            <p:nvPr/>
          </p:nvCxnSpPr>
          <p:spPr>
            <a:xfrm>
              <a:off x="5552646" y="5095559"/>
              <a:ext cx="472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F0EBB329-C956-A4C8-25CD-2D4D0102BD43}"/>
              </a:ext>
            </a:extLst>
          </p:cNvPr>
          <p:cNvSpPr/>
          <p:nvPr/>
        </p:nvSpPr>
        <p:spPr>
          <a:xfrm rot="5400000">
            <a:off x="7909525" y="4012914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1371D07B-10F3-5F5E-D8DB-57F2AB50EE76}"/>
                  </a:ext>
                </a:extLst>
              </p:cNvPr>
              <p:cNvSpPr txBox="1"/>
              <p:nvPr/>
            </p:nvSpPr>
            <p:spPr>
              <a:xfrm>
                <a:off x="7108661" y="2307345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1371D07B-10F3-5F5E-D8DB-57F2AB50E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661" y="2307345"/>
                <a:ext cx="366798" cy="646331"/>
              </a:xfrm>
              <a:prstGeom prst="rect">
                <a:avLst/>
              </a:prstGeom>
              <a:blipFill>
                <a:blip r:embed="rId6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7E18CC4-2C1C-07DC-F1F1-1DE8F49247DD}"/>
                  </a:ext>
                </a:extLst>
              </p:cNvPr>
              <p:cNvSpPr txBox="1"/>
              <p:nvPr/>
            </p:nvSpPr>
            <p:spPr>
              <a:xfrm>
                <a:off x="3224926" y="3598902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7E18CC4-2C1C-07DC-F1F1-1DE8F4924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926" y="3598902"/>
                <a:ext cx="4203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D5444637-34FA-E236-E9CB-E09A28630B15}"/>
                  </a:ext>
                </a:extLst>
              </p:cNvPr>
              <p:cNvSpPr txBox="1"/>
              <p:nvPr/>
            </p:nvSpPr>
            <p:spPr>
              <a:xfrm>
                <a:off x="3223876" y="4300586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D5444637-34FA-E236-E9CB-E09A28630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76" y="4300586"/>
                <a:ext cx="42030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4A39A7AC-0058-B4D5-EAA9-2CB6CB80942A}"/>
                  </a:ext>
                </a:extLst>
              </p:cNvPr>
              <p:cNvSpPr txBox="1"/>
              <p:nvPr/>
            </p:nvSpPr>
            <p:spPr>
              <a:xfrm>
                <a:off x="7564911" y="3591605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4A39A7AC-0058-B4D5-EAA9-2CB6CB809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11" y="3591605"/>
                <a:ext cx="42030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3C04D7E-6ED9-1D4D-9BE0-61F13CF1AE50}"/>
                  </a:ext>
                </a:extLst>
              </p:cNvPr>
              <p:cNvSpPr txBox="1"/>
              <p:nvPr/>
            </p:nvSpPr>
            <p:spPr>
              <a:xfrm>
                <a:off x="7564911" y="4274179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3C04D7E-6ED9-1D4D-9BE0-61F13CF1A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11" y="4274179"/>
                <a:ext cx="4203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B650277-118D-D800-F880-B9616A17A69F}"/>
                  </a:ext>
                </a:extLst>
              </p:cNvPr>
              <p:cNvSpPr txBox="1"/>
              <p:nvPr/>
            </p:nvSpPr>
            <p:spPr>
              <a:xfrm>
                <a:off x="3192906" y="3996480"/>
                <a:ext cx="482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B650277-118D-D800-F880-B9616A17A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06" y="3996480"/>
                <a:ext cx="4822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BE521CD9-335D-42A0-FD75-F607D92D562C}"/>
                  </a:ext>
                </a:extLst>
              </p:cNvPr>
              <p:cNvSpPr txBox="1"/>
              <p:nvPr/>
            </p:nvSpPr>
            <p:spPr>
              <a:xfrm>
                <a:off x="7553833" y="3960937"/>
                <a:ext cx="4203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BE521CD9-335D-42A0-FD75-F607D92D5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833" y="3960937"/>
                <a:ext cx="420309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1289206D-469B-99AC-EB86-45AF3089E472}"/>
              </a:ext>
            </a:extLst>
          </p:cNvPr>
          <p:cNvCxnSpPr>
            <a:cxnSpLocks/>
          </p:cNvCxnSpPr>
          <p:nvPr/>
        </p:nvCxnSpPr>
        <p:spPr>
          <a:xfrm>
            <a:off x="3889300" y="3581400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ACE15AD-B8CA-CE39-F6E3-CBD4A003A8CD}"/>
              </a:ext>
            </a:extLst>
          </p:cNvPr>
          <p:cNvCxnSpPr>
            <a:cxnSpLocks/>
          </p:cNvCxnSpPr>
          <p:nvPr/>
        </p:nvCxnSpPr>
        <p:spPr>
          <a:xfrm flipH="1">
            <a:off x="7303008" y="3581400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E2B042A-109E-C5DF-3A8F-EDB77E834F75}"/>
              </a:ext>
            </a:extLst>
          </p:cNvPr>
          <p:cNvCxnSpPr>
            <a:cxnSpLocks/>
          </p:cNvCxnSpPr>
          <p:nvPr/>
        </p:nvCxnSpPr>
        <p:spPr>
          <a:xfrm rot="16200000">
            <a:off x="4402948" y="1974690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3EA6CF0B-0DD7-8230-667F-52F246226A48}"/>
              </a:ext>
            </a:extLst>
          </p:cNvPr>
          <p:cNvCxnSpPr>
            <a:cxnSpLocks/>
          </p:cNvCxnSpPr>
          <p:nvPr/>
        </p:nvCxnSpPr>
        <p:spPr>
          <a:xfrm rot="16200000">
            <a:off x="6861282" y="1967730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7B726994-82F6-91D9-4E3E-4EED03E49CAE}"/>
                  </a:ext>
                </a:extLst>
              </p:cNvPr>
              <p:cNvSpPr txBox="1"/>
              <p:nvPr/>
            </p:nvSpPr>
            <p:spPr>
              <a:xfrm>
                <a:off x="4560272" y="2095970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7B726994-82F6-91D9-4E3E-4EED03E49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272" y="2095970"/>
                <a:ext cx="42030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B0A5AA58-A587-9700-AA50-CEF90D2AE93D}"/>
                  </a:ext>
                </a:extLst>
              </p:cNvPr>
              <p:cNvSpPr txBox="1"/>
              <p:nvPr/>
            </p:nvSpPr>
            <p:spPr>
              <a:xfrm>
                <a:off x="4590192" y="2781451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B0A5AA58-A587-9700-AA50-CEF90D2AE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92" y="2781451"/>
                <a:ext cx="4203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65BC072-9626-13F0-4CBE-9188CE81533B}"/>
                  </a:ext>
                </a:extLst>
              </p:cNvPr>
              <p:cNvSpPr txBox="1"/>
              <p:nvPr/>
            </p:nvSpPr>
            <p:spPr>
              <a:xfrm>
                <a:off x="4560272" y="2432216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65BC072-9626-13F0-4CBE-9188CE815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272" y="2432216"/>
                <a:ext cx="48756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6A70C489-7451-F594-D9E8-1E1BC1D130B4}"/>
                  </a:ext>
                </a:extLst>
              </p:cNvPr>
              <p:cNvSpPr txBox="1"/>
              <p:nvPr/>
            </p:nvSpPr>
            <p:spPr>
              <a:xfrm>
                <a:off x="6455830" y="2113162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6A70C489-7451-F594-D9E8-1E1BC1D13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830" y="2113162"/>
                <a:ext cx="42030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DDA1BF-7214-3674-EE62-F0CB6663894B}"/>
                  </a:ext>
                </a:extLst>
              </p:cNvPr>
              <p:cNvSpPr txBox="1"/>
              <p:nvPr/>
            </p:nvSpPr>
            <p:spPr>
              <a:xfrm>
                <a:off x="6485750" y="2798643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DDA1BF-7214-3674-EE62-F0CB6663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750" y="2798643"/>
                <a:ext cx="42030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C4BE2EA-B716-6326-B965-C4701DEF3EB3}"/>
                  </a:ext>
                </a:extLst>
              </p:cNvPr>
              <p:cNvSpPr txBox="1"/>
              <p:nvPr/>
            </p:nvSpPr>
            <p:spPr>
              <a:xfrm>
                <a:off x="6461748" y="2461308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C4BE2EA-B716-6326-B965-C4701DEF3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48" y="2461308"/>
                <a:ext cx="4875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D44971E-C194-EFA9-EE6F-A0FA905F9EF7}"/>
                  </a:ext>
                </a:extLst>
              </p:cNvPr>
              <p:cNvSpPr txBox="1"/>
              <p:nvPr/>
            </p:nvSpPr>
            <p:spPr>
              <a:xfrm>
                <a:off x="3818193" y="3150783"/>
                <a:ext cx="422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D44971E-C194-EFA9-EE6F-A0FA905F9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93" y="3150783"/>
                <a:ext cx="42293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A0026A6E-B7F2-9AE0-B655-D7F170ABD25D}"/>
                  </a:ext>
                </a:extLst>
              </p:cNvPr>
              <p:cNvSpPr txBox="1"/>
              <p:nvPr/>
            </p:nvSpPr>
            <p:spPr>
              <a:xfrm>
                <a:off x="7161691" y="3150783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A0026A6E-B7F2-9AE0-B655-D7F170ABD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691" y="3150783"/>
                <a:ext cx="42825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80623BC-DD19-84D0-F815-7233B8B688A3}"/>
                  </a:ext>
                </a:extLst>
              </p:cNvPr>
              <p:cNvSpPr txBox="1"/>
              <p:nvPr/>
            </p:nvSpPr>
            <p:spPr>
              <a:xfrm>
                <a:off x="4054780" y="1834633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480623BC-DD19-84D0-F815-7233B8B68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780" y="1834633"/>
                <a:ext cx="42825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A2D5C0A-F394-5B79-42AD-DBAD5B1EB813}"/>
                  </a:ext>
                </a:extLst>
              </p:cNvPr>
              <p:cNvSpPr txBox="1"/>
              <p:nvPr/>
            </p:nvSpPr>
            <p:spPr>
              <a:xfrm>
                <a:off x="7065367" y="1826351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A2D5C0A-F394-5B79-42AD-DBAD5B1E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367" y="1826351"/>
                <a:ext cx="42825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7D749C09-5C7F-4F72-8966-5155CEE9773D}"/>
              </a:ext>
            </a:extLst>
          </p:cNvPr>
          <p:cNvCxnSpPr>
            <a:cxnSpLocks/>
          </p:cNvCxnSpPr>
          <p:nvPr/>
        </p:nvCxnSpPr>
        <p:spPr>
          <a:xfrm>
            <a:off x="3776655" y="4261479"/>
            <a:ext cx="742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7D46489-FB6A-9F87-DEB7-ED6FF89D3F9E}"/>
                  </a:ext>
                </a:extLst>
              </p:cNvPr>
              <p:cNvSpPr txBox="1"/>
              <p:nvPr/>
            </p:nvSpPr>
            <p:spPr>
              <a:xfrm>
                <a:off x="3897759" y="3885959"/>
                <a:ext cx="3667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CN" b="0" i="1" dirty="0"/>
              </a:p>
              <a:p>
                <a:endParaRPr lang="zh-CN" altLang="en-US" i="1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7D46489-FB6A-9F87-DEB7-ED6FF89D3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759" y="3885959"/>
                <a:ext cx="366798" cy="646331"/>
              </a:xfrm>
              <a:prstGeom prst="rect">
                <a:avLst/>
              </a:prstGeom>
              <a:blipFill>
                <a:blip r:embed="rId22"/>
                <a:stretch>
                  <a:fillRect r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5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A684-5B34-A0CE-4606-01E60821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013D4C-4292-97A6-443C-C372BC0E2778}"/>
              </a:ext>
            </a:extLst>
          </p:cNvPr>
          <p:cNvCxnSpPr>
            <a:cxnSpLocks/>
          </p:cNvCxnSpPr>
          <p:nvPr/>
        </p:nvCxnSpPr>
        <p:spPr>
          <a:xfrm flipH="1">
            <a:off x="3952017" y="5549737"/>
            <a:ext cx="10976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9092FC94-E717-6EA2-7DF3-5CE84FA4FDE6}"/>
              </a:ext>
            </a:extLst>
          </p:cNvPr>
          <p:cNvSpPr/>
          <p:nvPr/>
        </p:nvSpPr>
        <p:spPr>
          <a:xfrm>
            <a:off x="5256362" y="1974691"/>
            <a:ext cx="996865" cy="859366"/>
          </a:xfrm>
          <a:prstGeom prst="triangl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89D68C-69C5-65FA-3C9A-BE83FD400C5C}"/>
              </a:ext>
            </a:extLst>
          </p:cNvPr>
          <p:cNvSpPr/>
          <p:nvPr/>
        </p:nvSpPr>
        <p:spPr>
          <a:xfrm rot="5400000">
            <a:off x="6749598" y="2446450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C2BA933-B7DB-D84E-FFBC-1B5579EBEA9A}"/>
                  </a:ext>
                </a:extLst>
              </p:cNvPr>
              <p:cNvSpPr txBox="1"/>
              <p:nvPr/>
            </p:nvSpPr>
            <p:spPr>
              <a:xfrm>
                <a:off x="3190030" y="2331424"/>
                <a:ext cx="128547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C2BA933-B7DB-D84E-FFBC-1B5579EBE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030" y="2331424"/>
                <a:ext cx="1285472" cy="646331"/>
              </a:xfrm>
              <a:prstGeom prst="rect">
                <a:avLst/>
              </a:prstGeom>
              <a:blipFill>
                <a:blip r:embed="rId2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E2C2E4-26E1-4DA7-7014-397B86D92D53}"/>
                  </a:ext>
                </a:extLst>
              </p:cNvPr>
              <p:cNvSpPr txBox="1"/>
              <p:nvPr/>
            </p:nvSpPr>
            <p:spPr>
              <a:xfrm>
                <a:off x="3842709" y="4308309"/>
                <a:ext cx="13034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i="1" dirty="0"/>
              </a:p>
              <a:p>
                <a:endParaRPr lang="zh-CN" altLang="en-US" i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E2C2E4-26E1-4DA7-7014-397B86D92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709" y="4308309"/>
                <a:ext cx="1303406" cy="646331"/>
              </a:xfrm>
              <a:prstGeom prst="rect">
                <a:avLst/>
              </a:prstGeom>
              <a:blipFill>
                <a:blip r:embed="rId3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3A189A9-E9BB-1AC5-CB9C-01B5D0555FE5}"/>
              </a:ext>
            </a:extLst>
          </p:cNvPr>
          <p:cNvSpPr/>
          <p:nvPr/>
        </p:nvSpPr>
        <p:spPr>
          <a:xfrm rot="5400000">
            <a:off x="4285024" y="2443256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93E88E8-8EAB-8CFC-34B4-629024512A24}"/>
              </a:ext>
            </a:extLst>
          </p:cNvPr>
          <p:cNvCxnSpPr>
            <a:cxnSpLocks/>
          </p:cNvCxnSpPr>
          <p:nvPr/>
        </p:nvCxnSpPr>
        <p:spPr>
          <a:xfrm>
            <a:off x="5985934" y="2854960"/>
            <a:ext cx="0" cy="726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DBA4B81-C1CD-A2CF-FFC1-FDCA7354294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518734" y="2759087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0DCA87C-DD49-D31E-9352-4247A7EB83E1}"/>
              </a:ext>
            </a:extLst>
          </p:cNvPr>
          <p:cNvCxnSpPr>
            <a:cxnSpLocks/>
          </p:cNvCxnSpPr>
          <p:nvPr/>
        </p:nvCxnSpPr>
        <p:spPr>
          <a:xfrm>
            <a:off x="5513494" y="2854960"/>
            <a:ext cx="0" cy="726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409A6D4-BC8A-DDDB-3224-AB1236E59CD4}"/>
              </a:ext>
            </a:extLst>
          </p:cNvPr>
          <p:cNvCxnSpPr>
            <a:cxnSpLocks/>
          </p:cNvCxnSpPr>
          <p:nvPr/>
        </p:nvCxnSpPr>
        <p:spPr>
          <a:xfrm flipH="1">
            <a:off x="3357880" y="3581400"/>
            <a:ext cx="2155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6C86C49-84A8-2FBD-EEFD-D3FC17559FD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983308" y="2762281"/>
            <a:ext cx="3386" cy="819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799CD68-5055-13CC-79CD-152CDFE51B9E}"/>
              </a:ext>
            </a:extLst>
          </p:cNvPr>
          <p:cNvCxnSpPr>
            <a:cxnSpLocks/>
          </p:cNvCxnSpPr>
          <p:nvPr/>
        </p:nvCxnSpPr>
        <p:spPr>
          <a:xfrm>
            <a:off x="4528360" y="1747520"/>
            <a:ext cx="0" cy="544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BF34FEA-2F54-2B05-F374-6AF3170D1051}"/>
              </a:ext>
            </a:extLst>
          </p:cNvPr>
          <p:cNvCxnSpPr>
            <a:cxnSpLocks/>
          </p:cNvCxnSpPr>
          <p:nvPr/>
        </p:nvCxnSpPr>
        <p:spPr>
          <a:xfrm>
            <a:off x="6983308" y="1765593"/>
            <a:ext cx="0" cy="544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C7F63FD-8CE9-4669-DBC4-556AE805EF99}"/>
              </a:ext>
            </a:extLst>
          </p:cNvPr>
          <p:cNvCxnSpPr>
            <a:cxnSpLocks/>
          </p:cNvCxnSpPr>
          <p:nvPr/>
        </p:nvCxnSpPr>
        <p:spPr>
          <a:xfrm flipH="1">
            <a:off x="4518734" y="1765593"/>
            <a:ext cx="24645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B53E2C1-A351-0B48-645A-C2B1FC5FB479}"/>
              </a:ext>
            </a:extLst>
          </p:cNvPr>
          <p:cNvCxnSpPr>
            <a:cxnSpLocks/>
          </p:cNvCxnSpPr>
          <p:nvPr/>
        </p:nvCxnSpPr>
        <p:spPr>
          <a:xfrm>
            <a:off x="5753704" y="1765593"/>
            <a:ext cx="0" cy="209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C620BBF-7D3C-10EF-5C03-AE51DA78AC09}"/>
              </a:ext>
            </a:extLst>
          </p:cNvPr>
          <p:cNvCxnSpPr>
            <a:cxnSpLocks/>
          </p:cNvCxnSpPr>
          <p:nvPr/>
        </p:nvCxnSpPr>
        <p:spPr>
          <a:xfrm flipH="1">
            <a:off x="5987622" y="3581400"/>
            <a:ext cx="21556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B02182D-A3B3-040F-8B62-AD366751B1AA}"/>
              </a:ext>
            </a:extLst>
          </p:cNvPr>
          <p:cNvCxnSpPr>
            <a:cxnSpLocks/>
          </p:cNvCxnSpPr>
          <p:nvPr/>
        </p:nvCxnSpPr>
        <p:spPr>
          <a:xfrm>
            <a:off x="8143236" y="3581400"/>
            <a:ext cx="0" cy="1154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FC04A11-91DE-6B9A-23EA-18F07CF0B554}"/>
              </a:ext>
            </a:extLst>
          </p:cNvPr>
          <p:cNvCxnSpPr>
            <a:cxnSpLocks/>
          </p:cNvCxnSpPr>
          <p:nvPr/>
        </p:nvCxnSpPr>
        <p:spPr>
          <a:xfrm>
            <a:off x="3357880" y="4735836"/>
            <a:ext cx="4785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E27ECF0-034E-DD2A-172D-0ABF0591FA63}"/>
                  </a:ext>
                </a:extLst>
              </p:cNvPr>
              <p:cNvSpPr txBox="1"/>
              <p:nvPr/>
            </p:nvSpPr>
            <p:spPr>
              <a:xfrm>
                <a:off x="5303340" y="2512937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824DF78-D3B5-1F0B-241F-5B56A13B1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340" y="2512937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4582981-2B06-5674-076A-BF704F934663}"/>
                  </a:ext>
                </a:extLst>
              </p:cNvPr>
              <p:cNvSpPr txBox="1"/>
              <p:nvPr/>
            </p:nvSpPr>
            <p:spPr>
              <a:xfrm>
                <a:off x="5790946" y="2516354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E6AE48C-DD4D-E9F7-C511-8A1BA943F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46" y="2516354"/>
                <a:ext cx="4203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C7742416-D406-4A98-F232-16AF872FC6FA}"/>
              </a:ext>
            </a:extLst>
          </p:cNvPr>
          <p:cNvGrpSpPr/>
          <p:nvPr/>
        </p:nvGrpSpPr>
        <p:grpSpPr>
          <a:xfrm>
            <a:off x="7907017" y="4666198"/>
            <a:ext cx="472440" cy="388615"/>
            <a:chOff x="5552646" y="4706944"/>
            <a:chExt cx="472440" cy="388615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66EAA76-F72D-5CE6-463B-57A0F0B98059}"/>
                </a:ext>
              </a:extLst>
            </p:cNvPr>
            <p:cNvCxnSpPr>
              <a:cxnSpLocks/>
            </p:cNvCxnSpPr>
            <p:nvPr/>
          </p:nvCxnSpPr>
          <p:spPr>
            <a:xfrm>
              <a:off x="5788866" y="4706944"/>
              <a:ext cx="0" cy="388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1B67336-7B23-F3F6-6C2C-741C49416D3A}"/>
                </a:ext>
              </a:extLst>
            </p:cNvPr>
            <p:cNvCxnSpPr/>
            <p:nvPr/>
          </p:nvCxnSpPr>
          <p:spPr>
            <a:xfrm>
              <a:off x="5552646" y="5095559"/>
              <a:ext cx="472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C6B9E79D-DC3C-2342-6B2D-6269EC8884B0}"/>
              </a:ext>
            </a:extLst>
          </p:cNvPr>
          <p:cNvSpPr/>
          <p:nvPr/>
        </p:nvSpPr>
        <p:spPr>
          <a:xfrm rot="10800000">
            <a:off x="4285024" y="4666198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1F2E24A-4490-FD0C-DF5A-B109E8C9E085}"/>
                  </a:ext>
                </a:extLst>
              </p:cNvPr>
              <p:cNvSpPr txBox="1"/>
              <p:nvPr/>
            </p:nvSpPr>
            <p:spPr>
              <a:xfrm>
                <a:off x="7108660" y="2307345"/>
                <a:ext cx="13596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1F2E24A-4490-FD0C-DF5A-B109E8C9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660" y="2307345"/>
                <a:ext cx="1359699" cy="646331"/>
              </a:xfrm>
              <a:prstGeom prst="rect">
                <a:avLst/>
              </a:prstGeom>
              <a:blipFill>
                <a:blip r:embed="rId6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E6ACD0B-9E93-D952-0355-11FD090F6485}"/>
              </a:ext>
            </a:extLst>
          </p:cNvPr>
          <p:cNvCxnSpPr>
            <a:cxnSpLocks/>
          </p:cNvCxnSpPr>
          <p:nvPr/>
        </p:nvCxnSpPr>
        <p:spPr>
          <a:xfrm>
            <a:off x="3357880" y="3581400"/>
            <a:ext cx="0" cy="1154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C14E4562-5046-BA29-DB4B-EB859BA723E3}"/>
              </a:ext>
            </a:extLst>
          </p:cNvPr>
          <p:cNvSpPr/>
          <p:nvPr/>
        </p:nvSpPr>
        <p:spPr>
          <a:xfrm>
            <a:off x="5543210" y="4471784"/>
            <a:ext cx="528102" cy="52810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2A0ED63-B4EC-3ED1-7776-86B154986A5D}"/>
              </a:ext>
            </a:extLst>
          </p:cNvPr>
          <p:cNvCxnSpPr>
            <a:cxnSpLocks/>
            <a:stCxn id="10" idx="6"/>
          </p:cNvCxnSpPr>
          <p:nvPr/>
        </p:nvCxnSpPr>
        <p:spPr>
          <a:xfrm flipH="1">
            <a:off x="5543210" y="4735835"/>
            <a:ext cx="5281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A3F8AD9-7078-9B03-42D5-C115F7F76D11}"/>
                  </a:ext>
                </a:extLst>
              </p:cNvPr>
              <p:cNvSpPr txBox="1"/>
              <p:nvPr/>
            </p:nvSpPr>
            <p:spPr>
              <a:xfrm>
                <a:off x="5058868" y="4203184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A3F8AD9-7078-9B03-42D5-C115F7F76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868" y="4203184"/>
                <a:ext cx="4203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CF3977C-9D17-11B5-006B-D811425DF278}"/>
                  </a:ext>
                </a:extLst>
              </p:cNvPr>
              <p:cNvSpPr txBox="1"/>
              <p:nvPr/>
            </p:nvSpPr>
            <p:spPr>
              <a:xfrm>
                <a:off x="6168740" y="4195824"/>
                <a:ext cx="3644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CF3977C-9D17-11B5-006B-D811425DF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740" y="4195824"/>
                <a:ext cx="36441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2AF3494-71F3-CD50-89BD-27B702CA3977}"/>
                  </a:ext>
                </a:extLst>
              </p:cNvPr>
              <p:cNvSpPr txBox="1"/>
              <p:nvPr/>
            </p:nvSpPr>
            <p:spPr>
              <a:xfrm>
                <a:off x="5264225" y="4158617"/>
                <a:ext cx="113382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2AF3494-71F3-CD50-89BD-27B702CA3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225" y="4158617"/>
                <a:ext cx="1133823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椭圆 17">
            <a:extLst>
              <a:ext uri="{FF2B5EF4-FFF2-40B4-BE49-F238E27FC236}">
                <a16:creationId xmlns:a16="http://schemas.microsoft.com/office/drawing/2014/main" id="{AF9B1A12-68BA-20E0-B94D-6C79AD784A17}"/>
              </a:ext>
            </a:extLst>
          </p:cNvPr>
          <p:cNvSpPr/>
          <p:nvPr/>
        </p:nvSpPr>
        <p:spPr>
          <a:xfrm>
            <a:off x="3109377" y="3859748"/>
            <a:ext cx="528102" cy="52810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9CC1D9F-954F-3A9B-C80E-0DA1CA50DD17}"/>
              </a:ext>
            </a:extLst>
          </p:cNvPr>
          <p:cNvSpPr/>
          <p:nvPr/>
        </p:nvSpPr>
        <p:spPr>
          <a:xfrm>
            <a:off x="4264309" y="5277873"/>
            <a:ext cx="528102" cy="52810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F9067A6-6D46-73D8-0CAE-E41C9DC2EA1B}"/>
              </a:ext>
            </a:extLst>
          </p:cNvPr>
          <p:cNvCxnSpPr>
            <a:cxnSpLocks/>
          </p:cNvCxnSpPr>
          <p:nvPr/>
        </p:nvCxnSpPr>
        <p:spPr>
          <a:xfrm>
            <a:off x="3949937" y="4735972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FA61119-6BC2-F385-3184-9C1374F6BED8}"/>
              </a:ext>
            </a:extLst>
          </p:cNvPr>
          <p:cNvCxnSpPr>
            <a:cxnSpLocks/>
          </p:cNvCxnSpPr>
          <p:nvPr/>
        </p:nvCxnSpPr>
        <p:spPr>
          <a:xfrm>
            <a:off x="5047625" y="4735972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6EE81B5-8782-F197-0895-4E8DD42629F4}"/>
                  </a:ext>
                </a:extLst>
              </p:cNvPr>
              <p:cNvSpPr txBox="1"/>
              <p:nvPr/>
            </p:nvSpPr>
            <p:spPr>
              <a:xfrm>
                <a:off x="4349838" y="5318904"/>
                <a:ext cx="3667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6EE81B5-8782-F197-0895-4E8DD4262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838" y="5318904"/>
                <a:ext cx="366798" cy="461665"/>
              </a:xfrm>
              <a:prstGeom prst="rect">
                <a:avLst/>
              </a:prstGeom>
              <a:blipFill>
                <a:blip r:embed="rId10"/>
                <a:stretch>
                  <a:fillRect l="-5000" r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80537C4-D5BE-57D9-811C-68FCDBA7AFDC}"/>
                  </a:ext>
                </a:extLst>
              </p:cNvPr>
              <p:cNvSpPr txBox="1"/>
              <p:nvPr/>
            </p:nvSpPr>
            <p:spPr>
              <a:xfrm>
                <a:off x="3190030" y="3880246"/>
                <a:ext cx="3667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80537C4-D5BE-57D9-811C-68FCDBA7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030" y="3880246"/>
                <a:ext cx="366798" cy="461665"/>
              </a:xfrm>
              <a:prstGeom prst="rect">
                <a:avLst/>
              </a:prstGeom>
              <a:blipFill>
                <a:blip r:embed="rId11"/>
                <a:stretch>
                  <a:fillRect l="-3333"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01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7F95-1BAC-D49A-913F-2EA69BB7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C1BB3954-E3FC-7F6F-C094-21E234551647}"/>
              </a:ext>
            </a:extLst>
          </p:cNvPr>
          <p:cNvGrpSpPr/>
          <p:nvPr/>
        </p:nvGrpSpPr>
        <p:grpSpPr>
          <a:xfrm>
            <a:off x="3216719" y="3240596"/>
            <a:ext cx="528102" cy="528102"/>
            <a:chOff x="329140" y="2201658"/>
            <a:chExt cx="528102" cy="52810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73E24383-5AAC-880A-5DD8-D465BF7AB4DB}"/>
                </a:ext>
              </a:extLst>
            </p:cNvPr>
            <p:cNvSpPr/>
            <p:nvPr/>
          </p:nvSpPr>
          <p:spPr>
            <a:xfrm rot="5400000">
              <a:off x="329140" y="2201658"/>
              <a:ext cx="528102" cy="52810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39A7671-75FA-9869-94EE-1A4E2FBB83DD}"/>
                </a:ext>
              </a:extLst>
            </p:cNvPr>
            <p:cNvSpPr txBox="1"/>
            <p:nvPr/>
          </p:nvSpPr>
          <p:spPr>
            <a:xfrm>
              <a:off x="402558" y="2201658"/>
              <a:ext cx="36679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CN" altLang="en-US" sz="2400" i="1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FD0B51-8039-A28E-1568-603C24A47267}"/>
              </a:ext>
            </a:extLst>
          </p:cNvPr>
          <p:cNvGrpSpPr/>
          <p:nvPr/>
        </p:nvGrpSpPr>
        <p:grpSpPr>
          <a:xfrm rot="5400000">
            <a:off x="3083134" y="405977"/>
            <a:ext cx="5204132" cy="6575196"/>
            <a:chOff x="3351856" y="394132"/>
            <a:chExt cx="5204132" cy="6575196"/>
          </a:xfrm>
        </p:grpSpPr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9E6C3B34-DA09-0C15-742F-C65A640033C2}"/>
                </a:ext>
              </a:extLst>
            </p:cNvPr>
            <p:cNvSpPr/>
            <p:nvPr/>
          </p:nvSpPr>
          <p:spPr>
            <a:xfrm>
              <a:off x="5256360" y="1974694"/>
              <a:ext cx="996865" cy="859366"/>
            </a:xfrm>
            <a:prstGeom prst="triangl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7E8A776-F241-BDF5-61B9-940DE407A8FA}"/>
                </a:ext>
              </a:extLst>
            </p:cNvPr>
            <p:cNvSpPr/>
            <p:nvPr/>
          </p:nvSpPr>
          <p:spPr>
            <a:xfrm rot="5400000">
              <a:off x="6749596" y="2446453"/>
              <a:ext cx="467420" cy="1642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34AE371-D173-475F-BFEC-A8728E630DC0}"/>
                    </a:ext>
                  </a:extLst>
                </p:cNvPr>
                <p:cNvSpPr txBox="1"/>
                <p:nvPr/>
              </p:nvSpPr>
              <p:spPr>
                <a:xfrm rot="16200000">
                  <a:off x="3701863" y="2197815"/>
                  <a:ext cx="128547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1000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34AE371-D173-475F-BFEC-A8728E630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01863" y="2197815"/>
                  <a:ext cx="1285472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66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0742EF-6B45-1A5B-667B-3875ED3CD958}"/>
                </a:ext>
              </a:extLst>
            </p:cNvPr>
            <p:cNvSpPr/>
            <p:nvPr/>
          </p:nvSpPr>
          <p:spPr>
            <a:xfrm rot="5400000">
              <a:off x="4285022" y="2443259"/>
              <a:ext cx="467420" cy="1642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A4AD4ED-BC2C-8D79-716A-214982EF541E}"/>
                </a:ext>
              </a:extLst>
            </p:cNvPr>
            <p:cNvCxnSpPr>
              <a:cxnSpLocks/>
            </p:cNvCxnSpPr>
            <p:nvPr/>
          </p:nvCxnSpPr>
          <p:spPr>
            <a:xfrm>
              <a:off x="5985931" y="2854963"/>
              <a:ext cx="0" cy="7264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74AAB94-9074-4963-7455-6F43179E9A7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518732" y="2759090"/>
              <a:ext cx="4160" cy="8223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4EC0E71-7AE3-747C-16DA-DCAD3A952087}"/>
                </a:ext>
              </a:extLst>
            </p:cNvPr>
            <p:cNvCxnSpPr>
              <a:cxnSpLocks/>
            </p:cNvCxnSpPr>
            <p:nvPr/>
          </p:nvCxnSpPr>
          <p:spPr>
            <a:xfrm>
              <a:off x="5513491" y="2854963"/>
              <a:ext cx="0" cy="7264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EF084FB-C0B0-BEE2-38D6-B2B7DE97C4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7878" y="3581403"/>
              <a:ext cx="21556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4CA5D4E-D893-6ECB-F04E-96341BFC08CA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6983306" y="2762283"/>
              <a:ext cx="3386" cy="819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D13324C-24D9-B4FF-B4F0-A86CEDF06E69}"/>
                </a:ext>
              </a:extLst>
            </p:cNvPr>
            <p:cNvCxnSpPr>
              <a:cxnSpLocks/>
            </p:cNvCxnSpPr>
            <p:nvPr/>
          </p:nvCxnSpPr>
          <p:spPr>
            <a:xfrm>
              <a:off x="4528358" y="1747522"/>
              <a:ext cx="0" cy="54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3C70932-E9C7-4D34-D35E-9134D6973274}"/>
                </a:ext>
              </a:extLst>
            </p:cNvPr>
            <p:cNvCxnSpPr>
              <a:cxnSpLocks/>
            </p:cNvCxnSpPr>
            <p:nvPr/>
          </p:nvCxnSpPr>
          <p:spPr>
            <a:xfrm>
              <a:off x="6983306" y="1765595"/>
              <a:ext cx="0" cy="54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0BFCDFD-5880-18BD-5057-BF728CAC1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8732" y="1765595"/>
              <a:ext cx="246457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9D2F599-FEFB-07F9-F99B-5AD4DB22F648}"/>
                </a:ext>
              </a:extLst>
            </p:cNvPr>
            <p:cNvCxnSpPr>
              <a:cxnSpLocks/>
            </p:cNvCxnSpPr>
            <p:nvPr/>
          </p:nvCxnSpPr>
          <p:spPr>
            <a:xfrm>
              <a:off x="5753703" y="1765595"/>
              <a:ext cx="0" cy="2090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0FB516A-94F4-9849-9A66-90E7AFA6CA0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271805" y="2297219"/>
              <a:ext cx="0" cy="25683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8968977-0443-7F93-274D-EC99A6EECFB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812993" y="3137127"/>
              <a:ext cx="548598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BC7CB61-2D3E-B3A9-7D73-53C90DE28F5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53922" y="3287190"/>
              <a:ext cx="0" cy="52041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AF94731-4C6A-C7F1-F9CF-EF30C7EA77B2}"/>
                    </a:ext>
                  </a:extLst>
                </p:cNvPr>
                <p:cNvSpPr txBox="1"/>
                <p:nvPr/>
              </p:nvSpPr>
              <p:spPr>
                <a:xfrm>
                  <a:off x="5303339" y="2512938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AF94731-4C6A-C7F1-F9CF-EF30C7EA7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339" y="2512938"/>
                  <a:ext cx="42030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1C2A5CE-DFB8-DBD8-804F-02894FB7ABAB}"/>
                    </a:ext>
                  </a:extLst>
                </p:cNvPr>
                <p:cNvSpPr txBox="1"/>
                <p:nvPr/>
              </p:nvSpPr>
              <p:spPr>
                <a:xfrm>
                  <a:off x="5790945" y="2516355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1C2A5CE-DFB8-DBD8-804F-02894FB7A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945" y="2516355"/>
                  <a:ext cx="42030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F7D68AD-415A-6B0A-D7FC-AAEF0A41137F}"/>
                    </a:ext>
                  </a:extLst>
                </p:cNvPr>
                <p:cNvSpPr txBox="1"/>
                <p:nvPr/>
              </p:nvSpPr>
              <p:spPr>
                <a:xfrm rot="16200000">
                  <a:off x="6790864" y="2205409"/>
                  <a:ext cx="1359699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1000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F7D68AD-415A-6B0A-D7FC-AAEF0A411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790864" y="2205409"/>
                  <a:ext cx="1359699" cy="646331"/>
                </a:xfrm>
                <a:prstGeom prst="rect">
                  <a:avLst/>
                </a:prstGeom>
                <a:blipFill>
                  <a:blip r:embed="rId5"/>
                  <a:stretch>
                    <a:fillRect t="-66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7056F8A-D0CF-9EA1-991F-3D591565931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4887" y="3137127"/>
              <a:ext cx="548598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D4C79ED-0301-A522-55C3-41041EF85E8B}"/>
                    </a:ext>
                  </a:extLst>
                </p:cNvPr>
                <p:cNvSpPr txBox="1"/>
                <p:nvPr/>
              </p:nvSpPr>
              <p:spPr>
                <a:xfrm>
                  <a:off x="5276355" y="6203056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D4C79ED-0301-A522-55C3-41041EF85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355" y="6203056"/>
                  <a:ext cx="4203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1128A35-8AE9-B619-8572-833E09A3EA18}"/>
                    </a:ext>
                  </a:extLst>
                </p:cNvPr>
                <p:cNvSpPr txBox="1"/>
                <p:nvPr/>
              </p:nvSpPr>
              <p:spPr>
                <a:xfrm rot="16200000">
                  <a:off x="6029048" y="6203056"/>
                  <a:ext cx="3644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1128A35-8AE9-B619-8572-833E09A3E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029048" y="6203056"/>
                  <a:ext cx="364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3BD0FD0-EDF0-E215-21EB-AD185C58C212}"/>
                    </a:ext>
                  </a:extLst>
                </p:cNvPr>
                <p:cNvSpPr txBox="1"/>
                <p:nvPr/>
              </p:nvSpPr>
              <p:spPr>
                <a:xfrm rot="16200000">
                  <a:off x="5268738" y="6217751"/>
                  <a:ext cx="113382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3BD0FD0-EDF0-E215-21EB-AD185C58C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268738" y="6217751"/>
                  <a:ext cx="11338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E8D53F6-674B-BF82-1FF0-394682260FDA}"/>
              </a:ext>
            </a:extLst>
          </p:cNvPr>
          <p:cNvCxnSpPr>
            <a:cxnSpLocks/>
          </p:cNvCxnSpPr>
          <p:nvPr/>
        </p:nvCxnSpPr>
        <p:spPr>
          <a:xfrm>
            <a:off x="8972796" y="1100677"/>
            <a:ext cx="0" cy="5194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DE03DEFA-2319-F149-831B-D7D0BDDAC012}"/>
              </a:ext>
            </a:extLst>
          </p:cNvPr>
          <p:cNvSpPr/>
          <p:nvPr/>
        </p:nvSpPr>
        <p:spPr>
          <a:xfrm>
            <a:off x="8576733" y="2752937"/>
            <a:ext cx="896783" cy="1483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负载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4EAAF34-3596-B5D5-8D3E-65EC55A8718B}"/>
              </a:ext>
            </a:extLst>
          </p:cNvPr>
          <p:cNvCxnSpPr>
            <a:cxnSpLocks/>
          </p:cNvCxnSpPr>
          <p:nvPr/>
        </p:nvCxnSpPr>
        <p:spPr>
          <a:xfrm>
            <a:off x="3477673" y="3253143"/>
            <a:ext cx="0" cy="5281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83EFDD2-1D11-37F1-6100-9C52A5FA2EAF}"/>
              </a:ext>
            </a:extLst>
          </p:cNvPr>
          <p:cNvCxnSpPr>
            <a:cxnSpLocks/>
          </p:cNvCxnSpPr>
          <p:nvPr/>
        </p:nvCxnSpPr>
        <p:spPr>
          <a:xfrm rot="5400000">
            <a:off x="9878671" y="2543251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8C5E133-1C19-F2AC-C889-DF3701BCE78D}"/>
              </a:ext>
            </a:extLst>
          </p:cNvPr>
          <p:cNvCxnSpPr>
            <a:cxnSpLocks/>
          </p:cNvCxnSpPr>
          <p:nvPr/>
        </p:nvCxnSpPr>
        <p:spPr>
          <a:xfrm rot="5400000">
            <a:off x="9888266" y="3539748"/>
            <a:ext cx="4160" cy="822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99B2B52-364D-DDDA-2439-9E260E94826E}"/>
              </a:ext>
            </a:extLst>
          </p:cNvPr>
          <p:cNvCxnSpPr>
            <a:cxnSpLocks/>
          </p:cNvCxnSpPr>
          <p:nvPr/>
        </p:nvCxnSpPr>
        <p:spPr>
          <a:xfrm flipV="1">
            <a:off x="10286234" y="2952327"/>
            <a:ext cx="0" cy="996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2670059-918E-5EC5-83B0-672D41C655B0}"/>
              </a:ext>
            </a:extLst>
          </p:cNvPr>
          <p:cNvGrpSpPr/>
          <p:nvPr/>
        </p:nvGrpSpPr>
        <p:grpSpPr>
          <a:xfrm>
            <a:off x="10037452" y="3199248"/>
            <a:ext cx="528102" cy="528102"/>
            <a:chOff x="3575226" y="2029355"/>
            <a:chExt cx="528102" cy="528102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C2B089E-89F8-E8F5-BAEA-9F3A05F87889}"/>
                </a:ext>
              </a:extLst>
            </p:cNvPr>
            <p:cNvSpPr/>
            <p:nvPr/>
          </p:nvSpPr>
          <p:spPr>
            <a:xfrm rot="5400000">
              <a:off x="3575226" y="2029355"/>
              <a:ext cx="528102" cy="52810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0E94054-3724-911A-8385-E2B7103D3B00}"/>
                    </a:ext>
                  </a:extLst>
                </p:cNvPr>
                <p:cNvSpPr txBox="1"/>
                <p:nvPr/>
              </p:nvSpPr>
              <p:spPr>
                <a:xfrm>
                  <a:off x="3648067" y="2067453"/>
                  <a:ext cx="3667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zh-CN" altLang="en-US" sz="2400" i="1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0E94054-3724-911A-8385-E2B7103D3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067" y="2067453"/>
                  <a:ext cx="36679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5000" r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804BED9D-A6B3-651E-0558-92531FC49E6F}"/>
              </a:ext>
            </a:extLst>
          </p:cNvPr>
          <p:cNvSpPr/>
          <p:nvPr/>
        </p:nvSpPr>
        <p:spPr>
          <a:xfrm rot="10800000">
            <a:off x="4728076" y="1001264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368194-3FFD-A91F-F8C9-997FDACBABEC}"/>
              </a:ext>
            </a:extLst>
          </p:cNvPr>
          <p:cNvSpPr/>
          <p:nvPr/>
        </p:nvSpPr>
        <p:spPr>
          <a:xfrm rot="10800000">
            <a:off x="6604644" y="1054211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B561F7-1604-3D11-5110-8F6D0D1084BE}"/>
                  </a:ext>
                </a:extLst>
              </p:cNvPr>
              <p:cNvSpPr txBox="1"/>
              <p:nvPr/>
            </p:nvSpPr>
            <p:spPr>
              <a:xfrm>
                <a:off x="4271299" y="552644"/>
                <a:ext cx="17535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334.60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B561F7-1604-3D11-5110-8F6D0D108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299" y="552644"/>
                <a:ext cx="1753513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E9DE5B6C-303E-8EE2-E5CB-7589720685D7}"/>
              </a:ext>
            </a:extLst>
          </p:cNvPr>
          <p:cNvSpPr/>
          <p:nvPr/>
        </p:nvSpPr>
        <p:spPr>
          <a:xfrm rot="16200000">
            <a:off x="5562524" y="5534507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718B12E-743C-94C3-9408-7B0599BBEF70}"/>
                  </a:ext>
                </a:extLst>
              </p:cNvPr>
              <p:cNvSpPr txBox="1"/>
              <p:nvPr/>
            </p:nvSpPr>
            <p:spPr>
              <a:xfrm>
                <a:off x="5871963" y="5431753"/>
                <a:ext cx="1747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1661.64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718B12E-743C-94C3-9408-7B0599BB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63" y="5431753"/>
                <a:ext cx="1747445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9E5FF73-E44D-9534-3850-AA58F64078AE}"/>
                  </a:ext>
                </a:extLst>
              </p:cNvPr>
              <p:cNvSpPr txBox="1"/>
              <p:nvPr/>
            </p:nvSpPr>
            <p:spPr>
              <a:xfrm>
                <a:off x="6229803" y="543340"/>
                <a:ext cx="17535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334.60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9E5FF73-E44D-9534-3850-AA58F6407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803" y="543340"/>
                <a:ext cx="1753513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6137F89-F3F5-CEC7-E01E-62CBDA124F96}"/>
              </a:ext>
            </a:extLst>
          </p:cNvPr>
          <p:cNvGrpSpPr/>
          <p:nvPr/>
        </p:nvGrpSpPr>
        <p:grpSpPr>
          <a:xfrm>
            <a:off x="5549306" y="6236241"/>
            <a:ext cx="472440" cy="388615"/>
            <a:chOff x="5552646" y="4706944"/>
            <a:chExt cx="472440" cy="388615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8243441-FA0F-3B80-6AAA-F7E927F95F72}"/>
                </a:ext>
              </a:extLst>
            </p:cNvPr>
            <p:cNvCxnSpPr>
              <a:cxnSpLocks/>
            </p:cNvCxnSpPr>
            <p:nvPr/>
          </p:nvCxnSpPr>
          <p:spPr>
            <a:xfrm>
              <a:off x="5788866" y="4706944"/>
              <a:ext cx="0" cy="388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709421E-65D6-79BD-B86E-8D3BECA57A7A}"/>
                </a:ext>
              </a:extLst>
            </p:cNvPr>
            <p:cNvCxnSpPr/>
            <p:nvPr/>
          </p:nvCxnSpPr>
          <p:spPr>
            <a:xfrm>
              <a:off x="5552646" y="5095559"/>
              <a:ext cx="472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3F0D58-B7CC-977C-52F2-DB7266994868}"/>
              </a:ext>
            </a:extLst>
          </p:cNvPr>
          <p:cNvGrpSpPr/>
          <p:nvPr/>
        </p:nvGrpSpPr>
        <p:grpSpPr>
          <a:xfrm>
            <a:off x="3750190" y="782627"/>
            <a:ext cx="671777" cy="528102"/>
            <a:chOff x="-550974" y="-3108315"/>
            <a:chExt cx="671777" cy="528102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C80F44E-2CE1-1149-A91F-392FC09F3D38}"/>
                </a:ext>
              </a:extLst>
            </p:cNvPr>
            <p:cNvSpPr/>
            <p:nvPr/>
          </p:nvSpPr>
          <p:spPr>
            <a:xfrm rot="5400000">
              <a:off x="-550974" y="-3108315"/>
              <a:ext cx="528102" cy="52810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98A62A5-C6C8-FA8E-E4E6-E15E055BE77E}"/>
                    </a:ext>
                  </a:extLst>
                </p:cNvPr>
                <p:cNvSpPr txBox="1"/>
                <p:nvPr/>
              </p:nvSpPr>
              <p:spPr>
                <a:xfrm>
                  <a:off x="-525073" y="-3094233"/>
                  <a:ext cx="6458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altLang="zh-CN" sz="2400" i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98A62A5-C6C8-FA8E-E4E6-E15E055BE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25073" y="-3094233"/>
                  <a:ext cx="64587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887" t="-10667" b="-3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43344F8-6AF9-7FAC-B48C-57D85FF2E7FC}"/>
              </a:ext>
            </a:extLst>
          </p:cNvPr>
          <p:cNvGrpSpPr/>
          <p:nvPr/>
        </p:nvGrpSpPr>
        <p:grpSpPr>
          <a:xfrm>
            <a:off x="8649858" y="5360109"/>
            <a:ext cx="645876" cy="528102"/>
            <a:chOff x="-590351" y="-3108315"/>
            <a:chExt cx="645876" cy="528102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5BE36BD-CF47-48AF-D08D-393D8BAEF12B}"/>
                </a:ext>
              </a:extLst>
            </p:cNvPr>
            <p:cNvSpPr/>
            <p:nvPr/>
          </p:nvSpPr>
          <p:spPr>
            <a:xfrm rot="5400000">
              <a:off x="-550974" y="-3108315"/>
              <a:ext cx="528102" cy="52810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C4B2AD15-9576-1F09-EA21-74C608C50D82}"/>
                    </a:ext>
                  </a:extLst>
                </p:cNvPr>
                <p:cNvSpPr txBox="1"/>
                <p:nvPr/>
              </p:nvSpPr>
              <p:spPr>
                <a:xfrm>
                  <a:off x="-590351" y="-3087002"/>
                  <a:ext cx="6458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C4B2AD15-9576-1F09-EA21-74C608C50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90351" y="-3087002"/>
                  <a:ext cx="64587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397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C182-9D30-91FC-636A-D0D2FBDA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BFE52382-B61D-10A8-D967-BEB9F3DE4885}"/>
              </a:ext>
            </a:extLst>
          </p:cNvPr>
          <p:cNvGrpSpPr/>
          <p:nvPr/>
        </p:nvGrpSpPr>
        <p:grpSpPr>
          <a:xfrm>
            <a:off x="3158197" y="2787053"/>
            <a:ext cx="528102" cy="528102"/>
            <a:chOff x="329140" y="2201658"/>
            <a:chExt cx="528102" cy="52810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5C1FC307-9B09-8F73-15C8-31AF3F7FD1D3}"/>
                </a:ext>
              </a:extLst>
            </p:cNvPr>
            <p:cNvSpPr/>
            <p:nvPr/>
          </p:nvSpPr>
          <p:spPr>
            <a:xfrm rot="5400000">
              <a:off x="329140" y="2201658"/>
              <a:ext cx="528102" cy="52810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21FA6C5-07D8-08F4-4DAD-4529B8470726}"/>
                </a:ext>
              </a:extLst>
            </p:cNvPr>
            <p:cNvSpPr txBox="1"/>
            <p:nvPr/>
          </p:nvSpPr>
          <p:spPr>
            <a:xfrm>
              <a:off x="402558" y="2201658"/>
              <a:ext cx="36679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CN" altLang="en-US" sz="2400" i="1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7A27C9-241F-6125-D976-DE84A597C355}"/>
              </a:ext>
            </a:extLst>
          </p:cNvPr>
          <p:cNvGrpSpPr/>
          <p:nvPr/>
        </p:nvGrpSpPr>
        <p:grpSpPr>
          <a:xfrm rot="5400000">
            <a:off x="3024612" y="-47566"/>
            <a:ext cx="5204132" cy="6575196"/>
            <a:chOff x="3351856" y="394132"/>
            <a:chExt cx="5204132" cy="6575196"/>
          </a:xfrm>
        </p:grpSpPr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A433C737-13FC-44A2-8739-A2B7307DECAB}"/>
                </a:ext>
              </a:extLst>
            </p:cNvPr>
            <p:cNvSpPr/>
            <p:nvPr/>
          </p:nvSpPr>
          <p:spPr>
            <a:xfrm>
              <a:off x="5256360" y="1974694"/>
              <a:ext cx="996865" cy="859366"/>
            </a:xfrm>
            <a:prstGeom prst="triangl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BBBE3D3-2F05-8302-EB67-0873BCB0D335}"/>
                </a:ext>
              </a:extLst>
            </p:cNvPr>
            <p:cNvSpPr/>
            <p:nvPr/>
          </p:nvSpPr>
          <p:spPr>
            <a:xfrm rot="5400000">
              <a:off x="6749596" y="2446453"/>
              <a:ext cx="467420" cy="1642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349E79F-39D3-2A7B-B2F7-87996381D772}"/>
                    </a:ext>
                  </a:extLst>
                </p:cNvPr>
                <p:cNvSpPr txBox="1"/>
                <p:nvPr/>
              </p:nvSpPr>
              <p:spPr>
                <a:xfrm rot="16200000">
                  <a:off x="3701863" y="2197815"/>
                  <a:ext cx="128547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1000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34AE371-D173-475F-BFEC-A8728E630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01863" y="2197815"/>
                  <a:ext cx="1285472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66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E952F9-02E3-76F7-46B3-89FAD1F24BAF}"/>
                </a:ext>
              </a:extLst>
            </p:cNvPr>
            <p:cNvSpPr/>
            <p:nvPr/>
          </p:nvSpPr>
          <p:spPr>
            <a:xfrm rot="5400000">
              <a:off x="4285022" y="2443259"/>
              <a:ext cx="467420" cy="1642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9AD60B5-8A3C-3414-FC1C-9355567E4483}"/>
                </a:ext>
              </a:extLst>
            </p:cNvPr>
            <p:cNvCxnSpPr>
              <a:cxnSpLocks/>
            </p:cNvCxnSpPr>
            <p:nvPr/>
          </p:nvCxnSpPr>
          <p:spPr>
            <a:xfrm>
              <a:off x="5985931" y="2854963"/>
              <a:ext cx="0" cy="7264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B0EB65B-E533-D07B-FE2C-A5599267535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518732" y="2759090"/>
              <a:ext cx="4160" cy="8223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D28C9D6-8918-25B8-2906-93B9728C1BBA}"/>
                </a:ext>
              </a:extLst>
            </p:cNvPr>
            <p:cNvCxnSpPr>
              <a:cxnSpLocks/>
            </p:cNvCxnSpPr>
            <p:nvPr/>
          </p:nvCxnSpPr>
          <p:spPr>
            <a:xfrm>
              <a:off x="5513491" y="2854963"/>
              <a:ext cx="0" cy="7264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2C78282-0C59-5387-5B92-573C8E032A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7878" y="3581403"/>
              <a:ext cx="21556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4457224-B0E6-26E5-EDA7-8B105D32DB57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6983306" y="2762283"/>
              <a:ext cx="3386" cy="819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50F5C98-0CB0-C0CF-69E1-DB9D05D37473}"/>
                </a:ext>
              </a:extLst>
            </p:cNvPr>
            <p:cNvCxnSpPr>
              <a:cxnSpLocks/>
            </p:cNvCxnSpPr>
            <p:nvPr/>
          </p:nvCxnSpPr>
          <p:spPr>
            <a:xfrm>
              <a:off x="4528358" y="1747522"/>
              <a:ext cx="0" cy="54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06B1E3B-E3CC-1F34-4027-3CE899879266}"/>
                </a:ext>
              </a:extLst>
            </p:cNvPr>
            <p:cNvCxnSpPr>
              <a:cxnSpLocks/>
            </p:cNvCxnSpPr>
            <p:nvPr/>
          </p:nvCxnSpPr>
          <p:spPr>
            <a:xfrm>
              <a:off x="6983306" y="1765595"/>
              <a:ext cx="0" cy="54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F2D38CB-D81E-869C-17FA-8617508B12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8732" y="1765595"/>
              <a:ext cx="246457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62A0956-C26B-1D95-2554-4BB52B0E0A2C}"/>
                </a:ext>
              </a:extLst>
            </p:cNvPr>
            <p:cNvCxnSpPr>
              <a:cxnSpLocks/>
            </p:cNvCxnSpPr>
            <p:nvPr/>
          </p:nvCxnSpPr>
          <p:spPr>
            <a:xfrm>
              <a:off x="5753703" y="1765595"/>
              <a:ext cx="0" cy="2090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B816828-32F6-6935-5C3B-505CB6FB516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271805" y="2297219"/>
              <a:ext cx="0" cy="25683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5BE4734-7835-22AA-AD9B-B3CE8DAC59A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812993" y="3137127"/>
              <a:ext cx="548598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F6AF413-E7C2-728F-CE3F-A6CC8BA9CA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53922" y="3287190"/>
              <a:ext cx="0" cy="52041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A6D406C-34AD-125A-7835-F112876878FA}"/>
                    </a:ext>
                  </a:extLst>
                </p:cNvPr>
                <p:cNvSpPr txBox="1"/>
                <p:nvPr/>
              </p:nvSpPr>
              <p:spPr>
                <a:xfrm>
                  <a:off x="5303339" y="2512938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AF94731-4C6A-C7F1-F9CF-EF30C7EA7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339" y="2512938"/>
                  <a:ext cx="42030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F95E197-FD33-8E56-80B7-14077029BBBB}"/>
                    </a:ext>
                  </a:extLst>
                </p:cNvPr>
                <p:cNvSpPr txBox="1"/>
                <p:nvPr/>
              </p:nvSpPr>
              <p:spPr>
                <a:xfrm>
                  <a:off x="5790945" y="2516355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1C2A5CE-DFB8-DBD8-804F-02894FB7A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945" y="2516355"/>
                  <a:ext cx="42030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588F121-7A80-3527-DFD2-F5913CB99792}"/>
                    </a:ext>
                  </a:extLst>
                </p:cNvPr>
                <p:cNvSpPr txBox="1"/>
                <p:nvPr/>
              </p:nvSpPr>
              <p:spPr>
                <a:xfrm rot="16200000">
                  <a:off x="6790864" y="2205409"/>
                  <a:ext cx="1359699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1000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F7D68AD-415A-6B0A-D7FC-AAEF0A411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790864" y="2205409"/>
                  <a:ext cx="1359699" cy="646331"/>
                </a:xfrm>
                <a:prstGeom prst="rect">
                  <a:avLst/>
                </a:prstGeom>
                <a:blipFill>
                  <a:blip r:embed="rId5"/>
                  <a:stretch>
                    <a:fillRect t="-66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C63619A-179D-4A46-40A3-6EB3132D78C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4887" y="3137127"/>
              <a:ext cx="548598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3384B33-2C23-D74D-7605-EC4CC68C5823}"/>
                    </a:ext>
                  </a:extLst>
                </p:cNvPr>
                <p:cNvSpPr txBox="1"/>
                <p:nvPr/>
              </p:nvSpPr>
              <p:spPr>
                <a:xfrm>
                  <a:off x="5276355" y="6203056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D4C79ED-0301-A522-55C3-41041EF85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355" y="6203056"/>
                  <a:ext cx="4203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14F3F4B2-4323-B874-A34D-CB55AF040F2F}"/>
                    </a:ext>
                  </a:extLst>
                </p:cNvPr>
                <p:cNvSpPr txBox="1"/>
                <p:nvPr/>
              </p:nvSpPr>
              <p:spPr>
                <a:xfrm rot="16200000">
                  <a:off x="6029048" y="6203056"/>
                  <a:ext cx="3644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1128A35-8AE9-B619-8572-833E09A3E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029048" y="6203056"/>
                  <a:ext cx="364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6E5C526-115B-65AE-93AF-1712D05B905C}"/>
                    </a:ext>
                  </a:extLst>
                </p:cNvPr>
                <p:cNvSpPr txBox="1"/>
                <p:nvPr/>
              </p:nvSpPr>
              <p:spPr>
                <a:xfrm rot="16200000">
                  <a:off x="5268738" y="6217751"/>
                  <a:ext cx="113382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3BD0FD0-EDF0-E215-21EB-AD185C58C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268738" y="6217751"/>
                  <a:ext cx="11338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6C2F77D-19F4-CA44-DD39-71949ED241FD}"/>
              </a:ext>
            </a:extLst>
          </p:cNvPr>
          <p:cNvCxnSpPr>
            <a:cxnSpLocks/>
          </p:cNvCxnSpPr>
          <p:nvPr/>
        </p:nvCxnSpPr>
        <p:spPr>
          <a:xfrm>
            <a:off x="8914274" y="647134"/>
            <a:ext cx="0" cy="5194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65993A3F-5888-9DC0-A9B4-F873520CFF6E}"/>
              </a:ext>
            </a:extLst>
          </p:cNvPr>
          <p:cNvSpPr/>
          <p:nvPr/>
        </p:nvSpPr>
        <p:spPr>
          <a:xfrm>
            <a:off x="8518211" y="2299394"/>
            <a:ext cx="896783" cy="1483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负载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E6261AD-93F9-AEAC-C497-780CE2A19BC5}"/>
              </a:ext>
            </a:extLst>
          </p:cNvPr>
          <p:cNvCxnSpPr>
            <a:cxnSpLocks/>
          </p:cNvCxnSpPr>
          <p:nvPr/>
        </p:nvCxnSpPr>
        <p:spPr>
          <a:xfrm>
            <a:off x="3419151" y="2799600"/>
            <a:ext cx="0" cy="5281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540FBA0-8429-8803-BE3D-D41C7B686A9E}"/>
              </a:ext>
            </a:extLst>
          </p:cNvPr>
          <p:cNvSpPr/>
          <p:nvPr/>
        </p:nvSpPr>
        <p:spPr>
          <a:xfrm rot="10800000">
            <a:off x="4669554" y="547721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9DA152-673B-D96E-91C8-B864C83D54E6}"/>
              </a:ext>
            </a:extLst>
          </p:cNvPr>
          <p:cNvSpPr/>
          <p:nvPr/>
        </p:nvSpPr>
        <p:spPr>
          <a:xfrm rot="10800000">
            <a:off x="6546122" y="600668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08E2C9-A0C1-98B5-1899-57EC94A1AF4A}"/>
                  </a:ext>
                </a:extLst>
              </p:cNvPr>
              <p:cNvSpPr txBox="1"/>
              <p:nvPr/>
            </p:nvSpPr>
            <p:spPr>
              <a:xfrm>
                <a:off x="4212777" y="112517"/>
                <a:ext cx="17535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334.60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08E2C9-A0C1-98B5-1899-57EC94A1A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777" y="112517"/>
                <a:ext cx="1753513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F37124B-3005-18B8-D5BD-DA3AE5AE97C0}"/>
                  </a:ext>
                </a:extLst>
              </p:cNvPr>
              <p:cNvSpPr txBox="1"/>
              <p:nvPr/>
            </p:nvSpPr>
            <p:spPr>
              <a:xfrm>
                <a:off x="5813441" y="5022777"/>
                <a:ext cx="1747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1661.64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F37124B-3005-18B8-D5BD-DA3AE5AE9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441" y="5022777"/>
                <a:ext cx="1747445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C85C0A6-2129-188E-C4C9-C1ADCCFD4CE4}"/>
                  </a:ext>
                </a:extLst>
              </p:cNvPr>
              <p:cNvSpPr txBox="1"/>
              <p:nvPr/>
            </p:nvSpPr>
            <p:spPr>
              <a:xfrm>
                <a:off x="6203637" y="112517"/>
                <a:ext cx="17535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334.60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C85C0A6-2129-188E-C4C9-C1ADCCFD4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637" y="112517"/>
                <a:ext cx="1753513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0AC94BDC-8A9E-731E-6E5D-D9C6D879CBFE}"/>
              </a:ext>
            </a:extLst>
          </p:cNvPr>
          <p:cNvGrpSpPr/>
          <p:nvPr/>
        </p:nvGrpSpPr>
        <p:grpSpPr>
          <a:xfrm>
            <a:off x="5490784" y="5782698"/>
            <a:ext cx="472440" cy="388615"/>
            <a:chOff x="5552646" y="4706944"/>
            <a:chExt cx="472440" cy="388615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D48F16F-6E80-29D4-6291-0177CAD1D3A8}"/>
                </a:ext>
              </a:extLst>
            </p:cNvPr>
            <p:cNvCxnSpPr>
              <a:cxnSpLocks/>
            </p:cNvCxnSpPr>
            <p:nvPr/>
          </p:nvCxnSpPr>
          <p:spPr>
            <a:xfrm>
              <a:off x="5788866" y="4706944"/>
              <a:ext cx="0" cy="388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B4F5477-CB16-F480-A951-C82CDDB690B2}"/>
                </a:ext>
              </a:extLst>
            </p:cNvPr>
            <p:cNvCxnSpPr/>
            <p:nvPr/>
          </p:nvCxnSpPr>
          <p:spPr>
            <a:xfrm>
              <a:off x="5552646" y="5095559"/>
              <a:ext cx="472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1ACED972-5CBF-095D-6DDA-BCC92EEBFFE1}"/>
              </a:ext>
            </a:extLst>
          </p:cNvPr>
          <p:cNvSpPr/>
          <p:nvPr/>
        </p:nvSpPr>
        <p:spPr>
          <a:xfrm rot="16200000">
            <a:off x="3157073" y="5082822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178657-538F-1D66-E4B1-9F7D27070950}"/>
              </a:ext>
            </a:extLst>
          </p:cNvPr>
          <p:cNvSpPr/>
          <p:nvPr/>
        </p:nvSpPr>
        <p:spPr>
          <a:xfrm rot="16200000">
            <a:off x="8680564" y="5082823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5305EB-1D7D-82EF-4432-61A91FB6DEED}"/>
              </a:ext>
            </a:extLst>
          </p:cNvPr>
          <p:cNvSpPr/>
          <p:nvPr/>
        </p:nvSpPr>
        <p:spPr>
          <a:xfrm rot="16200000">
            <a:off x="5504002" y="5080964"/>
            <a:ext cx="467420" cy="1642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9D66F9FA-DE5E-5D9A-45CC-50A6A31DD263}"/>
                  </a:ext>
                </a:extLst>
              </p:cNvPr>
              <p:cNvSpPr txBox="1"/>
              <p:nvPr/>
            </p:nvSpPr>
            <p:spPr>
              <a:xfrm>
                <a:off x="2423042" y="4992013"/>
                <a:ext cx="13596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9D66F9FA-DE5E-5D9A-45CC-50A6A31DD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042" y="4992013"/>
                <a:ext cx="1359699" cy="646331"/>
              </a:xfrm>
              <a:prstGeom prst="rect">
                <a:avLst/>
              </a:prstGeom>
              <a:blipFill>
                <a:blip r:embed="rId12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3F5127B-23D8-FBA7-BCF2-FCA1865B6E29}"/>
                  </a:ext>
                </a:extLst>
              </p:cNvPr>
              <p:cNvSpPr txBox="1"/>
              <p:nvPr/>
            </p:nvSpPr>
            <p:spPr>
              <a:xfrm>
                <a:off x="8996395" y="4992012"/>
                <a:ext cx="13596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3F5127B-23D8-FBA7-BCF2-FCA1865B6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395" y="4992012"/>
                <a:ext cx="1359699" cy="646331"/>
              </a:xfrm>
              <a:prstGeom prst="rect">
                <a:avLst/>
              </a:prstGeom>
              <a:blipFill>
                <a:blip r:embed="rId13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E5B0A67-156C-40E7-A9A3-C1DE5A077F3C}"/>
              </a:ext>
            </a:extLst>
          </p:cNvPr>
          <p:cNvCxnSpPr>
            <a:cxnSpLocks/>
          </p:cNvCxnSpPr>
          <p:nvPr/>
        </p:nvCxnSpPr>
        <p:spPr>
          <a:xfrm flipH="1">
            <a:off x="2084832" y="2138460"/>
            <a:ext cx="13374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A4ECF7A6-5385-1156-ABD8-1F04DF9AAA46}"/>
              </a:ext>
            </a:extLst>
          </p:cNvPr>
          <p:cNvCxnSpPr>
            <a:cxnSpLocks/>
          </p:cNvCxnSpPr>
          <p:nvPr/>
        </p:nvCxnSpPr>
        <p:spPr>
          <a:xfrm flipH="1">
            <a:off x="2067312" y="5842097"/>
            <a:ext cx="13374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84F4279-39D2-7794-AFFF-0D45093FBBDA}"/>
              </a:ext>
            </a:extLst>
          </p:cNvPr>
          <p:cNvCxnSpPr>
            <a:cxnSpLocks/>
          </p:cNvCxnSpPr>
          <p:nvPr/>
        </p:nvCxnSpPr>
        <p:spPr>
          <a:xfrm flipH="1">
            <a:off x="8914274" y="2005567"/>
            <a:ext cx="13374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6AE7CED-1650-94EC-FEE7-4095ECAB62E5}"/>
              </a:ext>
            </a:extLst>
          </p:cNvPr>
          <p:cNvCxnSpPr>
            <a:cxnSpLocks/>
          </p:cNvCxnSpPr>
          <p:nvPr/>
        </p:nvCxnSpPr>
        <p:spPr>
          <a:xfrm flipH="1">
            <a:off x="8914274" y="4419011"/>
            <a:ext cx="13374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50628CEF-297C-AE8D-2A16-8234317FB102}"/>
              </a:ext>
            </a:extLst>
          </p:cNvPr>
          <p:cNvSpPr txBox="1"/>
          <p:nvPr/>
        </p:nvSpPr>
        <p:spPr>
          <a:xfrm>
            <a:off x="530414" y="5459532"/>
            <a:ext cx="172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接示波器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1CH2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D119CB6-1E06-5190-9114-3DBA107F10F8}"/>
              </a:ext>
            </a:extLst>
          </p:cNvPr>
          <p:cNvSpPr txBox="1"/>
          <p:nvPr/>
        </p:nvSpPr>
        <p:spPr>
          <a:xfrm>
            <a:off x="530414" y="1695883"/>
            <a:ext cx="172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接示波器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1CH1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BFE2C1D-56FA-2A11-9AAE-A6644CE1DB3C}"/>
              </a:ext>
            </a:extLst>
          </p:cNvPr>
          <p:cNvSpPr txBox="1"/>
          <p:nvPr/>
        </p:nvSpPr>
        <p:spPr>
          <a:xfrm>
            <a:off x="10297308" y="4110492"/>
            <a:ext cx="172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接示波器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2CH2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BE22C8B-4EFB-89FE-C3A6-31580E9B2BB2}"/>
              </a:ext>
            </a:extLst>
          </p:cNvPr>
          <p:cNvSpPr txBox="1"/>
          <p:nvPr/>
        </p:nvSpPr>
        <p:spPr>
          <a:xfrm>
            <a:off x="10297308" y="1695883"/>
            <a:ext cx="172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接示波器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2CH1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测试探头挂钩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F7A2157-9F49-1A4A-118B-12B4802BE8F0}"/>
              </a:ext>
            </a:extLst>
          </p:cNvPr>
          <p:cNvSpPr txBox="1"/>
          <p:nvPr/>
        </p:nvSpPr>
        <p:spPr>
          <a:xfrm>
            <a:off x="5963224" y="5990788"/>
            <a:ext cx="2868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接示波器测试探头接地夹</a:t>
            </a:r>
          </a:p>
        </p:txBody>
      </p:sp>
    </p:spTree>
    <p:extLst>
      <p:ext uri="{BB962C8B-B14F-4D97-AF65-F5344CB8AC3E}">
        <p14:creationId xmlns:p14="http://schemas.microsoft.com/office/powerpoint/2010/main" val="232205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135</Words>
  <Application>Microsoft Office PowerPoint</Application>
  <PresentationFormat>宽屏</PresentationFormat>
  <Paragraphs>77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744311194@qq.com</dc:creator>
  <cp:lastModifiedBy>744311194@qq.com</cp:lastModifiedBy>
  <cp:revision>16</cp:revision>
  <dcterms:created xsi:type="dcterms:W3CDTF">2025-11-26T15:00:20Z</dcterms:created>
  <dcterms:modified xsi:type="dcterms:W3CDTF">2025-12-05T04:59:45Z</dcterms:modified>
</cp:coreProperties>
</file>