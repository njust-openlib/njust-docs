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-504" y="-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7AF41-B781-269A-54CE-33FF749EC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53A7C3-CCCE-A0AC-A771-5A23B74D9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53EB5-1AF5-49C5-E81B-AC865B04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E05B5-0990-B18C-354B-C7980554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31649-B9BB-9403-408B-9A7E6477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62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045BF-DF96-5B90-2592-6BC2BB10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85CB46-9EFC-7BF5-415C-D9CC70B10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9C2ED-4154-12C2-8BC2-8CC814FF3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D1C3B-658B-0AA6-001D-9F053778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E596B-2D27-6D05-4F5E-A9F8182B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27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06689-90DB-1061-A069-57CCE0C7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FBF80B-0D19-408D-976C-13480C7A0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002ED9-1BBE-8FAD-F515-FA825413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9D27C-020E-589F-B5C4-5D9453DB1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48CD63-D511-77C4-9BEC-D37AA795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3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9051A-4326-4DC9-BFE8-543E5CD3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5CD11B-6A57-F460-2298-E5B590635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9EE009-EB5A-9700-BB78-46EFD465C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2DA958-C402-F6FB-90B8-482EFD0F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DFA50D-9753-2E6F-7386-CAE3AF9F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9A0662-1865-C717-CE41-4056ADE5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1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72B57-DE8B-1C04-FD3F-3AA0F7BD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006A9C-9C04-BC50-3681-97802E4D5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3BCC88-1877-B0CC-1D19-2CD87F9D4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B23996-9515-6272-F288-C0C2F25C4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448332-E774-30A4-CB13-4E65F0090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CAF1C1-2393-1DEA-CFD0-88495EB5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3FDD58-AD00-C852-EF44-5BEAC3EF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39295A-D97F-F579-8CB4-585991D8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40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B9EE4-EF77-01AF-F4DD-40C5FEB7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27E328-5AAD-9020-F035-9DE1CBCE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6A9DBF-8085-B125-2DAF-B332C01A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5BAC5E-16E9-DB6F-5CEE-5469B0F8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50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73F81F-8118-A7EC-4B70-15B89C67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8AF54C-3076-0AF4-6A19-66845C7E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795CA-7250-27AF-B0CB-A5180888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4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22272-B809-29C8-BA4D-3CFE3E37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59B06-C279-F8A5-50EF-95D2C171B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C135D8-2CC2-EA25-9A27-C6FB201C9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ECB16C-0C59-F0CC-3BD4-17AA30F67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AF67AD-0029-1BF5-5417-52538F72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2888A9-7BFF-7562-4977-E525BB22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15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E21D5-FD7F-6899-7F4F-FB20AE84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9BF607-CEF3-B061-14B8-CAE02F1BC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093E71-A197-82D3-5E09-75DECDBD7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A42945-0AEA-CFF0-E2CF-A5D3C49C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8C512D-8FB7-C959-4F0D-3C135510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CA3EF0-8FE6-E9F3-7977-C92FE2E8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59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ACFCC-6C0D-F219-EB40-50B6A335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0C6F3F-D93E-7E7E-917C-E58CC26B5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56ADE-1BAA-AEDA-7990-E3CFCA45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1FDCC-C0A1-8829-58F6-C99EC5BB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3AB61-6C00-990A-7E94-9663CB91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22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BF1F7E-0786-5B0C-6D7C-DCA1E0952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23DD86-8F44-0E20-2A84-D8FE74073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0790F1-6A07-03C3-AE47-E502A6A0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3C077-0FB2-012C-5CA9-10B6164B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678C3-CB0D-1BD0-A959-DA433C01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0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5A51B5-D768-C8D7-8DEE-416B388F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4CBF83-AC34-7F3E-7145-CC5C59D6C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9E989-C0A1-321A-D5EE-20A89D222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43F2-63D9-49E9-B69F-23FDB116273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DEB94-A915-7438-8DA6-65ACBDD6C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8D7AB-C06F-A126-6A68-941D9F880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0B619-15DA-45C0-8CFE-4346414B6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F43B8A18-44E2-DBBF-EDEC-A09583F36117}"/>
              </a:ext>
            </a:extLst>
          </p:cNvPr>
          <p:cNvCxnSpPr>
            <a:cxnSpLocks/>
          </p:cNvCxnSpPr>
          <p:nvPr/>
        </p:nvCxnSpPr>
        <p:spPr>
          <a:xfrm>
            <a:off x="7518845" y="2450321"/>
            <a:ext cx="713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6F5BE86-4879-8C5E-3364-C4E863904E3A}"/>
              </a:ext>
            </a:extLst>
          </p:cNvPr>
          <p:cNvSpPr/>
          <p:nvPr/>
        </p:nvSpPr>
        <p:spPr>
          <a:xfrm>
            <a:off x="5043161" y="2334229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247D185-FB5C-E835-49F7-633953E29610}"/>
              </a:ext>
            </a:extLst>
          </p:cNvPr>
          <p:cNvCxnSpPr>
            <a:cxnSpLocks/>
          </p:cNvCxnSpPr>
          <p:nvPr/>
        </p:nvCxnSpPr>
        <p:spPr>
          <a:xfrm flipV="1">
            <a:off x="5143405" y="2078230"/>
            <a:ext cx="571601" cy="68223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EBED0CE-0CC2-2368-C702-7299DF7B71D4}"/>
              </a:ext>
            </a:extLst>
          </p:cNvPr>
          <p:cNvCxnSpPr/>
          <p:nvPr/>
        </p:nvCxnSpPr>
        <p:spPr>
          <a:xfrm>
            <a:off x="7853680" y="306070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4F85818-93EC-C68C-3A27-0728E481348D}"/>
              </a:ext>
            </a:extLst>
          </p:cNvPr>
          <p:cNvCxnSpPr/>
          <p:nvPr/>
        </p:nvCxnSpPr>
        <p:spPr>
          <a:xfrm>
            <a:off x="7853680" y="322580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F3B86365-BAEF-B6E9-48EB-FFEACB5A5201}"/>
                  </a:ext>
                </a:extLst>
              </p:cNvPr>
              <p:cNvSpPr txBox="1"/>
              <p:nvPr/>
            </p:nvSpPr>
            <p:spPr>
              <a:xfrm>
                <a:off x="4424296" y="2433694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F3B86365-BAEF-B6E9-48EB-FFEACB5A5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296" y="2433694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3BFDCC85-434C-F509-ACB6-D357293B65C1}"/>
                  </a:ext>
                </a:extLst>
              </p:cNvPr>
              <p:cNvSpPr txBox="1"/>
              <p:nvPr/>
            </p:nvSpPr>
            <p:spPr>
              <a:xfrm>
                <a:off x="4429891" y="3760000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3BFDCC85-434C-F509-ACB6-D357293B6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891" y="3760000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 t="-6000" r="-10169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本框 113">
            <a:extLst>
              <a:ext uri="{FF2B5EF4-FFF2-40B4-BE49-F238E27FC236}">
                <a16:creationId xmlns:a16="http://schemas.microsoft.com/office/drawing/2014/main" id="{65F23C88-745B-3D3F-3546-668F458521B8}"/>
              </a:ext>
            </a:extLst>
          </p:cNvPr>
          <p:cNvSpPr txBox="1"/>
          <p:nvPr/>
        </p:nvSpPr>
        <p:spPr>
          <a:xfrm>
            <a:off x="6871880" y="197537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6DB0373C-F431-4519-9013-E4DC4A637C5E}"/>
              </a:ext>
            </a:extLst>
          </p:cNvPr>
          <p:cNvSpPr txBox="1"/>
          <p:nvPr/>
        </p:nvSpPr>
        <p:spPr>
          <a:xfrm>
            <a:off x="5083731" y="196489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3806F5A4-9F87-31A2-108A-BA71A0E3EE74}"/>
                  </a:ext>
                </a:extLst>
              </p:cNvPr>
              <p:cNvSpPr txBox="1"/>
              <p:nvPr/>
            </p:nvSpPr>
            <p:spPr>
              <a:xfrm>
                <a:off x="4271080" y="2968686"/>
                <a:ext cx="670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3806F5A4-9F87-31A2-108A-BA71A0E3E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080" y="2968686"/>
                <a:ext cx="67063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本框 116">
            <a:extLst>
              <a:ext uri="{FF2B5EF4-FFF2-40B4-BE49-F238E27FC236}">
                <a16:creationId xmlns:a16="http://schemas.microsoft.com/office/drawing/2014/main" id="{4C77A7C9-18A2-1E71-1460-57923A81E274}"/>
              </a:ext>
            </a:extLst>
          </p:cNvPr>
          <p:cNvSpPr txBox="1"/>
          <p:nvPr/>
        </p:nvSpPr>
        <p:spPr>
          <a:xfrm>
            <a:off x="7494737" y="295349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087F0B63-87F9-3A9D-9E66-9B9C7155DAF3}"/>
                  </a:ext>
                </a:extLst>
              </p:cNvPr>
              <p:cNvSpPr txBox="1"/>
              <p:nvPr/>
            </p:nvSpPr>
            <p:spPr>
              <a:xfrm>
                <a:off x="8487439" y="2934612"/>
                <a:ext cx="394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087F0B63-87F9-3A9D-9E66-9B9C7155D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439" y="2934612"/>
                <a:ext cx="3942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FC474C64-372F-A828-6F69-A845B8732971}"/>
              </a:ext>
            </a:extLst>
          </p:cNvPr>
          <p:cNvCxnSpPr>
            <a:cxnSpLocks/>
          </p:cNvCxnSpPr>
          <p:nvPr/>
        </p:nvCxnSpPr>
        <p:spPr>
          <a:xfrm>
            <a:off x="8064443" y="2450321"/>
            <a:ext cx="651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83944BD7-7BA0-47A8-67E1-5C2B34280B0F}"/>
              </a:ext>
            </a:extLst>
          </p:cNvPr>
          <p:cNvGrpSpPr/>
          <p:nvPr/>
        </p:nvGrpSpPr>
        <p:grpSpPr>
          <a:xfrm>
            <a:off x="6604000" y="2317280"/>
            <a:ext cx="919051" cy="290979"/>
            <a:chOff x="6386666" y="2271456"/>
            <a:chExt cx="1309457" cy="392306"/>
          </a:xfrm>
        </p:grpSpPr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87B1FD2F-F34C-EA3C-549D-2FD617BD59D1}"/>
                </a:ext>
              </a:extLst>
            </p:cNvPr>
            <p:cNvGrpSpPr/>
            <p:nvPr/>
          </p:nvGrpSpPr>
          <p:grpSpPr>
            <a:xfrm>
              <a:off x="7377225" y="2271456"/>
              <a:ext cx="318898" cy="392306"/>
              <a:chOff x="7377225" y="2271456"/>
              <a:chExt cx="318898" cy="392306"/>
            </a:xfrm>
          </p:grpSpPr>
          <p:sp>
            <p:nvSpPr>
              <p:cNvPr id="127" name="弧形 126">
                <a:extLst>
                  <a:ext uri="{FF2B5EF4-FFF2-40B4-BE49-F238E27FC236}">
                    <a16:creationId xmlns:a16="http://schemas.microsoft.com/office/drawing/2014/main" id="{BDB600B3-F428-12FB-AFAD-B7E5EEC34AAB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弧形 133">
                <a:extLst>
                  <a:ext uri="{FF2B5EF4-FFF2-40B4-BE49-F238E27FC236}">
                    <a16:creationId xmlns:a16="http://schemas.microsoft.com/office/drawing/2014/main" id="{A1CA226A-FD0D-4A9C-A6CC-8F441CA00349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F99E2DDA-577A-1E5F-9C72-729E9673C8B6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6"/>
              <a:chOff x="7377225" y="2271456"/>
              <a:chExt cx="318898" cy="392306"/>
            </a:xfrm>
          </p:grpSpPr>
          <p:sp>
            <p:nvSpPr>
              <p:cNvPr id="137" name="弧形 136">
                <a:extLst>
                  <a:ext uri="{FF2B5EF4-FFF2-40B4-BE49-F238E27FC236}">
                    <a16:creationId xmlns:a16="http://schemas.microsoft.com/office/drawing/2014/main" id="{8F054A24-1A74-3188-4E65-9EA36B2491A8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弧形 137">
                <a:extLst>
                  <a:ext uri="{FF2B5EF4-FFF2-40B4-BE49-F238E27FC236}">
                    <a16:creationId xmlns:a16="http://schemas.microsoft.com/office/drawing/2014/main" id="{84CBF8C8-B947-6578-6E92-3F8D2B029E66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8744910-D168-6E30-5C25-0C1F9E9EECEC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140" name="弧形 139">
                <a:extLst>
                  <a:ext uri="{FF2B5EF4-FFF2-40B4-BE49-F238E27FC236}">
                    <a16:creationId xmlns:a16="http://schemas.microsoft.com/office/drawing/2014/main" id="{F9277F90-788E-69F2-ED54-B90D8F028BBF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弧形 140">
                <a:extLst>
                  <a:ext uri="{FF2B5EF4-FFF2-40B4-BE49-F238E27FC236}">
                    <a16:creationId xmlns:a16="http://schemas.microsoft.com/office/drawing/2014/main" id="{A31D47DF-B444-BB33-2305-DA3891B47458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78A08E73-1285-3CA4-C889-28E7D79A51EF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143" name="弧形 142">
                <a:extLst>
                  <a:ext uri="{FF2B5EF4-FFF2-40B4-BE49-F238E27FC236}">
                    <a16:creationId xmlns:a16="http://schemas.microsoft.com/office/drawing/2014/main" id="{039DFF6C-8140-3C56-40C3-7E00D670E949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弧形 143">
                <a:extLst>
                  <a:ext uri="{FF2B5EF4-FFF2-40B4-BE49-F238E27FC236}">
                    <a16:creationId xmlns:a16="http://schemas.microsoft.com/office/drawing/2014/main" id="{05829B02-D209-1738-0191-F36F016C9F59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81DF4592-B643-1768-68C1-4F8444326CB6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774680" y="2442177"/>
            <a:ext cx="8293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4B3099D1-E521-62E2-0563-C80797743031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568825" y="2442177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E4974A4E-0A57-92EE-803F-8721466DCD7D}"/>
              </a:ext>
            </a:extLst>
          </p:cNvPr>
          <p:cNvCxnSpPr>
            <a:cxnSpLocks/>
          </p:cNvCxnSpPr>
          <p:nvPr/>
        </p:nvCxnSpPr>
        <p:spPr>
          <a:xfrm>
            <a:off x="4568825" y="4067777"/>
            <a:ext cx="36649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D1D6858E-2CB4-2728-E87E-562AB4C1A6D8}"/>
              </a:ext>
            </a:extLst>
          </p:cNvPr>
          <p:cNvCxnSpPr/>
          <p:nvPr/>
        </p:nvCxnSpPr>
        <p:spPr>
          <a:xfrm>
            <a:off x="8232775" y="2450321"/>
            <a:ext cx="0" cy="610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A0499757-B371-AE2D-8E96-8058C526B0B1}"/>
              </a:ext>
            </a:extLst>
          </p:cNvPr>
          <p:cNvCxnSpPr>
            <a:cxnSpLocks/>
          </p:cNvCxnSpPr>
          <p:nvPr/>
        </p:nvCxnSpPr>
        <p:spPr>
          <a:xfrm>
            <a:off x="8232775" y="3225800"/>
            <a:ext cx="0" cy="8540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2C58E5B-18F7-4FA5-B3F5-9C5DFDFC4CEE}"/>
                  </a:ext>
                </a:extLst>
              </p:cNvPr>
              <p:cNvSpPr txBox="1"/>
              <p:nvPr/>
            </p:nvSpPr>
            <p:spPr>
              <a:xfrm>
                <a:off x="8468503" y="2690308"/>
                <a:ext cx="302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2C58E5B-18F7-4FA5-B3F5-9C5DFDFC4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03" y="2690308"/>
                <a:ext cx="30210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12F764B-255D-177F-08DB-6FF0B9D64BB6}"/>
                  </a:ext>
                </a:extLst>
              </p:cNvPr>
              <p:cNvSpPr txBox="1"/>
              <p:nvPr/>
            </p:nvSpPr>
            <p:spPr>
              <a:xfrm>
                <a:off x="8491862" y="3240470"/>
                <a:ext cx="2981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12F764B-255D-177F-08DB-6FF0B9D6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862" y="3240470"/>
                <a:ext cx="298111" cy="307777"/>
              </a:xfrm>
              <a:prstGeom prst="rect">
                <a:avLst/>
              </a:prstGeom>
              <a:blipFill>
                <a:blip r:embed="rId7"/>
                <a:stretch>
                  <a:fillRect t="-6000" r="-2449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C72E2198-763F-B0FF-DB71-7462CC7BB43A}"/>
                  </a:ext>
                </a:extLst>
              </p:cNvPr>
              <p:cNvSpPr txBox="1"/>
              <p:nvPr/>
            </p:nvSpPr>
            <p:spPr>
              <a:xfrm>
                <a:off x="7875693" y="1988707"/>
                <a:ext cx="421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C72E2198-763F-B0FF-DB71-7462CC7BB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693" y="1988707"/>
                <a:ext cx="4215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椭圆 174">
            <a:extLst>
              <a:ext uri="{FF2B5EF4-FFF2-40B4-BE49-F238E27FC236}">
                <a16:creationId xmlns:a16="http://schemas.microsoft.com/office/drawing/2014/main" id="{3C5EBEF3-B9B0-F40E-1B6F-0F8BAADCDD2C}"/>
              </a:ext>
            </a:extLst>
          </p:cNvPr>
          <p:cNvSpPr/>
          <p:nvPr/>
        </p:nvSpPr>
        <p:spPr>
          <a:xfrm>
            <a:off x="4530535" y="2407704"/>
            <a:ext cx="85233" cy="852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838C72C9-FDFE-D47D-9CBF-C141A69BC810}"/>
              </a:ext>
            </a:extLst>
          </p:cNvPr>
          <p:cNvSpPr/>
          <p:nvPr/>
        </p:nvSpPr>
        <p:spPr>
          <a:xfrm>
            <a:off x="4530535" y="4025161"/>
            <a:ext cx="85233" cy="852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1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88D2-60C7-D9F6-51D2-5E766E03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C31F0F01-BEE2-236C-544C-C675CD051F2F}"/>
              </a:ext>
            </a:extLst>
          </p:cNvPr>
          <p:cNvCxnSpPr>
            <a:cxnSpLocks/>
          </p:cNvCxnSpPr>
          <p:nvPr/>
        </p:nvCxnSpPr>
        <p:spPr>
          <a:xfrm>
            <a:off x="7518845" y="2450321"/>
            <a:ext cx="713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4467731-E01D-7A72-7430-6767C8CE424E}"/>
              </a:ext>
            </a:extLst>
          </p:cNvPr>
          <p:cNvSpPr/>
          <p:nvPr/>
        </p:nvSpPr>
        <p:spPr>
          <a:xfrm>
            <a:off x="5043161" y="2334229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F2A7DF7-4F4D-CB77-0760-232461F12F5E}"/>
              </a:ext>
            </a:extLst>
          </p:cNvPr>
          <p:cNvCxnSpPr>
            <a:cxnSpLocks/>
          </p:cNvCxnSpPr>
          <p:nvPr/>
        </p:nvCxnSpPr>
        <p:spPr>
          <a:xfrm flipV="1">
            <a:off x="5143405" y="2078230"/>
            <a:ext cx="571601" cy="68223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7C1E364-E408-27C0-053F-6FDDE88B4D1A}"/>
              </a:ext>
            </a:extLst>
          </p:cNvPr>
          <p:cNvCxnSpPr/>
          <p:nvPr/>
        </p:nvCxnSpPr>
        <p:spPr>
          <a:xfrm>
            <a:off x="7853680" y="306070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291F4F3-33FF-82C3-19F2-CC3AD5A121CB}"/>
              </a:ext>
            </a:extLst>
          </p:cNvPr>
          <p:cNvCxnSpPr/>
          <p:nvPr/>
        </p:nvCxnSpPr>
        <p:spPr>
          <a:xfrm>
            <a:off x="7853680" y="322580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6896CE1-2C6C-8190-84D8-BE934DC71CF8}"/>
                  </a:ext>
                </a:extLst>
              </p:cNvPr>
              <p:cNvSpPr txBox="1"/>
              <p:nvPr/>
            </p:nvSpPr>
            <p:spPr>
              <a:xfrm>
                <a:off x="3945537" y="2947200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6896CE1-2C6C-8190-84D8-BE934DC7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537" y="2947200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C9153304-AE27-FE98-6C43-3560D1FD7917}"/>
                  </a:ext>
                </a:extLst>
              </p:cNvPr>
              <p:cNvSpPr txBox="1"/>
              <p:nvPr/>
            </p:nvSpPr>
            <p:spPr>
              <a:xfrm>
                <a:off x="3950346" y="3641020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C9153304-AE27-FE98-6C43-3560D1FD7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46" y="3641020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本框 113">
            <a:extLst>
              <a:ext uri="{FF2B5EF4-FFF2-40B4-BE49-F238E27FC236}">
                <a16:creationId xmlns:a16="http://schemas.microsoft.com/office/drawing/2014/main" id="{4BA3406D-D0E1-943D-595B-8C3EB64EDE83}"/>
              </a:ext>
            </a:extLst>
          </p:cNvPr>
          <p:cNvSpPr txBox="1"/>
          <p:nvPr/>
        </p:nvSpPr>
        <p:spPr>
          <a:xfrm>
            <a:off x="6513807" y="197947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10mH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F2DE2B3-80B7-7193-135A-14687F2315D3}"/>
                  </a:ext>
                </a:extLst>
              </p:cNvPr>
              <p:cNvSpPr txBox="1"/>
              <p:nvPr/>
            </p:nvSpPr>
            <p:spPr>
              <a:xfrm>
                <a:off x="5083731" y="1964897"/>
                <a:ext cx="396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F2DE2B3-80B7-7193-135A-14687F231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1" y="1964897"/>
                <a:ext cx="3965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5BF696A5-18A3-6825-FC24-0008115950B3}"/>
                  </a:ext>
                </a:extLst>
              </p:cNvPr>
              <p:cNvSpPr txBox="1"/>
              <p:nvPr/>
            </p:nvSpPr>
            <p:spPr>
              <a:xfrm>
                <a:off x="3802374" y="3109444"/>
                <a:ext cx="670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5BF696A5-18A3-6825-FC24-00081159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374" y="3109444"/>
                <a:ext cx="67063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本框 116">
            <a:extLst>
              <a:ext uri="{FF2B5EF4-FFF2-40B4-BE49-F238E27FC236}">
                <a16:creationId xmlns:a16="http://schemas.microsoft.com/office/drawing/2014/main" id="{5A6F1B03-DBED-C339-6DD6-75492E704BA6}"/>
              </a:ext>
            </a:extLst>
          </p:cNvPr>
          <p:cNvSpPr txBox="1"/>
          <p:nvPr/>
        </p:nvSpPr>
        <p:spPr>
          <a:xfrm>
            <a:off x="6838637" y="29472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F40ABBED-6E10-B8B0-6F13-456483E38A63}"/>
              </a:ext>
            </a:extLst>
          </p:cNvPr>
          <p:cNvGrpSpPr/>
          <p:nvPr/>
        </p:nvGrpSpPr>
        <p:grpSpPr>
          <a:xfrm>
            <a:off x="6604000" y="2317280"/>
            <a:ext cx="919051" cy="290979"/>
            <a:chOff x="6386666" y="2271456"/>
            <a:chExt cx="1309457" cy="392306"/>
          </a:xfrm>
        </p:grpSpPr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8CDDD5E2-FBCE-6DDC-4FBC-0AD9811D2214}"/>
                </a:ext>
              </a:extLst>
            </p:cNvPr>
            <p:cNvGrpSpPr/>
            <p:nvPr/>
          </p:nvGrpSpPr>
          <p:grpSpPr>
            <a:xfrm>
              <a:off x="7377225" y="2271456"/>
              <a:ext cx="318898" cy="392306"/>
              <a:chOff x="7377225" y="2271456"/>
              <a:chExt cx="318898" cy="392306"/>
            </a:xfrm>
          </p:grpSpPr>
          <p:sp>
            <p:nvSpPr>
              <p:cNvPr id="127" name="弧形 126">
                <a:extLst>
                  <a:ext uri="{FF2B5EF4-FFF2-40B4-BE49-F238E27FC236}">
                    <a16:creationId xmlns:a16="http://schemas.microsoft.com/office/drawing/2014/main" id="{6024F34C-C8EB-C3B6-2384-CD21A680F012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弧形 133">
                <a:extLst>
                  <a:ext uri="{FF2B5EF4-FFF2-40B4-BE49-F238E27FC236}">
                    <a16:creationId xmlns:a16="http://schemas.microsoft.com/office/drawing/2014/main" id="{2C1709B4-ABC8-0AC5-BBBE-2020CEB81B0C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865582BB-F303-87F1-836D-349C0683ABAE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6"/>
              <a:chOff x="7377225" y="2271456"/>
              <a:chExt cx="318898" cy="392306"/>
            </a:xfrm>
          </p:grpSpPr>
          <p:sp>
            <p:nvSpPr>
              <p:cNvPr id="137" name="弧形 136">
                <a:extLst>
                  <a:ext uri="{FF2B5EF4-FFF2-40B4-BE49-F238E27FC236}">
                    <a16:creationId xmlns:a16="http://schemas.microsoft.com/office/drawing/2014/main" id="{194CFA75-ED46-4B59-1379-CBEC23E9ABBF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弧形 137">
                <a:extLst>
                  <a:ext uri="{FF2B5EF4-FFF2-40B4-BE49-F238E27FC236}">
                    <a16:creationId xmlns:a16="http://schemas.microsoft.com/office/drawing/2014/main" id="{76A17575-7DEF-0F36-8B68-B6F6FC0922A8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F70878B7-92EA-C796-1AD2-B15BC4D26F43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140" name="弧形 139">
                <a:extLst>
                  <a:ext uri="{FF2B5EF4-FFF2-40B4-BE49-F238E27FC236}">
                    <a16:creationId xmlns:a16="http://schemas.microsoft.com/office/drawing/2014/main" id="{F1AA91A5-4F60-C8D0-3547-1832FED9DFCE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弧形 140">
                <a:extLst>
                  <a:ext uri="{FF2B5EF4-FFF2-40B4-BE49-F238E27FC236}">
                    <a16:creationId xmlns:a16="http://schemas.microsoft.com/office/drawing/2014/main" id="{F450B1A7-EE3F-2730-CD70-62E63734534B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F5656006-216E-DFCB-B020-F81B6AD75446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143" name="弧形 142">
                <a:extLst>
                  <a:ext uri="{FF2B5EF4-FFF2-40B4-BE49-F238E27FC236}">
                    <a16:creationId xmlns:a16="http://schemas.microsoft.com/office/drawing/2014/main" id="{3262966A-DE84-971C-227A-251E25C93446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弧形 143">
                <a:extLst>
                  <a:ext uri="{FF2B5EF4-FFF2-40B4-BE49-F238E27FC236}">
                    <a16:creationId xmlns:a16="http://schemas.microsoft.com/office/drawing/2014/main" id="{07F84361-E49B-B7AD-1EEA-ADA1746A869F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4AB35FF4-BA3C-8C0D-3730-4D7CBFC7D8E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774680" y="2442177"/>
            <a:ext cx="8293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FE9B1F9A-DB8C-BF92-CCFA-32707174F3E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568825" y="2442177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F9BF2EA5-DA53-4569-0428-819B31D61F02}"/>
              </a:ext>
            </a:extLst>
          </p:cNvPr>
          <p:cNvCxnSpPr/>
          <p:nvPr/>
        </p:nvCxnSpPr>
        <p:spPr>
          <a:xfrm>
            <a:off x="8232775" y="2450321"/>
            <a:ext cx="0" cy="610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F3F284A1-4A85-C338-52E2-E7BE761F7574}"/>
              </a:ext>
            </a:extLst>
          </p:cNvPr>
          <p:cNvCxnSpPr>
            <a:cxnSpLocks/>
          </p:cNvCxnSpPr>
          <p:nvPr/>
        </p:nvCxnSpPr>
        <p:spPr>
          <a:xfrm>
            <a:off x="8232775" y="3225800"/>
            <a:ext cx="0" cy="8540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7246B66-39B7-DA6A-A37E-7FA099E2994E}"/>
              </a:ext>
            </a:extLst>
          </p:cNvPr>
          <p:cNvCxnSpPr>
            <a:cxnSpLocks/>
          </p:cNvCxnSpPr>
          <p:nvPr/>
        </p:nvCxnSpPr>
        <p:spPr>
          <a:xfrm>
            <a:off x="4568825" y="2442177"/>
            <a:ext cx="0" cy="1625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F1170908-F902-9BD7-98C8-BCC732ED280C}"/>
              </a:ext>
            </a:extLst>
          </p:cNvPr>
          <p:cNvSpPr/>
          <p:nvPr/>
        </p:nvSpPr>
        <p:spPr>
          <a:xfrm>
            <a:off x="4396777" y="3243012"/>
            <a:ext cx="344096" cy="34409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584410-7B39-EA14-EF15-583486DC519F}"/>
              </a:ext>
            </a:extLst>
          </p:cNvPr>
          <p:cNvSpPr txBox="1"/>
          <p:nvPr/>
        </p:nvSpPr>
        <p:spPr>
          <a:xfrm>
            <a:off x="3882151" y="34246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A221AB1-5189-465C-0EC6-19C69AA961AF}"/>
              </a:ext>
            </a:extLst>
          </p:cNvPr>
          <p:cNvCxnSpPr>
            <a:cxnSpLocks/>
          </p:cNvCxnSpPr>
          <p:nvPr/>
        </p:nvCxnSpPr>
        <p:spPr>
          <a:xfrm flipH="1">
            <a:off x="4568825" y="4079875"/>
            <a:ext cx="20512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2239D00-C719-326E-982D-E1A3D532CC10}"/>
              </a:ext>
            </a:extLst>
          </p:cNvPr>
          <p:cNvCxnSpPr>
            <a:cxnSpLocks/>
          </p:cNvCxnSpPr>
          <p:nvPr/>
        </p:nvCxnSpPr>
        <p:spPr>
          <a:xfrm>
            <a:off x="6620086" y="4079875"/>
            <a:ext cx="16126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F377B6E-02EF-9184-C8B3-944FC5C4ADC8}"/>
              </a:ext>
            </a:extLst>
          </p:cNvPr>
          <p:cNvSpPr txBox="1"/>
          <p:nvPr/>
        </p:nvSpPr>
        <p:spPr>
          <a:xfrm>
            <a:off x="7959725" y="23172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89F1530-4DCE-9C83-6BBA-824C9D07F3F6}"/>
              </a:ext>
            </a:extLst>
          </p:cNvPr>
          <p:cNvSpPr txBox="1"/>
          <p:nvPr/>
        </p:nvSpPr>
        <p:spPr>
          <a:xfrm>
            <a:off x="7959725" y="37441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ED43686-E65B-F021-EFF8-2B414CE96951}"/>
              </a:ext>
            </a:extLst>
          </p:cNvPr>
          <p:cNvCxnSpPr/>
          <p:nvPr/>
        </p:nvCxnSpPr>
        <p:spPr>
          <a:xfrm>
            <a:off x="8232775" y="2450923"/>
            <a:ext cx="425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5B863DC-C493-CBF3-756B-C301387F1BAC}"/>
              </a:ext>
            </a:extLst>
          </p:cNvPr>
          <p:cNvCxnSpPr/>
          <p:nvPr/>
        </p:nvCxnSpPr>
        <p:spPr>
          <a:xfrm>
            <a:off x="8232775" y="4079875"/>
            <a:ext cx="425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5BB5D85-ED60-0F16-CD44-496AF16289B0}"/>
              </a:ext>
            </a:extLst>
          </p:cNvPr>
          <p:cNvSpPr txBox="1"/>
          <p:nvPr/>
        </p:nvSpPr>
        <p:spPr>
          <a:xfrm>
            <a:off x="8587846" y="2278103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449726F-AE7E-5123-E137-9CC64172BDDD}"/>
              </a:ext>
            </a:extLst>
          </p:cNvPr>
          <p:cNvSpPr txBox="1"/>
          <p:nvPr/>
        </p:nvSpPr>
        <p:spPr>
          <a:xfrm>
            <a:off x="8614878" y="3895209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测试探头接地夹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56F4CD-AB1E-A2EE-E301-2EEA6CD8920E}"/>
                  </a:ext>
                </a:extLst>
              </p:cNvPr>
              <p:cNvSpPr txBox="1"/>
              <p:nvPr/>
            </p:nvSpPr>
            <p:spPr>
              <a:xfrm>
                <a:off x="4718756" y="3233263"/>
                <a:ext cx="94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=10Hz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56F4CD-AB1E-A2EE-E301-2EEA6CD89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756" y="3233263"/>
                <a:ext cx="948016" cy="369332"/>
              </a:xfrm>
              <a:prstGeom prst="rect">
                <a:avLst/>
              </a:prstGeom>
              <a:blipFill>
                <a:blip r:embed="rId6"/>
                <a:stretch>
                  <a:fillRect l="-1923" t="-8197" r="-448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49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B2CA-406C-FB2B-4B01-26E3881F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91D3E7F7-27AC-73B9-32AE-8D88D703C168}"/>
              </a:ext>
            </a:extLst>
          </p:cNvPr>
          <p:cNvCxnSpPr>
            <a:cxnSpLocks/>
          </p:cNvCxnSpPr>
          <p:nvPr/>
        </p:nvCxnSpPr>
        <p:spPr>
          <a:xfrm>
            <a:off x="7518845" y="2450321"/>
            <a:ext cx="713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86C4E7E-8B0B-5394-271C-5937DE1BEDFA}"/>
              </a:ext>
            </a:extLst>
          </p:cNvPr>
          <p:cNvSpPr/>
          <p:nvPr/>
        </p:nvSpPr>
        <p:spPr>
          <a:xfrm>
            <a:off x="5043161" y="2334229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B3803F3-7EA1-5A2B-B5BF-1CD8A08982FB}"/>
              </a:ext>
            </a:extLst>
          </p:cNvPr>
          <p:cNvCxnSpPr>
            <a:cxnSpLocks/>
          </p:cNvCxnSpPr>
          <p:nvPr/>
        </p:nvCxnSpPr>
        <p:spPr>
          <a:xfrm flipV="1">
            <a:off x="5143405" y="2078230"/>
            <a:ext cx="571601" cy="68223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3E24CCD-88DB-A59E-4C20-3523B203C3B3}"/>
              </a:ext>
            </a:extLst>
          </p:cNvPr>
          <p:cNvCxnSpPr/>
          <p:nvPr/>
        </p:nvCxnSpPr>
        <p:spPr>
          <a:xfrm>
            <a:off x="7853680" y="306070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2C709E4-9B05-902A-5523-F86F02C0DFFC}"/>
              </a:ext>
            </a:extLst>
          </p:cNvPr>
          <p:cNvCxnSpPr/>
          <p:nvPr/>
        </p:nvCxnSpPr>
        <p:spPr>
          <a:xfrm>
            <a:off x="7853680" y="322580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B03C811-499D-4735-98EE-F7F08BB5ECD0}"/>
                  </a:ext>
                </a:extLst>
              </p:cNvPr>
              <p:cNvSpPr txBox="1"/>
              <p:nvPr/>
            </p:nvSpPr>
            <p:spPr>
              <a:xfrm>
                <a:off x="3945537" y="2947200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6896CE1-2C6C-8190-84D8-BE934DC7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537" y="2947200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63FC981F-A43B-D2AA-E0D5-89098AE21991}"/>
                  </a:ext>
                </a:extLst>
              </p:cNvPr>
              <p:cNvSpPr txBox="1"/>
              <p:nvPr/>
            </p:nvSpPr>
            <p:spPr>
              <a:xfrm>
                <a:off x="3950346" y="3641020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C9153304-AE27-FE98-6C43-3560D1FD7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46" y="3641020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本框 113">
            <a:extLst>
              <a:ext uri="{FF2B5EF4-FFF2-40B4-BE49-F238E27FC236}">
                <a16:creationId xmlns:a16="http://schemas.microsoft.com/office/drawing/2014/main" id="{6965F45A-154B-0D88-583C-BF0D4DA7E1D8}"/>
              </a:ext>
            </a:extLst>
          </p:cNvPr>
          <p:cNvSpPr txBox="1"/>
          <p:nvPr/>
        </p:nvSpPr>
        <p:spPr>
          <a:xfrm>
            <a:off x="6513807" y="197947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10mH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7F3520D7-CABA-F38D-66EE-49ACDCDC6EFB}"/>
                  </a:ext>
                </a:extLst>
              </p:cNvPr>
              <p:cNvSpPr txBox="1"/>
              <p:nvPr/>
            </p:nvSpPr>
            <p:spPr>
              <a:xfrm>
                <a:off x="5083731" y="1964897"/>
                <a:ext cx="396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7F3520D7-CABA-F38D-66EE-49ACDCDC6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1" y="1964897"/>
                <a:ext cx="3965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EE290876-14F2-90DF-6E5C-C21432FE804B}"/>
                  </a:ext>
                </a:extLst>
              </p:cNvPr>
              <p:cNvSpPr txBox="1"/>
              <p:nvPr/>
            </p:nvSpPr>
            <p:spPr>
              <a:xfrm>
                <a:off x="3802374" y="3109444"/>
                <a:ext cx="670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5BF696A5-18A3-6825-FC24-00081159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374" y="3109444"/>
                <a:ext cx="67063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本框 116">
            <a:extLst>
              <a:ext uri="{FF2B5EF4-FFF2-40B4-BE49-F238E27FC236}">
                <a16:creationId xmlns:a16="http://schemas.microsoft.com/office/drawing/2014/main" id="{8A27EE62-87DE-6EE6-B2A7-67BFFBA2BFD4}"/>
              </a:ext>
            </a:extLst>
          </p:cNvPr>
          <p:cNvSpPr txBox="1"/>
          <p:nvPr/>
        </p:nvSpPr>
        <p:spPr>
          <a:xfrm>
            <a:off x="6838637" y="294720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C982746B-82D1-66EB-BC3A-42A8D7CC3A2A}"/>
              </a:ext>
            </a:extLst>
          </p:cNvPr>
          <p:cNvGrpSpPr/>
          <p:nvPr/>
        </p:nvGrpSpPr>
        <p:grpSpPr>
          <a:xfrm>
            <a:off x="6604000" y="2317280"/>
            <a:ext cx="919051" cy="290979"/>
            <a:chOff x="6386666" y="2271456"/>
            <a:chExt cx="1309457" cy="392306"/>
          </a:xfrm>
        </p:grpSpPr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6A50F39B-2434-AB9A-78AE-FA31EF920EA6}"/>
                </a:ext>
              </a:extLst>
            </p:cNvPr>
            <p:cNvGrpSpPr/>
            <p:nvPr/>
          </p:nvGrpSpPr>
          <p:grpSpPr>
            <a:xfrm>
              <a:off x="7377225" y="2271456"/>
              <a:ext cx="318898" cy="392306"/>
              <a:chOff x="7377225" y="2271456"/>
              <a:chExt cx="318898" cy="392306"/>
            </a:xfrm>
          </p:grpSpPr>
          <p:sp>
            <p:nvSpPr>
              <p:cNvPr id="127" name="弧形 126">
                <a:extLst>
                  <a:ext uri="{FF2B5EF4-FFF2-40B4-BE49-F238E27FC236}">
                    <a16:creationId xmlns:a16="http://schemas.microsoft.com/office/drawing/2014/main" id="{08A73C32-809C-4821-8E52-B5CEA5889658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弧形 133">
                <a:extLst>
                  <a:ext uri="{FF2B5EF4-FFF2-40B4-BE49-F238E27FC236}">
                    <a16:creationId xmlns:a16="http://schemas.microsoft.com/office/drawing/2014/main" id="{B8B4EE5E-96F1-750B-558D-F5BB9D538E86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63A948CC-E7B2-4E5D-7B52-9D1D32089A20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6"/>
              <a:chOff x="7377225" y="2271456"/>
              <a:chExt cx="318898" cy="392306"/>
            </a:xfrm>
          </p:grpSpPr>
          <p:sp>
            <p:nvSpPr>
              <p:cNvPr id="137" name="弧形 136">
                <a:extLst>
                  <a:ext uri="{FF2B5EF4-FFF2-40B4-BE49-F238E27FC236}">
                    <a16:creationId xmlns:a16="http://schemas.microsoft.com/office/drawing/2014/main" id="{9CAF6201-5DF7-192E-FFF5-F1A50D6E596E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弧形 137">
                <a:extLst>
                  <a:ext uri="{FF2B5EF4-FFF2-40B4-BE49-F238E27FC236}">
                    <a16:creationId xmlns:a16="http://schemas.microsoft.com/office/drawing/2014/main" id="{A8434876-D852-FB85-C872-1C99FFB76F57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24B6E80B-9B1A-7A9E-0740-B2785460F274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140" name="弧形 139">
                <a:extLst>
                  <a:ext uri="{FF2B5EF4-FFF2-40B4-BE49-F238E27FC236}">
                    <a16:creationId xmlns:a16="http://schemas.microsoft.com/office/drawing/2014/main" id="{31B97F1E-DEA2-F84A-D117-A2D0CA55588E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弧形 140">
                <a:extLst>
                  <a:ext uri="{FF2B5EF4-FFF2-40B4-BE49-F238E27FC236}">
                    <a16:creationId xmlns:a16="http://schemas.microsoft.com/office/drawing/2014/main" id="{393D9E12-B331-E4D4-3D99-836C2660F6DE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ADD2E594-B510-79AD-EADC-D4509F13DA97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143" name="弧形 142">
                <a:extLst>
                  <a:ext uri="{FF2B5EF4-FFF2-40B4-BE49-F238E27FC236}">
                    <a16:creationId xmlns:a16="http://schemas.microsoft.com/office/drawing/2014/main" id="{AB1CDBF5-6453-D764-7345-53199D62EA39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弧形 143">
                <a:extLst>
                  <a:ext uri="{FF2B5EF4-FFF2-40B4-BE49-F238E27FC236}">
                    <a16:creationId xmlns:a16="http://schemas.microsoft.com/office/drawing/2014/main" id="{A72CB0A8-B7F4-2909-31BC-94B76C55AFFE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0D339944-2CBD-08B8-A691-3A017229E6C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774680" y="2442177"/>
            <a:ext cx="8293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0626BD93-28D5-D8D9-28D0-805BDD3CDD5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568825" y="2442177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B42C2847-A844-5999-2846-83DFD58941B4}"/>
              </a:ext>
            </a:extLst>
          </p:cNvPr>
          <p:cNvCxnSpPr/>
          <p:nvPr/>
        </p:nvCxnSpPr>
        <p:spPr>
          <a:xfrm>
            <a:off x="8232775" y="2450321"/>
            <a:ext cx="0" cy="610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CB81C81B-B11A-9D60-299B-E67CAC467F07}"/>
              </a:ext>
            </a:extLst>
          </p:cNvPr>
          <p:cNvCxnSpPr>
            <a:cxnSpLocks/>
          </p:cNvCxnSpPr>
          <p:nvPr/>
        </p:nvCxnSpPr>
        <p:spPr>
          <a:xfrm>
            <a:off x="8232775" y="3225800"/>
            <a:ext cx="0" cy="8540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3F6F24F-25DC-8836-BC36-56814B9DE99E}"/>
              </a:ext>
            </a:extLst>
          </p:cNvPr>
          <p:cNvCxnSpPr>
            <a:cxnSpLocks/>
          </p:cNvCxnSpPr>
          <p:nvPr/>
        </p:nvCxnSpPr>
        <p:spPr>
          <a:xfrm>
            <a:off x="4568825" y="2442177"/>
            <a:ext cx="0" cy="1625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01309D19-E531-EFB5-D9FE-DCFE2FDBBF5D}"/>
              </a:ext>
            </a:extLst>
          </p:cNvPr>
          <p:cNvSpPr/>
          <p:nvPr/>
        </p:nvSpPr>
        <p:spPr>
          <a:xfrm>
            <a:off x="4396777" y="3243012"/>
            <a:ext cx="344096" cy="34409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A029D8-344C-E5DD-3AE0-AE09244C3B09}"/>
              </a:ext>
            </a:extLst>
          </p:cNvPr>
          <p:cNvSpPr txBox="1"/>
          <p:nvPr/>
        </p:nvSpPr>
        <p:spPr>
          <a:xfrm>
            <a:off x="3882151" y="34246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96AF463-3A85-8B0D-A111-E2ADA3C63FFB}"/>
              </a:ext>
            </a:extLst>
          </p:cNvPr>
          <p:cNvCxnSpPr>
            <a:cxnSpLocks/>
          </p:cNvCxnSpPr>
          <p:nvPr/>
        </p:nvCxnSpPr>
        <p:spPr>
          <a:xfrm flipH="1">
            <a:off x="4568825" y="4079875"/>
            <a:ext cx="20512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53FE2D2-23A5-611C-FE80-49A041B0DD18}"/>
              </a:ext>
            </a:extLst>
          </p:cNvPr>
          <p:cNvCxnSpPr>
            <a:cxnSpLocks/>
          </p:cNvCxnSpPr>
          <p:nvPr/>
        </p:nvCxnSpPr>
        <p:spPr>
          <a:xfrm>
            <a:off x="6620086" y="4079875"/>
            <a:ext cx="16126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5325418-24E3-1932-286E-24BBE25902E9}"/>
              </a:ext>
            </a:extLst>
          </p:cNvPr>
          <p:cNvSpPr txBox="1"/>
          <p:nvPr/>
        </p:nvSpPr>
        <p:spPr>
          <a:xfrm>
            <a:off x="7959725" y="23172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B5567E-B4CB-4BFF-BAC1-732B0997EC3F}"/>
              </a:ext>
            </a:extLst>
          </p:cNvPr>
          <p:cNvSpPr txBox="1"/>
          <p:nvPr/>
        </p:nvSpPr>
        <p:spPr>
          <a:xfrm>
            <a:off x="7959725" y="37441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3A820EB-6206-890B-18DD-84E19B4C0187}"/>
              </a:ext>
            </a:extLst>
          </p:cNvPr>
          <p:cNvCxnSpPr/>
          <p:nvPr/>
        </p:nvCxnSpPr>
        <p:spPr>
          <a:xfrm>
            <a:off x="8232775" y="2450923"/>
            <a:ext cx="425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09A5A42-0232-7018-26B4-3E86BC13FD35}"/>
              </a:ext>
            </a:extLst>
          </p:cNvPr>
          <p:cNvCxnSpPr/>
          <p:nvPr/>
        </p:nvCxnSpPr>
        <p:spPr>
          <a:xfrm>
            <a:off x="8232775" y="4079875"/>
            <a:ext cx="425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5E761F58-23F8-5C3D-952C-1CD07B5C09A2}"/>
              </a:ext>
            </a:extLst>
          </p:cNvPr>
          <p:cNvSpPr txBox="1"/>
          <p:nvPr/>
        </p:nvSpPr>
        <p:spPr>
          <a:xfrm>
            <a:off x="8587846" y="2278103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7B9065F-CF85-F6BB-618F-D9E452D8E6D1}"/>
              </a:ext>
            </a:extLst>
          </p:cNvPr>
          <p:cNvSpPr txBox="1"/>
          <p:nvPr/>
        </p:nvSpPr>
        <p:spPr>
          <a:xfrm>
            <a:off x="8614878" y="389520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接测试探头接地夹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7AF2912-0F9B-48CB-89E6-C8415539CD0D}"/>
                  </a:ext>
                </a:extLst>
              </p:cNvPr>
              <p:cNvSpPr txBox="1"/>
              <p:nvPr/>
            </p:nvSpPr>
            <p:spPr>
              <a:xfrm>
                <a:off x="4718756" y="3233263"/>
                <a:ext cx="94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=10Hz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7AF2912-0F9B-48CB-89E6-C8415539C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756" y="3233263"/>
                <a:ext cx="948016" cy="369332"/>
              </a:xfrm>
              <a:prstGeom prst="rect">
                <a:avLst/>
              </a:prstGeom>
              <a:blipFill>
                <a:blip r:embed="rId6"/>
                <a:stretch>
                  <a:fillRect l="-1923" t="-8197" r="-448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BDD2957A-6B7F-0CFE-68E6-251300BDA6D6}"/>
              </a:ext>
            </a:extLst>
          </p:cNvPr>
          <p:cNvSpPr txBox="1"/>
          <p:nvPr/>
        </p:nvSpPr>
        <p:spPr>
          <a:xfrm>
            <a:off x="7981731" y="32371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006475C-5FBE-B6F4-4B96-F5AE6BD20F78}"/>
              </a:ext>
            </a:extLst>
          </p:cNvPr>
          <p:cNvCxnSpPr/>
          <p:nvPr/>
        </p:nvCxnSpPr>
        <p:spPr>
          <a:xfrm>
            <a:off x="8254781" y="3572883"/>
            <a:ext cx="425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5785AF3-0C2A-EBA9-1463-469BEDF8198F}"/>
              </a:ext>
            </a:extLst>
          </p:cNvPr>
          <p:cNvSpPr txBox="1"/>
          <p:nvPr/>
        </p:nvSpPr>
        <p:spPr>
          <a:xfrm>
            <a:off x="8636884" y="3388217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</p:spTree>
    <p:extLst>
      <p:ext uri="{BB962C8B-B14F-4D97-AF65-F5344CB8AC3E}">
        <p14:creationId xmlns:p14="http://schemas.microsoft.com/office/powerpoint/2010/main" val="117864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78</Words>
  <Application>Microsoft Office PowerPoint</Application>
  <PresentationFormat>宽屏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744311194@qq.com</dc:creator>
  <cp:lastModifiedBy>744311194@qq.com</cp:lastModifiedBy>
  <cp:revision>7</cp:revision>
  <dcterms:created xsi:type="dcterms:W3CDTF">2025-11-13T15:27:08Z</dcterms:created>
  <dcterms:modified xsi:type="dcterms:W3CDTF">2025-11-15T14:35:41Z</dcterms:modified>
</cp:coreProperties>
</file>