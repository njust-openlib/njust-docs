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EE6305-D647-4E2A-B7A5-00A2700162F4}" v="331" dt="2026-06-19T07:13:30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9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3EAE7B5-FDEE-48D0-B65C-03455E3B8632}"/>
    <pc:docChg chg="undo redo custSel addSld delSld modSld">
      <pc:chgData name="744311194@qq.com" userId="e2a28223f2085f4b" providerId="LiveId" clId="{93EAE7B5-FDEE-48D0-B65C-03455E3B8632}" dt="2026-06-19T07:13:59.685" v="1123" actId="14100"/>
      <pc:docMkLst>
        <pc:docMk/>
      </pc:docMkLst>
      <pc:sldChg chg="addSp delSp modSp mod">
        <pc:chgData name="744311194@qq.com" userId="e2a28223f2085f4b" providerId="LiveId" clId="{93EAE7B5-FDEE-48D0-B65C-03455E3B8632}" dt="2026-06-19T04:20:52.370" v="651" actId="14100"/>
        <pc:sldMkLst>
          <pc:docMk/>
          <pc:sldMk cId="3848783472" sldId="256"/>
        </pc:sldMkLst>
        <pc:spChg chg="add del">
          <ac:chgData name="744311194@qq.com" userId="e2a28223f2085f4b" providerId="LiveId" clId="{93EAE7B5-FDEE-48D0-B65C-03455E3B8632}" dt="2026-06-18T15:05:54.587" v="1" actId="22"/>
          <ac:spMkLst>
            <pc:docMk/>
            <pc:sldMk cId="3848783472" sldId="256"/>
            <ac:spMk id="5" creationId="{2FB66A0C-FFDE-EE7C-9DF9-6154BE38006B}"/>
          </ac:spMkLst>
        </pc:spChg>
        <pc:spChg chg="add mod">
          <ac:chgData name="744311194@qq.com" userId="e2a28223f2085f4b" providerId="LiveId" clId="{93EAE7B5-FDEE-48D0-B65C-03455E3B8632}" dt="2026-06-18T15:16:05.110" v="154"/>
          <ac:spMkLst>
            <pc:docMk/>
            <pc:sldMk cId="3848783472" sldId="256"/>
            <ac:spMk id="7" creationId="{E38D771A-C999-E673-F14F-F2466D3C1C10}"/>
          </ac:spMkLst>
        </pc:spChg>
        <pc:spChg chg="add mod">
          <ac:chgData name="744311194@qq.com" userId="e2a28223f2085f4b" providerId="LiveId" clId="{93EAE7B5-FDEE-48D0-B65C-03455E3B8632}" dt="2026-06-18T15:09:04.998" v="69" actId="14100"/>
          <ac:spMkLst>
            <pc:docMk/>
            <pc:sldMk cId="3848783472" sldId="256"/>
            <ac:spMk id="8" creationId="{EA98C354-A237-96D7-54C3-DED49EF0AD0C}"/>
          </ac:spMkLst>
        </pc:spChg>
        <pc:spChg chg="mod">
          <ac:chgData name="744311194@qq.com" userId="e2a28223f2085f4b" providerId="LiveId" clId="{93EAE7B5-FDEE-48D0-B65C-03455E3B8632}" dt="2026-06-18T15:08:20.040" v="52"/>
          <ac:spMkLst>
            <pc:docMk/>
            <pc:sldMk cId="3848783472" sldId="256"/>
            <ac:spMk id="27" creationId="{C22B43D1-0F5D-4483-43B5-0135C705CC3F}"/>
          </ac:spMkLst>
        </pc:spChg>
        <pc:spChg chg="mod">
          <ac:chgData name="744311194@qq.com" userId="e2a28223f2085f4b" providerId="LiveId" clId="{93EAE7B5-FDEE-48D0-B65C-03455E3B8632}" dt="2026-06-18T15:08:20.040" v="52"/>
          <ac:spMkLst>
            <pc:docMk/>
            <pc:sldMk cId="3848783472" sldId="256"/>
            <ac:spMk id="28" creationId="{48B13C66-5FB8-9A50-6BAA-AA3257C25984}"/>
          </ac:spMkLst>
        </pc:spChg>
        <pc:spChg chg="mod">
          <ac:chgData name="744311194@qq.com" userId="e2a28223f2085f4b" providerId="LiveId" clId="{93EAE7B5-FDEE-48D0-B65C-03455E3B8632}" dt="2026-06-18T15:08:23.062" v="53" actId="571"/>
          <ac:spMkLst>
            <pc:docMk/>
            <pc:sldMk cId="3848783472" sldId="256"/>
            <ac:spMk id="30" creationId="{DE076E03-ABD1-62BE-8EDB-FD4C056A4105}"/>
          </ac:spMkLst>
        </pc:spChg>
        <pc:spChg chg="mod">
          <ac:chgData name="744311194@qq.com" userId="e2a28223f2085f4b" providerId="LiveId" clId="{93EAE7B5-FDEE-48D0-B65C-03455E3B8632}" dt="2026-06-18T15:08:23.062" v="53" actId="571"/>
          <ac:spMkLst>
            <pc:docMk/>
            <pc:sldMk cId="3848783472" sldId="256"/>
            <ac:spMk id="31" creationId="{B12314DA-62A0-1C8B-3AC5-E0564A223433}"/>
          </ac:spMkLst>
        </pc:spChg>
        <pc:spChg chg="mod">
          <ac:chgData name="744311194@qq.com" userId="e2a28223f2085f4b" providerId="LiveId" clId="{93EAE7B5-FDEE-48D0-B65C-03455E3B8632}" dt="2026-06-18T15:08:23.627" v="54"/>
          <ac:spMkLst>
            <pc:docMk/>
            <pc:sldMk cId="3848783472" sldId="256"/>
            <ac:spMk id="33" creationId="{FAE34FD0-6700-A105-38F8-7AE5B8196256}"/>
          </ac:spMkLst>
        </pc:spChg>
        <pc:spChg chg="mod">
          <ac:chgData name="744311194@qq.com" userId="e2a28223f2085f4b" providerId="LiveId" clId="{93EAE7B5-FDEE-48D0-B65C-03455E3B8632}" dt="2026-06-18T15:08:23.627" v="54"/>
          <ac:spMkLst>
            <pc:docMk/>
            <pc:sldMk cId="3848783472" sldId="256"/>
            <ac:spMk id="34" creationId="{78CDB4F2-A3C3-B94E-145E-9533BA68A796}"/>
          </ac:spMkLst>
        </pc:spChg>
        <pc:spChg chg="mod">
          <ac:chgData name="744311194@qq.com" userId="e2a28223f2085f4b" providerId="LiveId" clId="{93EAE7B5-FDEE-48D0-B65C-03455E3B8632}" dt="2026-06-18T15:08:43.466" v="62"/>
          <ac:spMkLst>
            <pc:docMk/>
            <pc:sldMk cId="3848783472" sldId="256"/>
            <ac:spMk id="39" creationId="{C22B43D1-0F5D-4483-43B5-0135C705CC3F}"/>
          </ac:spMkLst>
        </pc:spChg>
        <pc:spChg chg="mod">
          <ac:chgData name="744311194@qq.com" userId="e2a28223f2085f4b" providerId="LiveId" clId="{93EAE7B5-FDEE-48D0-B65C-03455E3B8632}" dt="2026-06-18T15:08:43.466" v="62"/>
          <ac:spMkLst>
            <pc:docMk/>
            <pc:sldMk cId="3848783472" sldId="256"/>
            <ac:spMk id="40" creationId="{48B13C66-5FB8-9A50-6BAA-AA3257C25984}"/>
          </ac:spMkLst>
        </pc:spChg>
        <pc:spChg chg="mod">
          <ac:chgData name="744311194@qq.com" userId="e2a28223f2085f4b" providerId="LiveId" clId="{93EAE7B5-FDEE-48D0-B65C-03455E3B8632}" dt="2026-06-18T15:08:43.466" v="62"/>
          <ac:spMkLst>
            <pc:docMk/>
            <pc:sldMk cId="3848783472" sldId="256"/>
            <ac:spMk id="42" creationId="{DE076E03-ABD1-62BE-8EDB-FD4C056A4105}"/>
          </ac:spMkLst>
        </pc:spChg>
        <pc:spChg chg="mod">
          <ac:chgData name="744311194@qq.com" userId="e2a28223f2085f4b" providerId="LiveId" clId="{93EAE7B5-FDEE-48D0-B65C-03455E3B8632}" dt="2026-06-18T15:08:43.466" v="62"/>
          <ac:spMkLst>
            <pc:docMk/>
            <pc:sldMk cId="3848783472" sldId="256"/>
            <ac:spMk id="43" creationId="{B12314DA-62A0-1C8B-3AC5-E0564A223433}"/>
          </ac:spMkLst>
        </pc:spChg>
        <pc:spChg chg="mod">
          <ac:chgData name="744311194@qq.com" userId="e2a28223f2085f4b" providerId="LiveId" clId="{93EAE7B5-FDEE-48D0-B65C-03455E3B8632}" dt="2026-06-18T15:16:08.879" v="155"/>
          <ac:spMkLst>
            <pc:docMk/>
            <pc:sldMk cId="3848783472" sldId="256"/>
            <ac:spMk id="45" creationId="{7FB705F3-5332-B65D-B458-A4012CA5C1C9}"/>
          </ac:spMkLst>
        </pc:spChg>
        <pc:spChg chg="mod">
          <ac:chgData name="744311194@qq.com" userId="e2a28223f2085f4b" providerId="LiveId" clId="{93EAE7B5-FDEE-48D0-B65C-03455E3B8632}" dt="2026-06-18T15:09:09.357" v="71"/>
          <ac:spMkLst>
            <pc:docMk/>
            <pc:sldMk cId="3848783472" sldId="256"/>
            <ac:spMk id="46" creationId="{F1F9DD25-E3D3-1292-13D7-65317F374DC7}"/>
          </ac:spMkLst>
        </pc:spChg>
        <pc:spChg chg="mod">
          <ac:chgData name="744311194@qq.com" userId="e2a28223f2085f4b" providerId="LiveId" clId="{93EAE7B5-FDEE-48D0-B65C-03455E3B8632}" dt="2026-06-18T15:16:10.310" v="156"/>
          <ac:spMkLst>
            <pc:docMk/>
            <pc:sldMk cId="3848783472" sldId="256"/>
            <ac:spMk id="48" creationId="{AAEC4E18-96A4-745D-C08B-4601E5C0B196}"/>
          </ac:spMkLst>
        </pc:spChg>
        <pc:spChg chg="mod">
          <ac:chgData name="744311194@qq.com" userId="e2a28223f2085f4b" providerId="LiveId" clId="{93EAE7B5-FDEE-48D0-B65C-03455E3B8632}" dt="2026-06-18T15:09:12.471" v="73"/>
          <ac:spMkLst>
            <pc:docMk/>
            <pc:sldMk cId="3848783472" sldId="256"/>
            <ac:spMk id="49" creationId="{1AB18E42-66C2-EC76-26D7-A54D6C2A3807}"/>
          </ac:spMkLst>
        </pc:spChg>
        <pc:spChg chg="add mod">
          <ac:chgData name="744311194@qq.com" userId="e2a28223f2085f4b" providerId="LiveId" clId="{93EAE7B5-FDEE-48D0-B65C-03455E3B8632}" dt="2026-06-19T04:20:42.132" v="646" actId="164"/>
          <ac:spMkLst>
            <pc:docMk/>
            <pc:sldMk cId="3848783472" sldId="256"/>
            <ac:spMk id="50" creationId="{01B8A48C-F328-272D-3E11-11F54057355F}"/>
          </ac:spMkLst>
        </pc:spChg>
        <pc:spChg chg="add mod">
          <ac:chgData name="744311194@qq.com" userId="e2a28223f2085f4b" providerId="LiveId" clId="{93EAE7B5-FDEE-48D0-B65C-03455E3B8632}" dt="2026-06-19T04:20:42.132" v="646" actId="164"/>
          <ac:spMkLst>
            <pc:docMk/>
            <pc:sldMk cId="3848783472" sldId="256"/>
            <ac:spMk id="51" creationId="{472885C8-5DB0-C402-D5DE-18346A79C612}"/>
          </ac:spMkLst>
        </pc:spChg>
        <pc:spChg chg="add mod">
          <ac:chgData name="744311194@qq.com" userId="e2a28223f2085f4b" providerId="LiveId" clId="{93EAE7B5-FDEE-48D0-B65C-03455E3B8632}" dt="2026-06-19T04:20:42.132" v="646" actId="164"/>
          <ac:spMkLst>
            <pc:docMk/>
            <pc:sldMk cId="3848783472" sldId="256"/>
            <ac:spMk id="65" creationId="{AD090F26-FF7A-01FF-F80E-877CA40C8834}"/>
          </ac:spMkLst>
        </pc:spChg>
        <pc:spChg chg="mod">
          <ac:chgData name="744311194@qq.com" userId="e2a28223f2085f4b" providerId="LiveId" clId="{93EAE7B5-FDEE-48D0-B65C-03455E3B8632}" dt="2026-06-18T15:16:11.890" v="157"/>
          <ac:spMkLst>
            <pc:docMk/>
            <pc:sldMk cId="3848783472" sldId="256"/>
            <ac:spMk id="85" creationId="{E23DF717-3FAA-94A6-142B-CCE9BB7804F4}"/>
          </ac:spMkLst>
        </pc:spChg>
        <pc:spChg chg="mod">
          <ac:chgData name="744311194@qq.com" userId="e2a28223f2085f4b" providerId="LiveId" clId="{93EAE7B5-FDEE-48D0-B65C-03455E3B8632}" dt="2026-06-18T15:12:32.902" v="131"/>
          <ac:spMkLst>
            <pc:docMk/>
            <pc:sldMk cId="3848783472" sldId="256"/>
            <ac:spMk id="86" creationId="{15079654-AFB3-074D-1C8B-FE74578F7DC9}"/>
          </ac:spMkLst>
        </pc:spChg>
        <pc:spChg chg="add del mod">
          <ac:chgData name="744311194@qq.com" userId="e2a28223f2085f4b" providerId="LiveId" clId="{93EAE7B5-FDEE-48D0-B65C-03455E3B8632}" dt="2026-06-18T15:13:34.287" v="152"/>
          <ac:spMkLst>
            <pc:docMk/>
            <pc:sldMk cId="3848783472" sldId="256"/>
            <ac:spMk id="89" creationId="{F3E58971-1BEB-10F4-C0A0-9CE4B82142EA}"/>
          </ac:spMkLst>
        </pc:spChg>
        <pc:spChg chg="add mod">
          <ac:chgData name="744311194@qq.com" userId="e2a28223f2085f4b" providerId="LiveId" clId="{93EAE7B5-FDEE-48D0-B65C-03455E3B8632}" dt="2026-06-19T04:20:42.132" v="646" actId="164"/>
          <ac:spMkLst>
            <pc:docMk/>
            <pc:sldMk cId="3848783472" sldId="256"/>
            <ac:spMk id="90" creationId="{1F34E7A5-741D-3B1B-66B1-F3FCCA3827E3}"/>
          </ac:spMkLst>
        </pc:spChg>
        <pc:spChg chg="add mod">
          <ac:chgData name="744311194@qq.com" userId="e2a28223f2085f4b" providerId="LiveId" clId="{93EAE7B5-FDEE-48D0-B65C-03455E3B8632}" dt="2026-06-19T04:20:42.132" v="646" actId="164"/>
          <ac:spMkLst>
            <pc:docMk/>
            <pc:sldMk cId="3848783472" sldId="256"/>
            <ac:spMk id="91" creationId="{C162C64F-198C-7579-A22C-957DA7222B87}"/>
          </ac:spMkLst>
        </pc:spChg>
        <pc:spChg chg="add mod">
          <ac:chgData name="744311194@qq.com" userId="e2a28223f2085f4b" providerId="LiveId" clId="{93EAE7B5-FDEE-48D0-B65C-03455E3B8632}" dt="2026-06-19T04:20:42.132" v="646" actId="164"/>
          <ac:spMkLst>
            <pc:docMk/>
            <pc:sldMk cId="3848783472" sldId="256"/>
            <ac:spMk id="92" creationId="{2DBC5872-1CB7-CC00-90F9-A9EAF7EE9CA6}"/>
          </ac:spMkLst>
        </pc:spChg>
        <pc:grpChg chg="add mod">
          <ac:chgData name="744311194@qq.com" userId="e2a28223f2085f4b" providerId="LiveId" clId="{93EAE7B5-FDEE-48D0-B65C-03455E3B8632}" dt="2026-06-19T04:20:46.429" v="649" actId="164"/>
          <ac:grpSpMkLst>
            <pc:docMk/>
            <pc:sldMk cId="3848783472" sldId="256"/>
            <ac:grpSpMk id="2" creationId="{C4DF91BF-138E-623F-1EE1-84457B067C92}"/>
          </ac:grpSpMkLst>
        </pc:grpChg>
        <pc:grpChg chg="add mod">
          <ac:chgData name="744311194@qq.com" userId="e2a28223f2085f4b" providerId="LiveId" clId="{93EAE7B5-FDEE-48D0-B65C-03455E3B8632}" dt="2026-06-19T04:20:52.370" v="651" actId="14100"/>
          <ac:grpSpMkLst>
            <pc:docMk/>
            <pc:sldMk cId="3848783472" sldId="256"/>
            <ac:grpSpMk id="3" creationId="{A000A059-D49E-7439-C81D-EC989289A835}"/>
          </ac:grpSpMkLst>
        </pc:grpChg>
        <pc:grpChg chg="add mod">
          <ac:chgData name="744311194@qq.com" userId="e2a28223f2085f4b" providerId="LiveId" clId="{93EAE7B5-FDEE-48D0-B65C-03455E3B8632}" dt="2026-06-19T04:20:42.132" v="646" actId="164"/>
          <ac:grpSpMkLst>
            <pc:docMk/>
            <pc:sldMk cId="3848783472" sldId="256"/>
            <ac:grpSpMk id="9" creationId="{485B3F03-9F48-6ED9-5EBB-F441821A4708}"/>
          </ac:grpSpMkLst>
        </pc:grpChg>
        <pc:grpChg chg="add mod">
          <ac:chgData name="744311194@qq.com" userId="e2a28223f2085f4b" providerId="LiveId" clId="{93EAE7B5-FDEE-48D0-B65C-03455E3B8632}" dt="2026-06-18T15:12:22.143" v="126" actId="164"/>
          <ac:grpSpMkLst>
            <pc:docMk/>
            <pc:sldMk cId="3848783472" sldId="256"/>
            <ac:grpSpMk id="19" creationId="{2A3725F5-022A-6119-72A3-2258EB7149BD}"/>
          </ac:grpSpMkLst>
        </pc:grpChg>
        <pc:grpChg chg="add mod">
          <ac:chgData name="744311194@qq.com" userId="e2a28223f2085f4b" providerId="LiveId" clId="{93EAE7B5-FDEE-48D0-B65C-03455E3B8632}" dt="2026-06-18T15:08:03.250" v="46" actId="1076"/>
          <ac:grpSpMkLst>
            <pc:docMk/>
            <pc:sldMk cId="3848783472" sldId="256"/>
            <ac:grpSpMk id="20" creationId="{379DC63C-8E9E-3ADC-5A8B-3115D841E6DD}"/>
          </ac:grpSpMkLst>
        </pc:grpChg>
        <pc:grpChg chg="add del mod">
          <ac:chgData name="744311194@qq.com" userId="e2a28223f2085f4b" providerId="LiveId" clId="{93EAE7B5-FDEE-48D0-B65C-03455E3B8632}" dt="2026-06-18T15:08:34.968" v="59" actId="21"/>
          <ac:grpSpMkLst>
            <pc:docMk/>
            <pc:sldMk cId="3848783472" sldId="256"/>
            <ac:grpSpMk id="26" creationId="{785D6EEB-7D09-111A-B7D6-517F336D8337}"/>
          </ac:grpSpMkLst>
        </pc:grpChg>
        <pc:grpChg chg="add del mod">
          <ac:chgData name="744311194@qq.com" userId="e2a28223f2085f4b" providerId="LiveId" clId="{93EAE7B5-FDEE-48D0-B65C-03455E3B8632}" dt="2026-06-18T15:08:34.968" v="59" actId="21"/>
          <ac:grpSpMkLst>
            <pc:docMk/>
            <pc:sldMk cId="3848783472" sldId="256"/>
            <ac:grpSpMk id="29" creationId="{19C10FA2-7463-57E3-378B-99A67A7B2EF4}"/>
          </ac:grpSpMkLst>
        </pc:grpChg>
        <pc:grpChg chg="add mod">
          <ac:chgData name="744311194@qq.com" userId="e2a28223f2085f4b" providerId="LiveId" clId="{93EAE7B5-FDEE-48D0-B65C-03455E3B8632}" dt="2026-06-18T15:08:23.627" v="54"/>
          <ac:grpSpMkLst>
            <pc:docMk/>
            <pc:sldMk cId="3848783472" sldId="256"/>
            <ac:grpSpMk id="32" creationId="{DAEEF2D6-4608-E9AF-5FAC-7A01D404C78A}"/>
          </ac:grpSpMkLst>
        </pc:grpChg>
        <pc:grpChg chg="add del mod">
          <ac:chgData name="744311194@qq.com" userId="e2a28223f2085f4b" providerId="LiveId" clId="{93EAE7B5-FDEE-48D0-B65C-03455E3B8632}" dt="2026-06-18T15:09:07.561" v="70" actId="478"/>
          <ac:grpSpMkLst>
            <pc:docMk/>
            <pc:sldMk cId="3848783472" sldId="256"/>
            <ac:grpSpMk id="38" creationId="{785D6EEB-7D09-111A-B7D6-517F336D8337}"/>
          </ac:grpSpMkLst>
        </pc:grpChg>
        <pc:grpChg chg="add del mod">
          <ac:chgData name="744311194@qq.com" userId="e2a28223f2085f4b" providerId="LiveId" clId="{93EAE7B5-FDEE-48D0-B65C-03455E3B8632}" dt="2026-06-18T15:09:07.561" v="70" actId="478"/>
          <ac:grpSpMkLst>
            <pc:docMk/>
            <pc:sldMk cId="3848783472" sldId="256"/>
            <ac:grpSpMk id="41" creationId="{19C10FA2-7463-57E3-378B-99A67A7B2EF4}"/>
          </ac:grpSpMkLst>
        </pc:grpChg>
        <pc:grpChg chg="add mod">
          <ac:chgData name="744311194@qq.com" userId="e2a28223f2085f4b" providerId="LiveId" clId="{93EAE7B5-FDEE-48D0-B65C-03455E3B8632}" dt="2026-06-19T04:20:42.132" v="646" actId="164"/>
          <ac:grpSpMkLst>
            <pc:docMk/>
            <pc:sldMk cId="3848783472" sldId="256"/>
            <ac:grpSpMk id="44" creationId="{41F5B952-2629-95A1-A85D-4988153E2AF8}"/>
          </ac:grpSpMkLst>
        </pc:grpChg>
        <pc:grpChg chg="add mod">
          <ac:chgData name="744311194@qq.com" userId="e2a28223f2085f4b" providerId="LiveId" clId="{93EAE7B5-FDEE-48D0-B65C-03455E3B8632}" dt="2026-06-19T04:20:46.429" v="649" actId="164"/>
          <ac:grpSpMkLst>
            <pc:docMk/>
            <pc:sldMk cId="3848783472" sldId="256"/>
            <ac:grpSpMk id="47" creationId="{FECD1F72-5EAE-5D0F-73F1-AF3A74C565FB}"/>
          </ac:grpSpMkLst>
        </pc:grpChg>
        <pc:grpChg chg="add mod">
          <ac:chgData name="744311194@qq.com" userId="e2a28223f2085f4b" providerId="LiveId" clId="{93EAE7B5-FDEE-48D0-B65C-03455E3B8632}" dt="2026-06-18T15:10:27.318" v="95" actId="164"/>
          <ac:grpSpMkLst>
            <pc:docMk/>
            <pc:sldMk cId="3848783472" sldId="256"/>
            <ac:grpSpMk id="52" creationId="{1973A829-FF0C-8AB3-71F9-3C443A6E2925}"/>
          </ac:grpSpMkLst>
        </pc:grpChg>
        <pc:grpChg chg="add mod">
          <ac:chgData name="744311194@qq.com" userId="e2a28223f2085f4b" providerId="LiveId" clId="{93EAE7B5-FDEE-48D0-B65C-03455E3B8632}" dt="2026-06-18T15:09:55.621" v="87"/>
          <ac:grpSpMkLst>
            <pc:docMk/>
            <pc:sldMk cId="3848783472" sldId="256"/>
            <ac:grpSpMk id="55" creationId="{52E24309-588A-21CB-4BCE-D71BF7D067C5}"/>
          </ac:grpSpMkLst>
        </pc:grpChg>
        <pc:grpChg chg="add mod">
          <ac:chgData name="744311194@qq.com" userId="e2a28223f2085f4b" providerId="LiveId" clId="{93EAE7B5-FDEE-48D0-B65C-03455E3B8632}" dt="2026-06-18T15:10:27.318" v="95" actId="164"/>
          <ac:grpSpMkLst>
            <pc:docMk/>
            <pc:sldMk cId="3848783472" sldId="256"/>
            <ac:grpSpMk id="59" creationId="{0D3D208E-D3CB-A874-9331-1284A882CCCF}"/>
          </ac:grpSpMkLst>
        </pc:grpChg>
        <pc:grpChg chg="add mod">
          <ac:chgData name="744311194@qq.com" userId="e2a28223f2085f4b" providerId="LiveId" clId="{93EAE7B5-FDEE-48D0-B65C-03455E3B8632}" dt="2026-06-18T15:10:27.318" v="95" actId="164"/>
          <ac:grpSpMkLst>
            <pc:docMk/>
            <pc:sldMk cId="3848783472" sldId="256"/>
            <ac:grpSpMk id="62" creationId="{AC23F531-6C96-7B1A-F58A-687C1C1651A6}"/>
          </ac:grpSpMkLst>
        </pc:grpChg>
        <pc:grpChg chg="add mod">
          <ac:chgData name="744311194@qq.com" userId="e2a28223f2085f4b" providerId="LiveId" clId="{93EAE7B5-FDEE-48D0-B65C-03455E3B8632}" dt="2026-06-18T15:11:33.858" v="110" actId="1076"/>
          <ac:grpSpMkLst>
            <pc:docMk/>
            <pc:sldMk cId="3848783472" sldId="256"/>
            <ac:grpSpMk id="66" creationId="{058BD208-6B74-7027-888E-D33D2CD8FA18}"/>
          </ac:grpSpMkLst>
        </pc:grpChg>
        <pc:grpChg chg="add del mod">
          <ac:chgData name="744311194@qq.com" userId="e2a28223f2085f4b" providerId="LiveId" clId="{93EAE7B5-FDEE-48D0-B65C-03455E3B8632}" dt="2026-06-18T15:11:35.940" v="111" actId="478"/>
          <ac:grpSpMkLst>
            <pc:docMk/>
            <pc:sldMk cId="3848783472" sldId="256"/>
            <ac:grpSpMk id="69" creationId="{446F2E50-7A66-2D46-23F3-415960044B8E}"/>
          </ac:grpSpMkLst>
        </pc:grpChg>
        <pc:grpChg chg="add mod">
          <ac:chgData name="744311194@qq.com" userId="e2a28223f2085f4b" providerId="LiveId" clId="{93EAE7B5-FDEE-48D0-B65C-03455E3B8632}" dt="2026-06-18T15:11:27.887" v="109"/>
          <ac:grpSpMkLst>
            <pc:docMk/>
            <pc:sldMk cId="3848783472" sldId="256"/>
            <ac:grpSpMk id="72" creationId="{AE5B8693-2815-497C-1EB9-8DACC7D6838B}"/>
          </ac:grpSpMkLst>
        </pc:grpChg>
        <pc:grpChg chg="add mod">
          <ac:chgData name="744311194@qq.com" userId="e2a28223f2085f4b" providerId="LiveId" clId="{93EAE7B5-FDEE-48D0-B65C-03455E3B8632}" dt="2026-06-19T04:20:42.132" v="646" actId="164"/>
          <ac:grpSpMkLst>
            <pc:docMk/>
            <pc:sldMk cId="3848783472" sldId="256"/>
            <ac:grpSpMk id="78" creationId="{A84F632D-14E9-1070-C1E7-F92F8F7CFDB0}"/>
          </ac:grpSpMkLst>
        </pc:grpChg>
        <pc:grpChg chg="add mod">
          <ac:chgData name="744311194@qq.com" userId="e2a28223f2085f4b" providerId="LiveId" clId="{93EAE7B5-FDEE-48D0-B65C-03455E3B8632}" dt="2026-06-18T15:12:31.183" v="130" actId="1076"/>
          <ac:grpSpMkLst>
            <pc:docMk/>
            <pc:sldMk cId="3848783472" sldId="256"/>
            <ac:grpSpMk id="79" creationId="{4361345F-DBD2-F0A1-A637-E28337B63B8B}"/>
          </ac:grpSpMkLst>
        </pc:grpChg>
        <pc:grpChg chg="mod">
          <ac:chgData name="744311194@qq.com" userId="e2a28223f2085f4b" providerId="LiveId" clId="{93EAE7B5-FDEE-48D0-B65C-03455E3B8632}" dt="2026-06-18T15:12:25.047" v="128"/>
          <ac:grpSpMkLst>
            <pc:docMk/>
            <pc:sldMk cId="3848783472" sldId="256"/>
            <ac:grpSpMk id="80" creationId="{07954A82-6CC7-2672-95DE-667067BC536F}"/>
          </ac:grpSpMkLst>
        </pc:grpChg>
        <pc:grpChg chg="add mod">
          <ac:chgData name="744311194@qq.com" userId="e2a28223f2085f4b" providerId="LiveId" clId="{93EAE7B5-FDEE-48D0-B65C-03455E3B8632}" dt="2026-06-18T15:12:35.425" v="132" actId="1076"/>
          <ac:grpSpMkLst>
            <pc:docMk/>
            <pc:sldMk cId="3848783472" sldId="256"/>
            <ac:grpSpMk id="84" creationId="{A56B8490-59E1-0775-78C4-B6B3BE071143}"/>
          </ac:grpSpMkLst>
        </pc:grpChg>
        <pc:graphicFrameChg chg="add mod">
          <ac:chgData name="744311194@qq.com" userId="e2a28223f2085f4b" providerId="LiveId" clId="{93EAE7B5-FDEE-48D0-B65C-03455E3B8632}" dt="2026-06-18T15:06:04.688" v="4" actId="1076"/>
          <ac:graphicFrameMkLst>
            <pc:docMk/>
            <pc:sldMk cId="3848783472" sldId="256"/>
            <ac:graphicFrameMk id="6" creationId="{7551431F-4E46-C76B-089B-D2A1F8733B51}"/>
          </ac:graphicFrameMkLst>
        </pc:graphicFrameChg>
        <pc:cxnChg chg="add mod">
          <ac:chgData name="744311194@qq.com" userId="e2a28223f2085f4b" providerId="LiveId" clId="{93EAE7B5-FDEE-48D0-B65C-03455E3B8632}" dt="2026-06-18T15:08:52.983" v="66" actId="14100"/>
          <ac:cxnSpMkLst>
            <pc:docMk/>
            <pc:sldMk cId="3848783472" sldId="256"/>
            <ac:cxnSpMk id="11" creationId="{CC355770-80C4-07A2-CA54-921E36C2114C}"/>
          </ac:cxnSpMkLst>
        </pc:cxnChg>
        <pc:cxnChg chg="add mod">
          <ac:chgData name="744311194@qq.com" userId="e2a28223f2085f4b" providerId="LiveId" clId="{93EAE7B5-FDEE-48D0-B65C-03455E3B8632}" dt="2026-06-18T15:12:17.847" v="124" actId="14100"/>
          <ac:cxnSpMkLst>
            <pc:docMk/>
            <pc:sldMk cId="3848783472" sldId="256"/>
            <ac:cxnSpMk id="14" creationId="{421F9841-1538-9BD0-AAF9-28F66E55A580}"/>
          </ac:cxnSpMkLst>
        </pc:cxnChg>
        <pc:cxnChg chg="add mod">
          <ac:chgData name="744311194@qq.com" userId="e2a28223f2085f4b" providerId="LiveId" clId="{93EAE7B5-FDEE-48D0-B65C-03455E3B8632}" dt="2026-06-18T15:07:49.043" v="40"/>
          <ac:cxnSpMkLst>
            <pc:docMk/>
            <pc:sldMk cId="3848783472" sldId="256"/>
            <ac:cxnSpMk id="17" creationId="{5E5CD03A-C06A-2606-DCC6-6D4BE82C791E}"/>
          </ac:cxnSpMkLst>
        </pc:cxnChg>
        <pc:cxnChg chg="add mod">
          <ac:chgData name="744311194@qq.com" userId="e2a28223f2085f4b" providerId="LiveId" clId="{93EAE7B5-FDEE-48D0-B65C-03455E3B8632}" dt="2026-06-18T15:07:49.043" v="40"/>
          <ac:cxnSpMkLst>
            <pc:docMk/>
            <pc:sldMk cId="3848783472" sldId="256"/>
            <ac:cxnSpMk id="18" creationId="{D9D7A9A2-3123-25A9-969B-0A27E1AE58BA}"/>
          </ac:cxnSpMkLst>
        </pc:cxnChg>
        <pc:cxnChg chg="mod">
          <ac:chgData name="744311194@qq.com" userId="e2a28223f2085f4b" providerId="LiveId" clId="{93EAE7B5-FDEE-48D0-B65C-03455E3B8632}" dt="2026-06-18T15:11:59.443" v="118" actId="1035"/>
          <ac:cxnSpMkLst>
            <pc:docMk/>
            <pc:sldMk cId="3848783472" sldId="256"/>
            <ac:cxnSpMk id="21" creationId="{4AB04337-0411-8019-34E8-FA5CF0C8AE72}"/>
          </ac:cxnSpMkLst>
        </pc:cxnChg>
        <pc:cxnChg chg="mod">
          <ac:chgData name="744311194@qq.com" userId="e2a28223f2085f4b" providerId="LiveId" clId="{93EAE7B5-FDEE-48D0-B65C-03455E3B8632}" dt="2026-06-18T15:07:52.286" v="42"/>
          <ac:cxnSpMkLst>
            <pc:docMk/>
            <pc:sldMk cId="3848783472" sldId="256"/>
            <ac:cxnSpMk id="22" creationId="{859B5A5F-1CC2-1C9F-9018-01742F22DE79}"/>
          </ac:cxnSpMkLst>
        </pc:cxnChg>
        <pc:cxnChg chg="add mod">
          <ac:chgData name="744311194@qq.com" userId="e2a28223f2085f4b" providerId="LiveId" clId="{93EAE7B5-FDEE-48D0-B65C-03455E3B8632}" dt="2026-06-18T15:08:37.290" v="60" actId="14100"/>
          <ac:cxnSpMkLst>
            <pc:docMk/>
            <pc:sldMk cId="3848783472" sldId="256"/>
            <ac:cxnSpMk id="23" creationId="{FE550E5E-3DF0-BFF4-A3F7-E79346A5BC50}"/>
          </ac:cxnSpMkLst>
        </pc:cxnChg>
        <pc:cxnChg chg="add del mod">
          <ac:chgData name="744311194@qq.com" userId="e2a28223f2085f4b" providerId="LiveId" clId="{93EAE7B5-FDEE-48D0-B65C-03455E3B8632}" dt="2026-06-18T15:08:39.030" v="61" actId="14100"/>
          <ac:cxnSpMkLst>
            <pc:docMk/>
            <pc:sldMk cId="3848783472" sldId="256"/>
            <ac:cxnSpMk id="25" creationId="{F35074B2-561C-20DB-2CFC-A9E51BF2BE64}"/>
          </ac:cxnSpMkLst>
        </pc:cxnChg>
        <pc:cxnChg chg="mod">
          <ac:chgData name="744311194@qq.com" userId="e2a28223f2085f4b" providerId="LiveId" clId="{93EAE7B5-FDEE-48D0-B65C-03455E3B8632}" dt="2026-06-18T15:09:43.154" v="82"/>
          <ac:cxnSpMkLst>
            <pc:docMk/>
            <pc:sldMk cId="3848783472" sldId="256"/>
            <ac:cxnSpMk id="53" creationId="{658336E3-6F33-78BC-A595-724D6129D3D5}"/>
          </ac:cxnSpMkLst>
        </pc:cxnChg>
        <pc:cxnChg chg="mod">
          <ac:chgData name="744311194@qq.com" userId="e2a28223f2085f4b" providerId="LiveId" clId="{93EAE7B5-FDEE-48D0-B65C-03455E3B8632}" dt="2026-06-18T15:10:00.455" v="88" actId="1076"/>
          <ac:cxnSpMkLst>
            <pc:docMk/>
            <pc:sldMk cId="3848783472" sldId="256"/>
            <ac:cxnSpMk id="54" creationId="{0116924A-6EEF-33F2-4F29-705C7F24F762}"/>
          </ac:cxnSpMkLst>
        </pc:cxnChg>
        <pc:cxnChg chg="mod">
          <ac:chgData name="744311194@qq.com" userId="e2a28223f2085f4b" providerId="LiveId" clId="{93EAE7B5-FDEE-48D0-B65C-03455E3B8632}" dt="2026-06-18T15:09:55.621" v="87"/>
          <ac:cxnSpMkLst>
            <pc:docMk/>
            <pc:sldMk cId="3848783472" sldId="256"/>
            <ac:cxnSpMk id="56" creationId="{449B9458-18E5-2E57-CF26-10F9E1550F6F}"/>
          </ac:cxnSpMkLst>
        </pc:cxnChg>
        <pc:cxnChg chg="mod">
          <ac:chgData name="744311194@qq.com" userId="e2a28223f2085f4b" providerId="LiveId" clId="{93EAE7B5-FDEE-48D0-B65C-03455E3B8632}" dt="2026-06-18T15:09:55.621" v="87"/>
          <ac:cxnSpMkLst>
            <pc:docMk/>
            <pc:sldMk cId="3848783472" sldId="256"/>
            <ac:cxnSpMk id="57" creationId="{DB028829-242D-197E-1191-A0189D6A5336}"/>
          </ac:cxnSpMkLst>
        </pc:cxnChg>
        <pc:cxnChg chg="add mod">
          <ac:chgData name="744311194@qq.com" userId="e2a28223f2085f4b" providerId="LiveId" clId="{93EAE7B5-FDEE-48D0-B65C-03455E3B8632}" dt="2026-06-18T15:10:01.804" v="89"/>
          <ac:cxnSpMkLst>
            <pc:docMk/>
            <pc:sldMk cId="3848783472" sldId="256"/>
            <ac:cxnSpMk id="58" creationId="{A67EE5F7-07FC-1753-C5A1-98F933852D56}"/>
          </ac:cxnSpMkLst>
        </pc:cxnChg>
        <pc:cxnChg chg="mod">
          <ac:chgData name="744311194@qq.com" userId="e2a28223f2085f4b" providerId="LiveId" clId="{93EAE7B5-FDEE-48D0-B65C-03455E3B8632}" dt="2026-06-18T15:10:04.658" v="90"/>
          <ac:cxnSpMkLst>
            <pc:docMk/>
            <pc:sldMk cId="3848783472" sldId="256"/>
            <ac:cxnSpMk id="60" creationId="{C041DF4A-167F-FFC5-9651-8F038F11A0D6}"/>
          </ac:cxnSpMkLst>
        </pc:cxnChg>
        <pc:cxnChg chg="mod">
          <ac:chgData name="744311194@qq.com" userId="e2a28223f2085f4b" providerId="LiveId" clId="{93EAE7B5-FDEE-48D0-B65C-03455E3B8632}" dt="2026-06-18T15:10:04.658" v="90"/>
          <ac:cxnSpMkLst>
            <pc:docMk/>
            <pc:sldMk cId="3848783472" sldId="256"/>
            <ac:cxnSpMk id="61" creationId="{1ADACFE2-521C-FF7D-17B6-77AAE6BE3839}"/>
          </ac:cxnSpMkLst>
        </pc:cxnChg>
        <pc:cxnChg chg="add mod">
          <ac:chgData name="744311194@qq.com" userId="e2a28223f2085f4b" providerId="LiveId" clId="{93EAE7B5-FDEE-48D0-B65C-03455E3B8632}" dt="2026-06-18T15:10:36.568" v="98" actId="14100"/>
          <ac:cxnSpMkLst>
            <pc:docMk/>
            <pc:sldMk cId="3848783472" sldId="256"/>
            <ac:cxnSpMk id="63" creationId="{421ADD40-1572-249D-86D8-803AA8964478}"/>
          </ac:cxnSpMkLst>
        </pc:cxnChg>
        <pc:cxnChg chg="mod">
          <ac:chgData name="744311194@qq.com" userId="e2a28223f2085f4b" providerId="LiveId" clId="{93EAE7B5-FDEE-48D0-B65C-03455E3B8632}" dt="2026-06-18T15:10:57.576" v="101"/>
          <ac:cxnSpMkLst>
            <pc:docMk/>
            <pc:sldMk cId="3848783472" sldId="256"/>
            <ac:cxnSpMk id="67" creationId="{6DF856E8-EE6B-8974-213D-53EDA7A67DA2}"/>
          </ac:cxnSpMkLst>
        </pc:cxnChg>
        <pc:cxnChg chg="mod">
          <ac:chgData name="744311194@qq.com" userId="e2a28223f2085f4b" providerId="LiveId" clId="{93EAE7B5-FDEE-48D0-B65C-03455E3B8632}" dt="2026-06-18T15:10:57.576" v="101"/>
          <ac:cxnSpMkLst>
            <pc:docMk/>
            <pc:sldMk cId="3848783472" sldId="256"/>
            <ac:cxnSpMk id="68" creationId="{7DCDD045-BC32-8744-7814-7E98852F78E8}"/>
          </ac:cxnSpMkLst>
        </pc:cxnChg>
        <pc:cxnChg chg="mod">
          <ac:chgData name="744311194@qq.com" userId="e2a28223f2085f4b" providerId="LiveId" clId="{93EAE7B5-FDEE-48D0-B65C-03455E3B8632}" dt="2026-06-18T15:11:13.227" v="106"/>
          <ac:cxnSpMkLst>
            <pc:docMk/>
            <pc:sldMk cId="3848783472" sldId="256"/>
            <ac:cxnSpMk id="70" creationId="{B5CB0D82-4310-294A-2EC4-7CD77DCEE361}"/>
          </ac:cxnSpMkLst>
        </pc:cxnChg>
        <pc:cxnChg chg="mod">
          <ac:chgData name="744311194@qq.com" userId="e2a28223f2085f4b" providerId="LiveId" clId="{93EAE7B5-FDEE-48D0-B65C-03455E3B8632}" dt="2026-06-18T15:11:13.227" v="106"/>
          <ac:cxnSpMkLst>
            <pc:docMk/>
            <pc:sldMk cId="3848783472" sldId="256"/>
            <ac:cxnSpMk id="71" creationId="{FF8A92B5-F964-650B-A434-474D8CFD16E3}"/>
          </ac:cxnSpMkLst>
        </pc:cxnChg>
        <pc:cxnChg chg="mod">
          <ac:chgData name="744311194@qq.com" userId="e2a28223f2085f4b" providerId="LiveId" clId="{93EAE7B5-FDEE-48D0-B65C-03455E3B8632}" dt="2026-06-18T15:11:27.887" v="109"/>
          <ac:cxnSpMkLst>
            <pc:docMk/>
            <pc:sldMk cId="3848783472" sldId="256"/>
            <ac:cxnSpMk id="73" creationId="{8D905FB0-CE3E-AB16-AD57-BE1F7902884E}"/>
          </ac:cxnSpMkLst>
        </pc:cxnChg>
        <pc:cxnChg chg="mod">
          <ac:chgData name="744311194@qq.com" userId="e2a28223f2085f4b" providerId="LiveId" clId="{93EAE7B5-FDEE-48D0-B65C-03455E3B8632}" dt="2026-06-18T15:11:27.887" v="109"/>
          <ac:cxnSpMkLst>
            <pc:docMk/>
            <pc:sldMk cId="3848783472" sldId="256"/>
            <ac:cxnSpMk id="74" creationId="{EE0D95B2-4D44-D049-26C0-D47322C3DC68}"/>
          </ac:cxnSpMkLst>
        </pc:cxnChg>
        <pc:cxnChg chg="add mod">
          <ac:chgData name="744311194@qq.com" userId="e2a28223f2085f4b" providerId="LiveId" clId="{93EAE7B5-FDEE-48D0-B65C-03455E3B8632}" dt="2026-06-18T15:12:22.143" v="126" actId="164"/>
          <ac:cxnSpMkLst>
            <pc:docMk/>
            <pc:sldMk cId="3848783472" sldId="256"/>
            <ac:cxnSpMk id="75" creationId="{81A71ADF-4806-2F5F-B520-ACB231813E74}"/>
          </ac:cxnSpMkLst>
        </pc:cxnChg>
        <pc:cxnChg chg="mod">
          <ac:chgData name="744311194@qq.com" userId="e2a28223f2085f4b" providerId="LiveId" clId="{93EAE7B5-FDEE-48D0-B65C-03455E3B8632}" dt="2026-06-18T15:12:25.047" v="128"/>
          <ac:cxnSpMkLst>
            <pc:docMk/>
            <pc:sldMk cId="3848783472" sldId="256"/>
            <ac:cxnSpMk id="81" creationId="{80C22E33-98B0-5817-84BD-416D1EC10B33}"/>
          </ac:cxnSpMkLst>
        </pc:cxnChg>
        <pc:cxnChg chg="mod">
          <ac:chgData name="744311194@qq.com" userId="e2a28223f2085f4b" providerId="LiveId" clId="{93EAE7B5-FDEE-48D0-B65C-03455E3B8632}" dt="2026-06-18T15:12:25.047" v="128"/>
          <ac:cxnSpMkLst>
            <pc:docMk/>
            <pc:sldMk cId="3848783472" sldId="256"/>
            <ac:cxnSpMk id="82" creationId="{AB94966D-F9E9-35D9-D962-612DC54C2ADD}"/>
          </ac:cxnSpMkLst>
        </pc:cxnChg>
        <pc:cxnChg chg="mod">
          <ac:chgData name="744311194@qq.com" userId="e2a28223f2085f4b" providerId="LiveId" clId="{93EAE7B5-FDEE-48D0-B65C-03455E3B8632}" dt="2026-06-18T15:12:25.047" v="128"/>
          <ac:cxnSpMkLst>
            <pc:docMk/>
            <pc:sldMk cId="3848783472" sldId="256"/>
            <ac:cxnSpMk id="83" creationId="{7686AAA6-8DD4-A2BB-E713-AED5DA8F1C8D}"/>
          </ac:cxnSpMkLst>
        </pc:cxnChg>
        <pc:cxnChg chg="add mod">
          <ac:chgData name="744311194@qq.com" userId="e2a28223f2085f4b" providerId="LiveId" clId="{93EAE7B5-FDEE-48D0-B65C-03455E3B8632}" dt="2026-06-18T15:12:47.928" v="136" actId="14100"/>
          <ac:cxnSpMkLst>
            <pc:docMk/>
            <pc:sldMk cId="3848783472" sldId="256"/>
            <ac:cxnSpMk id="87" creationId="{A81B2EC6-002A-A4D4-63C4-5689793DFF76}"/>
          </ac:cxnSpMkLst>
        </pc:cxnChg>
      </pc:sldChg>
      <pc:sldChg chg="addSp delSp modSp new mod">
        <pc:chgData name="744311194@qq.com" userId="e2a28223f2085f4b" providerId="LiveId" clId="{93EAE7B5-FDEE-48D0-B65C-03455E3B8632}" dt="2026-06-19T03:36:42.756" v="553" actId="1076"/>
        <pc:sldMkLst>
          <pc:docMk/>
          <pc:sldMk cId="822369877" sldId="257"/>
        </pc:sldMkLst>
        <pc:spChg chg="add mod">
          <ac:chgData name="744311194@qq.com" userId="e2a28223f2085f4b" providerId="LiveId" clId="{93EAE7B5-FDEE-48D0-B65C-03455E3B8632}" dt="2026-06-19T03:34:10.588" v="487" actId="164"/>
          <ac:spMkLst>
            <pc:docMk/>
            <pc:sldMk cId="822369877" sldId="257"/>
            <ac:spMk id="3" creationId="{3E425DC2-B45A-10F2-F5F3-4B3B02417A7D}"/>
          </ac:spMkLst>
        </pc:spChg>
        <pc:spChg chg="add mod">
          <ac:chgData name="744311194@qq.com" userId="e2a28223f2085f4b" providerId="LiveId" clId="{93EAE7B5-FDEE-48D0-B65C-03455E3B8632}" dt="2026-06-19T03:34:10.588" v="487" actId="164"/>
          <ac:spMkLst>
            <pc:docMk/>
            <pc:sldMk cId="822369877" sldId="257"/>
            <ac:spMk id="4" creationId="{D713A0F6-B332-133A-6475-78AF33690A10}"/>
          </ac:spMkLst>
        </pc:spChg>
        <pc:spChg chg="add mod">
          <ac:chgData name="744311194@qq.com" userId="e2a28223f2085f4b" providerId="LiveId" clId="{93EAE7B5-FDEE-48D0-B65C-03455E3B8632}" dt="2026-06-19T03:34:10.588" v="487" actId="164"/>
          <ac:spMkLst>
            <pc:docMk/>
            <pc:sldMk cId="822369877" sldId="257"/>
            <ac:spMk id="5" creationId="{0C0D394C-A0D5-2BC6-01A6-2A7BC6854850}"/>
          </ac:spMkLst>
        </pc:spChg>
        <pc:spChg chg="add mod">
          <ac:chgData name="744311194@qq.com" userId="e2a28223f2085f4b" providerId="LiveId" clId="{93EAE7B5-FDEE-48D0-B65C-03455E3B8632}" dt="2026-06-18T15:37:22.188" v="179"/>
          <ac:spMkLst>
            <pc:docMk/>
            <pc:sldMk cId="822369877" sldId="257"/>
            <ac:spMk id="6" creationId="{7B1F89A0-9B03-71D6-106E-C9B2A78531CB}"/>
          </ac:spMkLst>
        </pc:spChg>
        <pc:spChg chg="add del mod">
          <ac:chgData name="744311194@qq.com" userId="e2a28223f2085f4b" providerId="LiveId" clId="{93EAE7B5-FDEE-48D0-B65C-03455E3B8632}" dt="2026-06-18T15:37:27.377" v="181" actId="478"/>
          <ac:spMkLst>
            <pc:docMk/>
            <pc:sldMk cId="822369877" sldId="257"/>
            <ac:spMk id="7" creationId="{37558D41-F3F5-F0E5-97C2-4B5C05FA0A9A}"/>
          </ac:spMkLst>
        </pc:spChg>
        <pc:spChg chg="add mod">
          <ac:chgData name="744311194@qq.com" userId="e2a28223f2085f4b" providerId="LiveId" clId="{93EAE7B5-FDEE-48D0-B65C-03455E3B8632}" dt="2026-06-19T03:34:10.588" v="487" actId="164"/>
          <ac:spMkLst>
            <pc:docMk/>
            <pc:sldMk cId="822369877" sldId="257"/>
            <ac:spMk id="8" creationId="{22A40C28-9112-3816-F3C5-CEF1B4D9BB79}"/>
          </ac:spMkLst>
        </pc:spChg>
        <pc:spChg chg="add mod">
          <ac:chgData name="744311194@qq.com" userId="e2a28223f2085f4b" providerId="LiveId" clId="{93EAE7B5-FDEE-48D0-B65C-03455E3B8632}" dt="2026-06-19T03:34:10.588" v="487" actId="164"/>
          <ac:spMkLst>
            <pc:docMk/>
            <pc:sldMk cId="822369877" sldId="257"/>
            <ac:spMk id="9" creationId="{695BD817-C685-796E-9CB2-4D68BC27F5D0}"/>
          </ac:spMkLst>
        </pc:spChg>
        <pc:spChg chg="add mod">
          <ac:chgData name="744311194@qq.com" userId="e2a28223f2085f4b" providerId="LiveId" clId="{93EAE7B5-FDEE-48D0-B65C-03455E3B8632}" dt="2026-06-19T03:34:10.588" v="487" actId="164"/>
          <ac:spMkLst>
            <pc:docMk/>
            <pc:sldMk cId="822369877" sldId="257"/>
            <ac:spMk id="10" creationId="{EE9B8BE0-D5C8-F158-26F3-3862E12E8E55}"/>
          </ac:spMkLst>
        </pc:spChg>
        <pc:spChg chg="add mod">
          <ac:chgData name="744311194@qq.com" userId="e2a28223f2085f4b" providerId="LiveId" clId="{93EAE7B5-FDEE-48D0-B65C-03455E3B8632}" dt="2026-06-19T03:34:10.588" v="487" actId="164"/>
          <ac:spMkLst>
            <pc:docMk/>
            <pc:sldMk cId="822369877" sldId="257"/>
            <ac:spMk id="11" creationId="{EBEACEBF-492E-8765-75D3-B392B7FB9CDF}"/>
          </ac:spMkLst>
        </pc:spChg>
        <pc:spChg chg="add mod">
          <ac:chgData name="744311194@qq.com" userId="e2a28223f2085f4b" providerId="LiveId" clId="{93EAE7B5-FDEE-48D0-B65C-03455E3B8632}" dt="2026-06-18T15:41:54.989" v="283" actId="1076"/>
          <ac:spMkLst>
            <pc:docMk/>
            <pc:sldMk cId="822369877" sldId="257"/>
            <ac:spMk id="12" creationId="{0AF152C6-02BB-5847-DAC6-94E5F64F479D}"/>
          </ac:spMkLst>
        </pc:spChg>
        <pc:spChg chg="add mod">
          <ac:chgData name="744311194@qq.com" userId="e2a28223f2085f4b" providerId="LiveId" clId="{93EAE7B5-FDEE-48D0-B65C-03455E3B8632}" dt="2026-06-19T03:34:10.588" v="487" actId="164"/>
          <ac:spMkLst>
            <pc:docMk/>
            <pc:sldMk cId="822369877" sldId="257"/>
            <ac:spMk id="13" creationId="{3CF2C848-B723-0C92-9C37-DC2ABB7B4D01}"/>
          </ac:spMkLst>
        </pc:spChg>
        <pc:spChg chg="add mod">
          <ac:chgData name="744311194@qq.com" userId="e2a28223f2085f4b" providerId="LiveId" clId="{93EAE7B5-FDEE-48D0-B65C-03455E3B8632}" dt="2026-06-19T03:34:10.588" v="487" actId="164"/>
          <ac:spMkLst>
            <pc:docMk/>
            <pc:sldMk cId="822369877" sldId="257"/>
            <ac:spMk id="14" creationId="{D2CD628F-E8FC-AB03-DC28-52F0B554D3C1}"/>
          </ac:spMkLst>
        </pc:spChg>
        <pc:spChg chg="add mod">
          <ac:chgData name="744311194@qq.com" userId="e2a28223f2085f4b" providerId="LiveId" clId="{93EAE7B5-FDEE-48D0-B65C-03455E3B8632}" dt="2026-06-18T15:41:50.837" v="282" actId="1076"/>
          <ac:spMkLst>
            <pc:docMk/>
            <pc:sldMk cId="822369877" sldId="257"/>
            <ac:spMk id="17" creationId="{0C1ED320-5388-AEF2-4320-BD7D226D678D}"/>
          </ac:spMkLst>
        </pc:spChg>
        <pc:spChg chg="add mod">
          <ac:chgData name="744311194@qq.com" userId="e2a28223f2085f4b" providerId="LiveId" clId="{93EAE7B5-FDEE-48D0-B65C-03455E3B8632}" dt="2026-06-19T03:34:10.588" v="487" actId="164"/>
          <ac:spMkLst>
            <pc:docMk/>
            <pc:sldMk cId="822369877" sldId="257"/>
            <ac:spMk id="18" creationId="{EC699134-BBAB-71BF-2F15-1229856D84B4}"/>
          </ac:spMkLst>
        </pc:spChg>
        <pc:spChg chg="mod">
          <ac:chgData name="744311194@qq.com" userId="e2a28223f2085f4b" providerId="LiveId" clId="{93EAE7B5-FDEE-48D0-B65C-03455E3B8632}" dt="2026-06-18T15:40:18.230" v="249"/>
          <ac:spMkLst>
            <pc:docMk/>
            <pc:sldMk cId="822369877" sldId="257"/>
            <ac:spMk id="27" creationId="{3B2128E1-DAAC-B7FA-8B74-A2C9C33D8DD5}"/>
          </ac:spMkLst>
        </pc:spChg>
        <pc:spChg chg="mod">
          <ac:chgData name="744311194@qq.com" userId="e2a28223f2085f4b" providerId="LiveId" clId="{93EAE7B5-FDEE-48D0-B65C-03455E3B8632}" dt="2026-06-18T15:40:18.230" v="249"/>
          <ac:spMkLst>
            <pc:docMk/>
            <pc:sldMk cId="822369877" sldId="257"/>
            <ac:spMk id="28" creationId="{E9B21ABF-A6AE-313C-D4EC-987B4F758C43}"/>
          </ac:spMkLst>
        </pc:spChg>
        <pc:spChg chg="add mod">
          <ac:chgData name="744311194@qq.com" userId="e2a28223f2085f4b" providerId="LiveId" clId="{93EAE7B5-FDEE-48D0-B65C-03455E3B8632}" dt="2026-06-18T15:43:06.523" v="304" actId="1035"/>
          <ac:spMkLst>
            <pc:docMk/>
            <pc:sldMk cId="822369877" sldId="257"/>
            <ac:spMk id="29" creationId="{728D3EA6-3B4E-565C-0CDE-B953189CA11F}"/>
          </ac:spMkLst>
        </pc:spChg>
        <pc:spChg chg="mod">
          <ac:chgData name="744311194@qq.com" userId="e2a28223f2085f4b" providerId="LiveId" clId="{93EAE7B5-FDEE-48D0-B65C-03455E3B8632}" dt="2026-06-19T03:36:14.903" v="540" actId="571"/>
          <ac:spMkLst>
            <pc:docMk/>
            <pc:sldMk cId="822369877" sldId="257"/>
            <ac:spMk id="36" creationId="{11EC02BB-4B4A-1A24-7140-AE19D3464948}"/>
          </ac:spMkLst>
        </pc:spChg>
        <pc:spChg chg="add mod">
          <ac:chgData name="744311194@qq.com" userId="e2a28223f2085f4b" providerId="LiveId" clId="{93EAE7B5-FDEE-48D0-B65C-03455E3B8632}" dt="2026-06-18T15:42:32.232" v="297" actId="1076"/>
          <ac:spMkLst>
            <pc:docMk/>
            <pc:sldMk cId="822369877" sldId="257"/>
            <ac:spMk id="40" creationId="{BB928DB6-31C5-93AE-C2FE-68EA849DBF76}"/>
          </ac:spMkLst>
        </pc:spChg>
        <pc:spChg chg="add mod">
          <ac:chgData name="744311194@qq.com" userId="e2a28223f2085f4b" providerId="LiveId" clId="{93EAE7B5-FDEE-48D0-B65C-03455E3B8632}" dt="2026-06-18T15:41:50.837" v="282" actId="1076"/>
          <ac:spMkLst>
            <pc:docMk/>
            <pc:sldMk cId="822369877" sldId="257"/>
            <ac:spMk id="41" creationId="{9FC21AB8-2233-4707-74AB-C517AA253B82}"/>
          </ac:spMkLst>
        </pc:spChg>
        <pc:spChg chg="add mod">
          <ac:chgData name="744311194@qq.com" userId="e2a28223f2085f4b" providerId="LiveId" clId="{93EAE7B5-FDEE-48D0-B65C-03455E3B8632}" dt="2026-06-18T15:42:20.442" v="293" actId="1076"/>
          <ac:spMkLst>
            <pc:docMk/>
            <pc:sldMk cId="822369877" sldId="257"/>
            <ac:spMk id="42" creationId="{57EFE5AB-7C9E-4BD8-17BC-A2F5C3FF0BA7}"/>
          </ac:spMkLst>
        </pc:spChg>
        <pc:spChg chg="mod">
          <ac:chgData name="744311194@qq.com" userId="e2a28223f2085f4b" providerId="LiveId" clId="{93EAE7B5-FDEE-48D0-B65C-03455E3B8632}" dt="2026-06-18T15:44:22.606" v="310" actId="20577"/>
          <ac:spMkLst>
            <pc:docMk/>
            <pc:sldMk cId="822369877" sldId="257"/>
            <ac:spMk id="47" creationId="{2BE2B297-30AC-2998-7B75-26378D9B249A}"/>
          </ac:spMkLst>
        </pc:spChg>
        <pc:spChg chg="mod">
          <ac:chgData name="744311194@qq.com" userId="e2a28223f2085f4b" providerId="LiveId" clId="{93EAE7B5-FDEE-48D0-B65C-03455E3B8632}" dt="2026-06-18T15:41:44.669" v="280"/>
          <ac:spMkLst>
            <pc:docMk/>
            <pc:sldMk cId="822369877" sldId="257"/>
            <ac:spMk id="48" creationId="{7998E238-8978-46A3-3128-8BBE77F25891}"/>
          </ac:spMkLst>
        </pc:spChg>
        <pc:spChg chg="add mod">
          <ac:chgData name="744311194@qq.com" userId="e2a28223f2085f4b" providerId="LiveId" clId="{93EAE7B5-FDEE-48D0-B65C-03455E3B8632}" dt="2026-06-18T15:42:37.218" v="299" actId="1076"/>
          <ac:spMkLst>
            <pc:docMk/>
            <pc:sldMk cId="822369877" sldId="257"/>
            <ac:spMk id="49" creationId="{3A5CA6D9-EDC9-E64C-D2B9-647BDC93EB48}"/>
          </ac:spMkLst>
        </pc:spChg>
        <pc:spChg chg="mod">
          <ac:chgData name="744311194@qq.com" userId="e2a28223f2085f4b" providerId="LiveId" clId="{93EAE7B5-FDEE-48D0-B65C-03455E3B8632}" dt="2026-06-19T03:36:14.903" v="540" actId="571"/>
          <ac:spMkLst>
            <pc:docMk/>
            <pc:sldMk cId="822369877" sldId="257"/>
            <ac:spMk id="56" creationId="{46B5DBD6-F076-7FD8-4AB3-6E21E8B50F57}"/>
          </ac:spMkLst>
        </pc:spChg>
        <pc:spChg chg="add mod">
          <ac:chgData name="744311194@qq.com" userId="e2a28223f2085f4b" providerId="LiveId" clId="{93EAE7B5-FDEE-48D0-B65C-03455E3B8632}" dt="2026-06-19T03:36:33.811" v="550" actId="1076"/>
          <ac:spMkLst>
            <pc:docMk/>
            <pc:sldMk cId="822369877" sldId="257"/>
            <ac:spMk id="57" creationId="{47BC2E82-20D4-5090-DC22-5B4B9ABE2929}"/>
          </ac:spMkLst>
        </pc:spChg>
        <pc:grpChg chg="add mod">
          <ac:chgData name="744311194@qq.com" userId="e2a28223f2085f4b" providerId="LiveId" clId="{93EAE7B5-FDEE-48D0-B65C-03455E3B8632}" dt="2026-06-19T03:36:35.474" v="551" actId="1076"/>
          <ac:grpSpMkLst>
            <pc:docMk/>
            <pc:sldMk cId="822369877" sldId="257"/>
            <ac:grpSpMk id="7" creationId="{A68437F9-1E60-657D-1C2B-91DE47AF7279}"/>
          </ac:grpSpMkLst>
        </pc:grpChg>
        <pc:grpChg chg="add mod">
          <ac:chgData name="744311194@qq.com" userId="e2a28223f2085f4b" providerId="LiveId" clId="{93EAE7B5-FDEE-48D0-B65C-03455E3B8632}" dt="2026-06-19T03:36:14.903" v="540" actId="571"/>
          <ac:grpSpMkLst>
            <pc:docMk/>
            <pc:sldMk cId="822369877" sldId="257"/>
            <ac:grpSpMk id="21" creationId="{ECCD42C5-A910-9D89-7881-420873D7ED40}"/>
          </ac:grpSpMkLst>
        </pc:grpChg>
        <pc:grpChg chg="add mod">
          <ac:chgData name="744311194@qq.com" userId="e2a28223f2085f4b" providerId="LiveId" clId="{93EAE7B5-FDEE-48D0-B65C-03455E3B8632}" dt="2026-06-18T15:40:11.864" v="248" actId="14100"/>
          <ac:grpSpMkLst>
            <pc:docMk/>
            <pc:sldMk cId="822369877" sldId="257"/>
            <ac:grpSpMk id="23" creationId="{865C4D60-EEC4-37A0-8DA1-273CE2733420}"/>
          </ac:grpSpMkLst>
        </pc:grpChg>
        <pc:grpChg chg="add mod">
          <ac:chgData name="744311194@qq.com" userId="e2a28223f2085f4b" providerId="LiveId" clId="{93EAE7B5-FDEE-48D0-B65C-03455E3B8632}" dt="2026-06-18T15:40:22.815" v="251" actId="1076"/>
          <ac:grpSpMkLst>
            <pc:docMk/>
            <pc:sldMk cId="822369877" sldId="257"/>
            <ac:grpSpMk id="26" creationId="{4A79199A-4252-FA04-06F7-9B809864419E}"/>
          </ac:grpSpMkLst>
        </pc:grpChg>
        <pc:grpChg chg="add mod">
          <ac:chgData name="744311194@qq.com" userId="e2a28223f2085f4b" providerId="LiveId" clId="{93EAE7B5-FDEE-48D0-B65C-03455E3B8632}" dt="2026-06-18T15:40:42.518" v="257" actId="14100"/>
          <ac:grpSpMkLst>
            <pc:docMk/>
            <pc:sldMk cId="822369877" sldId="257"/>
            <ac:grpSpMk id="30" creationId="{BEE8C8F8-BB79-8E66-1AA8-71E980286D7D}"/>
          </ac:grpSpMkLst>
        </pc:grpChg>
        <pc:grpChg chg="add mod">
          <ac:chgData name="744311194@qq.com" userId="e2a28223f2085f4b" providerId="LiveId" clId="{93EAE7B5-FDEE-48D0-B65C-03455E3B8632}" dt="2026-06-19T03:36:10.813" v="538" actId="1076"/>
          <ac:grpSpMkLst>
            <pc:docMk/>
            <pc:sldMk cId="822369877" sldId="257"/>
            <ac:grpSpMk id="33" creationId="{5BDD6B20-C6D7-06A1-C243-7492A4AE1307}"/>
          </ac:grpSpMkLst>
        </pc:grpChg>
        <pc:grpChg chg="add mod">
          <ac:chgData name="744311194@qq.com" userId="e2a28223f2085f4b" providerId="LiveId" clId="{93EAE7B5-FDEE-48D0-B65C-03455E3B8632}" dt="2026-06-18T15:42:27.031" v="295" actId="14100"/>
          <ac:grpSpMkLst>
            <pc:docMk/>
            <pc:sldMk cId="822369877" sldId="257"/>
            <ac:grpSpMk id="37" creationId="{7FD86A78-E724-D41B-8AC8-68A974907425}"/>
          </ac:grpSpMkLst>
        </pc:grpChg>
        <pc:grpChg chg="add mod">
          <ac:chgData name="744311194@qq.com" userId="e2a28223f2085f4b" providerId="LiveId" clId="{93EAE7B5-FDEE-48D0-B65C-03455E3B8632}" dt="2026-06-18T15:41:42.767" v="279" actId="14100"/>
          <ac:grpSpMkLst>
            <pc:docMk/>
            <pc:sldMk cId="822369877" sldId="257"/>
            <ac:grpSpMk id="43" creationId="{DA70D136-40AC-8D1B-16B7-B0BF06C69310}"/>
          </ac:grpSpMkLst>
        </pc:grpChg>
        <pc:grpChg chg="add mod">
          <ac:chgData name="744311194@qq.com" userId="e2a28223f2085f4b" providerId="LiveId" clId="{93EAE7B5-FDEE-48D0-B65C-03455E3B8632}" dt="2026-06-18T15:42:02.257" v="285" actId="1076"/>
          <ac:grpSpMkLst>
            <pc:docMk/>
            <pc:sldMk cId="822369877" sldId="257"/>
            <ac:grpSpMk id="46" creationId="{A919CBF9-B346-0189-F3AA-90F422CD4A5A}"/>
          </ac:grpSpMkLst>
        </pc:grpChg>
        <pc:grpChg chg="add mod">
          <ac:chgData name="744311194@qq.com" userId="e2a28223f2085f4b" providerId="LiveId" clId="{93EAE7B5-FDEE-48D0-B65C-03455E3B8632}" dt="2026-06-18T15:42:49.110" v="303" actId="14100"/>
          <ac:grpSpMkLst>
            <pc:docMk/>
            <pc:sldMk cId="822369877" sldId="257"/>
            <ac:grpSpMk id="50" creationId="{673AB542-D210-DD06-69A6-7DE7A771DCC8}"/>
          </ac:grpSpMkLst>
        </pc:grpChg>
        <pc:grpChg chg="add mod">
          <ac:chgData name="744311194@qq.com" userId="e2a28223f2085f4b" providerId="LiveId" clId="{93EAE7B5-FDEE-48D0-B65C-03455E3B8632}" dt="2026-06-18T15:44:38.798" v="317" actId="14100"/>
          <ac:grpSpMkLst>
            <pc:docMk/>
            <pc:sldMk cId="822369877" sldId="257"/>
            <ac:grpSpMk id="53" creationId="{CFDC9F39-61E5-4CA8-6582-8CF065CE8BD2}"/>
          </ac:grpSpMkLst>
        </pc:grpChg>
        <pc:graphicFrameChg chg="add mod">
          <ac:chgData name="744311194@qq.com" userId="e2a28223f2085f4b" providerId="LiveId" clId="{93EAE7B5-FDEE-48D0-B65C-03455E3B8632}" dt="2026-06-19T03:36:42.756" v="553" actId="1076"/>
          <ac:graphicFrameMkLst>
            <pc:docMk/>
            <pc:sldMk cId="822369877" sldId="257"/>
            <ac:graphicFrameMk id="2" creationId="{252BB545-E4EC-DECB-0F08-C3F2DAA63A3A}"/>
          </ac:graphicFrameMkLst>
        </pc:graphicFrameChg>
        <pc:cxnChg chg="add mod">
          <ac:chgData name="744311194@qq.com" userId="e2a28223f2085f4b" providerId="LiveId" clId="{93EAE7B5-FDEE-48D0-B65C-03455E3B8632}" dt="2026-06-18T15:39:33.265" v="239" actId="1076"/>
          <ac:cxnSpMkLst>
            <pc:docMk/>
            <pc:sldMk cId="822369877" sldId="257"/>
            <ac:cxnSpMk id="15" creationId="{E4F0BB35-27EC-DD56-2216-6F4BCEB6DEB1}"/>
          </ac:cxnSpMkLst>
        </pc:cxnChg>
        <pc:cxnChg chg="add mod">
          <ac:chgData name="744311194@qq.com" userId="e2a28223f2085f4b" providerId="LiveId" clId="{93EAE7B5-FDEE-48D0-B65C-03455E3B8632}" dt="2026-06-18T15:39:33.265" v="239" actId="1076"/>
          <ac:cxnSpMkLst>
            <pc:docMk/>
            <pc:sldMk cId="822369877" sldId="257"/>
            <ac:cxnSpMk id="16" creationId="{8DA333BB-B223-CCCA-07B1-7B1A81A3F350}"/>
          </ac:cxnSpMkLst>
        </pc:cxnChg>
        <pc:cxnChg chg="mod">
          <ac:chgData name="744311194@qq.com" userId="e2a28223f2085f4b" providerId="LiveId" clId="{93EAE7B5-FDEE-48D0-B65C-03455E3B8632}" dt="2026-06-19T03:36:38.611" v="552" actId="1035"/>
          <ac:cxnSpMkLst>
            <pc:docMk/>
            <pc:sldMk cId="822369877" sldId="257"/>
            <ac:cxnSpMk id="19" creationId="{F278A409-A30C-164D-79BE-4A2A87459C78}"/>
          </ac:cxnSpMkLst>
        </pc:cxnChg>
        <pc:cxnChg chg="mod">
          <ac:chgData name="744311194@qq.com" userId="e2a28223f2085f4b" providerId="LiveId" clId="{93EAE7B5-FDEE-48D0-B65C-03455E3B8632}" dt="2026-06-19T03:35:58.383" v="532"/>
          <ac:cxnSpMkLst>
            <pc:docMk/>
            <pc:sldMk cId="822369877" sldId="257"/>
            <ac:cxnSpMk id="20" creationId="{75AF269D-01AE-68DA-51AF-8DCDA9C9434D}"/>
          </ac:cxnSpMkLst>
        </pc:cxnChg>
        <pc:cxnChg chg="add mod">
          <ac:chgData name="744311194@qq.com" userId="e2a28223f2085f4b" providerId="LiveId" clId="{93EAE7B5-FDEE-48D0-B65C-03455E3B8632}" dt="2026-06-18T15:39:52.723" v="243" actId="1076"/>
          <ac:cxnSpMkLst>
            <pc:docMk/>
            <pc:sldMk cId="822369877" sldId="257"/>
            <ac:cxnSpMk id="22" creationId="{35FE9AB2-69E3-9570-22E3-E9B713C7F73D}"/>
          </ac:cxnSpMkLst>
        </pc:cxnChg>
        <pc:cxnChg chg="mod">
          <ac:chgData name="744311194@qq.com" userId="e2a28223f2085f4b" providerId="LiveId" clId="{93EAE7B5-FDEE-48D0-B65C-03455E3B8632}" dt="2026-06-18T15:39:58.598" v="244"/>
          <ac:cxnSpMkLst>
            <pc:docMk/>
            <pc:sldMk cId="822369877" sldId="257"/>
            <ac:cxnSpMk id="24" creationId="{C8F32B58-B317-3F70-1B73-F715F02ED84E}"/>
          </ac:cxnSpMkLst>
        </pc:cxnChg>
        <pc:cxnChg chg="mod">
          <ac:chgData name="744311194@qq.com" userId="e2a28223f2085f4b" providerId="LiveId" clId="{93EAE7B5-FDEE-48D0-B65C-03455E3B8632}" dt="2026-06-18T15:39:58.598" v="244"/>
          <ac:cxnSpMkLst>
            <pc:docMk/>
            <pc:sldMk cId="822369877" sldId="257"/>
            <ac:cxnSpMk id="25" creationId="{34F75502-C451-E4B6-AC81-65D2E6362710}"/>
          </ac:cxnSpMkLst>
        </pc:cxnChg>
        <pc:cxnChg chg="mod">
          <ac:chgData name="744311194@qq.com" userId="e2a28223f2085f4b" providerId="LiveId" clId="{93EAE7B5-FDEE-48D0-B65C-03455E3B8632}" dt="2026-06-18T15:40:28.999" v="252"/>
          <ac:cxnSpMkLst>
            <pc:docMk/>
            <pc:sldMk cId="822369877" sldId="257"/>
            <ac:cxnSpMk id="31" creationId="{F9C2B377-1E3B-6720-3ECD-B3E834754DA4}"/>
          </ac:cxnSpMkLst>
        </pc:cxnChg>
        <pc:cxnChg chg="mod">
          <ac:chgData name="744311194@qq.com" userId="e2a28223f2085f4b" providerId="LiveId" clId="{93EAE7B5-FDEE-48D0-B65C-03455E3B8632}" dt="2026-06-18T15:40:28.999" v="252"/>
          <ac:cxnSpMkLst>
            <pc:docMk/>
            <pc:sldMk cId="822369877" sldId="257"/>
            <ac:cxnSpMk id="32" creationId="{36BCCF60-126B-D61D-D6E3-399A1EF79177}"/>
          </ac:cxnSpMkLst>
        </pc:cxnChg>
        <pc:cxnChg chg="mod">
          <ac:chgData name="744311194@qq.com" userId="e2a28223f2085f4b" providerId="LiveId" clId="{93EAE7B5-FDEE-48D0-B65C-03455E3B8632}" dt="2026-06-18T15:42:16.270" v="292" actId="1076"/>
          <ac:cxnSpMkLst>
            <pc:docMk/>
            <pc:sldMk cId="822369877" sldId="257"/>
            <ac:cxnSpMk id="34" creationId="{7012D7F8-657E-C6D5-3094-7FCBF854453E}"/>
          </ac:cxnSpMkLst>
        </pc:cxnChg>
        <pc:cxnChg chg="mod">
          <ac:chgData name="744311194@qq.com" userId="e2a28223f2085f4b" providerId="LiveId" clId="{93EAE7B5-FDEE-48D0-B65C-03455E3B8632}" dt="2026-06-18T15:40:48.797" v="260"/>
          <ac:cxnSpMkLst>
            <pc:docMk/>
            <pc:sldMk cId="822369877" sldId="257"/>
            <ac:cxnSpMk id="35" creationId="{735DB3D4-8E76-69C7-22E0-3D375E19C63F}"/>
          </ac:cxnSpMkLst>
        </pc:cxnChg>
        <pc:cxnChg chg="add mod">
          <ac:chgData name="744311194@qq.com" userId="e2a28223f2085f4b" providerId="LiveId" clId="{93EAE7B5-FDEE-48D0-B65C-03455E3B8632}" dt="2026-06-18T15:41:02.760" v="264"/>
          <ac:cxnSpMkLst>
            <pc:docMk/>
            <pc:sldMk cId="822369877" sldId="257"/>
            <ac:cxnSpMk id="36" creationId="{AD899E42-CF6A-3851-30B9-54A3F0767D96}"/>
          </ac:cxnSpMkLst>
        </pc:cxnChg>
        <pc:cxnChg chg="mod">
          <ac:chgData name="744311194@qq.com" userId="e2a28223f2085f4b" providerId="LiveId" clId="{93EAE7B5-FDEE-48D0-B65C-03455E3B8632}" dt="2026-06-18T15:41:08.160" v="265"/>
          <ac:cxnSpMkLst>
            <pc:docMk/>
            <pc:sldMk cId="822369877" sldId="257"/>
            <ac:cxnSpMk id="38" creationId="{4EB1E00C-95AD-C1E0-B439-1D08A4EC22D0}"/>
          </ac:cxnSpMkLst>
        </pc:cxnChg>
        <pc:cxnChg chg="mod">
          <ac:chgData name="744311194@qq.com" userId="e2a28223f2085f4b" providerId="LiveId" clId="{93EAE7B5-FDEE-48D0-B65C-03455E3B8632}" dt="2026-06-18T15:41:08.160" v="265"/>
          <ac:cxnSpMkLst>
            <pc:docMk/>
            <pc:sldMk cId="822369877" sldId="257"/>
            <ac:cxnSpMk id="39" creationId="{7FC3DFCF-419E-A18B-1B87-E28A8F9CB45E}"/>
          </ac:cxnSpMkLst>
        </pc:cxnChg>
        <pc:cxnChg chg="mod">
          <ac:chgData name="744311194@qq.com" userId="e2a28223f2085f4b" providerId="LiveId" clId="{93EAE7B5-FDEE-48D0-B65C-03455E3B8632}" dt="2026-06-18T15:41:33.393" v="276"/>
          <ac:cxnSpMkLst>
            <pc:docMk/>
            <pc:sldMk cId="822369877" sldId="257"/>
            <ac:cxnSpMk id="44" creationId="{3D519184-2156-C645-6603-0EF09D56DC12}"/>
          </ac:cxnSpMkLst>
        </pc:cxnChg>
        <pc:cxnChg chg="mod">
          <ac:chgData name="744311194@qq.com" userId="e2a28223f2085f4b" providerId="LiveId" clId="{93EAE7B5-FDEE-48D0-B65C-03455E3B8632}" dt="2026-06-18T15:41:33.393" v="276"/>
          <ac:cxnSpMkLst>
            <pc:docMk/>
            <pc:sldMk cId="822369877" sldId="257"/>
            <ac:cxnSpMk id="45" creationId="{1CE51443-785E-3C52-69D8-F43F2123AC51}"/>
          </ac:cxnSpMkLst>
        </pc:cxnChg>
        <pc:cxnChg chg="mod">
          <ac:chgData name="744311194@qq.com" userId="e2a28223f2085f4b" providerId="LiveId" clId="{93EAE7B5-FDEE-48D0-B65C-03455E3B8632}" dt="2026-06-18T15:42:38.482" v="300"/>
          <ac:cxnSpMkLst>
            <pc:docMk/>
            <pc:sldMk cId="822369877" sldId="257"/>
            <ac:cxnSpMk id="51" creationId="{0612B8C3-12C8-30F6-C861-A83E7B44A2F1}"/>
          </ac:cxnSpMkLst>
        </pc:cxnChg>
        <pc:cxnChg chg="mod">
          <ac:chgData name="744311194@qq.com" userId="e2a28223f2085f4b" providerId="LiveId" clId="{93EAE7B5-FDEE-48D0-B65C-03455E3B8632}" dt="2026-06-18T15:42:38.482" v="300"/>
          <ac:cxnSpMkLst>
            <pc:docMk/>
            <pc:sldMk cId="822369877" sldId="257"/>
            <ac:cxnSpMk id="52" creationId="{31595EC7-325B-3EFB-85C6-7A8BEC2ED4F5}"/>
          </ac:cxnSpMkLst>
        </pc:cxnChg>
        <pc:cxnChg chg="mod">
          <ac:chgData name="744311194@qq.com" userId="e2a28223f2085f4b" providerId="LiveId" clId="{93EAE7B5-FDEE-48D0-B65C-03455E3B8632}" dt="2026-06-18T15:44:50.278" v="319" actId="1076"/>
          <ac:cxnSpMkLst>
            <pc:docMk/>
            <pc:sldMk cId="822369877" sldId="257"/>
            <ac:cxnSpMk id="54" creationId="{0102DD1C-3CA6-3CE6-BEA6-4FB6EB700688}"/>
          </ac:cxnSpMkLst>
        </pc:cxnChg>
        <pc:cxnChg chg="mod">
          <ac:chgData name="744311194@qq.com" userId="e2a28223f2085f4b" providerId="LiveId" clId="{93EAE7B5-FDEE-48D0-B65C-03455E3B8632}" dt="2026-06-18T15:44:25.864" v="311"/>
          <ac:cxnSpMkLst>
            <pc:docMk/>
            <pc:sldMk cId="822369877" sldId="257"/>
            <ac:cxnSpMk id="55" creationId="{2FD7DAFA-D0D2-0B35-6EE0-B726CC6791B1}"/>
          </ac:cxnSpMkLst>
        </pc:cxnChg>
      </pc:sldChg>
      <pc:sldChg chg="new del">
        <pc:chgData name="744311194@qq.com" userId="e2a28223f2085f4b" providerId="LiveId" clId="{93EAE7B5-FDEE-48D0-B65C-03455E3B8632}" dt="2026-06-18T15:36:24.587" v="159" actId="680"/>
        <pc:sldMkLst>
          <pc:docMk/>
          <pc:sldMk cId="1817280855" sldId="257"/>
        </pc:sldMkLst>
      </pc:sldChg>
      <pc:sldChg chg="addSp delSp modSp add mod setBg">
        <pc:chgData name="744311194@qq.com" userId="e2a28223f2085f4b" providerId="LiveId" clId="{93EAE7B5-FDEE-48D0-B65C-03455E3B8632}" dt="2026-06-19T04:31:49.371" v="736" actId="164"/>
        <pc:sldMkLst>
          <pc:docMk/>
          <pc:sldMk cId="3235930379" sldId="258"/>
        </pc:sldMkLst>
        <pc:spChg chg="del">
          <ac:chgData name="744311194@qq.com" userId="e2a28223f2085f4b" providerId="LiveId" clId="{93EAE7B5-FDEE-48D0-B65C-03455E3B8632}" dt="2026-06-19T01:59:44.653" v="321" actId="478"/>
          <ac:spMkLst>
            <pc:docMk/>
            <pc:sldMk cId="3235930379" sldId="258"/>
            <ac:spMk id="4" creationId="{6FD0F988-9C83-E788-3CBF-53973ADE8183}"/>
          </ac:spMkLst>
        </pc:spChg>
        <pc:spChg chg="del">
          <ac:chgData name="744311194@qq.com" userId="e2a28223f2085f4b" providerId="LiveId" clId="{93EAE7B5-FDEE-48D0-B65C-03455E3B8632}" dt="2026-06-19T01:59:44.653" v="321" actId="478"/>
          <ac:spMkLst>
            <pc:docMk/>
            <pc:sldMk cId="3235930379" sldId="258"/>
            <ac:spMk id="8" creationId="{7E5CF7A0-D4AB-1D40-F2E6-E5D86C774110}"/>
          </ac:spMkLst>
        </pc:spChg>
        <pc:spChg chg="del">
          <ac:chgData name="744311194@qq.com" userId="e2a28223f2085f4b" providerId="LiveId" clId="{93EAE7B5-FDEE-48D0-B65C-03455E3B8632}" dt="2026-06-19T01:59:44.653" v="321" actId="478"/>
          <ac:spMkLst>
            <pc:docMk/>
            <pc:sldMk cId="3235930379" sldId="258"/>
            <ac:spMk id="11" creationId="{C5F4FACE-51E2-8C3B-0754-E6ABB6B48E57}"/>
          </ac:spMkLst>
        </pc:spChg>
        <pc:spChg chg="del">
          <ac:chgData name="744311194@qq.com" userId="e2a28223f2085f4b" providerId="LiveId" clId="{93EAE7B5-FDEE-48D0-B65C-03455E3B8632}" dt="2026-06-19T01:59:44.653" v="321" actId="478"/>
          <ac:spMkLst>
            <pc:docMk/>
            <pc:sldMk cId="3235930379" sldId="258"/>
            <ac:spMk id="13" creationId="{CB6714C6-A877-A3F6-BFFB-BEFC20DDCC20}"/>
          </ac:spMkLst>
        </pc:spChg>
        <pc:spChg chg="del">
          <ac:chgData name="744311194@qq.com" userId="e2a28223f2085f4b" providerId="LiveId" clId="{93EAE7B5-FDEE-48D0-B65C-03455E3B8632}" dt="2026-06-19T01:59:44.653" v="321" actId="478"/>
          <ac:spMkLst>
            <pc:docMk/>
            <pc:sldMk cId="3235930379" sldId="258"/>
            <ac:spMk id="14" creationId="{E3D77F30-7420-F54C-7A32-1EDC681364B4}"/>
          </ac:spMkLst>
        </pc:spChg>
        <pc:spChg chg="del">
          <ac:chgData name="744311194@qq.com" userId="e2a28223f2085f4b" providerId="LiveId" clId="{93EAE7B5-FDEE-48D0-B65C-03455E3B8632}" dt="2026-06-19T01:59:44.653" v="321" actId="478"/>
          <ac:spMkLst>
            <pc:docMk/>
            <pc:sldMk cId="3235930379" sldId="258"/>
            <ac:spMk id="17" creationId="{C13D676B-A046-75DE-7CAE-675F5E861586}"/>
          </ac:spMkLst>
        </pc:spChg>
        <pc:spChg chg="add">
          <ac:chgData name="744311194@qq.com" userId="e2a28223f2085f4b" providerId="LiveId" clId="{93EAE7B5-FDEE-48D0-B65C-03455E3B8632}" dt="2026-06-19T01:59:56.773" v="323" actId="26606"/>
          <ac:spMkLst>
            <pc:docMk/>
            <pc:sldMk cId="3235930379" sldId="258"/>
            <ac:spMk id="19" creationId="{32BC26D8-82FB-445E-AA49-62A77D7C1EE0}"/>
          </ac:spMkLst>
        </pc:spChg>
        <pc:spChg chg="add">
          <ac:chgData name="744311194@qq.com" userId="e2a28223f2085f4b" providerId="LiveId" clId="{93EAE7B5-FDEE-48D0-B65C-03455E3B8632}" dt="2026-06-19T01:59:56.773" v="323" actId="26606"/>
          <ac:spMkLst>
            <pc:docMk/>
            <pc:sldMk cId="3235930379" sldId="258"/>
            <ac:spMk id="20" creationId="{CB44330D-EA18-4254-AA95-EB49948539B8}"/>
          </ac:spMkLst>
        </pc:spChg>
        <pc:spChg chg="del">
          <ac:chgData name="744311194@qq.com" userId="e2a28223f2085f4b" providerId="LiveId" clId="{93EAE7B5-FDEE-48D0-B65C-03455E3B8632}" dt="2026-06-19T01:59:44.653" v="321" actId="478"/>
          <ac:spMkLst>
            <pc:docMk/>
            <pc:sldMk cId="3235930379" sldId="258"/>
            <ac:spMk id="29" creationId="{9B7D8CE9-B675-7557-6432-93B4E5520EE6}"/>
          </ac:spMkLst>
        </pc:spChg>
        <pc:spChg chg="mod">
          <ac:chgData name="744311194@qq.com" userId="e2a28223f2085f4b" providerId="LiveId" clId="{93EAE7B5-FDEE-48D0-B65C-03455E3B8632}" dt="2026-06-19T04:31:17.414" v="727" actId="165"/>
          <ac:spMkLst>
            <pc:docMk/>
            <pc:sldMk cId="3235930379" sldId="258"/>
            <ac:spMk id="36" creationId="{B6A25464-16B6-4805-69B6-9AC5C5EDF7DB}"/>
          </ac:spMkLst>
        </pc:spChg>
        <pc:spChg chg="del">
          <ac:chgData name="744311194@qq.com" userId="e2a28223f2085f4b" providerId="LiveId" clId="{93EAE7B5-FDEE-48D0-B65C-03455E3B8632}" dt="2026-06-19T01:59:44.653" v="321" actId="478"/>
          <ac:spMkLst>
            <pc:docMk/>
            <pc:sldMk cId="3235930379" sldId="258"/>
            <ac:spMk id="41" creationId="{25E1C4F8-ECB9-DA3D-1BBA-A065654A9C8B}"/>
          </ac:spMkLst>
        </pc:spChg>
        <pc:spChg chg="del">
          <ac:chgData name="744311194@qq.com" userId="e2a28223f2085f4b" providerId="LiveId" clId="{93EAE7B5-FDEE-48D0-B65C-03455E3B8632}" dt="2026-06-19T01:59:44.653" v="321" actId="478"/>
          <ac:spMkLst>
            <pc:docMk/>
            <pc:sldMk cId="3235930379" sldId="258"/>
            <ac:spMk id="42" creationId="{9E274FDE-F498-A972-4DA9-345CAB3DDA34}"/>
          </ac:spMkLst>
        </pc:spChg>
        <pc:spChg chg="del">
          <ac:chgData name="744311194@qq.com" userId="e2a28223f2085f4b" providerId="LiveId" clId="{93EAE7B5-FDEE-48D0-B65C-03455E3B8632}" dt="2026-06-19T01:59:44.653" v="321" actId="478"/>
          <ac:spMkLst>
            <pc:docMk/>
            <pc:sldMk cId="3235930379" sldId="258"/>
            <ac:spMk id="49" creationId="{662A32B6-0F2E-F881-9A30-5D507FC7729F}"/>
          </ac:spMkLst>
        </pc:spChg>
        <pc:spChg chg="mod">
          <ac:chgData name="744311194@qq.com" userId="e2a28223f2085f4b" providerId="LiveId" clId="{93EAE7B5-FDEE-48D0-B65C-03455E3B8632}" dt="2026-06-19T04:31:17.414" v="727" actId="165"/>
          <ac:spMkLst>
            <pc:docMk/>
            <pc:sldMk cId="3235930379" sldId="258"/>
            <ac:spMk id="56" creationId="{59A79B41-E4C8-1DD1-85FC-B17A97D68B1E}"/>
          </ac:spMkLst>
        </pc:spChg>
        <pc:spChg chg="mod topLvl">
          <ac:chgData name="744311194@qq.com" userId="e2a28223f2085f4b" providerId="LiveId" clId="{93EAE7B5-FDEE-48D0-B65C-03455E3B8632}" dt="2026-06-19T04:31:17.414" v="727" actId="165"/>
          <ac:spMkLst>
            <pc:docMk/>
            <pc:sldMk cId="3235930379" sldId="258"/>
            <ac:spMk id="58" creationId="{B56D6F82-7993-D6D3-C36C-8008763D412C}"/>
          </ac:spMkLst>
        </pc:spChg>
        <pc:spChg chg="del mod topLvl">
          <ac:chgData name="744311194@qq.com" userId="e2a28223f2085f4b" providerId="LiveId" clId="{93EAE7B5-FDEE-48D0-B65C-03455E3B8632}" dt="2026-06-19T02:00:24.186" v="334" actId="478"/>
          <ac:spMkLst>
            <pc:docMk/>
            <pc:sldMk cId="3235930379" sldId="258"/>
            <ac:spMk id="59" creationId="{92C0EE8E-C916-1C42-7F88-5E66157DFD33}"/>
          </ac:spMkLst>
        </pc:spChg>
        <pc:spChg chg="add mod topLvl">
          <ac:chgData name="744311194@qq.com" userId="e2a28223f2085f4b" providerId="LiveId" clId="{93EAE7B5-FDEE-48D0-B65C-03455E3B8632}" dt="2026-06-19T04:31:17.414" v="727" actId="165"/>
          <ac:spMkLst>
            <pc:docMk/>
            <pc:sldMk cId="3235930379" sldId="258"/>
            <ac:spMk id="62" creationId="{E72B72EB-C6A7-6456-0FA0-91CC99CFC218}"/>
          </ac:spMkLst>
        </pc:spChg>
        <pc:spChg chg="add mod">
          <ac:chgData name="744311194@qq.com" userId="e2a28223f2085f4b" providerId="LiveId" clId="{93EAE7B5-FDEE-48D0-B65C-03455E3B8632}" dt="2026-06-19T04:27:14.662" v="661" actId="164"/>
          <ac:spMkLst>
            <pc:docMk/>
            <pc:sldMk cId="3235930379" sldId="258"/>
            <ac:spMk id="63" creationId="{76EBD785-29D3-3448-C5B7-B93CA4EF6219}"/>
          </ac:spMkLst>
        </pc:spChg>
        <pc:spChg chg="add mod">
          <ac:chgData name="744311194@qq.com" userId="e2a28223f2085f4b" providerId="LiveId" clId="{93EAE7B5-FDEE-48D0-B65C-03455E3B8632}" dt="2026-06-19T04:27:14.662" v="661" actId="164"/>
          <ac:spMkLst>
            <pc:docMk/>
            <pc:sldMk cId="3235930379" sldId="258"/>
            <ac:spMk id="64" creationId="{FFD313DB-B43C-E3E0-3288-F960AEE3BDED}"/>
          </ac:spMkLst>
        </pc:spChg>
        <pc:spChg chg="add mod">
          <ac:chgData name="744311194@qq.com" userId="e2a28223f2085f4b" providerId="LiveId" clId="{93EAE7B5-FDEE-48D0-B65C-03455E3B8632}" dt="2026-06-19T04:27:14.662" v="661" actId="164"/>
          <ac:spMkLst>
            <pc:docMk/>
            <pc:sldMk cId="3235930379" sldId="258"/>
            <ac:spMk id="74" creationId="{7277F3CB-3487-84B1-FCCB-2CF764BDAE64}"/>
          </ac:spMkLst>
        </pc:spChg>
        <pc:spChg chg="mod">
          <ac:chgData name="744311194@qq.com" userId="e2a28223f2085f4b" providerId="LiveId" clId="{93EAE7B5-FDEE-48D0-B65C-03455E3B8632}" dt="2026-06-19T02:02:59.532" v="383"/>
          <ac:spMkLst>
            <pc:docMk/>
            <pc:sldMk cId="3235930379" sldId="258"/>
            <ac:spMk id="90" creationId="{539A0A22-E6A7-8A3A-2AED-364DB7208DC0}"/>
          </ac:spMkLst>
        </pc:spChg>
        <pc:spChg chg="mod">
          <ac:chgData name="744311194@qq.com" userId="e2a28223f2085f4b" providerId="LiveId" clId="{93EAE7B5-FDEE-48D0-B65C-03455E3B8632}" dt="2026-06-19T02:02:59.532" v="383"/>
          <ac:spMkLst>
            <pc:docMk/>
            <pc:sldMk cId="3235930379" sldId="258"/>
            <ac:spMk id="91" creationId="{CCFC6DA7-09FE-D4D9-9345-EC71D950F83D}"/>
          </ac:spMkLst>
        </pc:spChg>
        <pc:spChg chg="mod">
          <ac:chgData name="744311194@qq.com" userId="e2a28223f2085f4b" providerId="LiveId" clId="{93EAE7B5-FDEE-48D0-B65C-03455E3B8632}" dt="2026-06-19T04:31:17.414" v="727" actId="165"/>
          <ac:spMkLst>
            <pc:docMk/>
            <pc:sldMk cId="3235930379" sldId="258"/>
            <ac:spMk id="93" creationId="{A1D2391B-A5FD-B5FA-0EF6-32B683C07F5E}"/>
          </ac:spMkLst>
        </pc:spChg>
        <pc:spChg chg="mod">
          <ac:chgData name="744311194@qq.com" userId="e2a28223f2085f4b" providerId="LiveId" clId="{93EAE7B5-FDEE-48D0-B65C-03455E3B8632}" dt="2026-06-19T02:03:04.315" v="385"/>
          <ac:spMkLst>
            <pc:docMk/>
            <pc:sldMk cId="3235930379" sldId="258"/>
            <ac:spMk id="94" creationId="{F2A6C18D-FB02-0DE5-EA67-E880DA6E3A63}"/>
          </ac:spMkLst>
        </pc:spChg>
        <pc:spChg chg="add mod topLvl">
          <ac:chgData name="744311194@qq.com" userId="e2a28223f2085f4b" providerId="LiveId" clId="{93EAE7B5-FDEE-48D0-B65C-03455E3B8632}" dt="2026-06-19T04:31:17.414" v="727" actId="165"/>
          <ac:spMkLst>
            <pc:docMk/>
            <pc:sldMk cId="3235930379" sldId="258"/>
            <ac:spMk id="97" creationId="{01498147-3220-6F83-52EA-8979084C7A81}"/>
          </ac:spMkLst>
        </pc:spChg>
        <pc:spChg chg="mod">
          <ac:chgData name="744311194@qq.com" userId="e2a28223f2085f4b" providerId="LiveId" clId="{93EAE7B5-FDEE-48D0-B65C-03455E3B8632}" dt="2026-06-19T04:31:17.414" v="727" actId="165"/>
          <ac:spMkLst>
            <pc:docMk/>
            <pc:sldMk cId="3235930379" sldId="258"/>
            <ac:spMk id="108" creationId="{539A0A22-E6A7-8A3A-2AED-364DB7208DC0}"/>
          </ac:spMkLst>
        </pc:spChg>
        <pc:spChg chg="mod">
          <ac:chgData name="744311194@qq.com" userId="e2a28223f2085f4b" providerId="LiveId" clId="{93EAE7B5-FDEE-48D0-B65C-03455E3B8632}" dt="2026-06-19T02:04:31.138" v="410"/>
          <ac:spMkLst>
            <pc:docMk/>
            <pc:sldMk cId="3235930379" sldId="258"/>
            <ac:spMk id="109" creationId="{CCFC6DA7-09FE-D4D9-9345-EC71D950F83D}"/>
          </ac:spMkLst>
        </pc:spChg>
        <pc:spChg chg="mod">
          <ac:chgData name="744311194@qq.com" userId="e2a28223f2085f4b" providerId="LiveId" clId="{93EAE7B5-FDEE-48D0-B65C-03455E3B8632}" dt="2026-06-19T02:05:13.331" v="421" actId="571"/>
          <ac:spMkLst>
            <pc:docMk/>
            <pc:sldMk cId="3235930379" sldId="258"/>
            <ac:spMk id="114" creationId="{0159310D-74A5-677B-2C93-474FFBACA922}"/>
          </ac:spMkLst>
        </pc:spChg>
        <pc:spChg chg="mod">
          <ac:chgData name="744311194@qq.com" userId="e2a28223f2085f4b" providerId="LiveId" clId="{93EAE7B5-FDEE-48D0-B65C-03455E3B8632}" dt="2026-06-19T02:05:13.331" v="421" actId="571"/>
          <ac:spMkLst>
            <pc:docMk/>
            <pc:sldMk cId="3235930379" sldId="258"/>
            <ac:spMk id="115" creationId="{EA29BFC1-641B-4736-B4CC-8EB58EC23156}"/>
          </ac:spMkLst>
        </pc:spChg>
        <pc:spChg chg="add mod topLvl">
          <ac:chgData name="744311194@qq.com" userId="e2a28223f2085f4b" providerId="LiveId" clId="{93EAE7B5-FDEE-48D0-B65C-03455E3B8632}" dt="2026-06-19T04:31:17.414" v="727" actId="165"/>
          <ac:spMkLst>
            <pc:docMk/>
            <pc:sldMk cId="3235930379" sldId="258"/>
            <ac:spMk id="125" creationId="{F8F34B81-B4DC-DEA7-1B66-585F9ACEFC98}"/>
          </ac:spMkLst>
        </pc:spChg>
        <pc:spChg chg="add mod topLvl">
          <ac:chgData name="744311194@qq.com" userId="e2a28223f2085f4b" providerId="LiveId" clId="{93EAE7B5-FDEE-48D0-B65C-03455E3B8632}" dt="2026-06-19T04:31:46.646" v="735" actId="164"/>
          <ac:spMkLst>
            <pc:docMk/>
            <pc:sldMk cId="3235930379" sldId="258"/>
            <ac:spMk id="127" creationId="{46579BDD-77E1-389F-8D3D-D5A43B0D0156}"/>
          </ac:spMkLst>
        </pc:spChg>
        <pc:spChg chg="add mod topLvl">
          <ac:chgData name="744311194@qq.com" userId="e2a28223f2085f4b" providerId="LiveId" clId="{93EAE7B5-FDEE-48D0-B65C-03455E3B8632}" dt="2026-06-19T04:31:49.371" v="736" actId="164"/>
          <ac:spMkLst>
            <pc:docMk/>
            <pc:sldMk cId="3235930379" sldId="258"/>
            <ac:spMk id="128" creationId="{0EE1C43C-BC1B-0F38-6F73-3439450D1D3C}"/>
          </ac:spMkLst>
        </pc:spChg>
        <pc:spChg chg="add mod">
          <ac:chgData name="744311194@qq.com" userId="e2a28223f2085f4b" providerId="LiveId" clId="{93EAE7B5-FDEE-48D0-B65C-03455E3B8632}" dt="2026-06-19T04:27:14.662" v="661" actId="164"/>
          <ac:spMkLst>
            <pc:docMk/>
            <pc:sldMk cId="3235930379" sldId="258"/>
            <ac:spMk id="129" creationId="{7B3CA24E-C914-69D8-333F-9210A87607CC}"/>
          </ac:spMkLst>
        </pc:spChg>
        <pc:spChg chg="add del mod">
          <ac:chgData name="744311194@qq.com" userId="e2a28223f2085f4b" providerId="LiveId" clId="{93EAE7B5-FDEE-48D0-B65C-03455E3B8632}" dt="2026-06-19T02:07:46.158" v="476" actId="478"/>
          <ac:spMkLst>
            <pc:docMk/>
            <pc:sldMk cId="3235930379" sldId="258"/>
            <ac:spMk id="130" creationId="{2AF7F5FC-46A5-F3FD-ECF2-274A2FFA79A4}"/>
          </ac:spMkLst>
        </pc:spChg>
        <pc:spChg chg="add mod">
          <ac:chgData name="744311194@qq.com" userId="e2a28223f2085f4b" providerId="LiveId" clId="{93EAE7B5-FDEE-48D0-B65C-03455E3B8632}" dt="2026-06-19T02:07:48.387" v="478"/>
          <ac:spMkLst>
            <pc:docMk/>
            <pc:sldMk cId="3235930379" sldId="258"/>
            <ac:spMk id="131" creationId="{88FA3246-CA3A-8D5D-D8CB-13ADD1DA55C9}"/>
          </ac:spMkLst>
        </pc:spChg>
        <pc:grpChg chg="add mod">
          <ac:chgData name="744311194@qq.com" userId="e2a28223f2085f4b" providerId="LiveId" clId="{93EAE7B5-FDEE-48D0-B65C-03455E3B8632}" dt="2026-06-19T04:31:46.646" v="735" actId="164"/>
          <ac:grpSpMkLst>
            <pc:docMk/>
            <pc:sldMk cId="3235930379" sldId="258"/>
            <ac:grpSpMk id="3" creationId="{5843DBE0-375D-E9A4-BAEE-A6304486C915}"/>
          </ac:grpSpMkLst>
        </pc:grpChg>
        <pc:grpChg chg="add mod">
          <ac:chgData name="744311194@qq.com" userId="e2a28223f2085f4b" providerId="LiveId" clId="{93EAE7B5-FDEE-48D0-B65C-03455E3B8632}" dt="2026-06-19T04:31:49.371" v="736" actId="164"/>
          <ac:grpSpMkLst>
            <pc:docMk/>
            <pc:sldMk cId="3235930379" sldId="258"/>
            <ac:grpSpMk id="4" creationId="{FB8FCC61-0930-3872-A13D-C46799A8CD51}"/>
          </ac:grpSpMkLst>
        </pc:grpChg>
        <pc:grpChg chg="add mod">
          <ac:chgData name="744311194@qq.com" userId="e2a28223f2085f4b" providerId="LiveId" clId="{93EAE7B5-FDEE-48D0-B65C-03455E3B8632}" dt="2026-06-19T02:05:26.856" v="429" actId="1036"/>
          <ac:grpSpMkLst>
            <pc:docMk/>
            <pc:sldMk cId="3235930379" sldId="258"/>
            <ac:grpSpMk id="21" creationId="{B95A6843-D115-3359-5C85-13CD81C07BDB}"/>
          </ac:grpSpMkLst>
        </pc:grpChg>
        <pc:grpChg chg="add del mod">
          <ac:chgData name="744311194@qq.com" userId="e2a28223f2085f4b" providerId="LiveId" clId="{93EAE7B5-FDEE-48D0-B65C-03455E3B8632}" dt="2026-06-19T02:00:24.186" v="334" actId="478"/>
          <ac:grpSpMkLst>
            <pc:docMk/>
            <pc:sldMk cId="3235930379" sldId="258"/>
            <ac:grpSpMk id="57" creationId="{0DDC3C48-6267-971F-75BF-A5D971F0E1A4}"/>
          </ac:grpSpMkLst>
        </pc:grpChg>
        <pc:grpChg chg="add mod">
          <ac:chgData name="744311194@qq.com" userId="e2a28223f2085f4b" providerId="LiveId" clId="{93EAE7B5-FDEE-48D0-B65C-03455E3B8632}" dt="2026-06-19T02:00:57.971" v="343" actId="14100"/>
          <ac:grpSpMkLst>
            <pc:docMk/>
            <pc:sldMk cId="3235930379" sldId="258"/>
            <ac:grpSpMk id="67" creationId="{E0DFB9AB-7945-E3DB-A36E-E0586A375A7F}"/>
          </ac:grpSpMkLst>
        </pc:grpChg>
        <pc:grpChg chg="add del mod">
          <ac:chgData name="744311194@qq.com" userId="e2a28223f2085f4b" providerId="LiveId" clId="{93EAE7B5-FDEE-48D0-B65C-03455E3B8632}" dt="2026-06-19T02:01:23.728" v="351" actId="478"/>
          <ac:grpSpMkLst>
            <pc:docMk/>
            <pc:sldMk cId="3235930379" sldId="258"/>
            <ac:grpSpMk id="71" creationId="{2749BA2A-11C4-1706-51D1-AA6CB884F4BF}"/>
          </ac:grpSpMkLst>
        </pc:grpChg>
        <pc:grpChg chg="add mod">
          <ac:chgData name="744311194@qq.com" userId="e2a28223f2085f4b" providerId="LiveId" clId="{93EAE7B5-FDEE-48D0-B65C-03455E3B8632}" dt="2026-06-19T02:04:02.687" v="402" actId="14100"/>
          <ac:grpSpMkLst>
            <pc:docMk/>
            <pc:sldMk cId="3235930379" sldId="258"/>
            <ac:grpSpMk id="76" creationId="{D564E79B-E141-5AD5-5FD6-86F82201A714}"/>
          </ac:grpSpMkLst>
        </pc:grpChg>
        <pc:grpChg chg="add mod">
          <ac:chgData name="744311194@qq.com" userId="e2a28223f2085f4b" providerId="LiveId" clId="{93EAE7B5-FDEE-48D0-B65C-03455E3B8632}" dt="2026-06-19T04:31:46.646" v="735" actId="164"/>
          <ac:grpSpMkLst>
            <pc:docMk/>
            <pc:sldMk cId="3235930379" sldId="258"/>
            <ac:grpSpMk id="81" creationId="{B603DBFE-639F-BF8E-200D-1BC9BB1938A6}"/>
          </ac:grpSpMkLst>
        </pc:grpChg>
        <pc:grpChg chg="add mod">
          <ac:chgData name="744311194@qq.com" userId="e2a28223f2085f4b" providerId="LiveId" clId="{93EAE7B5-FDEE-48D0-B65C-03455E3B8632}" dt="2026-06-19T04:31:49.371" v="736" actId="164"/>
          <ac:grpSpMkLst>
            <pc:docMk/>
            <pc:sldMk cId="3235930379" sldId="258"/>
            <ac:grpSpMk id="86" creationId="{1C2C7ED8-8DD5-2F14-2D96-30547B6134C4}"/>
          </ac:grpSpMkLst>
        </pc:grpChg>
        <pc:grpChg chg="add del mod">
          <ac:chgData name="744311194@qq.com" userId="e2a28223f2085f4b" providerId="LiveId" clId="{93EAE7B5-FDEE-48D0-B65C-03455E3B8632}" dt="2026-06-19T02:04:26.538" v="408" actId="21"/>
          <ac:grpSpMkLst>
            <pc:docMk/>
            <pc:sldMk cId="3235930379" sldId="258"/>
            <ac:grpSpMk id="89" creationId="{950F6D1F-BDE8-B4A3-9057-05F85DC94376}"/>
          </ac:grpSpMkLst>
        </pc:grpChg>
        <pc:grpChg chg="add mod">
          <ac:chgData name="744311194@qq.com" userId="e2a28223f2085f4b" providerId="LiveId" clId="{93EAE7B5-FDEE-48D0-B65C-03455E3B8632}" dt="2026-06-19T02:06:01.891" v="443" actId="1076"/>
          <ac:grpSpMkLst>
            <pc:docMk/>
            <pc:sldMk cId="3235930379" sldId="258"/>
            <ac:grpSpMk id="92" creationId="{1DEFC4E6-FDB7-13A9-D86B-0E69F0FE59B1}"/>
          </ac:grpSpMkLst>
        </pc:grpChg>
        <pc:grpChg chg="add mod">
          <ac:chgData name="744311194@qq.com" userId="e2a28223f2085f4b" providerId="LiveId" clId="{93EAE7B5-FDEE-48D0-B65C-03455E3B8632}" dt="2026-06-19T02:04:00.122" v="400"/>
          <ac:grpSpMkLst>
            <pc:docMk/>
            <pc:sldMk cId="3235930379" sldId="258"/>
            <ac:grpSpMk id="99" creationId="{F97C7665-AFDF-B7A0-9EB9-6F81DDF8B7C9}"/>
          </ac:grpSpMkLst>
        </pc:grpChg>
        <pc:grpChg chg="add mod">
          <ac:chgData name="744311194@qq.com" userId="e2a28223f2085f4b" providerId="LiveId" clId="{93EAE7B5-FDEE-48D0-B65C-03455E3B8632}" dt="2026-06-19T02:06:33.778" v="451" actId="1076"/>
          <ac:grpSpMkLst>
            <pc:docMk/>
            <pc:sldMk cId="3235930379" sldId="258"/>
            <ac:grpSpMk id="102" creationId="{1F1A9933-F961-3778-523A-4FE15ECFFED6}"/>
          </ac:grpSpMkLst>
        </pc:grpChg>
        <pc:grpChg chg="add mod">
          <ac:chgData name="744311194@qq.com" userId="e2a28223f2085f4b" providerId="LiveId" clId="{93EAE7B5-FDEE-48D0-B65C-03455E3B8632}" dt="2026-06-19T02:05:57.156" v="441" actId="1076"/>
          <ac:grpSpMkLst>
            <pc:docMk/>
            <pc:sldMk cId="3235930379" sldId="258"/>
            <ac:grpSpMk id="107" creationId="{950F6D1F-BDE8-B4A3-9057-05F85DC94376}"/>
          </ac:grpSpMkLst>
        </pc:grpChg>
        <pc:grpChg chg="add mod">
          <ac:chgData name="744311194@qq.com" userId="e2a28223f2085f4b" providerId="LiveId" clId="{93EAE7B5-FDEE-48D0-B65C-03455E3B8632}" dt="2026-06-19T02:05:52.037" v="438" actId="14100"/>
          <ac:grpSpMkLst>
            <pc:docMk/>
            <pc:sldMk cId="3235930379" sldId="258"/>
            <ac:grpSpMk id="110" creationId="{904711E3-EBC3-9A2F-F35A-CF737C6DE0BE}"/>
          </ac:grpSpMkLst>
        </pc:grpChg>
        <pc:grpChg chg="add mod">
          <ac:chgData name="744311194@qq.com" userId="e2a28223f2085f4b" providerId="LiveId" clId="{93EAE7B5-FDEE-48D0-B65C-03455E3B8632}" dt="2026-06-19T02:05:13.331" v="421" actId="571"/>
          <ac:grpSpMkLst>
            <pc:docMk/>
            <pc:sldMk cId="3235930379" sldId="258"/>
            <ac:grpSpMk id="113" creationId="{F478C003-5509-B6A8-221C-6E918A52B2DD}"/>
          </ac:grpSpMkLst>
        </pc:grpChg>
        <pc:grpChg chg="add mod">
          <ac:chgData name="744311194@qq.com" userId="e2a28223f2085f4b" providerId="LiveId" clId="{93EAE7B5-FDEE-48D0-B65C-03455E3B8632}" dt="2026-06-19T02:06:21.461" v="448" actId="1076"/>
          <ac:grpSpMkLst>
            <pc:docMk/>
            <pc:sldMk cId="3235930379" sldId="258"/>
            <ac:grpSpMk id="118" creationId="{E6946E07-E512-D4D1-353F-3ABE38917E6F}"/>
          </ac:grpSpMkLst>
        </pc:grpChg>
        <pc:grpChg chg="add mod">
          <ac:chgData name="744311194@qq.com" userId="e2a28223f2085f4b" providerId="LiveId" clId="{93EAE7B5-FDEE-48D0-B65C-03455E3B8632}" dt="2026-06-19T02:06:59.741" v="460" actId="1076"/>
          <ac:grpSpMkLst>
            <pc:docMk/>
            <pc:sldMk cId="3235930379" sldId="258"/>
            <ac:grpSpMk id="121" creationId="{5FD6EC4D-5C9D-A67B-D1E5-4C0BE30985A2}"/>
          </ac:grpSpMkLst>
        </pc:grpChg>
        <pc:picChg chg="add del mod">
          <ac:chgData name="744311194@qq.com" userId="e2a28223f2085f4b" providerId="LiveId" clId="{93EAE7B5-FDEE-48D0-B65C-03455E3B8632}" dt="2026-06-19T02:07:52.380" v="480" actId="1076"/>
          <ac:picMkLst>
            <pc:docMk/>
            <pc:sldMk cId="3235930379" sldId="258"/>
            <ac:picMk id="7" creationId="{82F8B634-4128-D5A3-C07C-6A53510D57F1}"/>
          </ac:picMkLst>
        </pc:picChg>
        <pc:cxnChg chg="add mod">
          <ac:chgData name="744311194@qq.com" userId="e2a28223f2085f4b" providerId="LiveId" clId="{93EAE7B5-FDEE-48D0-B65C-03455E3B8632}" dt="2026-06-19T02:00:54.130" v="342" actId="164"/>
          <ac:cxnSpMkLst>
            <pc:docMk/>
            <pc:sldMk cId="3235930379" sldId="258"/>
            <ac:cxnSpMk id="60" creationId="{C4B04CFE-C01E-5AC1-E109-CA6C955216B5}"/>
          </ac:cxnSpMkLst>
        </pc:cxnChg>
        <pc:cxnChg chg="add mod">
          <ac:chgData name="744311194@qq.com" userId="e2a28223f2085f4b" providerId="LiveId" clId="{93EAE7B5-FDEE-48D0-B65C-03455E3B8632}" dt="2026-06-19T02:00:54.130" v="342" actId="164"/>
          <ac:cxnSpMkLst>
            <pc:docMk/>
            <pc:sldMk cId="3235930379" sldId="258"/>
            <ac:cxnSpMk id="61" creationId="{1AEEF602-E165-C738-463A-113F38042B57}"/>
          </ac:cxnSpMkLst>
        </pc:cxnChg>
        <pc:cxnChg chg="add mod">
          <ac:chgData name="744311194@qq.com" userId="e2a28223f2085f4b" providerId="LiveId" clId="{93EAE7B5-FDEE-48D0-B65C-03455E3B8632}" dt="2026-06-19T02:01:13.125" v="348" actId="14100"/>
          <ac:cxnSpMkLst>
            <pc:docMk/>
            <pc:sldMk cId="3235930379" sldId="258"/>
            <ac:cxnSpMk id="68" creationId="{AD4163B8-0DD8-A987-D207-627817F40861}"/>
          </ac:cxnSpMkLst>
        </pc:cxnChg>
        <pc:cxnChg chg="del mod topLvl">
          <ac:chgData name="744311194@qq.com" userId="e2a28223f2085f4b" providerId="LiveId" clId="{93EAE7B5-FDEE-48D0-B65C-03455E3B8632}" dt="2026-06-19T02:01:23.728" v="351" actId="478"/>
          <ac:cxnSpMkLst>
            <pc:docMk/>
            <pc:sldMk cId="3235930379" sldId="258"/>
            <ac:cxnSpMk id="72" creationId="{807FEEDE-4B1C-A1FF-07EB-E9D9A8ED4760}"/>
          </ac:cxnSpMkLst>
        </pc:cxnChg>
        <pc:cxnChg chg="del mod topLvl">
          <ac:chgData name="744311194@qq.com" userId="e2a28223f2085f4b" providerId="LiveId" clId="{93EAE7B5-FDEE-48D0-B65C-03455E3B8632}" dt="2026-06-19T02:01:49.018" v="360" actId="478"/>
          <ac:cxnSpMkLst>
            <pc:docMk/>
            <pc:sldMk cId="3235930379" sldId="258"/>
            <ac:cxnSpMk id="73" creationId="{6D8C8D72-3928-8451-1985-839CFD569521}"/>
          </ac:cxnSpMkLst>
        </pc:cxnChg>
        <pc:cxnChg chg="mod">
          <ac:chgData name="744311194@qq.com" userId="e2a28223f2085f4b" providerId="LiveId" clId="{93EAE7B5-FDEE-48D0-B65C-03455E3B8632}" dt="2026-06-19T02:04:02.204" v="401" actId="1076"/>
          <ac:cxnSpMkLst>
            <pc:docMk/>
            <pc:sldMk cId="3235930379" sldId="258"/>
            <ac:cxnSpMk id="77" creationId="{E2065D08-1824-2F25-67D9-37058FD72E08}"/>
          </ac:cxnSpMkLst>
        </pc:cxnChg>
        <pc:cxnChg chg="mod">
          <ac:chgData name="744311194@qq.com" userId="e2a28223f2085f4b" providerId="LiveId" clId="{93EAE7B5-FDEE-48D0-B65C-03455E3B8632}" dt="2026-06-19T02:01:49.267" v="361"/>
          <ac:cxnSpMkLst>
            <pc:docMk/>
            <pc:sldMk cId="3235930379" sldId="258"/>
            <ac:cxnSpMk id="78" creationId="{5468692F-7863-BB6D-A201-251E564101B3}"/>
          </ac:cxnSpMkLst>
        </pc:cxnChg>
        <pc:cxnChg chg="add mod">
          <ac:chgData name="744311194@qq.com" userId="e2a28223f2085f4b" providerId="LiveId" clId="{93EAE7B5-FDEE-48D0-B65C-03455E3B8632}" dt="2026-06-19T02:03:48.675" v="395" actId="14100"/>
          <ac:cxnSpMkLst>
            <pc:docMk/>
            <pc:sldMk cId="3235930379" sldId="258"/>
            <ac:cxnSpMk id="79" creationId="{B995170B-92D1-7222-0025-1CB06AD9A0AE}"/>
          </ac:cxnSpMkLst>
        </pc:cxnChg>
        <pc:cxnChg chg="mod">
          <ac:chgData name="744311194@qq.com" userId="e2a28223f2085f4b" providerId="LiveId" clId="{93EAE7B5-FDEE-48D0-B65C-03455E3B8632}" dt="2026-06-19T02:02:35.052" v="376" actId="1076"/>
          <ac:cxnSpMkLst>
            <pc:docMk/>
            <pc:sldMk cId="3235930379" sldId="258"/>
            <ac:cxnSpMk id="82" creationId="{401D0A83-DBC6-599F-10ED-3DD27A2243AC}"/>
          </ac:cxnSpMkLst>
        </pc:cxnChg>
        <pc:cxnChg chg="mod">
          <ac:chgData name="744311194@qq.com" userId="e2a28223f2085f4b" providerId="LiveId" clId="{93EAE7B5-FDEE-48D0-B65C-03455E3B8632}" dt="2026-06-19T02:02:25.259" v="372"/>
          <ac:cxnSpMkLst>
            <pc:docMk/>
            <pc:sldMk cId="3235930379" sldId="258"/>
            <ac:cxnSpMk id="83" creationId="{06FE7702-4F1B-DE9B-600E-78B66E3ED278}"/>
          </ac:cxnSpMkLst>
        </pc:cxnChg>
        <pc:cxnChg chg="add mod">
          <ac:chgData name="744311194@qq.com" userId="e2a28223f2085f4b" providerId="LiveId" clId="{93EAE7B5-FDEE-48D0-B65C-03455E3B8632}" dt="2026-06-19T02:02:35.959" v="377"/>
          <ac:cxnSpMkLst>
            <pc:docMk/>
            <pc:sldMk cId="3235930379" sldId="258"/>
            <ac:cxnSpMk id="84" creationId="{AED3EAAD-8F95-1712-2EC7-3E505F3BFFC7}"/>
          </ac:cxnSpMkLst>
        </pc:cxnChg>
        <pc:cxnChg chg="add mod">
          <ac:chgData name="744311194@qq.com" userId="e2a28223f2085f4b" providerId="LiveId" clId="{93EAE7B5-FDEE-48D0-B65C-03455E3B8632}" dt="2026-06-19T02:02:38.293" v="378"/>
          <ac:cxnSpMkLst>
            <pc:docMk/>
            <pc:sldMk cId="3235930379" sldId="258"/>
            <ac:cxnSpMk id="85" creationId="{669F150B-322C-09F6-729F-9ED77F439402}"/>
          </ac:cxnSpMkLst>
        </pc:cxnChg>
        <pc:cxnChg chg="mod">
          <ac:chgData name="744311194@qq.com" userId="e2a28223f2085f4b" providerId="LiveId" clId="{93EAE7B5-FDEE-48D0-B65C-03455E3B8632}" dt="2026-06-19T02:02:40.873" v="379"/>
          <ac:cxnSpMkLst>
            <pc:docMk/>
            <pc:sldMk cId="3235930379" sldId="258"/>
            <ac:cxnSpMk id="87" creationId="{9D83ECBC-001F-5174-E253-52DD7BDA715F}"/>
          </ac:cxnSpMkLst>
        </pc:cxnChg>
        <pc:cxnChg chg="mod">
          <ac:chgData name="744311194@qq.com" userId="e2a28223f2085f4b" providerId="LiveId" clId="{93EAE7B5-FDEE-48D0-B65C-03455E3B8632}" dt="2026-06-19T02:02:40.873" v="379"/>
          <ac:cxnSpMkLst>
            <pc:docMk/>
            <pc:sldMk cId="3235930379" sldId="258"/>
            <ac:cxnSpMk id="88" creationId="{DE81DDF6-572C-8439-FE53-1223D5B5A3AF}"/>
          </ac:cxnSpMkLst>
        </pc:cxnChg>
        <pc:cxnChg chg="add mod">
          <ac:chgData name="744311194@qq.com" userId="e2a28223f2085f4b" providerId="LiveId" clId="{93EAE7B5-FDEE-48D0-B65C-03455E3B8632}" dt="2026-06-19T02:03:16.724" v="390" actId="14100"/>
          <ac:cxnSpMkLst>
            <pc:docMk/>
            <pc:sldMk cId="3235930379" sldId="258"/>
            <ac:cxnSpMk id="95" creationId="{B3ABBEC6-8C77-8527-71B7-C824505DC75F}"/>
          </ac:cxnSpMkLst>
        </pc:cxnChg>
        <pc:cxnChg chg="mod">
          <ac:chgData name="744311194@qq.com" userId="e2a28223f2085f4b" providerId="LiveId" clId="{93EAE7B5-FDEE-48D0-B65C-03455E3B8632}" dt="2026-06-19T02:04:00.122" v="400"/>
          <ac:cxnSpMkLst>
            <pc:docMk/>
            <pc:sldMk cId="3235930379" sldId="258"/>
            <ac:cxnSpMk id="100" creationId="{48A24620-1424-9ABF-54EA-F6F08DAEEA13}"/>
          </ac:cxnSpMkLst>
        </pc:cxnChg>
        <pc:cxnChg chg="mod">
          <ac:chgData name="744311194@qq.com" userId="e2a28223f2085f4b" providerId="LiveId" clId="{93EAE7B5-FDEE-48D0-B65C-03455E3B8632}" dt="2026-06-19T02:04:00.122" v="400"/>
          <ac:cxnSpMkLst>
            <pc:docMk/>
            <pc:sldMk cId="3235930379" sldId="258"/>
            <ac:cxnSpMk id="101" creationId="{4029E1BD-9F4D-B542-8D9D-4B78E1F68AA2}"/>
          </ac:cxnSpMkLst>
        </pc:cxnChg>
        <pc:cxnChg chg="mod">
          <ac:chgData name="744311194@qq.com" userId="e2a28223f2085f4b" providerId="LiveId" clId="{93EAE7B5-FDEE-48D0-B65C-03455E3B8632}" dt="2026-06-19T02:04:30.830" v="409" actId="14100"/>
          <ac:cxnSpMkLst>
            <pc:docMk/>
            <pc:sldMk cId="3235930379" sldId="258"/>
            <ac:cxnSpMk id="103" creationId="{B920A9CC-2FCC-5764-3877-2FDB606B02FF}"/>
          </ac:cxnSpMkLst>
        </pc:cxnChg>
        <pc:cxnChg chg="mod">
          <ac:chgData name="744311194@qq.com" userId="e2a28223f2085f4b" providerId="LiveId" clId="{93EAE7B5-FDEE-48D0-B65C-03455E3B8632}" dt="2026-06-19T02:04:04.719" v="403"/>
          <ac:cxnSpMkLst>
            <pc:docMk/>
            <pc:sldMk cId="3235930379" sldId="258"/>
            <ac:cxnSpMk id="104" creationId="{C5C0D7BA-6E24-19EA-B2C6-E8A114C172DD}"/>
          </ac:cxnSpMkLst>
        </pc:cxnChg>
        <pc:cxnChg chg="mod">
          <ac:chgData name="744311194@qq.com" userId="e2a28223f2085f4b" providerId="LiveId" clId="{93EAE7B5-FDEE-48D0-B65C-03455E3B8632}" dt="2026-06-19T02:04:41.844" v="412"/>
          <ac:cxnSpMkLst>
            <pc:docMk/>
            <pc:sldMk cId="3235930379" sldId="258"/>
            <ac:cxnSpMk id="111" creationId="{8261C063-E85E-5962-0CC6-23E5AC675BC9}"/>
          </ac:cxnSpMkLst>
        </pc:cxnChg>
        <pc:cxnChg chg="mod">
          <ac:chgData name="744311194@qq.com" userId="e2a28223f2085f4b" providerId="LiveId" clId="{93EAE7B5-FDEE-48D0-B65C-03455E3B8632}" dt="2026-06-19T02:04:41.844" v="412"/>
          <ac:cxnSpMkLst>
            <pc:docMk/>
            <pc:sldMk cId="3235930379" sldId="258"/>
            <ac:cxnSpMk id="112" creationId="{4B8A5BA5-D378-473C-7989-33F544438C63}"/>
          </ac:cxnSpMkLst>
        </pc:cxnChg>
        <pc:cxnChg chg="add mod">
          <ac:chgData name="744311194@qq.com" userId="e2a28223f2085f4b" providerId="LiveId" clId="{93EAE7B5-FDEE-48D0-B65C-03455E3B8632}" dt="2026-06-19T02:06:01.891" v="443" actId="1076"/>
          <ac:cxnSpMkLst>
            <pc:docMk/>
            <pc:sldMk cId="3235930379" sldId="258"/>
            <ac:cxnSpMk id="116" creationId="{8F9265D9-65BC-F2C7-B922-588ACE01ACFC}"/>
          </ac:cxnSpMkLst>
        </pc:cxnChg>
        <pc:cxnChg chg="mod">
          <ac:chgData name="744311194@qq.com" userId="e2a28223f2085f4b" providerId="LiveId" clId="{93EAE7B5-FDEE-48D0-B65C-03455E3B8632}" dt="2026-06-19T02:06:07.662" v="445"/>
          <ac:cxnSpMkLst>
            <pc:docMk/>
            <pc:sldMk cId="3235930379" sldId="258"/>
            <ac:cxnSpMk id="119" creationId="{31131A20-7291-140A-26D5-7120DB911202}"/>
          </ac:cxnSpMkLst>
        </pc:cxnChg>
        <pc:cxnChg chg="mod">
          <ac:chgData name="744311194@qq.com" userId="e2a28223f2085f4b" providerId="LiveId" clId="{93EAE7B5-FDEE-48D0-B65C-03455E3B8632}" dt="2026-06-19T02:06:07.662" v="445"/>
          <ac:cxnSpMkLst>
            <pc:docMk/>
            <pc:sldMk cId="3235930379" sldId="258"/>
            <ac:cxnSpMk id="120" creationId="{D0DF328E-D84B-9D06-78BD-B01293E65606}"/>
          </ac:cxnSpMkLst>
        </pc:cxnChg>
        <pc:cxnChg chg="mod">
          <ac:chgData name="744311194@qq.com" userId="e2a28223f2085f4b" providerId="LiveId" clId="{93EAE7B5-FDEE-48D0-B65C-03455E3B8632}" dt="2026-06-19T02:06:34.628" v="452"/>
          <ac:cxnSpMkLst>
            <pc:docMk/>
            <pc:sldMk cId="3235930379" sldId="258"/>
            <ac:cxnSpMk id="122" creationId="{41390A96-F71A-6653-DED0-8AFC2BC10801}"/>
          </ac:cxnSpMkLst>
        </pc:cxnChg>
        <pc:cxnChg chg="mod">
          <ac:chgData name="744311194@qq.com" userId="e2a28223f2085f4b" providerId="LiveId" clId="{93EAE7B5-FDEE-48D0-B65C-03455E3B8632}" dt="2026-06-19T02:06:34.628" v="452"/>
          <ac:cxnSpMkLst>
            <pc:docMk/>
            <pc:sldMk cId="3235930379" sldId="258"/>
            <ac:cxnSpMk id="123" creationId="{367AAD37-E412-4275-1C66-D5CF6471A38E}"/>
          </ac:cxnSpMkLst>
        </pc:cxnChg>
        <pc:cxnChg chg="add mod">
          <ac:chgData name="744311194@qq.com" userId="e2a28223f2085f4b" providerId="LiveId" clId="{93EAE7B5-FDEE-48D0-B65C-03455E3B8632}" dt="2026-06-19T02:07:19.708" v="463" actId="14100"/>
          <ac:cxnSpMkLst>
            <pc:docMk/>
            <pc:sldMk cId="3235930379" sldId="258"/>
            <ac:cxnSpMk id="124" creationId="{85134D0E-ACE2-D1F2-01D0-AD1AC29D62D5}"/>
          </ac:cxnSpMkLst>
        </pc:cxnChg>
      </pc:sldChg>
      <pc:sldChg chg="addSp delSp modSp new mod">
        <pc:chgData name="744311194@qq.com" userId="e2a28223f2085f4b" providerId="LiveId" clId="{93EAE7B5-FDEE-48D0-B65C-03455E3B8632}" dt="2026-06-19T03:42:54.093" v="638" actId="1076"/>
        <pc:sldMkLst>
          <pc:docMk/>
          <pc:sldMk cId="762849165" sldId="259"/>
        </pc:sldMkLst>
        <pc:spChg chg="add mod">
          <ac:chgData name="744311194@qq.com" userId="e2a28223f2085f4b" providerId="LiveId" clId="{93EAE7B5-FDEE-48D0-B65C-03455E3B8632}" dt="2026-06-19T03:34:01.644" v="486"/>
          <ac:spMkLst>
            <pc:docMk/>
            <pc:sldMk cId="762849165" sldId="259"/>
            <ac:spMk id="4" creationId="{13BF06F5-8FAF-441F-5B30-BD71ECD7591A}"/>
          </ac:spMkLst>
        </pc:spChg>
        <pc:spChg chg="mod">
          <ac:chgData name="744311194@qq.com" userId="e2a28223f2085f4b" providerId="LiveId" clId="{93EAE7B5-FDEE-48D0-B65C-03455E3B8632}" dt="2026-06-19T03:34:15.733" v="490" actId="1076"/>
          <ac:spMkLst>
            <pc:docMk/>
            <pc:sldMk cId="762849165" sldId="259"/>
            <ac:spMk id="6" creationId="{E75A4EE1-18D4-32DB-D3A5-C8A7F49B0ACF}"/>
          </ac:spMkLst>
        </pc:spChg>
        <pc:spChg chg="mod">
          <ac:chgData name="744311194@qq.com" userId="e2a28223f2085f4b" providerId="LiveId" clId="{93EAE7B5-FDEE-48D0-B65C-03455E3B8632}" dt="2026-06-19T03:34:13.201" v="488"/>
          <ac:spMkLst>
            <pc:docMk/>
            <pc:sldMk cId="762849165" sldId="259"/>
            <ac:spMk id="7" creationId="{25DF477E-515D-E159-30FA-182939611721}"/>
          </ac:spMkLst>
        </pc:spChg>
        <pc:spChg chg="mod">
          <ac:chgData name="744311194@qq.com" userId="e2a28223f2085f4b" providerId="LiveId" clId="{93EAE7B5-FDEE-48D0-B65C-03455E3B8632}" dt="2026-06-19T03:34:13.201" v="488"/>
          <ac:spMkLst>
            <pc:docMk/>
            <pc:sldMk cId="762849165" sldId="259"/>
            <ac:spMk id="9" creationId="{F991578E-C516-CCC0-C195-8216E90436BF}"/>
          </ac:spMkLst>
        </pc:spChg>
        <pc:spChg chg="mod">
          <ac:chgData name="744311194@qq.com" userId="e2a28223f2085f4b" providerId="LiveId" clId="{93EAE7B5-FDEE-48D0-B65C-03455E3B8632}" dt="2026-06-19T03:34:33.719" v="500" actId="1076"/>
          <ac:spMkLst>
            <pc:docMk/>
            <pc:sldMk cId="762849165" sldId="259"/>
            <ac:spMk id="10" creationId="{A0B239D6-D26E-1EAC-46C0-B24D92474ED7}"/>
          </ac:spMkLst>
        </pc:spChg>
        <pc:spChg chg="mod">
          <ac:chgData name="744311194@qq.com" userId="e2a28223f2085f4b" providerId="LiveId" clId="{93EAE7B5-FDEE-48D0-B65C-03455E3B8632}" dt="2026-06-19T03:34:34.319" v="501" actId="1076"/>
          <ac:spMkLst>
            <pc:docMk/>
            <pc:sldMk cId="762849165" sldId="259"/>
            <ac:spMk id="11" creationId="{15DDD0E9-A9A0-B73B-9F1B-7540B5722985}"/>
          </ac:spMkLst>
        </pc:spChg>
        <pc:spChg chg="mod">
          <ac:chgData name="744311194@qq.com" userId="e2a28223f2085f4b" providerId="LiveId" clId="{93EAE7B5-FDEE-48D0-B65C-03455E3B8632}" dt="2026-06-19T03:34:34.912" v="502" actId="1076"/>
          <ac:spMkLst>
            <pc:docMk/>
            <pc:sldMk cId="762849165" sldId="259"/>
            <ac:spMk id="12" creationId="{10263301-10B4-88B4-8B16-3B4149E78D72}"/>
          </ac:spMkLst>
        </pc:spChg>
        <pc:spChg chg="mod">
          <ac:chgData name="744311194@qq.com" userId="e2a28223f2085f4b" providerId="LiveId" clId="{93EAE7B5-FDEE-48D0-B65C-03455E3B8632}" dt="2026-06-19T03:34:13.201" v="488"/>
          <ac:spMkLst>
            <pc:docMk/>
            <pc:sldMk cId="762849165" sldId="259"/>
            <ac:spMk id="13" creationId="{7A7A47DD-FF87-0D19-5CD2-6B7C8AA4B5D7}"/>
          </ac:spMkLst>
        </pc:spChg>
        <pc:spChg chg="mod">
          <ac:chgData name="744311194@qq.com" userId="e2a28223f2085f4b" providerId="LiveId" clId="{93EAE7B5-FDEE-48D0-B65C-03455E3B8632}" dt="2026-06-19T03:34:38.047" v="504" actId="1076"/>
          <ac:spMkLst>
            <pc:docMk/>
            <pc:sldMk cId="762849165" sldId="259"/>
            <ac:spMk id="14" creationId="{C1E79823-95BE-C6F1-2D3F-7AD80C5FBEA3}"/>
          </ac:spMkLst>
        </pc:spChg>
        <pc:spChg chg="mod">
          <ac:chgData name="744311194@qq.com" userId="e2a28223f2085f4b" providerId="LiveId" clId="{93EAE7B5-FDEE-48D0-B65C-03455E3B8632}" dt="2026-06-19T03:34:13.201" v="488"/>
          <ac:spMkLst>
            <pc:docMk/>
            <pc:sldMk cId="762849165" sldId="259"/>
            <ac:spMk id="15" creationId="{024EC9B4-1225-47B8-9F4B-264ADB0D209A}"/>
          </ac:spMkLst>
        </pc:spChg>
        <pc:spChg chg="mod">
          <ac:chgData name="744311194@qq.com" userId="e2a28223f2085f4b" providerId="LiveId" clId="{93EAE7B5-FDEE-48D0-B65C-03455E3B8632}" dt="2026-06-19T03:34:13.201" v="488"/>
          <ac:spMkLst>
            <pc:docMk/>
            <pc:sldMk cId="762849165" sldId="259"/>
            <ac:spMk id="19" creationId="{B1E3B547-F9F8-AFBB-E50B-9A601B9CAFF1}"/>
          </ac:spMkLst>
        </pc:spChg>
        <pc:spChg chg="mod">
          <ac:chgData name="744311194@qq.com" userId="e2a28223f2085f4b" providerId="LiveId" clId="{93EAE7B5-FDEE-48D0-B65C-03455E3B8632}" dt="2026-06-19T03:34:40.817" v="506"/>
          <ac:spMkLst>
            <pc:docMk/>
            <pc:sldMk cId="762849165" sldId="259"/>
            <ac:spMk id="22" creationId="{4447F48E-6E2D-EC8B-43FF-1DE48B99C3DB}"/>
          </ac:spMkLst>
        </pc:spChg>
        <pc:spChg chg="mod">
          <ac:chgData name="744311194@qq.com" userId="e2a28223f2085f4b" providerId="LiveId" clId="{93EAE7B5-FDEE-48D0-B65C-03455E3B8632}" dt="2026-06-19T03:34:40.817" v="506"/>
          <ac:spMkLst>
            <pc:docMk/>
            <pc:sldMk cId="762849165" sldId="259"/>
            <ac:spMk id="23" creationId="{286051F9-8E6D-7D3A-0090-5419C464419E}"/>
          </ac:spMkLst>
        </pc:spChg>
        <pc:spChg chg="mod">
          <ac:chgData name="744311194@qq.com" userId="e2a28223f2085f4b" providerId="LiveId" clId="{93EAE7B5-FDEE-48D0-B65C-03455E3B8632}" dt="2026-06-19T03:34:40.817" v="506"/>
          <ac:spMkLst>
            <pc:docMk/>
            <pc:sldMk cId="762849165" sldId="259"/>
            <ac:spMk id="25" creationId="{330987FF-E9EA-CBE6-5805-4000B08485AC}"/>
          </ac:spMkLst>
        </pc:spChg>
        <pc:spChg chg="mod">
          <ac:chgData name="744311194@qq.com" userId="e2a28223f2085f4b" providerId="LiveId" clId="{93EAE7B5-FDEE-48D0-B65C-03455E3B8632}" dt="2026-06-19T03:34:40.817" v="506"/>
          <ac:spMkLst>
            <pc:docMk/>
            <pc:sldMk cId="762849165" sldId="259"/>
            <ac:spMk id="26" creationId="{F561E3A2-CE24-C8C4-EE8E-95006B25034A}"/>
          </ac:spMkLst>
        </pc:spChg>
        <pc:spChg chg="mod">
          <ac:chgData name="744311194@qq.com" userId="e2a28223f2085f4b" providerId="LiveId" clId="{93EAE7B5-FDEE-48D0-B65C-03455E3B8632}" dt="2026-06-19T03:34:40.817" v="506"/>
          <ac:spMkLst>
            <pc:docMk/>
            <pc:sldMk cId="762849165" sldId="259"/>
            <ac:spMk id="27" creationId="{2DEE55AE-DC3C-8026-0BAF-5CBC4C6F6AB9}"/>
          </ac:spMkLst>
        </pc:spChg>
        <pc:spChg chg="mod">
          <ac:chgData name="744311194@qq.com" userId="e2a28223f2085f4b" providerId="LiveId" clId="{93EAE7B5-FDEE-48D0-B65C-03455E3B8632}" dt="2026-06-19T03:34:40.817" v="506"/>
          <ac:spMkLst>
            <pc:docMk/>
            <pc:sldMk cId="762849165" sldId="259"/>
            <ac:spMk id="28" creationId="{D2810070-8418-923F-3828-8AD85608617A}"/>
          </ac:spMkLst>
        </pc:spChg>
        <pc:spChg chg="mod">
          <ac:chgData name="744311194@qq.com" userId="e2a28223f2085f4b" providerId="LiveId" clId="{93EAE7B5-FDEE-48D0-B65C-03455E3B8632}" dt="2026-06-19T03:34:40.817" v="506"/>
          <ac:spMkLst>
            <pc:docMk/>
            <pc:sldMk cId="762849165" sldId="259"/>
            <ac:spMk id="29" creationId="{EFE6DE4B-FFAD-A28F-618D-A1057F3BC8B8}"/>
          </ac:spMkLst>
        </pc:spChg>
        <pc:spChg chg="mod">
          <ac:chgData name="744311194@qq.com" userId="e2a28223f2085f4b" providerId="LiveId" clId="{93EAE7B5-FDEE-48D0-B65C-03455E3B8632}" dt="2026-06-19T03:34:40.817" v="506"/>
          <ac:spMkLst>
            <pc:docMk/>
            <pc:sldMk cId="762849165" sldId="259"/>
            <ac:spMk id="30" creationId="{06C69A69-43A1-AFBC-136F-2C52A276F67B}"/>
          </ac:spMkLst>
        </pc:spChg>
        <pc:spChg chg="mod">
          <ac:chgData name="744311194@qq.com" userId="e2a28223f2085f4b" providerId="LiveId" clId="{93EAE7B5-FDEE-48D0-B65C-03455E3B8632}" dt="2026-06-19T03:34:40.817" v="506"/>
          <ac:spMkLst>
            <pc:docMk/>
            <pc:sldMk cId="762849165" sldId="259"/>
            <ac:spMk id="31" creationId="{7AD44C31-DE48-F632-D5A3-BED1739A68B1}"/>
          </ac:spMkLst>
        </pc:spChg>
        <pc:spChg chg="del mod">
          <ac:chgData name="744311194@qq.com" userId="e2a28223f2085f4b" providerId="LiveId" clId="{93EAE7B5-FDEE-48D0-B65C-03455E3B8632}" dt="2026-06-19T03:34:47.562" v="509" actId="478"/>
          <ac:spMkLst>
            <pc:docMk/>
            <pc:sldMk cId="762849165" sldId="259"/>
            <ac:spMk id="34" creationId="{7C25C1B9-F4A8-A8CF-62E0-EA2519AF3C83}"/>
          </ac:spMkLst>
        </pc:spChg>
        <pc:spChg chg="del">
          <ac:chgData name="744311194@qq.com" userId="e2a28223f2085f4b" providerId="LiveId" clId="{93EAE7B5-FDEE-48D0-B65C-03455E3B8632}" dt="2026-06-19T03:34:49.473" v="510" actId="478"/>
          <ac:spMkLst>
            <pc:docMk/>
            <pc:sldMk cId="762849165" sldId="259"/>
            <ac:spMk id="35" creationId="{5D3BBD7E-3FFF-F78C-5F19-6671E2854944}"/>
          </ac:spMkLst>
        </pc:spChg>
        <pc:spChg chg="add mod">
          <ac:chgData name="744311194@qq.com" userId="e2a28223f2085f4b" providerId="LiveId" clId="{93EAE7B5-FDEE-48D0-B65C-03455E3B8632}" dt="2026-06-19T03:37:47.037" v="555" actId="1076"/>
          <ac:spMkLst>
            <pc:docMk/>
            <pc:sldMk cId="762849165" sldId="259"/>
            <ac:spMk id="52" creationId="{D955452E-7D02-32D5-1E56-20070E7A50ED}"/>
          </ac:spMkLst>
        </pc:spChg>
        <pc:spChg chg="add mod">
          <ac:chgData name="744311194@qq.com" userId="e2a28223f2085f4b" providerId="LiveId" clId="{93EAE7B5-FDEE-48D0-B65C-03455E3B8632}" dt="2026-06-19T03:41:33.110" v="614" actId="1076"/>
          <ac:spMkLst>
            <pc:docMk/>
            <pc:sldMk cId="762849165" sldId="259"/>
            <ac:spMk id="56" creationId="{081B495B-446D-9A40-96F3-3A0C57394D51}"/>
          </ac:spMkLst>
        </pc:spChg>
        <pc:spChg chg="add mod">
          <ac:chgData name="744311194@qq.com" userId="e2a28223f2085f4b" providerId="LiveId" clId="{93EAE7B5-FDEE-48D0-B65C-03455E3B8632}" dt="2026-06-19T03:42:40.973" v="636" actId="555"/>
          <ac:spMkLst>
            <pc:docMk/>
            <pc:sldMk cId="762849165" sldId="259"/>
            <ac:spMk id="57" creationId="{B13423E1-F0CB-C1EA-1D97-D991D0614536}"/>
          </ac:spMkLst>
        </pc:spChg>
        <pc:spChg chg="add mod">
          <ac:chgData name="744311194@qq.com" userId="e2a28223f2085f4b" providerId="LiveId" clId="{93EAE7B5-FDEE-48D0-B65C-03455E3B8632}" dt="2026-06-19T03:42:40.973" v="636" actId="555"/>
          <ac:spMkLst>
            <pc:docMk/>
            <pc:sldMk cId="762849165" sldId="259"/>
            <ac:spMk id="58" creationId="{BB55BE8A-0BFA-F3C6-8632-22735262222C}"/>
          </ac:spMkLst>
        </pc:spChg>
        <pc:spChg chg="add mod">
          <ac:chgData name="744311194@qq.com" userId="e2a28223f2085f4b" providerId="LiveId" clId="{93EAE7B5-FDEE-48D0-B65C-03455E3B8632}" dt="2026-06-19T03:39:01.125" v="575" actId="14100"/>
          <ac:spMkLst>
            <pc:docMk/>
            <pc:sldMk cId="762849165" sldId="259"/>
            <ac:spMk id="59" creationId="{E13AF9C1-1791-0B0D-DF21-43BC619FD1CD}"/>
          </ac:spMkLst>
        </pc:spChg>
        <pc:spChg chg="mod">
          <ac:chgData name="744311194@qq.com" userId="e2a28223f2085f4b" providerId="LiveId" clId="{93EAE7B5-FDEE-48D0-B65C-03455E3B8632}" dt="2026-06-19T03:39:21.039" v="580"/>
          <ac:spMkLst>
            <pc:docMk/>
            <pc:sldMk cId="762849165" sldId="259"/>
            <ac:spMk id="67" creationId="{AC46D473-5D4A-163F-3358-3B8C9FB05FB0}"/>
          </ac:spMkLst>
        </pc:spChg>
        <pc:spChg chg="mod">
          <ac:chgData name="744311194@qq.com" userId="e2a28223f2085f4b" providerId="LiveId" clId="{93EAE7B5-FDEE-48D0-B65C-03455E3B8632}" dt="2026-06-19T03:39:21.039" v="580"/>
          <ac:spMkLst>
            <pc:docMk/>
            <pc:sldMk cId="762849165" sldId="259"/>
            <ac:spMk id="68" creationId="{54F56791-42FA-2218-D235-8382F7C7207B}"/>
          </ac:spMkLst>
        </pc:spChg>
        <pc:spChg chg="add mod">
          <ac:chgData name="744311194@qq.com" userId="e2a28223f2085f4b" providerId="LiveId" clId="{93EAE7B5-FDEE-48D0-B65C-03455E3B8632}" dt="2026-06-19T03:41:55.611" v="623" actId="1076"/>
          <ac:spMkLst>
            <pc:docMk/>
            <pc:sldMk cId="762849165" sldId="259"/>
            <ac:spMk id="89" creationId="{10C1F496-37D8-74CB-4C87-6E7D9600FBA3}"/>
          </ac:spMkLst>
        </pc:spChg>
        <pc:spChg chg="add mod">
          <ac:chgData name="744311194@qq.com" userId="e2a28223f2085f4b" providerId="LiveId" clId="{93EAE7B5-FDEE-48D0-B65C-03455E3B8632}" dt="2026-06-19T03:42:33.795" v="635" actId="1076"/>
          <ac:spMkLst>
            <pc:docMk/>
            <pc:sldMk cId="762849165" sldId="259"/>
            <ac:spMk id="91" creationId="{3CFFB73E-89B9-4DCE-BFCE-DDC92F412781}"/>
          </ac:spMkLst>
        </pc:spChg>
        <pc:spChg chg="add mod">
          <ac:chgData name="744311194@qq.com" userId="e2a28223f2085f4b" providerId="LiveId" clId="{93EAE7B5-FDEE-48D0-B65C-03455E3B8632}" dt="2026-06-19T03:42:04.580" v="625" actId="571"/>
          <ac:spMkLst>
            <pc:docMk/>
            <pc:sldMk cId="762849165" sldId="259"/>
            <ac:spMk id="92" creationId="{7081C4CF-FE29-801E-A0EE-823848096293}"/>
          </ac:spMkLst>
        </pc:spChg>
        <pc:spChg chg="add mod">
          <ac:chgData name="744311194@qq.com" userId="e2a28223f2085f4b" providerId="LiveId" clId="{93EAE7B5-FDEE-48D0-B65C-03455E3B8632}" dt="2026-06-19T03:42:07.870" v="627" actId="1076"/>
          <ac:spMkLst>
            <pc:docMk/>
            <pc:sldMk cId="762849165" sldId="259"/>
            <ac:spMk id="93" creationId="{4B4FEA38-9652-789E-8E22-3BC5D0DE3CBF}"/>
          </ac:spMkLst>
        </pc:spChg>
        <pc:spChg chg="add mod">
          <ac:chgData name="744311194@qq.com" userId="e2a28223f2085f4b" providerId="LiveId" clId="{93EAE7B5-FDEE-48D0-B65C-03455E3B8632}" dt="2026-06-19T03:42:22.899" v="632" actId="1076"/>
          <ac:spMkLst>
            <pc:docMk/>
            <pc:sldMk cId="762849165" sldId="259"/>
            <ac:spMk id="94" creationId="{437BE211-084E-FAB6-ABB6-7A496E8B21BD}"/>
          </ac:spMkLst>
        </pc:spChg>
        <pc:spChg chg="add mod">
          <ac:chgData name="744311194@qq.com" userId="e2a28223f2085f4b" providerId="LiveId" clId="{93EAE7B5-FDEE-48D0-B65C-03455E3B8632}" dt="2026-06-19T03:42:26.950" v="634" actId="1076"/>
          <ac:spMkLst>
            <pc:docMk/>
            <pc:sldMk cId="762849165" sldId="259"/>
            <ac:spMk id="95" creationId="{40D8C332-AA87-0F22-8C2F-9B518CBCAB9C}"/>
          </ac:spMkLst>
        </pc:spChg>
        <pc:spChg chg="add mod">
          <ac:chgData name="744311194@qq.com" userId="e2a28223f2085f4b" providerId="LiveId" clId="{93EAE7B5-FDEE-48D0-B65C-03455E3B8632}" dt="2026-06-19T03:42:54.093" v="638" actId="1076"/>
          <ac:spMkLst>
            <pc:docMk/>
            <pc:sldMk cId="762849165" sldId="259"/>
            <ac:spMk id="96" creationId="{1B3DF240-D933-C802-23C7-F2AC4A1FDA65}"/>
          </ac:spMkLst>
        </pc:spChg>
        <pc:grpChg chg="mod">
          <ac:chgData name="744311194@qq.com" userId="e2a28223f2085f4b" providerId="LiveId" clId="{93EAE7B5-FDEE-48D0-B65C-03455E3B8632}" dt="2026-06-19T03:34:44.715" v="508" actId="1076"/>
          <ac:grpSpMkLst>
            <pc:docMk/>
            <pc:sldMk cId="762849165" sldId="259"/>
            <ac:grpSpMk id="5" creationId="{F78B2012-B826-5DE1-50C3-3DC4D638300A}"/>
          </ac:grpSpMkLst>
        </pc:grpChg>
        <pc:grpChg chg="mod">
          <ac:chgData name="744311194@qq.com" userId="e2a28223f2085f4b" providerId="LiveId" clId="{93EAE7B5-FDEE-48D0-B65C-03455E3B8632}" dt="2026-06-19T03:34:52.764" v="511" actId="1076"/>
          <ac:grpSpMkLst>
            <pc:docMk/>
            <pc:sldMk cId="762849165" sldId="259"/>
            <ac:grpSpMk id="21" creationId="{D99931E1-A50D-C33D-8A3C-65813294BB4D}"/>
          </ac:grpSpMkLst>
        </pc:grpChg>
        <pc:grpChg chg="add mod">
          <ac:chgData name="744311194@qq.com" userId="e2a28223f2085f4b" providerId="LiveId" clId="{93EAE7B5-FDEE-48D0-B65C-03455E3B8632}" dt="2026-06-19T03:35:17.974" v="521" actId="164"/>
          <ac:grpSpMkLst>
            <pc:docMk/>
            <pc:sldMk cId="762849165" sldId="259"/>
            <ac:grpSpMk id="37" creationId="{03BEDA59-E0EF-6940-6DFE-C39448DD0E76}"/>
          </ac:grpSpMkLst>
        </pc:grpChg>
        <pc:grpChg chg="add mod">
          <ac:chgData name="744311194@qq.com" userId="e2a28223f2085f4b" providerId="LiveId" clId="{93EAE7B5-FDEE-48D0-B65C-03455E3B8632}" dt="2026-06-19T03:35:34.314" v="527" actId="14100"/>
          <ac:grpSpMkLst>
            <pc:docMk/>
            <pc:sldMk cId="762849165" sldId="259"/>
            <ac:grpSpMk id="41" creationId="{5AF03AC5-27D2-D765-187C-8EF018995E6D}"/>
          </ac:grpSpMkLst>
        </pc:grpChg>
        <pc:grpChg chg="add mod">
          <ac:chgData name="744311194@qq.com" userId="e2a28223f2085f4b" providerId="LiveId" clId="{93EAE7B5-FDEE-48D0-B65C-03455E3B8632}" dt="2026-06-19T03:35:31.245" v="526" actId="14100"/>
          <ac:grpSpMkLst>
            <pc:docMk/>
            <pc:sldMk cId="762849165" sldId="259"/>
            <ac:grpSpMk id="42" creationId="{8F585A03-0ADB-2B1F-7D9C-B1C4896B09A0}"/>
          </ac:grpSpMkLst>
        </pc:grpChg>
        <pc:grpChg chg="mod">
          <ac:chgData name="744311194@qq.com" userId="e2a28223f2085f4b" providerId="LiveId" clId="{93EAE7B5-FDEE-48D0-B65C-03455E3B8632}" dt="2026-06-19T03:35:19.019" v="522"/>
          <ac:grpSpMkLst>
            <pc:docMk/>
            <pc:sldMk cId="762849165" sldId="259"/>
            <ac:grpSpMk id="43" creationId="{0040A608-1483-D033-EB04-ED783F9A37CE}"/>
          </ac:grpSpMkLst>
        </pc:grpChg>
        <pc:grpChg chg="add mod">
          <ac:chgData name="744311194@qq.com" userId="e2a28223f2085f4b" providerId="LiveId" clId="{93EAE7B5-FDEE-48D0-B65C-03455E3B8632}" dt="2026-06-19T03:38:26.865" v="571" actId="1037"/>
          <ac:grpSpMkLst>
            <pc:docMk/>
            <pc:sldMk cId="762849165" sldId="259"/>
            <ac:grpSpMk id="49" creationId="{58E181A8-8AAE-D8F0-EE4A-76FFDA6F7D9E}"/>
          </ac:grpSpMkLst>
        </pc:grpChg>
        <pc:grpChg chg="add mod">
          <ac:chgData name="744311194@qq.com" userId="e2a28223f2085f4b" providerId="LiveId" clId="{93EAE7B5-FDEE-48D0-B65C-03455E3B8632}" dt="2026-06-19T03:38:29.556" v="572" actId="1037"/>
          <ac:grpSpMkLst>
            <pc:docMk/>
            <pc:sldMk cId="762849165" sldId="259"/>
            <ac:grpSpMk id="53" creationId="{6DF44D37-F021-4CFC-D48A-1ED9C82E7CCB}"/>
          </ac:grpSpMkLst>
        </pc:grpChg>
        <pc:grpChg chg="add mod">
          <ac:chgData name="744311194@qq.com" userId="e2a28223f2085f4b" providerId="LiveId" clId="{93EAE7B5-FDEE-48D0-B65C-03455E3B8632}" dt="2026-06-19T03:39:27.547" v="582" actId="14100"/>
          <ac:grpSpMkLst>
            <pc:docMk/>
            <pc:sldMk cId="762849165" sldId="259"/>
            <ac:grpSpMk id="60" creationId="{589DA6AC-4B80-63C0-1C42-6BB88C6D7B40}"/>
          </ac:grpSpMkLst>
        </pc:grpChg>
        <pc:grpChg chg="add mod">
          <ac:chgData name="744311194@qq.com" userId="e2a28223f2085f4b" providerId="LiveId" clId="{93EAE7B5-FDEE-48D0-B65C-03455E3B8632}" dt="2026-06-19T03:40:48.206" v="607" actId="14100"/>
          <ac:grpSpMkLst>
            <pc:docMk/>
            <pc:sldMk cId="762849165" sldId="259"/>
            <ac:grpSpMk id="63" creationId="{824AB323-9872-CDB0-FBC5-E49A1E2E99DC}"/>
          </ac:grpSpMkLst>
        </pc:grpChg>
        <pc:grpChg chg="add mod">
          <ac:chgData name="744311194@qq.com" userId="e2a28223f2085f4b" providerId="LiveId" clId="{93EAE7B5-FDEE-48D0-B65C-03455E3B8632}" dt="2026-06-19T03:39:33.007" v="584" actId="1076"/>
          <ac:grpSpMkLst>
            <pc:docMk/>
            <pc:sldMk cId="762849165" sldId="259"/>
            <ac:grpSpMk id="66" creationId="{BC6EA6E2-F5A2-B729-392C-19455238C4B4}"/>
          </ac:grpSpMkLst>
        </pc:grpChg>
        <pc:grpChg chg="add mod">
          <ac:chgData name="744311194@qq.com" userId="e2a28223f2085f4b" providerId="LiveId" clId="{93EAE7B5-FDEE-48D0-B65C-03455E3B8632}" dt="2026-06-19T03:40:55.164" v="609" actId="14100"/>
          <ac:grpSpMkLst>
            <pc:docMk/>
            <pc:sldMk cId="762849165" sldId="259"/>
            <ac:grpSpMk id="69" creationId="{B346A8E6-FB1D-01F9-21AF-32B6C477595E}"/>
          </ac:grpSpMkLst>
        </pc:grpChg>
        <pc:grpChg chg="add del mod">
          <ac:chgData name="744311194@qq.com" userId="e2a28223f2085f4b" providerId="LiveId" clId="{93EAE7B5-FDEE-48D0-B65C-03455E3B8632}" dt="2026-06-19T03:39:54.794" v="592" actId="478"/>
          <ac:grpSpMkLst>
            <pc:docMk/>
            <pc:sldMk cId="762849165" sldId="259"/>
            <ac:grpSpMk id="72" creationId="{1BD96C30-A05B-8C72-7D90-06ABBC60D3C4}"/>
          </ac:grpSpMkLst>
        </pc:grpChg>
        <pc:grpChg chg="add del mod">
          <ac:chgData name="744311194@qq.com" userId="e2a28223f2085f4b" providerId="LiveId" clId="{93EAE7B5-FDEE-48D0-B65C-03455E3B8632}" dt="2026-06-19T03:40:12.994" v="594" actId="478"/>
          <ac:grpSpMkLst>
            <pc:docMk/>
            <pc:sldMk cId="762849165" sldId="259"/>
            <ac:grpSpMk id="75" creationId="{C45BD262-13F2-49F2-8113-AFE8F12AD89D}"/>
          </ac:grpSpMkLst>
        </pc:grpChg>
        <pc:grpChg chg="add mod">
          <ac:chgData name="744311194@qq.com" userId="e2a28223f2085f4b" providerId="LiveId" clId="{93EAE7B5-FDEE-48D0-B65C-03455E3B8632}" dt="2026-06-19T03:40:24.476" v="598" actId="14100"/>
          <ac:grpSpMkLst>
            <pc:docMk/>
            <pc:sldMk cId="762849165" sldId="259"/>
            <ac:grpSpMk id="79" creationId="{FFE2AFA9-259D-E957-0479-F746E2A53ACE}"/>
          </ac:grpSpMkLst>
        </pc:grpChg>
        <pc:grpChg chg="add mod">
          <ac:chgData name="744311194@qq.com" userId="e2a28223f2085f4b" providerId="LiveId" clId="{93EAE7B5-FDEE-48D0-B65C-03455E3B8632}" dt="2026-06-19T03:40:33.948" v="601" actId="14100"/>
          <ac:grpSpMkLst>
            <pc:docMk/>
            <pc:sldMk cId="762849165" sldId="259"/>
            <ac:grpSpMk id="80" creationId="{3AFAD3CF-37D1-8137-EA89-9BB9CC31F1A5}"/>
          </ac:grpSpMkLst>
        </pc:grpChg>
        <pc:grpChg chg="add mod">
          <ac:chgData name="744311194@qq.com" userId="e2a28223f2085f4b" providerId="LiveId" clId="{93EAE7B5-FDEE-48D0-B65C-03455E3B8632}" dt="2026-06-19T03:40:42.484" v="604" actId="14100"/>
          <ac:grpSpMkLst>
            <pc:docMk/>
            <pc:sldMk cId="762849165" sldId="259"/>
            <ac:grpSpMk id="83" creationId="{76F29E00-A949-9FC1-5F25-CB6DED3DE551}"/>
          </ac:grpSpMkLst>
        </pc:grpChg>
        <pc:picChg chg="add mod modCrop">
          <ac:chgData name="744311194@qq.com" userId="e2a28223f2085f4b" providerId="LiveId" clId="{93EAE7B5-FDEE-48D0-B65C-03455E3B8632}" dt="2026-06-19T03:34:17.575" v="492" actId="1076"/>
          <ac:picMkLst>
            <pc:docMk/>
            <pc:sldMk cId="762849165" sldId="259"/>
            <ac:picMk id="3" creationId="{698ACCEA-B6F2-F971-1B52-7884A099ECE3}"/>
          </ac:picMkLst>
        </pc:picChg>
        <pc:cxnChg chg="mod">
          <ac:chgData name="744311194@qq.com" userId="e2a28223f2085f4b" providerId="LiveId" clId="{93EAE7B5-FDEE-48D0-B65C-03455E3B8632}" dt="2026-06-19T03:35:43.420" v="530" actId="14100"/>
          <ac:cxnSpMkLst>
            <pc:docMk/>
            <pc:sldMk cId="762849165" sldId="259"/>
            <ac:cxnSpMk id="20" creationId="{BD646BB7-F00A-543C-2608-4A83F19C76CE}"/>
          </ac:cxnSpMkLst>
        </pc:cxnChg>
        <pc:cxnChg chg="mod">
          <ac:chgData name="744311194@qq.com" userId="e2a28223f2085f4b" providerId="LiveId" clId="{93EAE7B5-FDEE-48D0-B65C-03455E3B8632}" dt="2026-06-19T03:41:02.574" v="610" actId="14100"/>
          <ac:cxnSpMkLst>
            <pc:docMk/>
            <pc:sldMk cId="762849165" sldId="259"/>
            <ac:cxnSpMk id="32" creationId="{81A5A984-AAA9-1FAA-56C8-0C334EF4A6A1}"/>
          </ac:cxnSpMkLst>
        </pc:cxnChg>
        <pc:cxnChg chg="mod">
          <ac:chgData name="744311194@qq.com" userId="e2a28223f2085f4b" providerId="LiveId" clId="{93EAE7B5-FDEE-48D0-B65C-03455E3B8632}" dt="2026-06-19T03:41:07.659" v="611" actId="14100"/>
          <ac:cxnSpMkLst>
            <pc:docMk/>
            <pc:sldMk cId="762849165" sldId="259"/>
            <ac:cxnSpMk id="33" creationId="{DD72E512-20F8-FC84-21E0-DB1F01E4252A}"/>
          </ac:cxnSpMkLst>
        </pc:cxnChg>
        <pc:cxnChg chg="mod">
          <ac:chgData name="744311194@qq.com" userId="e2a28223f2085f4b" providerId="LiveId" clId="{93EAE7B5-FDEE-48D0-B65C-03455E3B8632}" dt="2026-06-19T03:35:46.282" v="531" actId="14100"/>
          <ac:cxnSpMkLst>
            <pc:docMk/>
            <pc:sldMk cId="762849165" sldId="259"/>
            <ac:cxnSpMk id="36" creationId="{962E90F5-969E-0A9D-AFC9-088127050C79}"/>
          </ac:cxnSpMkLst>
        </pc:cxnChg>
        <pc:cxnChg chg="mod">
          <ac:chgData name="744311194@qq.com" userId="e2a28223f2085f4b" providerId="LiveId" clId="{93EAE7B5-FDEE-48D0-B65C-03455E3B8632}" dt="2026-06-19T03:35:39.517" v="529" actId="1035"/>
          <ac:cxnSpMkLst>
            <pc:docMk/>
            <pc:sldMk cId="762849165" sldId="259"/>
            <ac:cxnSpMk id="38" creationId="{9EAF9FB9-2E55-02A5-7112-2FB870CE55C6}"/>
          </ac:cxnSpMkLst>
        </pc:cxnChg>
        <pc:cxnChg chg="mod">
          <ac:chgData name="744311194@qq.com" userId="e2a28223f2085f4b" providerId="LiveId" clId="{93EAE7B5-FDEE-48D0-B65C-03455E3B8632}" dt="2026-06-19T03:34:57.014" v="512"/>
          <ac:cxnSpMkLst>
            <pc:docMk/>
            <pc:sldMk cId="762849165" sldId="259"/>
            <ac:cxnSpMk id="39" creationId="{1E4180C4-F88A-16F5-18B0-E9F95ED56B70}"/>
          </ac:cxnSpMkLst>
        </pc:cxnChg>
        <pc:cxnChg chg="add mod">
          <ac:chgData name="744311194@qq.com" userId="e2a28223f2085f4b" providerId="LiveId" clId="{93EAE7B5-FDEE-48D0-B65C-03455E3B8632}" dt="2026-06-19T03:35:17.974" v="521" actId="164"/>
          <ac:cxnSpMkLst>
            <pc:docMk/>
            <pc:sldMk cId="762849165" sldId="259"/>
            <ac:cxnSpMk id="40" creationId="{5446218D-D126-E5EA-AE58-3DD945F32DBB}"/>
          </ac:cxnSpMkLst>
        </pc:cxnChg>
        <pc:cxnChg chg="mod">
          <ac:chgData name="744311194@qq.com" userId="e2a28223f2085f4b" providerId="LiveId" clId="{93EAE7B5-FDEE-48D0-B65C-03455E3B8632}" dt="2026-06-19T03:35:19.019" v="522"/>
          <ac:cxnSpMkLst>
            <pc:docMk/>
            <pc:sldMk cId="762849165" sldId="259"/>
            <ac:cxnSpMk id="44" creationId="{E94B5C7C-E8F0-9BEC-F476-DD98F5B8C595}"/>
          </ac:cxnSpMkLst>
        </pc:cxnChg>
        <pc:cxnChg chg="mod">
          <ac:chgData name="744311194@qq.com" userId="e2a28223f2085f4b" providerId="LiveId" clId="{93EAE7B5-FDEE-48D0-B65C-03455E3B8632}" dt="2026-06-19T03:35:37.124" v="528" actId="1035"/>
          <ac:cxnSpMkLst>
            <pc:docMk/>
            <pc:sldMk cId="762849165" sldId="259"/>
            <ac:cxnSpMk id="45" creationId="{CA38F9F2-3F6D-10BB-1CCD-AA8D3368F29F}"/>
          </ac:cxnSpMkLst>
        </pc:cxnChg>
        <pc:cxnChg chg="mod">
          <ac:chgData name="744311194@qq.com" userId="e2a28223f2085f4b" providerId="LiveId" clId="{93EAE7B5-FDEE-48D0-B65C-03455E3B8632}" dt="2026-06-19T03:35:19.019" v="522"/>
          <ac:cxnSpMkLst>
            <pc:docMk/>
            <pc:sldMk cId="762849165" sldId="259"/>
            <ac:cxnSpMk id="46" creationId="{33443360-6933-1BE1-10D9-CB5B99AE9A4B}"/>
          </ac:cxnSpMkLst>
        </pc:cxnChg>
        <pc:cxnChg chg="mod">
          <ac:chgData name="744311194@qq.com" userId="e2a28223f2085f4b" providerId="LiveId" clId="{93EAE7B5-FDEE-48D0-B65C-03455E3B8632}" dt="2026-06-19T03:37:41.196" v="554"/>
          <ac:cxnSpMkLst>
            <pc:docMk/>
            <pc:sldMk cId="762849165" sldId="259"/>
            <ac:cxnSpMk id="50" creationId="{98102877-BA2E-FB28-90AA-2409DD3B6B81}"/>
          </ac:cxnSpMkLst>
        </pc:cxnChg>
        <pc:cxnChg chg="mod">
          <ac:chgData name="744311194@qq.com" userId="e2a28223f2085f4b" providerId="LiveId" clId="{93EAE7B5-FDEE-48D0-B65C-03455E3B8632}" dt="2026-06-19T03:37:41.196" v="554"/>
          <ac:cxnSpMkLst>
            <pc:docMk/>
            <pc:sldMk cId="762849165" sldId="259"/>
            <ac:cxnSpMk id="51" creationId="{6D82C999-B055-A486-54FA-0721E8CD831B}"/>
          </ac:cxnSpMkLst>
        </pc:cxnChg>
        <pc:cxnChg chg="mod">
          <ac:chgData name="744311194@qq.com" userId="e2a28223f2085f4b" providerId="LiveId" clId="{93EAE7B5-FDEE-48D0-B65C-03455E3B8632}" dt="2026-06-19T03:37:48.088" v="556"/>
          <ac:cxnSpMkLst>
            <pc:docMk/>
            <pc:sldMk cId="762849165" sldId="259"/>
            <ac:cxnSpMk id="54" creationId="{AE832119-1467-FD29-1B45-307D6DB7233A}"/>
          </ac:cxnSpMkLst>
        </pc:cxnChg>
        <pc:cxnChg chg="mod">
          <ac:chgData name="744311194@qq.com" userId="e2a28223f2085f4b" providerId="LiveId" clId="{93EAE7B5-FDEE-48D0-B65C-03455E3B8632}" dt="2026-06-19T03:37:48.088" v="556"/>
          <ac:cxnSpMkLst>
            <pc:docMk/>
            <pc:sldMk cId="762849165" sldId="259"/>
            <ac:cxnSpMk id="55" creationId="{FE7D7EAC-5BD8-DD02-977B-F757BF850229}"/>
          </ac:cxnSpMkLst>
        </pc:cxnChg>
        <pc:cxnChg chg="mod">
          <ac:chgData name="744311194@qq.com" userId="e2a28223f2085f4b" providerId="LiveId" clId="{93EAE7B5-FDEE-48D0-B65C-03455E3B8632}" dt="2026-06-19T03:38:52.954" v="573"/>
          <ac:cxnSpMkLst>
            <pc:docMk/>
            <pc:sldMk cId="762849165" sldId="259"/>
            <ac:cxnSpMk id="61" creationId="{03C4F2E6-9004-F11C-E660-025E14D95268}"/>
          </ac:cxnSpMkLst>
        </pc:cxnChg>
        <pc:cxnChg chg="mod">
          <ac:chgData name="744311194@qq.com" userId="e2a28223f2085f4b" providerId="LiveId" clId="{93EAE7B5-FDEE-48D0-B65C-03455E3B8632}" dt="2026-06-19T03:38:52.954" v="573"/>
          <ac:cxnSpMkLst>
            <pc:docMk/>
            <pc:sldMk cId="762849165" sldId="259"/>
            <ac:cxnSpMk id="62" creationId="{A3A0A48B-D739-384B-5CC6-6774177CAF18}"/>
          </ac:cxnSpMkLst>
        </pc:cxnChg>
        <pc:cxnChg chg="mod">
          <ac:chgData name="744311194@qq.com" userId="e2a28223f2085f4b" providerId="LiveId" clId="{93EAE7B5-FDEE-48D0-B65C-03455E3B8632}" dt="2026-06-19T03:39:07.042" v="577"/>
          <ac:cxnSpMkLst>
            <pc:docMk/>
            <pc:sldMk cId="762849165" sldId="259"/>
            <ac:cxnSpMk id="64" creationId="{B540154D-22D7-EC51-C055-A77729BAD9C3}"/>
          </ac:cxnSpMkLst>
        </pc:cxnChg>
        <pc:cxnChg chg="mod">
          <ac:chgData name="744311194@qq.com" userId="e2a28223f2085f4b" providerId="LiveId" clId="{93EAE7B5-FDEE-48D0-B65C-03455E3B8632}" dt="2026-06-19T03:39:07.042" v="577"/>
          <ac:cxnSpMkLst>
            <pc:docMk/>
            <pc:sldMk cId="762849165" sldId="259"/>
            <ac:cxnSpMk id="65" creationId="{32A344D2-78CF-33DD-6916-25F8ECEA1ED4}"/>
          </ac:cxnSpMkLst>
        </pc:cxnChg>
        <pc:cxnChg chg="mod">
          <ac:chgData name="744311194@qq.com" userId="e2a28223f2085f4b" providerId="LiveId" clId="{93EAE7B5-FDEE-48D0-B65C-03455E3B8632}" dt="2026-06-19T03:39:34.652" v="585"/>
          <ac:cxnSpMkLst>
            <pc:docMk/>
            <pc:sldMk cId="762849165" sldId="259"/>
            <ac:cxnSpMk id="70" creationId="{82541422-FA20-EFE6-8D97-62F538222A08}"/>
          </ac:cxnSpMkLst>
        </pc:cxnChg>
        <pc:cxnChg chg="mod">
          <ac:chgData name="744311194@qq.com" userId="e2a28223f2085f4b" providerId="LiveId" clId="{93EAE7B5-FDEE-48D0-B65C-03455E3B8632}" dt="2026-06-19T03:39:34.652" v="585"/>
          <ac:cxnSpMkLst>
            <pc:docMk/>
            <pc:sldMk cId="762849165" sldId="259"/>
            <ac:cxnSpMk id="71" creationId="{73520DE0-6262-2523-8330-3DC989D13117}"/>
          </ac:cxnSpMkLst>
        </pc:cxnChg>
        <pc:cxnChg chg="del mod topLvl">
          <ac:chgData name="744311194@qq.com" userId="e2a28223f2085f4b" providerId="LiveId" clId="{93EAE7B5-FDEE-48D0-B65C-03455E3B8632}" dt="2026-06-19T03:39:54.794" v="592" actId="478"/>
          <ac:cxnSpMkLst>
            <pc:docMk/>
            <pc:sldMk cId="762849165" sldId="259"/>
            <ac:cxnSpMk id="73" creationId="{58BFD41B-727D-B815-DAD2-D82819B3B01C}"/>
          </ac:cxnSpMkLst>
        </pc:cxnChg>
        <pc:cxnChg chg="mod topLvl">
          <ac:chgData name="744311194@qq.com" userId="e2a28223f2085f4b" providerId="LiveId" clId="{93EAE7B5-FDEE-48D0-B65C-03455E3B8632}" dt="2026-06-19T03:39:54.794" v="592" actId="478"/>
          <ac:cxnSpMkLst>
            <pc:docMk/>
            <pc:sldMk cId="762849165" sldId="259"/>
            <ac:cxnSpMk id="74" creationId="{D3A3DD47-948E-3BCB-06AC-7E06049EBDD2}"/>
          </ac:cxnSpMkLst>
        </pc:cxnChg>
        <pc:cxnChg chg="del mod topLvl">
          <ac:chgData name="744311194@qq.com" userId="e2a28223f2085f4b" providerId="LiveId" clId="{93EAE7B5-FDEE-48D0-B65C-03455E3B8632}" dt="2026-06-19T03:40:12.994" v="594" actId="478"/>
          <ac:cxnSpMkLst>
            <pc:docMk/>
            <pc:sldMk cId="762849165" sldId="259"/>
            <ac:cxnSpMk id="76" creationId="{F71A03EA-7752-D79D-8051-481D80BA118A}"/>
          </ac:cxnSpMkLst>
        </pc:cxnChg>
        <pc:cxnChg chg="mod topLvl">
          <ac:chgData name="744311194@qq.com" userId="e2a28223f2085f4b" providerId="LiveId" clId="{93EAE7B5-FDEE-48D0-B65C-03455E3B8632}" dt="2026-06-19T03:40:15.762" v="595" actId="164"/>
          <ac:cxnSpMkLst>
            <pc:docMk/>
            <pc:sldMk cId="762849165" sldId="259"/>
            <ac:cxnSpMk id="77" creationId="{085F454F-CF4C-8061-8531-EB670974BF1B}"/>
          </ac:cxnSpMkLst>
        </pc:cxnChg>
        <pc:cxnChg chg="add mod">
          <ac:chgData name="744311194@qq.com" userId="e2a28223f2085f4b" providerId="LiveId" clId="{93EAE7B5-FDEE-48D0-B65C-03455E3B8632}" dt="2026-06-19T03:40:15.762" v="595" actId="164"/>
          <ac:cxnSpMkLst>
            <pc:docMk/>
            <pc:sldMk cId="762849165" sldId="259"/>
            <ac:cxnSpMk id="78" creationId="{DE545F50-5E5B-87A9-48D3-9246E6480EE1}"/>
          </ac:cxnSpMkLst>
        </pc:cxnChg>
        <pc:cxnChg chg="mod">
          <ac:chgData name="744311194@qq.com" userId="e2a28223f2085f4b" providerId="LiveId" clId="{93EAE7B5-FDEE-48D0-B65C-03455E3B8632}" dt="2026-06-19T03:40:26.370" v="599"/>
          <ac:cxnSpMkLst>
            <pc:docMk/>
            <pc:sldMk cId="762849165" sldId="259"/>
            <ac:cxnSpMk id="81" creationId="{7E2A8EC1-B1D4-56AD-D1DA-2E5AAA242D9F}"/>
          </ac:cxnSpMkLst>
        </pc:cxnChg>
        <pc:cxnChg chg="mod">
          <ac:chgData name="744311194@qq.com" userId="e2a28223f2085f4b" providerId="LiveId" clId="{93EAE7B5-FDEE-48D0-B65C-03455E3B8632}" dt="2026-06-19T03:40:26.370" v="599"/>
          <ac:cxnSpMkLst>
            <pc:docMk/>
            <pc:sldMk cId="762849165" sldId="259"/>
            <ac:cxnSpMk id="82" creationId="{5E542858-4A9C-71A4-EABA-0038D41E5E63}"/>
          </ac:cxnSpMkLst>
        </pc:cxnChg>
        <pc:cxnChg chg="mod">
          <ac:chgData name="744311194@qq.com" userId="e2a28223f2085f4b" providerId="LiveId" clId="{93EAE7B5-FDEE-48D0-B65C-03455E3B8632}" dt="2026-06-19T03:40:36.828" v="602"/>
          <ac:cxnSpMkLst>
            <pc:docMk/>
            <pc:sldMk cId="762849165" sldId="259"/>
            <ac:cxnSpMk id="84" creationId="{D11CFD03-E0EC-6F72-209C-71C1BF61A5A8}"/>
          </ac:cxnSpMkLst>
        </pc:cxnChg>
        <pc:cxnChg chg="mod">
          <ac:chgData name="744311194@qq.com" userId="e2a28223f2085f4b" providerId="LiveId" clId="{93EAE7B5-FDEE-48D0-B65C-03455E3B8632}" dt="2026-06-19T03:40:36.828" v="602"/>
          <ac:cxnSpMkLst>
            <pc:docMk/>
            <pc:sldMk cId="762849165" sldId="259"/>
            <ac:cxnSpMk id="85" creationId="{3EAF62B3-7EC5-5C6D-24AF-F97A59974D04}"/>
          </ac:cxnSpMkLst>
        </pc:cxnChg>
        <pc:cxnChg chg="add mod">
          <ac:chgData name="744311194@qq.com" userId="e2a28223f2085f4b" providerId="LiveId" clId="{93EAE7B5-FDEE-48D0-B65C-03455E3B8632}" dt="2026-06-19T03:41:29.957" v="613" actId="1076"/>
          <ac:cxnSpMkLst>
            <pc:docMk/>
            <pc:sldMk cId="762849165" sldId="259"/>
            <ac:cxnSpMk id="88" creationId="{C60381AF-2069-F5F7-476E-CF93FA15AEDA}"/>
          </ac:cxnSpMkLst>
        </pc:cxnChg>
        <pc:cxnChg chg="add mod">
          <ac:chgData name="744311194@qq.com" userId="e2a28223f2085f4b" providerId="LiveId" clId="{93EAE7B5-FDEE-48D0-B65C-03455E3B8632}" dt="2026-06-19T03:41:39.525" v="616" actId="1076"/>
          <ac:cxnSpMkLst>
            <pc:docMk/>
            <pc:sldMk cId="762849165" sldId="259"/>
            <ac:cxnSpMk id="90" creationId="{4D50A093-782A-F962-E7D6-9AA6A18F034D}"/>
          </ac:cxnSpMkLst>
        </pc:cxnChg>
      </pc:sldChg>
      <pc:sldChg chg="addSp delSp modSp new mod">
        <pc:chgData name="744311194@qq.com" userId="e2a28223f2085f4b" providerId="LiveId" clId="{93EAE7B5-FDEE-48D0-B65C-03455E3B8632}" dt="2026-06-19T05:06:52.573" v="910" actId="1076"/>
        <pc:sldMkLst>
          <pc:docMk/>
          <pc:sldMk cId="3087913922" sldId="260"/>
        </pc:sldMkLst>
        <pc:spChg chg="add mod">
          <ac:chgData name="744311194@qq.com" userId="e2a28223f2085f4b" providerId="LiveId" clId="{93EAE7B5-FDEE-48D0-B65C-03455E3B8632}" dt="2026-06-19T04:20:07.978" v="640"/>
          <ac:spMkLst>
            <pc:docMk/>
            <pc:sldMk cId="3087913922" sldId="260"/>
            <ac:spMk id="2" creationId="{B8E562C2-AD09-1076-0B3A-A91D129E58AF}"/>
          </ac:spMkLst>
        </pc:spChg>
        <pc:spChg chg="add mod">
          <ac:chgData name="744311194@qq.com" userId="e2a28223f2085f4b" providerId="LiveId" clId="{93EAE7B5-FDEE-48D0-B65C-03455E3B8632}" dt="2026-06-19T04:20:07.978" v="640"/>
          <ac:spMkLst>
            <pc:docMk/>
            <pc:sldMk cId="3087913922" sldId="260"/>
            <ac:spMk id="3" creationId="{12DC94C2-DBA1-4066-8798-6825CD9F55D3}"/>
          </ac:spMkLst>
        </pc:spChg>
        <pc:spChg chg="del">
          <ac:chgData name="744311194@qq.com" userId="e2a28223f2085f4b" providerId="LiveId" clId="{93EAE7B5-FDEE-48D0-B65C-03455E3B8632}" dt="2026-06-19T04:21:16.876" v="657" actId="478"/>
          <ac:spMkLst>
            <pc:docMk/>
            <pc:sldMk cId="3087913922" sldId="260"/>
            <ac:spMk id="8" creationId="{5BC10E4E-1BC4-147A-9A06-B1FEF35E1D1E}"/>
          </ac:spMkLst>
        </pc:spChg>
        <pc:spChg chg="del">
          <ac:chgData name="744311194@qq.com" userId="e2a28223f2085f4b" providerId="LiveId" clId="{93EAE7B5-FDEE-48D0-B65C-03455E3B8632}" dt="2026-06-19T04:21:14.490" v="656" actId="478"/>
          <ac:spMkLst>
            <pc:docMk/>
            <pc:sldMk cId="3087913922" sldId="260"/>
            <ac:spMk id="12" creationId="{1D3D95FC-0292-2986-1E24-C52639CAA6A5}"/>
          </ac:spMkLst>
        </pc:spChg>
        <pc:spChg chg="add del mod">
          <ac:chgData name="744311194@qq.com" userId="e2a28223f2085f4b" providerId="LiveId" clId="{93EAE7B5-FDEE-48D0-B65C-03455E3B8632}" dt="2026-06-19T04:21:14.490" v="656" actId="478"/>
          <ac:spMkLst>
            <pc:docMk/>
            <pc:sldMk cId="3087913922" sldId="260"/>
            <ac:spMk id="13" creationId="{7D11B37D-0AA6-8AB4-B7A9-26CE9A35E34C}"/>
          </ac:spMkLst>
        </pc:spChg>
        <pc:spChg chg="del">
          <ac:chgData name="744311194@qq.com" userId="e2a28223f2085f4b" providerId="LiveId" clId="{93EAE7B5-FDEE-48D0-B65C-03455E3B8632}" dt="2026-06-19T04:21:16.876" v="657" actId="478"/>
          <ac:spMkLst>
            <pc:docMk/>
            <pc:sldMk cId="3087913922" sldId="260"/>
            <ac:spMk id="14" creationId="{7265C01B-9969-07C0-CD79-BA17C0ECBE1F}"/>
          </ac:spMkLst>
        </pc:spChg>
        <pc:spChg chg="add del mod">
          <ac:chgData name="744311194@qq.com" userId="e2a28223f2085f4b" providerId="LiveId" clId="{93EAE7B5-FDEE-48D0-B65C-03455E3B8632}" dt="2026-06-19T04:21:14.490" v="656" actId="478"/>
          <ac:spMkLst>
            <pc:docMk/>
            <pc:sldMk cId="3087913922" sldId="260"/>
            <ac:spMk id="16" creationId="{2B4547E8-131A-E7B5-1A5B-89DFD23C9719}"/>
          </ac:spMkLst>
        </pc:spChg>
        <pc:spChg chg="mod">
          <ac:chgData name="744311194@qq.com" userId="e2a28223f2085f4b" providerId="LiveId" clId="{93EAE7B5-FDEE-48D0-B65C-03455E3B8632}" dt="2026-06-19T04:20:07.978" v="640"/>
          <ac:spMkLst>
            <pc:docMk/>
            <pc:sldMk cId="3087913922" sldId="260"/>
            <ac:spMk id="28" creationId="{E08BD241-B8BF-087D-A94C-EFA03E83ECB1}"/>
          </ac:spMkLst>
        </pc:spChg>
        <pc:spChg chg="mod">
          <ac:chgData name="744311194@qq.com" userId="e2a28223f2085f4b" providerId="LiveId" clId="{93EAE7B5-FDEE-48D0-B65C-03455E3B8632}" dt="2026-06-19T04:20:07.978" v="640"/>
          <ac:spMkLst>
            <pc:docMk/>
            <pc:sldMk cId="3087913922" sldId="260"/>
            <ac:spMk id="29" creationId="{0E6216A8-4E07-A275-2209-E17598DA1F66}"/>
          </ac:spMkLst>
        </pc:spChg>
        <pc:spChg chg="add del mod">
          <ac:chgData name="744311194@qq.com" userId="e2a28223f2085f4b" providerId="LiveId" clId="{93EAE7B5-FDEE-48D0-B65C-03455E3B8632}" dt="2026-06-19T04:21:14.490" v="656" actId="478"/>
          <ac:spMkLst>
            <pc:docMk/>
            <pc:sldMk cId="3087913922" sldId="260"/>
            <ac:spMk id="31" creationId="{C2D906D6-0CC4-FAFE-CB16-93E241915A30}"/>
          </ac:spMkLst>
        </pc:spChg>
        <pc:spChg chg="mod">
          <ac:chgData name="744311194@qq.com" userId="e2a28223f2085f4b" providerId="LiveId" clId="{93EAE7B5-FDEE-48D0-B65C-03455E3B8632}" dt="2026-06-19T04:20:07.978" v="640"/>
          <ac:spMkLst>
            <pc:docMk/>
            <pc:sldMk cId="3087913922" sldId="260"/>
            <ac:spMk id="36" creationId="{5294FE92-AD6E-FFCB-6FD9-9BEF918D06F9}"/>
          </ac:spMkLst>
        </pc:spChg>
        <pc:spChg chg="mod">
          <ac:chgData name="744311194@qq.com" userId="e2a28223f2085f4b" providerId="LiveId" clId="{93EAE7B5-FDEE-48D0-B65C-03455E3B8632}" dt="2026-06-19T04:20:07.978" v="640"/>
          <ac:spMkLst>
            <pc:docMk/>
            <pc:sldMk cId="3087913922" sldId="260"/>
            <ac:spMk id="37" creationId="{7D134B62-DD08-143F-4E55-BC1A76E3A0C5}"/>
          </ac:spMkLst>
        </pc:spChg>
        <pc:spChg chg="del">
          <ac:chgData name="744311194@qq.com" userId="e2a28223f2085f4b" providerId="LiveId" clId="{93EAE7B5-FDEE-48D0-B65C-03455E3B8632}" dt="2026-06-19T04:21:14.490" v="656" actId="478"/>
          <ac:spMkLst>
            <pc:docMk/>
            <pc:sldMk cId="3087913922" sldId="260"/>
            <ac:spMk id="49" creationId="{9D2CC5C7-8EC4-E543-DFA9-AC9FD2798A3E}"/>
          </ac:spMkLst>
        </pc:spChg>
        <pc:spChg chg="add del mod">
          <ac:chgData name="744311194@qq.com" userId="e2a28223f2085f4b" providerId="LiveId" clId="{93EAE7B5-FDEE-48D0-B65C-03455E3B8632}" dt="2026-06-19T04:21:14.490" v="656" actId="478"/>
          <ac:spMkLst>
            <pc:docMk/>
            <pc:sldMk cId="3087913922" sldId="260"/>
            <ac:spMk id="50" creationId="{4AC03F65-53D3-9030-5960-2DE5D24F1554}"/>
          </ac:spMkLst>
        </pc:spChg>
        <pc:spChg chg="del">
          <ac:chgData name="744311194@qq.com" userId="e2a28223f2085f4b" providerId="LiveId" clId="{93EAE7B5-FDEE-48D0-B65C-03455E3B8632}" dt="2026-06-19T04:21:14.490" v="656" actId="478"/>
          <ac:spMkLst>
            <pc:docMk/>
            <pc:sldMk cId="3087913922" sldId="260"/>
            <ac:spMk id="51" creationId="{2F491F80-3D54-5C61-94DA-D23E22803BC9}"/>
          </ac:spMkLst>
        </pc:spChg>
        <pc:spChg chg="del">
          <ac:chgData name="744311194@qq.com" userId="e2a28223f2085f4b" providerId="LiveId" clId="{93EAE7B5-FDEE-48D0-B65C-03455E3B8632}" dt="2026-06-19T04:21:14.490" v="656" actId="478"/>
          <ac:spMkLst>
            <pc:docMk/>
            <pc:sldMk cId="3087913922" sldId="260"/>
            <ac:spMk id="52" creationId="{91DE3493-551B-B7A2-2C02-4D02C4C87AA4}"/>
          </ac:spMkLst>
        </pc:spChg>
        <pc:spChg chg="mod">
          <ac:chgData name="744311194@qq.com" userId="e2a28223f2085f4b" providerId="LiveId" clId="{93EAE7B5-FDEE-48D0-B65C-03455E3B8632}" dt="2026-06-19T04:20:53.865" v="652"/>
          <ac:spMkLst>
            <pc:docMk/>
            <pc:sldMk cId="3087913922" sldId="260"/>
            <ac:spMk id="63" creationId="{CC83D97F-8476-3239-DE05-278F5097E964}"/>
          </ac:spMkLst>
        </pc:spChg>
        <pc:spChg chg="mod">
          <ac:chgData name="744311194@qq.com" userId="e2a28223f2085f4b" providerId="LiveId" clId="{93EAE7B5-FDEE-48D0-B65C-03455E3B8632}" dt="2026-06-19T04:20:53.865" v="652"/>
          <ac:spMkLst>
            <pc:docMk/>
            <pc:sldMk cId="3087913922" sldId="260"/>
            <ac:spMk id="72" creationId="{33FF0304-BBD8-6876-61A7-85007A0992C1}"/>
          </ac:spMkLst>
        </pc:spChg>
        <pc:spChg chg="mod">
          <ac:chgData name="744311194@qq.com" userId="e2a28223f2085f4b" providerId="LiveId" clId="{93EAE7B5-FDEE-48D0-B65C-03455E3B8632}" dt="2026-06-19T04:20:53.865" v="652"/>
          <ac:spMkLst>
            <pc:docMk/>
            <pc:sldMk cId="3087913922" sldId="260"/>
            <ac:spMk id="73" creationId="{B4331483-AE2D-2086-FE90-125A5015C054}"/>
          </ac:spMkLst>
        </pc:spChg>
        <pc:spChg chg="mod">
          <ac:chgData name="744311194@qq.com" userId="e2a28223f2085f4b" providerId="LiveId" clId="{93EAE7B5-FDEE-48D0-B65C-03455E3B8632}" dt="2026-06-19T04:20:53.865" v="652"/>
          <ac:spMkLst>
            <pc:docMk/>
            <pc:sldMk cId="3087913922" sldId="260"/>
            <ac:spMk id="74" creationId="{D88BA031-0931-1205-B79C-0FF631A524D0}"/>
          </ac:spMkLst>
        </pc:spChg>
        <pc:spChg chg="mod">
          <ac:chgData name="744311194@qq.com" userId="e2a28223f2085f4b" providerId="LiveId" clId="{93EAE7B5-FDEE-48D0-B65C-03455E3B8632}" dt="2026-06-19T04:20:53.865" v="652"/>
          <ac:spMkLst>
            <pc:docMk/>
            <pc:sldMk cId="3087913922" sldId="260"/>
            <ac:spMk id="75" creationId="{348DE7BA-4CA4-5F1B-0CD0-2218CECEF4A5}"/>
          </ac:spMkLst>
        </pc:spChg>
        <pc:spChg chg="mod">
          <ac:chgData name="744311194@qq.com" userId="e2a28223f2085f4b" providerId="LiveId" clId="{93EAE7B5-FDEE-48D0-B65C-03455E3B8632}" dt="2026-06-19T04:20:53.865" v="652"/>
          <ac:spMkLst>
            <pc:docMk/>
            <pc:sldMk cId="3087913922" sldId="260"/>
            <ac:spMk id="93" creationId="{B8D51D90-A49F-AF61-CF5F-91C76F28C140}"/>
          </ac:spMkLst>
        </pc:spChg>
        <pc:spChg chg="mod">
          <ac:chgData name="744311194@qq.com" userId="e2a28223f2085f4b" providerId="LiveId" clId="{93EAE7B5-FDEE-48D0-B65C-03455E3B8632}" dt="2026-06-19T04:20:53.865" v="652"/>
          <ac:spMkLst>
            <pc:docMk/>
            <pc:sldMk cId="3087913922" sldId="260"/>
            <ac:spMk id="94" creationId="{84229D29-B80A-25CC-A63D-D44EB78439B0}"/>
          </ac:spMkLst>
        </pc:spChg>
        <pc:spChg chg="mod">
          <ac:chgData name="744311194@qq.com" userId="e2a28223f2085f4b" providerId="LiveId" clId="{93EAE7B5-FDEE-48D0-B65C-03455E3B8632}" dt="2026-06-19T04:20:53.865" v="652"/>
          <ac:spMkLst>
            <pc:docMk/>
            <pc:sldMk cId="3087913922" sldId="260"/>
            <ac:spMk id="97" creationId="{D9688906-0DFE-04FE-B605-199193A0327A}"/>
          </ac:spMkLst>
        </pc:spChg>
        <pc:spChg chg="mod">
          <ac:chgData name="744311194@qq.com" userId="e2a28223f2085f4b" providerId="LiveId" clId="{93EAE7B5-FDEE-48D0-B65C-03455E3B8632}" dt="2026-06-19T04:20:53.865" v="652"/>
          <ac:spMkLst>
            <pc:docMk/>
            <pc:sldMk cId="3087913922" sldId="260"/>
            <ac:spMk id="99" creationId="{57495295-C2ED-B9EB-A1AB-040AB7C0ADAB}"/>
          </ac:spMkLst>
        </pc:spChg>
        <pc:spChg chg="mod">
          <ac:chgData name="744311194@qq.com" userId="e2a28223f2085f4b" providerId="LiveId" clId="{93EAE7B5-FDEE-48D0-B65C-03455E3B8632}" dt="2026-06-19T04:20:53.865" v="652"/>
          <ac:spMkLst>
            <pc:docMk/>
            <pc:sldMk cId="3087913922" sldId="260"/>
            <ac:spMk id="100" creationId="{0E9243F9-F54C-7BE5-4934-C73024ED353E}"/>
          </ac:spMkLst>
        </pc:spChg>
        <pc:spChg chg="mod topLvl">
          <ac:chgData name="744311194@qq.com" userId="e2a28223f2085f4b" providerId="LiveId" clId="{93EAE7B5-FDEE-48D0-B65C-03455E3B8632}" dt="2026-06-19T04:28:53.353" v="687" actId="164"/>
          <ac:spMkLst>
            <pc:docMk/>
            <pc:sldMk cId="3087913922" sldId="260"/>
            <ac:spMk id="109" creationId="{A5594F0D-3753-17FB-7326-CED158F67577}"/>
          </ac:spMkLst>
        </pc:spChg>
        <pc:spChg chg="del">
          <ac:chgData name="744311194@qq.com" userId="e2a28223f2085f4b" providerId="LiveId" clId="{93EAE7B5-FDEE-48D0-B65C-03455E3B8632}" dt="2026-06-19T04:28:57.919" v="690" actId="478"/>
          <ac:spMkLst>
            <pc:docMk/>
            <pc:sldMk cId="3087913922" sldId="260"/>
            <ac:spMk id="110" creationId="{C3D6C4F1-B58B-1A7D-4AD8-C6834F64BFAF}"/>
          </ac:spMkLst>
        </pc:spChg>
        <pc:spChg chg="mod topLvl">
          <ac:chgData name="744311194@qq.com" userId="e2a28223f2085f4b" providerId="LiveId" clId="{93EAE7B5-FDEE-48D0-B65C-03455E3B8632}" dt="2026-06-19T04:28:10.479" v="673" actId="165"/>
          <ac:spMkLst>
            <pc:docMk/>
            <pc:sldMk cId="3087913922" sldId="260"/>
            <ac:spMk id="113" creationId="{5E588D65-7084-146C-D89C-1D5035658E1B}"/>
          </ac:spMkLst>
        </pc:spChg>
        <pc:spChg chg="mod topLvl">
          <ac:chgData name="744311194@qq.com" userId="e2a28223f2085f4b" providerId="LiveId" clId="{93EAE7B5-FDEE-48D0-B65C-03455E3B8632}" dt="2026-06-19T04:28:10.479" v="673" actId="165"/>
          <ac:spMkLst>
            <pc:docMk/>
            <pc:sldMk cId="3087913922" sldId="260"/>
            <ac:spMk id="119" creationId="{5CBA2938-E191-35B7-3BC3-DDD13562FB6F}"/>
          </ac:spMkLst>
        </pc:spChg>
        <pc:spChg chg="mod topLvl">
          <ac:chgData name="744311194@qq.com" userId="e2a28223f2085f4b" providerId="LiveId" clId="{93EAE7B5-FDEE-48D0-B65C-03455E3B8632}" dt="2026-06-19T04:28:10.479" v="673" actId="165"/>
          <ac:spMkLst>
            <pc:docMk/>
            <pc:sldMk cId="3087913922" sldId="260"/>
            <ac:spMk id="120" creationId="{84ED4EB2-E26D-E0B3-9691-7B9F352175AC}"/>
          </ac:spMkLst>
        </pc:spChg>
        <pc:spChg chg="del mod topLvl">
          <ac:chgData name="744311194@qq.com" userId="e2a28223f2085f4b" providerId="LiveId" clId="{93EAE7B5-FDEE-48D0-B65C-03455E3B8632}" dt="2026-06-19T04:29:27.002" v="700" actId="478"/>
          <ac:spMkLst>
            <pc:docMk/>
            <pc:sldMk cId="3087913922" sldId="260"/>
            <ac:spMk id="121" creationId="{1A5C5F1F-0589-97B6-FD5F-EDB39501910D}"/>
          </ac:spMkLst>
        </pc:spChg>
        <pc:spChg chg="mod">
          <ac:chgData name="744311194@qq.com" userId="e2a28223f2085f4b" providerId="LiveId" clId="{93EAE7B5-FDEE-48D0-B65C-03455E3B8632}" dt="2026-06-19T04:28:10.479" v="673" actId="165"/>
          <ac:spMkLst>
            <pc:docMk/>
            <pc:sldMk cId="3087913922" sldId="260"/>
            <ac:spMk id="122" creationId="{2F36138C-8109-BE7F-9AF6-D10D755D58A3}"/>
          </ac:spMkLst>
        </pc:spChg>
        <pc:spChg chg="mod">
          <ac:chgData name="744311194@qq.com" userId="e2a28223f2085f4b" providerId="LiveId" clId="{93EAE7B5-FDEE-48D0-B65C-03455E3B8632}" dt="2026-06-19T04:28:10.479" v="673" actId="165"/>
          <ac:spMkLst>
            <pc:docMk/>
            <pc:sldMk cId="3087913922" sldId="260"/>
            <ac:spMk id="123" creationId="{72C78B98-1F7E-8588-64F0-DB28E70C7D57}"/>
          </ac:spMkLst>
        </pc:spChg>
        <pc:spChg chg="mod">
          <ac:chgData name="744311194@qq.com" userId="e2a28223f2085f4b" providerId="LiveId" clId="{93EAE7B5-FDEE-48D0-B65C-03455E3B8632}" dt="2026-06-19T04:28:10.479" v="673" actId="165"/>
          <ac:spMkLst>
            <pc:docMk/>
            <pc:sldMk cId="3087913922" sldId="260"/>
            <ac:spMk id="140" creationId="{EF9F2396-0EEA-A5CF-EBBA-ECD5E5A45458}"/>
          </ac:spMkLst>
        </pc:spChg>
        <pc:spChg chg="mod">
          <ac:chgData name="744311194@qq.com" userId="e2a28223f2085f4b" providerId="LiveId" clId="{93EAE7B5-FDEE-48D0-B65C-03455E3B8632}" dt="2026-06-19T04:28:10.479" v="673" actId="165"/>
          <ac:spMkLst>
            <pc:docMk/>
            <pc:sldMk cId="3087913922" sldId="260"/>
            <ac:spMk id="144" creationId="{0C6C7308-E090-615B-1AA7-496FB6A5B9B6}"/>
          </ac:spMkLst>
        </pc:spChg>
        <pc:spChg chg="mod">
          <ac:chgData name="744311194@qq.com" userId="e2a28223f2085f4b" providerId="LiveId" clId="{93EAE7B5-FDEE-48D0-B65C-03455E3B8632}" dt="2026-06-19T04:28:10.479" v="673" actId="165"/>
          <ac:spMkLst>
            <pc:docMk/>
            <pc:sldMk cId="3087913922" sldId="260"/>
            <ac:spMk id="145" creationId="{A38F3626-541A-730C-228F-1F7C69A2B352}"/>
          </ac:spMkLst>
        </pc:spChg>
        <pc:spChg chg="mod">
          <ac:chgData name="744311194@qq.com" userId="e2a28223f2085f4b" providerId="LiveId" clId="{93EAE7B5-FDEE-48D0-B65C-03455E3B8632}" dt="2026-06-19T04:27:16.408" v="662"/>
          <ac:spMkLst>
            <pc:docMk/>
            <pc:sldMk cId="3087913922" sldId="260"/>
            <ac:spMk id="150" creationId="{6182EDD7-15C3-3F9D-3979-8DDE4328BDB1}"/>
          </ac:spMkLst>
        </pc:spChg>
        <pc:spChg chg="mod">
          <ac:chgData name="744311194@qq.com" userId="e2a28223f2085f4b" providerId="LiveId" clId="{93EAE7B5-FDEE-48D0-B65C-03455E3B8632}" dt="2026-06-19T04:27:16.408" v="662"/>
          <ac:spMkLst>
            <pc:docMk/>
            <pc:sldMk cId="3087913922" sldId="260"/>
            <ac:spMk id="152" creationId="{8B0E9143-B478-9E6A-6421-6DB41C8C0D1A}"/>
          </ac:spMkLst>
        </pc:spChg>
        <pc:spChg chg="mod">
          <ac:chgData name="744311194@qq.com" userId="e2a28223f2085f4b" providerId="LiveId" clId="{93EAE7B5-FDEE-48D0-B65C-03455E3B8632}" dt="2026-06-19T04:27:16.408" v="662"/>
          <ac:spMkLst>
            <pc:docMk/>
            <pc:sldMk cId="3087913922" sldId="260"/>
            <ac:spMk id="153" creationId="{1B14DCEA-C6DA-FA53-8032-D4A4FCAE8E24}"/>
          </ac:spMkLst>
        </pc:spChg>
        <pc:spChg chg="mod">
          <ac:chgData name="744311194@qq.com" userId="e2a28223f2085f4b" providerId="LiveId" clId="{93EAE7B5-FDEE-48D0-B65C-03455E3B8632}" dt="2026-06-19T04:27:16.408" v="662"/>
          <ac:spMkLst>
            <pc:docMk/>
            <pc:sldMk cId="3087913922" sldId="260"/>
            <ac:spMk id="156" creationId="{838FDEF5-1E6C-DECC-5DA2-C105C68D7EA4}"/>
          </ac:spMkLst>
        </pc:spChg>
        <pc:spChg chg="mod">
          <ac:chgData name="744311194@qq.com" userId="e2a28223f2085f4b" providerId="LiveId" clId="{93EAE7B5-FDEE-48D0-B65C-03455E3B8632}" dt="2026-06-19T04:27:16.408" v="662"/>
          <ac:spMkLst>
            <pc:docMk/>
            <pc:sldMk cId="3087913922" sldId="260"/>
            <ac:spMk id="171" creationId="{1FDD28CF-E00D-BA1A-8311-8FE38F68BDCA}"/>
          </ac:spMkLst>
        </pc:spChg>
        <pc:spChg chg="mod">
          <ac:chgData name="744311194@qq.com" userId="e2a28223f2085f4b" providerId="LiveId" clId="{93EAE7B5-FDEE-48D0-B65C-03455E3B8632}" dt="2026-06-19T04:27:16.408" v="662"/>
          <ac:spMkLst>
            <pc:docMk/>
            <pc:sldMk cId="3087913922" sldId="260"/>
            <ac:spMk id="172" creationId="{DF8D0DE0-7EFC-B1E2-682E-E60640C01A73}"/>
          </ac:spMkLst>
        </pc:spChg>
        <pc:spChg chg="mod">
          <ac:chgData name="744311194@qq.com" userId="e2a28223f2085f4b" providerId="LiveId" clId="{93EAE7B5-FDEE-48D0-B65C-03455E3B8632}" dt="2026-06-19T04:27:16.408" v="662"/>
          <ac:spMkLst>
            <pc:docMk/>
            <pc:sldMk cId="3087913922" sldId="260"/>
            <ac:spMk id="182" creationId="{AA8E8A6A-53E8-450E-2D4F-2133536719A8}"/>
          </ac:spMkLst>
        </pc:spChg>
        <pc:spChg chg="mod">
          <ac:chgData name="744311194@qq.com" userId="e2a28223f2085f4b" providerId="LiveId" clId="{93EAE7B5-FDEE-48D0-B65C-03455E3B8632}" dt="2026-06-19T04:27:16.408" v="662"/>
          <ac:spMkLst>
            <pc:docMk/>
            <pc:sldMk cId="3087913922" sldId="260"/>
            <ac:spMk id="185" creationId="{CE1E5FDB-9BE6-E592-1B94-E7E19982DE4E}"/>
          </ac:spMkLst>
        </pc:spChg>
        <pc:spChg chg="mod">
          <ac:chgData name="744311194@qq.com" userId="e2a28223f2085f4b" providerId="LiveId" clId="{93EAE7B5-FDEE-48D0-B65C-03455E3B8632}" dt="2026-06-19T04:27:16.408" v="662"/>
          <ac:spMkLst>
            <pc:docMk/>
            <pc:sldMk cId="3087913922" sldId="260"/>
            <ac:spMk id="186" creationId="{D7094E45-F0E4-31F4-7226-57CE057B61F2}"/>
          </ac:spMkLst>
        </pc:spChg>
        <pc:spChg chg="mod">
          <ac:chgData name="744311194@qq.com" userId="e2a28223f2085f4b" providerId="LiveId" clId="{93EAE7B5-FDEE-48D0-B65C-03455E3B8632}" dt="2026-06-19T04:27:16.408" v="662"/>
          <ac:spMkLst>
            <pc:docMk/>
            <pc:sldMk cId="3087913922" sldId="260"/>
            <ac:spMk id="196" creationId="{0D0D05B9-37A2-9FE5-7A13-62CD1BE44FF2}"/>
          </ac:spMkLst>
        </pc:spChg>
        <pc:spChg chg="mod">
          <ac:chgData name="744311194@qq.com" userId="e2a28223f2085f4b" providerId="LiveId" clId="{93EAE7B5-FDEE-48D0-B65C-03455E3B8632}" dt="2026-06-19T04:28:54.718" v="688"/>
          <ac:spMkLst>
            <pc:docMk/>
            <pc:sldMk cId="3087913922" sldId="260"/>
            <ac:spMk id="204" creationId="{F386CEEE-E99C-C38A-5885-8970780DF0D5}"/>
          </ac:spMkLst>
        </pc:spChg>
        <pc:spChg chg="mod">
          <ac:chgData name="744311194@qq.com" userId="e2a28223f2085f4b" providerId="LiveId" clId="{93EAE7B5-FDEE-48D0-B65C-03455E3B8632}" dt="2026-06-19T04:29:32.863" v="701"/>
          <ac:spMkLst>
            <pc:docMk/>
            <pc:sldMk cId="3087913922" sldId="260"/>
            <ac:spMk id="210" creationId="{135277B5-3EBD-8508-CC9B-B9AED86C9FEE}"/>
          </ac:spMkLst>
        </pc:spChg>
        <pc:spChg chg="mod">
          <ac:chgData name="744311194@qq.com" userId="e2a28223f2085f4b" providerId="LiveId" clId="{93EAE7B5-FDEE-48D0-B65C-03455E3B8632}" dt="2026-06-19T04:29:32.863" v="701"/>
          <ac:spMkLst>
            <pc:docMk/>
            <pc:sldMk cId="3087913922" sldId="260"/>
            <ac:spMk id="211" creationId="{B7FEA636-F51E-4E56-4A95-BAC394B910EE}"/>
          </ac:spMkLst>
        </pc:spChg>
        <pc:spChg chg="mod">
          <ac:chgData name="744311194@qq.com" userId="e2a28223f2085f4b" providerId="LiveId" clId="{93EAE7B5-FDEE-48D0-B65C-03455E3B8632}" dt="2026-06-19T04:29:32.863" v="701"/>
          <ac:spMkLst>
            <pc:docMk/>
            <pc:sldMk cId="3087913922" sldId="260"/>
            <ac:spMk id="213" creationId="{3B8934B8-DC18-E52B-5E1F-6E9C48CDFD6C}"/>
          </ac:spMkLst>
        </pc:spChg>
        <pc:spChg chg="mod">
          <ac:chgData name="744311194@qq.com" userId="e2a28223f2085f4b" providerId="LiveId" clId="{93EAE7B5-FDEE-48D0-B65C-03455E3B8632}" dt="2026-06-19T04:29:32.863" v="701"/>
          <ac:spMkLst>
            <pc:docMk/>
            <pc:sldMk cId="3087913922" sldId="260"/>
            <ac:spMk id="214" creationId="{277E4B13-0F0C-D7A1-E328-9DAD837F8FF6}"/>
          </ac:spMkLst>
        </pc:spChg>
        <pc:spChg chg="mod">
          <ac:chgData name="744311194@qq.com" userId="e2a28223f2085f4b" providerId="LiveId" clId="{93EAE7B5-FDEE-48D0-B65C-03455E3B8632}" dt="2026-06-19T04:29:32.863" v="701"/>
          <ac:spMkLst>
            <pc:docMk/>
            <pc:sldMk cId="3087913922" sldId="260"/>
            <ac:spMk id="218" creationId="{83A3BA13-FC7C-220B-AAA0-3F9C1094841A}"/>
          </ac:spMkLst>
        </pc:spChg>
        <pc:spChg chg="mod">
          <ac:chgData name="744311194@qq.com" userId="e2a28223f2085f4b" providerId="LiveId" clId="{93EAE7B5-FDEE-48D0-B65C-03455E3B8632}" dt="2026-06-19T04:29:32.863" v="701"/>
          <ac:spMkLst>
            <pc:docMk/>
            <pc:sldMk cId="3087913922" sldId="260"/>
            <ac:spMk id="219" creationId="{1034E066-324D-A13C-6D68-15B3639E66C6}"/>
          </ac:spMkLst>
        </pc:spChg>
        <pc:spChg chg="add mod">
          <ac:chgData name="744311194@qq.com" userId="e2a28223f2085f4b" providerId="LiveId" clId="{93EAE7B5-FDEE-48D0-B65C-03455E3B8632}" dt="2026-06-19T04:29:39.207" v="702" actId="1076"/>
          <ac:spMkLst>
            <pc:docMk/>
            <pc:sldMk cId="3087913922" sldId="260"/>
            <ac:spMk id="228" creationId="{C88EC23A-5ABF-8EFF-1950-656E4FDBDACE}"/>
          </ac:spMkLst>
        </pc:spChg>
        <pc:spChg chg="mod">
          <ac:chgData name="744311194@qq.com" userId="e2a28223f2085f4b" providerId="LiveId" clId="{93EAE7B5-FDEE-48D0-B65C-03455E3B8632}" dt="2026-06-19T04:29:32.863" v="701"/>
          <ac:spMkLst>
            <pc:docMk/>
            <pc:sldMk cId="3087913922" sldId="260"/>
            <ac:spMk id="230" creationId="{B9EA31E7-DE8E-AD25-C09E-6A5C1219FD56}"/>
          </ac:spMkLst>
        </pc:spChg>
        <pc:spChg chg="mod">
          <ac:chgData name="744311194@qq.com" userId="e2a28223f2085f4b" providerId="LiveId" clId="{93EAE7B5-FDEE-48D0-B65C-03455E3B8632}" dt="2026-06-19T04:29:32.863" v="701"/>
          <ac:spMkLst>
            <pc:docMk/>
            <pc:sldMk cId="3087913922" sldId="260"/>
            <ac:spMk id="246" creationId="{82B97B4E-C1D6-F3E8-6E21-24E522037144}"/>
          </ac:spMkLst>
        </pc:spChg>
        <pc:spChg chg="mod">
          <ac:chgData name="744311194@qq.com" userId="e2a28223f2085f4b" providerId="LiveId" clId="{93EAE7B5-FDEE-48D0-B65C-03455E3B8632}" dt="2026-06-19T04:29:32.863" v="701"/>
          <ac:spMkLst>
            <pc:docMk/>
            <pc:sldMk cId="3087913922" sldId="260"/>
            <ac:spMk id="249" creationId="{1C94712C-C4B6-8092-64C5-BBCE98B2BA3B}"/>
          </ac:spMkLst>
        </pc:spChg>
        <pc:spChg chg="add mod">
          <ac:chgData name="744311194@qq.com" userId="e2a28223f2085f4b" providerId="LiveId" clId="{93EAE7B5-FDEE-48D0-B65C-03455E3B8632}" dt="2026-06-19T04:30:47.961" v="717" actId="164"/>
          <ac:spMkLst>
            <pc:docMk/>
            <pc:sldMk cId="3087913922" sldId="260"/>
            <ac:spMk id="264" creationId="{C6A63A05-14B5-7D60-1911-79993EFEC718}"/>
          </ac:spMkLst>
        </pc:spChg>
        <pc:spChg chg="mod">
          <ac:chgData name="744311194@qq.com" userId="e2a28223f2085f4b" providerId="LiveId" clId="{93EAE7B5-FDEE-48D0-B65C-03455E3B8632}" dt="2026-06-19T04:30:52.535" v="719"/>
          <ac:spMkLst>
            <pc:docMk/>
            <pc:sldMk cId="3087913922" sldId="260"/>
            <ac:spMk id="268" creationId="{EB88B14E-048A-4143-C6FE-5635E7D1029F}"/>
          </ac:spMkLst>
        </pc:spChg>
        <pc:spChg chg="add del mod">
          <ac:chgData name="744311194@qq.com" userId="e2a28223f2085f4b" providerId="LiveId" clId="{93EAE7B5-FDEE-48D0-B65C-03455E3B8632}" dt="2026-06-19T04:31:09.041" v="725" actId="478"/>
          <ac:spMkLst>
            <pc:docMk/>
            <pc:sldMk cId="3087913922" sldId="260"/>
            <ac:spMk id="269" creationId="{1425D04D-03C5-D758-403E-EBC9ECD0A330}"/>
          </ac:spMkLst>
        </pc:spChg>
        <pc:spChg chg="add del mod">
          <ac:chgData name="744311194@qq.com" userId="e2a28223f2085f4b" providerId="LiveId" clId="{93EAE7B5-FDEE-48D0-B65C-03455E3B8632}" dt="2026-06-19T04:31:10.920" v="726" actId="478"/>
          <ac:spMkLst>
            <pc:docMk/>
            <pc:sldMk cId="3087913922" sldId="260"/>
            <ac:spMk id="270" creationId="{672E6992-2C39-E408-679E-6449151EE1F2}"/>
          </ac:spMkLst>
        </pc:spChg>
        <pc:spChg chg="del mod topLvl">
          <ac:chgData name="744311194@qq.com" userId="e2a28223f2085f4b" providerId="LiveId" clId="{93EAE7B5-FDEE-48D0-B65C-03455E3B8632}" dt="2026-06-19T04:39:52.404" v="863" actId="478"/>
          <ac:spMkLst>
            <pc:docMk/>
            <pc:sldMk cId="3087913922" sldId="260"/>
            <ac:spMk id="280" creationId="{984C1EB8-048E-5FE8-9BDC-2C96A04DEB2B}"/>
          </ac:spMkLst>
        </pc:spChg>
        <pc:spChg chg="mod">
          <ac:chgData name="744311194@qq.com" userId="e2a28223f2085f4b" providerId="LiveId" clId="{93EAE7B5-FDEE-48D0-B65C-03455E3B8632}" dt="2026-06-19T04:35:06.131" v="787" actId="1038"/>
          <ac:spMkLst>
            <pc:docMk/>
            <pc:sldMk cId="3087913922" sldId="260"/>
            <ac:spMk id="285" creationId="{83E98FFB-F3E8-139D-41F8-D37A295612FB}"/>
          </ac:spMkLst>
        </pc:spChg>
        <pc:spChg chg="mod">
          <ac:chgData name="744311194@qq.com" userId="e2a28223f2085f4b" providerId="LiveId" clId="{93EAE7B5-FDEE-48D0-B65C-03455E3B8632}" dt="2026-06-19T04:32:12.529" v="743"/>
          <ac:spMkLst>
            <pc:docMk/>
            <pc:sldMk cId="3087913922" sldId="260"/>
            <ac:spMk id="289" creationId="{D6CE2F22-27E6-54BA-C29D-26351592CA86}"/>
          </ac:spMkLst>
        </pc:spChg>
        <pc:spChg chg="mod">
          <ac:chgData name="744311194@qq.com" userId="e2a28223f2085f4b" providerId="LiveId" clId="{93EAE7B5-FDEE-48D0-B65C-03455E3B8632}" dt="2026-06-19T04:32:12.529" v="743"/>
          <ac:spMkLst>
            <pc:docMk/>
            <pc:sldMk cId="3087913922" sldId="260"/>
            <ac:spMk id="290" creationId="{17CFB72A-D3B1-70DD-3C69-5C42B4B35CCA}"/>
          </ac:spMkLst>
        </pc:spChg>
        <pc:spChg chg="mod">
          <ac:chgData name="744311194@qq.com" userId="e2a28223f2085f4b" providerId="LiveId" clId="{93EAE7B5-FDEE-48D0-B65C-03455E3B8632}" dt="2026-06-19T04:32:23.366" v="745"/>
          <ac:spMkLst>
            <pc:docMk/>
            <pc:sldMk cId="3087913922" sldId="260"/>
            <ac:spMk id="292" creationId="{7DDA0073-267A-D8B7-AB94-E2512EC731C8}"/>
          </ac:spMkLst>
        </pc:spChg>
        <pc:spChg chg="mod">
          <ac:chgData name="744311194@qq.com" userId="e2a28223f2085f4b" providerId="LiveId" clId="{93EAE7B5-FDEE-48D0-B65C-03455E3B8632}" dt="2026-06-19T04:32:23.366" v="745"/>
          <ac:spMkLst>
            <pc:docMk/>
            <pc:sldMk cId="3087913922" sldId="260"/>
            <ac:spMk id="293" creationId="{06F67F17-3F18-C032-07FA-61AFCB691C7F}"/>
          </ac:spMkLst>
        </pc:spChg>
        <pc:spChg chg="add del mod">
          <ac:chgData name="744311194@qq.com" userId="e2a28223f2085f4b" providerId="LiveId" clId="{93EAE7B5-FDEE-48D0-B65C-03455E3B8632}" dt="2026-06-19T04:38:32.788" v="840" actId="478"/>
          <ac:spMkLst>
            <pc:docMk/>
            <pc:sldMk cId="3087913922" sldId="260"/>
            <ac:spMk id="296" creationId="{2DA8400E-328F-4D3E-C2B8-F519DBA74E9E}"/>
          </ac:spMkLst>
        </pc:spChg>
        <pc:spChg chg="mod">
          <ac:chgData name="744311194@qq.com" userId="e2a28223f2085f4b" providerId="LiveId" clId="{93EAE7B5-FDEE-48D0-B65C-03455E3B8632}" dt="2026-06-19T04:33:36.710" v="764"/>
          <ac:spMkLst>
            <pc:docMk/>
            <pc:sldMk cId="3087913922" sldId="260"/>
            <ac:spMk id="300" creationId="{53A88C44-4116-1E7D-54AB-4A463B041F7C}"/>
          </ac:spMkLst>
        </pc:spChg>
        <pc:spChg chg="mod">
          <ac:chgData name="744311194@qq.com" userId="e2a28223f2085f4b" providerId="LiveId" clId="{93EAE7B5-FDEE-48D0-B65C-03455E3B8632}" dt="2026-06-19T04:33:36.710" v="764"/>
          <ac:spMkLst>
            <pc:docMk/>
            <pc:sldMk cId="3087913922" sldId="260"/>
            <ac:spMk id="301" creationId="{7396BCFF-2975-9865-1468-0D9D88A71B4D}"/>
          </ac:spMkLst>
        </pc:spChg>
        <pc:spChg chg="mod">
          <ac:chgData name="744311194@qq.com" userId="e2a28223f2085f4b" providerId="LiveId" clId="{93EAE7B5-FDEE-48D0-B65C-03455E3B8632}" dt="2026-06-19T04:33:57.281" v="771" actId="571"/>
          <ac:spMkLst>
            <pc:docMk/>
            <pc:sldMk cId="3087913922" sldId="260"/>
            <ac:spMk id="304" creationId="{DA59D6BA-675E-ED66-9B20-45D5D20CA710}"/>
          </ac:spMkLst>
        </pc:spChg>
        <pc:spChg chg="add mod">
          <ac:chgData name="744311194@qq.com" userId="e2a28223f2085f4b" providerId="LiveId" clId="{93EAE7B5-FDEE-48D0-B65C-03455E3B8632}" dt="2026-06-19T04:35:20.476" v="792" actId="1076"/>
          <ac:spMkLst>
            <pc:docMk/>
            <pc:sldMk cId="3087913922" sldId="260"/>
            <ac:spMk id="307" creationId="{DCB1A596-E991-5623-5C01-E4B5D059D9A7}"/>
          </ac:spMkLst>
        </pc:spChg>
        <pc:spChg chg="del mod topLvl">
          <ac:chgData name="744311194@qq.com" userId="e2a28223f2085f4b" providerId="LiveId" clId="{93EAE7B5-FDEE-48D0-B65C-03455E3B8632}" dt="2026-06-19T04:35:02.382" v="784" actId="478"/>
          <ac:spMkLst>
            <pc:docMk/>
            <pc:sldMk cId="3087913922" sldId="260"/>
            <ac:spMk id="318" creationId="{2E55BA97-22F7-BD57-7D8A-9FD693F2A606}"/>
          </ac:spMkLst>
        </pc:spChg>
        <pc:spChg chg="del mod topLvl">
          <ac:chgData name="744311194@qq.com" userId="e2a28223f2085f4b" providerId="LiveId" clId="{93EAE7B5-FDEE-48D0-B65C-03455E3B8632}" dt="2026-06-19T04:35:52.173" v="802" actId="21"/>
          <ac:spMkLst>
            <pc:docMk/>
            <pc:sldMk cId="3087913922" sldId="260"/>
            <ac:spMk id="324" creationId="{53A88C44-4116-1E7D-54AB-4A463B041F7C}"/>
          </ac:spMkLst>
        </pc:spChg>
        <pc:spChg chg="del mod topLvl">
          <ac:chgData name="744311194@qq.com" userId="e2a28223f2085f4b" providerId="LiveId" clId="{93EAE7B5-FDEE-48D0-B65C-03455E3B8632}" dt="2026-06-19T04:49:10.923" v="892" actId="478"/>
          <ac:spMkLst>
            <pc:docMk/>
            <pc:sldMk cId="3087913922" sldId="260"/>
            <ac:spMk id="325" creationId="{7396BCFF-2975-9865-1468-0D9D88A71B4D}"/>
          </ac:spMkLst>
        </pc:spChg>
        <pc:spChg chg="add del mod ord">
          <ac:chgData name="744311194@qq.com" userId="e2a28223f2085f4b" providerId="LiveId" clId="{93EAE7B5-FDEE-48D0-B65C-03455E3B8632}" dt="2026-06-19T04:49:09.249" v="890" actId="478"/>
          <ac:spMkLst>
            <pc:docMk/>
            <pc:sldMk cId="3087913922" sldId="260"/>
            <ac:spMk id="327" creationId="{53A88C44-4116-1E7D-54AB-4A463B041F7C}"/>
          </ac:spMkLst>
        </pc:spChg>
        <pc:spChg chg="add del mod">
          <ac:chgData name="744311194@qq.com" userId="e2a28223f2085f4b" providerId="LiveId" clId="{93EAE7B5-FDEE-48D0-B65C-03455E3B8632}" dt="2026-06-19T05:03:41.204" v="904" actId="478"/>
          <ac:spMkLst>
            <pc:docMk/>
            <pc:sldMk cId="3087913922" sldId="260"/>
            <ac:spMk id="328" creationId="{C554EA64-25C2-ED4B-7471-33C8163A5E9B}"/>
          </ac:spMkLst>
        </pc:spChg>
        <pc:spChg chg="del mod topLvl">
          <ac:chgData name="744311194@qq.com" userId="e2a28223f2085f4b" providerId="LiveId" clId="{93EAE7B5-FDEE-48D0-B65C-03455E3B8632}" dt="2026-06-19T04:37:06.907" v="816" actId="21"/>
          <ac:spMkLst>
            <pc:docMk/>
            <pc:sldMk cId="3087913922" sldId="260"/>
            <ac:spMk id="330" creationId="{0180E99E-2955-C038-8231-D52D45CAEE9D}"/>
          </ac:spMkLst>
        </pc:spChg>
        <pc:spChg chg="add del mod">
          <ac:chgData name="744311194@qq.com" userId="e2a28223f2085f4b" providerId="LiveId" clId="{93EAE7B5-FDEE-48D0-B65C-03455E3B8632}" dt="2026-06-19T04:49:13.844" v="894" actId="478"/>
          <ac:spMkLst>
            <pc:docMk/>
            <pc:sldMk cId="3087913922" sldId="260"/>
            <ac:spMk id="334" creationId="{0180E99E-2955-C038-8231-D52D45CAEE9D}"/>
          </ac:spMkLst>
        </pc:spChg>
        <pc:spChg chg="mod">
          <ac:chgData name="744311194@qq.com" userId="e2a28223f2085f4b" providerId="LiveId" clId="{93EAE7B5-FDEE-48D0-B65C-03455E3B8632}" dt="2026-06-19T04:38:12.470" v="832"/>
          <ac:spMkLst>
            <pc:docMk/>
            <pc:sldMk cId="3087913922" sldId="260"/>
            <ac:spMk id="336" creationId="{A0FB6BB7-6BD3-5AB3-DAD9-FDAE7D5305DC}"/>
          </ac:spMkLst>
        </pc:spChg>
        <pc:spChg chg="mod">
          <ac:chgData name="744311194@qq.com" userId="e2a28223f2085f4b" providerId="LiveId" clId="{93EAE7B5-FDEE-48D0-B65C-03455E3B8632}" dt="2026-06-19T04:38:12.470" v="832"/>
          <ac:spMkLst>
            <pc:docMk/>
            <pc:sldMk cId="3087913922" sldId="260"/>
            <ac:spMk id="337" creationId="{B5692A0E-4456-E27C-C02B-E8213F655A9E}"/>
          </ac:spMkLst>
        </pc:spChg>
        <pc:spChg chg="add mod">
          <ac:chgData name="744311194@qq.com" userId="e2a28223f2085f4b" providerId="LiveId" clId="{93EAE7B5-FDEE-48D0-B65C-03455E3B8632}" dt="2026-06-19T04:38:28.508" v="839" actId="1076"/>
          <ac:spMkLst>
            <pc:docMk/>
            <pc:sldMk cId="3087913922" sldId="260"/>
            <ac:spMk id="343" creationId="{ADB9833B-616E-25CE-804B-90EDC34B463F}"/>
          </ac:spMkLst>
        </pc:spChg>
        <pc:spChg chg="mod">
          <ac:chgData name="744311194@qq.com" userId="e2a28223f2085f4b" providerId="LiveId" clId="{93EAE7B5-FDEE-48D0-B65C-03455E3B8632}" dt="2026-06-19T04:38:38.312" v="843"/>
          <ac:spMkLst>
            <pc:docMk/>
            <pc:sldMk cId="3087913922" sldId="260"/>
            <ac:spMk id="347" creationId="{A0FB6BB7-6BD3-5AB3-DAD9-FDAE7D5305DC}"/>
          </ac:spMkLst>
        </pc:spChg>
        <pc:spChg chg="mod">
          <ac:chgData name="744311194@qq.com" userId="e2a28223f2085f4b" providerId="LiveId" clId="{93EAE7B5-FDEE-48D0-B65C-03455E3B8632}" dt="2026-06-19T04:38:38.312" v="843"/>
          <ac:spMkLst>
            <pc:docMk/>
            <pc:sldMk cId="3087913922" sldId="260"/>
            <ac:spMk id="348" creationId="{B5692A0E-4456-E27C-C02B-E8213F655A9E}"/>
          </ac:spMkLst>
        </pc:spChg>
        <pc:spChg chg="mod">
          <ac:chgData name="744311194@qq.com" userId="e2a28223f2085f4b" providerId="LiveId" clId="{93EAE7B5-FDEE-48D0-B65C-03455E3B8632}" dt="2026-06-19T04:39:16.590" v="859"/>
          <ac:spMkLst>
            <pc:docMk/>
            <pc:sldMk cId="3087913922" sldId="260"/>
            <ac:spMk id="354" creationId="{A0FB6BB7-6BD3-5AB3-DAD9-FDAE7D5305DC}"/>
          </ac:spMkLst>
        </pc:spChg>
        <pc:spChg chg="mod">
          <ac:chgData name="744311194@qq.com" userId="e2a28223f2085f4b" providerId="LiveId" clId="{93EAE7B5-FDEE-48D0-B65C-03455E3B8632}" dt="2026-06-19T04:39:16.590" v="859"/>
          <ac:spMkLst>
            <pc:docMk/>
            <pc:sldMk cId="3087913922" sldId="260"/>
            <ac:spMk id="355" creationId="{B5692A0E-4456-E27C-C02B-E8213F655A9E}"/>
          </ac:spMkLst>
        </pc:spChg>
        <pc:spChg chg="add mod">
          <ac:chgData name="744311194@qq.com" userId="e2a28223f2085f4b" providerId="LiveId" clId="{93EAE7B5-FDEE-48D0-B65C-03455E3B8632}" dt="2026-06-19T04:39:27.690" v="862" actId="20577"/>
          <ac:spMkLst>
            <pc:docMk/>
            <pc:sldMk cId="3087913922" sldId="260"/>
            <ac:spMk id="356" creationId="{23BEA0A8-734C-4D1D-BB1F-A8A089706748}"/>
          </ac:spMkLst>
        </pc:spChg>
        <pc:spChg chg="add del mod">
          <ac:chgData name="744311194@qq.com" userId="e2a28223f2085f4b" providerId="LiveId" clId="{93EAE7B5-FDEE-48D0-B65C-03455E3B8632}" dt="2026-06-19T04:47:48.796" v="877" actId="478"/>
          <ac:spMkLst>
            <pc:docMk/>
            <pc:sldMk cId="3087913922" sldId="260"/>
            <ac:spMk id="357" creationId="{DF2F3CD6-E856-8EC3-327B-1C88A4E3C604}"/>
          </ac:spMkLst>
        </pc:spChg>
        <pc:spChg chg="add mod">
          <ac:chgData name="744311194@qq.com" userId="e2a28223f2085f4b" providerId="LiveId" clId="{93EAE7B5-FDEE-48D0-B65C-03455E3B8632}" dt="2026-06-19T04:48:29.365" v="889" actId="1076"/>
          <ac:spMkLst>
            <pc:docMk/>
            <pc:sldMk cId="3087913922" sldId="260"/>
            <ac:spMk id="365" creationId="{8BA49710-90B4-89A4-EE14-4D61B27CFC2C}"/>
          </ac:spMkLst>
        </pc:spChg>
        <pc:spChg chg="add mod">
          <ac:chgData name="744311194@qq.com" userId="e2a28223f2085f4b" providerId="LiveId" clId="{93EAE7B5-FDEE-48D0-B65C-03455E3B8632}" dt="2026-06-19T05:06:52.573" v="910" actId="1076"/>
          <ac:spMkLst>
            <pc:docMk/>
            <pc:sldMk cId="3087913922" sldId="260"/>
            <ac:spMk id="371" creationId="{5D6C8612-3E5D-1182-5A9A-1E9C715F7FFA}"/>
          </ac:spMkLst>
        </pc:spChg>
        <pc:grpChg chg="del">
          <ac:chgData name="744311194@qq.com" userId="e2a28223f2085f4b" providerId="LiveId" clId="{93EAE7B5-FDEE-48D0-B65C-03455E3B8632}" dt="2026-06-19T04:21:16.876" v="657" actId="478"/>
          <ac:grpSpMkLst>
            <pc:docMk/>
            <pc:sldMk cId="3087913922" sldId="260"/>
            <ac:grpSpMk id="5" creationId="{C925BF10-7C7E-B7A2-CE8C-0156D00564A3}"/>
          </ac:grpSpMkLst>
        </pc:grpChg>
        <pc:grpChg chg="del">
          <ac:chgData name="744311194@qq.com" userId="e2a28223f2085f4b" providerId="LiveId" clId="{93EAE7B5-FDEE-48D0-B65C-03455E3B8632}" dt="2026-06-19T04:21:14.490" v="656" actId="478"/>
          <ac:grpSpMkLst>
            <pc:docMk/>
            <pc:sldMk cId="3087913922" sldId="260"/>
            <ac:grpSpMk id="9" creationId="{E637C28D-F3C3-39B8-E61D-EE9A4D9CB617}"/>
          </ac:grpSpMkLst>
        </pc:grpChg>
        <pc:grpChg chg="del">
          <ac:chgData name="744311194@qq.com" userId="e2a28223f2085f4b" providerId="LiveId" clId="{93EAE7B5-FDEE-48D0-B65C-03455E3B8632}" dt="2026-06-19T04:21:16.876" v="657" actId="478"/>
          <ac:grpSpMkLst>
            <pc:docMk/>
            <pc:sldMk cId="3087913922" sldId="260"/>
            <ac:grpSpMk id="27" creationId="{C19F3084-4BA3-B979-8CA9-E31516AA356C}"/>
          </ac:grpSpMkLst>
        </pc:grpChg>
        <pc:grpChg chg="del">
          <ac:chgData name="744311194@qq.com" userId="e2a28223f2085f4b" providerId="LiveId" clId="{93EAE7B5-FDEE-48D0-B65C-03455E3B8632}" dt="2026-06-19T04:21:14.490" v="656" actId="478"/>
          <ac:grpSpMkLst>
            <pc:docMk/>
            <pc:sldMk cId="3087913922" sldId="260"/>
            <ac:grpSpMk id="42" creationId="{D5344D8F-3BF9-2688-366C-37A1E0061B4A}"/>
          </ac:grpSpMkLst>
        </pc:grpChg>
        <pc:grpChg chg="del mod">
          <ac:chgData name="744311194@qq.com" userId="e2a28223f2085f4b" providerId="LiveId" clId="{93EAE7B5-FDEE-48D0-B65C-03455E3B8632}" dt="2026-06-19T04:21:09.279" v="655" actId="478"/>
          <ac:grpSpMkLst>
            <pc:docMk/>
            <pc:sldMk cId="3087913922" sldId="260"/>
            <ac:grpSpMk id="54" creationId="{2205089E-B4FB-E1A8-68A1-F585E180BA0B}"/>
          </ac:grpSpMkLst>
        </pc:grpChg>
        <pc:grpChg chg="mod">
          <ac:chgData name="744311194@qq.com" userId="e2a28223f2085f4b" providerId="LiveId" clId="{93EAE7B5-FDEE-48D0-B65C-03455E3B8632}" dt="2026-06-19T04:27:41.060" v="669" actId="1076"/>
          <ac:grpSpMkLst>
            <pc:docMk/>
            <pc:sldMk cId="3087913922" sldId="260"/>
            <ac:grpSpMk id="101" creationId="{5598ED9F-5838-586E-2AA8-67F28EEBB565}"/>
          </ac:grpSpMkLst>
        </pc:grpChg>
        <pc:grpChg chg="del">
          <ac:chgData name="744311194@qq.com" userId="e2a28223f2085f4b" providerId="LiveId" clId="{93EAE7B5-FDEE-48D0-B65C-03455E3B8632}" dt="2026-06-19T04:28:56.487" v="689" actId="478"/>
          <ac:grpSpMkLst>
            <pc:docMk/>
            <pc:sldMk cId="3087913922" sldId="260"/>
            <ac:grpSpMk id="105" creationId="{FAEBFFD7-35D1-07C5-4610-09069D916EBC}"/>
          </ac:grpSpMkLst>
        </pc:grpChg>
        <pc:grpChg chg="mod">
          <ac:chgData name="744311194@qq.com" userId="e2a28223f2085f4b" providerId="LiveId" clId="{93EAE7B5-FDEE-48D0-B65C-03455E3B8632}" dt="2026-06-19T04:28:53.353" v="687" actId="164"/>
          <ac:grpSpMkLst>
            <pc:docMk/>
            <pc:sldMk cId="3087913922" sldId="260"/>
            <ac:grpSpMk id="114" creationId="{FCAC7B08-AA38-9E60-5E6D-C856E972AC9C}"/>
          </ac:grpSpMkLst>
        </pc:grpChg>
        <pc:grpChg chg="mod">
          <ac:chgData name="744311194@qq.com" userId="e2a28223f2085f4b" providerId="LiveId" clId="{93EAE7B5-FDEE-48D0-B65C-03455E3B8632}" dt="2026-06-19T04:29:17.100" v="697" actId="14100"/>
          <ac:grpSpMkLst>
            <pc:docMk/>
            <pc:sldMk cId="3087913922" sldId="260"/>
            <ac:grpSpMk id="115" creationId="{E16EE983-ECE6-9FA3-9FC6-A525414CC8DB}"/>
          </ac:grpSpMkLst>
        </pc:grpChg>
        <pc:grpChg chg="mod">
          <ac:chgData name="744311194@qq.com" userId="e2a28223f2085f4b" providerId="LiveId" clId="{93EAE7B5-FDEE-48D0-B65C-03455E3B8632}" dt="2026-06-19T04:29:17.100" v="697" actId="14100"/>
          <ac:grpSpMkLst>
            <pc:docMk/>
            <pc:sldMk cId="3087913922" sldId="260"/>
            <ac:grpSpMk id="116" creationId="{7DABC940-9D9D-ED5E-30F7-DCB79FF615E8}"/>
          </ac:grpSpMkLst>
        </pc:grpChg>
        <pc:grpChg chg="mod">
          <ac:chgData name="744311194@qq.com" userId="e2a28223f2085f4b" providerId="LiveId" clId="{93EAE7B5-FDEE-48D0-B65C-03455E3B8632}" dt="2026-06-19T04:29:19.283" v="698" actId="1076"/>
          <ac:grpSpMkLst>
            <pc:docMk/>
            <pc:sldMk cId="3087913922" sldId="260"/>
            <ac:grpSpMk id="117" creationId="{EF6CBC74-5123-7240-619A-066FC12D9DB7}"/>
          </ac:grpSpMkLst>
        </pc:grpChg>
        <pc:grpChg chg="del mod">
          <ac:chgData name="744311194@qq.com" userId="e2a28223f2085f4b" providerId="LiveId" clId="{93EAE7B5-FDEE-48D0-B65C-03455E3B8632}" dt="2026-06-19T04:38:03.271" v="831" actId="478"/>
          <ac:grpSpMkLst>
            <pc:docMk/>
            <pc:sldMk cId="3087913922" sldId="260"/>
            <ac:grpSpMk id="148" creationId="{E69EEECC-9A32-8E13-7797-06AEE370B7EB}"/>
          </ac:grpSpMkLst>
        </pc:grpChg>
        <pc:grpChg chg="add mod">
          <ac:chgData name="744311194@qq.com" userId="e2a28223f2085f4b" providerId="LiveId" clId="{93EAE7B5-FDEE-48D0-B65C-03455E3B8632}" dt="2026-06-19T04:28:53.353" v="687" actId="164"/>
          <ac:grpSpMkLst>
            <pc:docMk/>
            <pc:sldMk cId="3087913922" sldId="260"/>
            <ac:grpSpMk id="202" creationId="{88DD69E2-C80B-0ED1-1904-FD2C4F8D08EE}"/>
          </ac:grpSpMkLst>
        </pc:grpChg>
        <pc:grpChg chg="add mod">
          <ac:chgData name="744311194@qq.com" userId="e2a28223f2085f4b" providerId="LiveId" clId="{93EAE7B5-FDEE-48D0-B65C-03455E3B8632}" dt="2026-06-19T04:29:07.035" v="692" actId="1076"/>
          <ac:grpSpMkLst>
            <pc:docMk/>
            <pc:sldMk cId="3087913922" sldId="260"/>
            <ac:grpSpMk id="203" creationId="{1B0C4C82-E05E-1D50-C5DE-DE8C65C110BB}"/>
          </ac:grpSpMkLst>
        </pc:grpChg>
        <pc:grpChg chg="mod">
          <ac:chgData name="744311194@qq.com" userId="e2a28223f2085f4b" providerId="LiveId" clId="{93EAE7B5-FDEE-48D0-B65C-03455E3B8632}" dt="2026-06-19T04:28:54.718" v="688"/>
          <ac:grpSpMkLst>
            <pc:docMk/>
            <pc:sldMk cId="3087913922" sldId="260"/>
            <ac:grpSpMk id="205" creationId="{BA9DE163-3AF2-3B7B-8F51-849CCC1F4691}"/>
          </ac:grpSpMkLst>
        </pc:grpChg>
        <pc:grpChg chg="mod">
          <ac:chgData name="744311194@qq.com" userId="e2a28223f2085f4b" providerId="LiveId" clId="{93EAE7B5-FDEE-48D0-B65C-03455E3B8632}" dt="2026-06-19T04:29:39.207" v="702" actId="1076"/>
          <ac:grpSpMkLst>
            <pc:docMk/>
            <pc:sldMk cId="3087913922" sldId="260"/>
            <ac:grpSpMk id="209" creationId="{230D131A-D439-5113-3397-0512CBAA105C}"/>
          </ac:grpSpMkLst>
        </pc:grpChg>
        <pc:grpChg chg="mod">
          <ac:chgData name="744311194@qq.com" userId="e2a28223f2085f4b" providerId="LiveId" clId="{93EAE7B5-FDEE-48D0-B65C-03455E3B8632}" dt="2026-06-19T04:29:39.207" v="702" actId="1076"/>
          <ac:grpSpMkLst>
            <pc:docMk/>
            <pc:sldMk cId="3087913922" sldId="260"/>
            <ac:grpSpMk id="212" creationId="{02F79477-53AA-362B-41AE-D3809DE7D6A7}"/>
          </ac:grpSpMkLst>
        </pc:grpChg>
        <pc:grpChg chg="mod">
          <ac:chgData name="744311194@qq.com" userId="e2a28223f2085f4b" providerId="LiveId" clId="{93EAE7B5-FDEE-48D0-B65C-03455E3B8632}" dt="2026-06-19T04:29:39.207" v="702" actId="1076"/>
          <ac:grpSpMkLst>
            <pc:docMk/>
            <pc:sldMk cId="3087913922" sldId="260"/>
            <ac:grpSpMk id="217" creationId="{9B207773-0A50-607E-5D8D-EAD53D6938C8}"/>
          </ac:grpSpMkLst>
        </pc:grpChg>
        <pc:grpChg chg="mod">
          <ac:chgData name="744311194@qq.com" userId="e2a28223f2085f4b" providerId="LiveId" clId="{93EAE7B5-FDEE-48D0-B65C-03455E3B8632}" dt="2026-06-19T05:06:43.797" v="908" actId="14100"/>
          <ac:grpSpMkLst>
            <pc:docMk/>
            <pc:sldMk cId="3087913922" sldId="260"/>
            <ac:grpSpMk id="220" creationId="{E0CB0259-F2A1-AD06-242E-34DEF5F5C046}"/>
          </ac:grpSpMkLst>
        </pc:grpChg>
        <pc:grpChg chg="mod">
          <ac:chgData name="744311194@qq.com" userId="e2a28223f2085f4b" providerId="LiveId" clId="{93EAE7B5-FDEE-48D0-B65C-03455E3B8632}" dt="2026-06-19T04:29:39.207" v="702" actId="1076"/>
          <ac:grpSpMkLst>
            <pc:docMk/>
            <pc:sldMk cId="3087913922" sldId="260"/>
            <ac:grpSpMk id="229" creationId="{69AC4E44-C333-C1DE-7988-15AD75E2B798}"/>
          </ac:grpSpMkLst>
        </pc:grpChg>
        <pc:grpChg chg="del mod">
          <ac:chgData name="744311194@qq.com" userId="e2a28223f2085f4b" providerId="LiveId" clId="{93EAE7B5-FDEE-48D0-B65C-03455E3B8632}" dt="2026-06-19T04:30:12.385" v="710" actId="478"/>
          <ac:grpSpMkLst>
            <pc:docMk/>
            <pc:sldMk cId="3087913922" sldId="260"/>
            <ac:grpSpMk id="234" creationId="{11E99387-5969-19BA-6492-4CA9225DBDE1}"/>
          </ac:grpSpMkLst>
        </pc:grpChg>
        <pc:grpChg chg="mod">
          <ac:chgData name="744311194@qq.com" userId="e2a28223f2085f4b" providerId="LiveId" clId="{93EAE7B5-FDEE-48D0-B65C-03455E3B8632}" dt="2026-06-19T04:29:39.207" v="702" actId="1076"/>
          <ac:grpSpMkLst>
            <pc:docMk/>
            <pc:sldMk cId="3087913922" sldId="260"/>
            <ac:grpSpMk id="239" creationId="{9D11D599-FBF7-47AC-5A2C-7C4B4DEDB03E}"/>
          </ac:grpSpMkLst>
        </pc:grpChg>
        <pc:grpChg chg="mod">
          <ac:chgData name="744311194@qq.com" userId="e2a28223f2085f4b" providerId="LiveId" clId="{93EAE7B5-FDEE-48D0-B65C-03455E3B8632}" dt="2026-06-19T04:29:39.207" v="702" actId="1076"/>
          <ac:grpSpMkLst>
            <pc:docMk/>
            <pc:sldMk cId="3087913922" sldId="260"/>
            <ac:grpSpMk id="244" creationId="{23559AD4-A245-C390-56A8-6775C766A6DD}"/>
          </ac:grpSpMkLst>
        </pc:grpChg>
        <pc:grpChg chg="mod">
          <ac:chgData name="744311194@qq.com" userId="e2a28223f2085f4b" providerId="LiveId" clId="{93EAE7B5-FDEE-48D0-B65C-03455E3B8632}" dt="2026-06-19T04:29:39.207" v="702" actId="1076"/>
          <ac:grpSpMkLst>
            <pc:docMk/>
            <pc:sldMk cId="3087913922" sldId="260"/>
            <ac:grpSpMk id="248" creationId="{553A7066-BA28-1E78-6B87-D65094824970}"/>
          </ac:grpSpMkLst>
        </pc:grpChg>
        <pc:grpChg chg="add mod">
          <ac:chgData name="744311194@qq.com" userId="e2a28223f2085f4b" providerId="LiveId" clId="{93EAE7B5-FDEE-48D0-B65C-03455E3B8632}" dt="2026-06-19T04:30:20.237" v="713" actId="14100"/>
          <ac:grpSpMkLst>
            <pc:docMk/>
            <pc:sldMk cId="3087913922" sldId="260"/>
            <ac:grpSpMk id="258" creationId="{9397819C-B99C-DCC5-73A9-2104EA8E782E}"/>
          </ac:grpSpMkLst>
        </pc:grpChg>
        <pc:grpChg chg="mod">
          <ac:chgData name="744311194@qq.com" userId="e2a28223f2085f4b" providerId="LiveId" clId="{93EAE7B5-FDEE-48D0-B65C-03455E3B8632}" dt="2026-06-19T04:30:14.637" v="711"/>
          <ac:grpSpMkLst>
            <pc:docMk/>
            <pc:sldMk cId="3087913922" sldId="260"/>
            <ac:grpSpMk id="259" creationId="{6A2F881A-17D0-E0A4-BA2C-B6CEE8B2CCD4}"/>
          </ac:grpSpMkLst>
        </pc:grpChg>
        <pc:grpChg chg="add del mod">
          <ac:chgData name="744311194@qq.com" userId="e2a28223f2085f4b" providerId="LiveId" clId="{93EAE7B5-FDEE-48D0-B65C-03455E3B8632}" dt="2026-06-19T04:31:30.250" v="734" actId="478"/>
          <ac:grpSpMkLst>
            <pc:docMk/>
            <pc:sldMk cId="3087913922" sldId="260"/>
            <ac:grpSpMk id="265" creationId="{78A696D1-C2EB-5D6C-12E0-6A02EABEC479}"/>
          </ac:grpSpMkLst>
        </pc:grpChg>
        <pc:grpChg chg="add del mod">
          <ac:chgData name="744311194@qq.com" userId="e2a28223f2085f4b" providerId="LiveId" clId="{93EAE7B5-FDEE-48D0-B65C-03455E3B8632}" dt="2026-06-19T04:31:30.104" v="733" actId="478"/>
          <ac:grpSpMkLst>
            <pc:docMk/>
            <pc:sldMk cId="3087913922" sldId="260"/>
            <ac:grpSpMk id="266" creationId="{76E3F7DA-0D9F-4E98-345F-DF9F90D488D6}"/>
          </ac:grpSpMkLst>
        </pc:grpChg>
        <pc:grpChg chg="add mod">
          <ac:chgData name="744311194@qq.com" userId="e2a28223f2085f4b" providerId="LiveId" clId="{93EAE7B5-FDEE-48D0-B65C-03455E3B8632}" dt="2026-06-19T04:31:24.810" v="730"/>
          <ac:grpSpMkLst>
            <pc:docMk/>
            <pc:sldMk cId="3087913922" sldId="260"/>
            <ac:grpSpMk id="272" creationId="{0756F447-65BF-34D1-4E89-C79D59979BE4}"/>
          </ac:grpSpMkLst>
        </pc:grpChg>
        <pc:grpChg chg="add mod">
          <ac:chgData name="744311194@qq.com" userId="e2a28223f2085f4b" providerId="LiveId" clId="{93EAE7B5-FDEE-48D0-B65C-03455E3B8632}" dt="2026-06-19T04:31:24.810" v="730"/>
          <ac:grpSpMkLst>
            <pc:docMk/>
            <pc:sldMk cId="3087913922" sldId="260"/>
            <ac:grpSpMk id="275" creationId="{D6BAC61B-C55E-A5C1-559E-D708D62C5C25}"/>
          </ac:grpSpMkLst>
        </pc:grpChg>
        <pc:grpChg chg="add del mod">
          <ac:chgData name="744311194@qq.com" userId="e2a28223f2085f4b" providerId="LiveId" clId="{93EAE7B5-FDEE-48D0-B65C-03455E3B8632}" dt="2026-06-19T04:39:52.404" v="863" actId="478"/>
          <ac:grpSpMkLst>
            <pc:docMk/>
            <pc:sldMk cId="3087913922" sldId="260"/>
            <ac:grpSpMk id="278" creationId="{A4293518-127F-C5F0-847E-E7DFB35D8D1B}"/>
          </ac:grpSpMkLst>
        </pc:grpChg>
        <pc:grpChg chg="del mod topLvl">
          <ac:chgData name="744311194@qq.com" userId="e2a28223f2085f4b" providerId="LiveId" clId="{93EAE7B5-FDEE-48D0-B65C-03455E3B8632}" dt="2026-06-19T04:47:47.002" v="875" actId="478"/>
          <ac:grpSpMkLst>
            <pc:docMk/>
            <pc:sldMk cId="3087913922" sldId="260"/>
            <ac:grpSpMk id="279" creationId="{F765BE97-C95A-ABA6-C3A4-8D5572FACE3B}"/>
          </ac:grpSpMkLst>
        </pc:grpChg>
        <pc:grpChg chg="add del mod">
          <ac:chgData name="744311194@qq.com" userId="e2a28223f2085f4b" providerId="LiveId" clId="{93EAE7B5-FDEE-48D0-B65C-03455E3B8632}" dt="2026-06-19T04:47:47.662" v="876" actId="478"/>
          <ac:grpSpMkLst>
            <pc:docMk/>
            <pc:sldMk cId="3087913922" sldId="260"/>
            <ac:grpSpMk id="283" creationId="{82FA465B-669C-7572-A100-3F7F7834D850}"/>
          </ac:grpSpMkLst>
        </pc:grpChg>
        <pc:grpChg chg="mod">
          <ac:chgData name="744311194@qq.com" userId="e2a28223f2085f4b" providerId="LiveId" clId="{93EAE7B5-FDEE-48D0-B65C-03455E3B8632}" dt="2026-06-19T04:31:52.124" v="737"/>
          <ac:grpSpMkLst>
            <pc:docMk/>
            <pc:sldMk cId="3087913922" sldId="260"/>
            <ac:grpSpMk id="284" creationId="{93807B8C-F904-9F34-394A-B9B862BC59B6}"/>
          </ac:grpSpMkLst>
        </pc:grpChg>
        <pc:grpChg chg="add del mod">
          <ac:chgData name="744311194@qq.com" userId="e2a28223f2085f4b" providerId="LiveId" clId="{93EAE7B5-FDEE-48D0-B65C-03455E3B8632}" dt="2026-06-19T04:47:45.871" v="874" actId="478"/>
          <ac:grpSpMkLst>
            <pc:docMk/>
            <pc:sldMk cId="3087913922" sldId="260"/>
            <ac:grpSpMk id="288" creationId="{AE908CD8-3D8D-5852-6780-24C4BBEBF1AA}"/>
          </ac:grpSpMkLst>
        </pc:grpChg>
        <pc:grpChg chg="add del mod">
          <ac:chgData name="744311194@qq.com" userId="e2a28223f2085f4b" providerId="LiveId" clId="{93EAE7B5-FDEE-48D0-B65C-03455E3B8632}" dt="2026-06-19T04:47:31.412" v="871" actId="478"/>
          <ac:grpSpMkLst>
            <pc:docMk/>
            <pc:sldMk cId="3087913922" sldId="260"/>
            <ac:grpSpMk id="291" creationId="{378682A2-2094-47C2-B87A-5C8BFF6C1CDD}"/>
          </ac:grpSpMkLst>
        </pc:grpChg>
        <pc:grpChg chg="add del mod">
          <ac:chgData name="744311194@qq.com" userId="e2a28223f2085f4b" providerId="LiveId" clId="{93EAE7B5-FDEE-48D0-B65C-03455E3B8632}" dt="2026-06-19T04:35:27.376" v="795" actId="21"/>
          <ac:grpSpMkLst>
            <pc:docMk/>
            <pc:sldMk cId="3087913922" sldId="260"/>
            <ac:grpSpMk id="299" creationId="{8496EC0F-1DF6-11C8-AF78-43759E9C94DB}"/>
          </ac:grpSpMkLst>
        </pc:grpChg>
        <pc:grpChg chg="add mod">
          <ac:chgData name="744311194@qq.com" userId="e2a28223f2085f4b" providerId="LiveId" clId="{93EAE7B5-FDEE-48D0-B65C-03455E3B8632}" dt="2026-06-19T04:33:57.281" v="771" actId="571"/>
          <ac:grpSpMkLst>
            <pc:docMk/>
            <pc:sldMk cId="3087913922" sldId="260"/>
            <ac:grpSpMk id="302" creationId="{154001AA-8C7C-7AFF-D98E-682B467078F3}"/>
          </ac:grpSpMkLst>
        </pc:grpChg>
        <pc:grpChg chg="mod">
          <ac:chgData name="744311194@qq.com" userId="e2a28223f2085f4b" providerId="LiveId" clId="{93EAE7B5-FDEE-48D0-B65C-03455E3B8632}" dt="2026-06-19T04:33:57.281" v="771" actId="571"/>
          <ac:grpSpMkLst>
            <pc:docMk/>
            <pc:sldMk cId="3087913922" sldId="260"/>
            <ac:grpSpMk id="303" creationId="{F541248A-419F-2B45-6C48-9AC52DBB81F2}"/>
          </ac:grpSpMkLst>
        </pc:grpChg>
        <pc:grpChg chg="add del mod">
          <ac:chgData name="744311194@qq.com" userId="e2a28223f2085f4b" providerId="LiveId" clId="{93EAE7B5-FDEE-48D0-B65C-03455E3B8632}" dt="2026-06-19T04:34:37.155" v="779" actId="478"/>
          <ac:grpSpMkLst>
            <pc:docMk/>
            <pc:sldMk cId="3087913922" sldId="260"/>
            <ac:grpSpMk id="308" creationId="{528DFA6A-5C32-8FAD-CFDB-8FB4AA555813}"/>
          </ac:grpSpMkLst>
        </pc:grpChg>
        <pc:grpChg chg="add mod">
          <ac:chgData name="744311194@qq.com" userId="e2a28223f2085f4b" providerId="LiveId" clId="{93EAE7B5-FDEE-48D0-B65C-03455E3B8632}" dt="2026-06-19T04:34:24.522" v="777" actId="571"/>
          <ac:grpSpMkLst>
            <pc:docMk/>
            <pc:sldMk cId="3087913922" sldId="260"/>
            <ac:grpSpMk id="311" creationId="{546B528F-4B43-8F73-BF75-4674233E01B0}"/>
          </ac:grpSpMkLst>
        </pc:grpChg>
        <pc:grpChg chg="add del mod">
          <ac:chgData name="744311194@qq.com" userId="e2a28223f2085f4b" providerId="LiveId" clId="{93EAE7B5-FDEE-48D0-B65C-03455E3B8632}" dt="2026-06-19T04:35:02.382" v="784" actId="478"/>
          <ac:grpSpMkLst>
            <pc:docMk/>
            <pc:sldMk cId="3087913922" sldId="260"/>
            <ac:grpSpMk id="316" creationId="{82FF8B65-9FBD-ADC7-59B9-D48A968F67C8}"/>
          </ac:grpSpMkLst>
        </pc:grpChg>
        <pc:grpChg chg="mod topLvl">
          <ac:chgData name="744311194@qq.com" userId="e2a28223f2085f4b" providerId="LiveId" clId="{93EAE7B5-FDEE-48D0-B65C-03455E3B8632}" dt="2026-06-19T04:36:06.716" v="807" actId="14100"/>
          <ac:grpSpMkLst>
            <pc:docMk/>
            <pc:sldMk cId="3087913922" sldId="260"/>
            <ac:grpSpMk id="317" creationId="{35FE213F-CFE5-4EDD-3793-FC2FECF75E26}"/>
          </ac:grpSpMkLst>
        </pc:grpChg>
        <pc:grpChg chg="add del mod">
          <ac:chgData name="744311194@qq.com" userId="e2a28223f2085f4b" providerId="LiveId" clId="{93EAE7B5-FDEE-48D0-B65C-03455E3B8632}" dt="2026-06-19T04:35:52.173" v="802" actId="21"/>
          <ac:grpSpMkLst>
            <pc:docMk/>
            <pc:sldMk cId="3087913922" sldId="260"/>
            <ac:grpSpMk id="323" creationId="{8496EC0F-1DF6-11C8-AF78-43759E9C94DB}"/>
          </ac:grpSpMkLst>
        </pc:grpChg>
        <pc:grpChg chg="add del mod">
          <ac:chgData name="744311194@qq.com" userId="e2a28223f2085f4b" providerId="LiveId" clId="{93EAE7B5-FDEE-48D0-B65C-03455E3B8632}" dt="2026-06-19T04:37:06.907" v="816" actId="21"/>
          <ac:grpSpMkLst>
            <pc:docMk/>
            <pc:sldMk cId="3087913922" sldId="260"/>
            <ac:grpSpMk id="329" creationId="{81156C02-6CD9-2AAD-545C-C6DB50D71F52}"/>
          </ac:grpSpMkLst>
        </pc:grpChg>
        <pc:grpChg chg="del mod topLvl">
          <ac:chgData name="744311194@qq.com" userId="e2a28223f2085f4b" providerId="LiveId" clId="{93EAE7B5-FDEE-48D0-B65C-03455E3B8632}" dt="2026-06-19T04:49:12.368" v="893" actId="478"/>
          <ac:grpSpMkLst>
            <pc:docMk/>
            <pc:sldMk cId="3087913922" sldId="260"/>
            <ac:grpSpMk id="331" creationId="{8D7F7C5C-732F-53DB-6131-2290CED44C16}"/>
          </ac:grpSpMkLst>
        </pc:grpChg>
        <pc:grpChg chg="add del mod">
          <ac:chgData name="744311194@qq.com" userId="e2a28223f2085f4b" providerId="LiveId" clId="{93EAE7B5-FDEE-48D0-B65C-03455E3B8632}" dt="2026-06-19T04:38:34.298" v="841" actId="21"/>
          <ac:grpSpMkLst>
            <pc:docMk/>
            <pc:sldMk cId="3087913922" sldId="260"/>
            <ac:grpSpMk id="335" creationId="{3D5276B5-BDA5-AFE9-2E81-11EA281BC1F4}"/>
          </ac:grpSpMkLst>
        </pc:grpChg>
        <pc:grpChg chg="add del mod">
          <ac:chgData name="744311194@qq.com" userId="e2a28223f2085f4b" providerId="LiveId" clId="{93EAE7B5-FDEE-48D0-B65C-03455E3B8632}" dt="2026-06-19T04:49:10.028" v="891" actId="478"/>
          <ac:grpSpMkLst>
            <pc:docMk/>
            <pc:sldMk cId="3087913922" sldId="260"/>
            <ac:grpSpMk id="339" creationId="{8B3F2E08-40E1-77CB-8E3C-C20A64CDD361}"/>
          </ac:grpSpMkLst>
        </pc:grpChg>
        <pc:grpChg chg="add del mod">
          <ac:chgData name="744311194@qq.com" userId="e2a28223f2085f4b" providerId="LiveId" clId="{93EAE7B5-FDEE-48D0-B65C-03455E3B8632}" dt="2026-06-19T04:39:16.026" v="858" actId="21"/>
          <ac:grpSpMkLst>
            <pc:docMk/>
            <pc:sldMk cId="3087913922" sldId="260"/>
            <ac:grpSpMk id="346" creationId="{3D5276B5-BDA5-AFE9-2E81-11EA281BC1F4}"/>
          </ac:grpSpMkLst>
        </pc:grpChg>
        <pc:grpChg chg="add del mod">
          <ac:chgData name="744311194@qq.com" userId="e2a28223f2085f4b" providerId="LiveId" clId="{93EAE7B5-FDEE-48D0-B65C-03455E3B8632}" dt="2026-06-19T04:49:23.142" v="898" actId="478"/>
          <ac:grpSpMkLst>
            <pc:docMk/>
            <pc:sldMk cId="3087913922" sldId="260"/>
            <ac:grpSpMk id="349" creationId="{5B89CF76-4496-5ECF-396A-31920E359B52}"/>
          </ac:grpSpMkLst>
        </pc:grpChg>
        <pc:grpChg chg="add mod ord">
          <ac:chgData name="744311194@qq.com" userId="e2a28223f2085f4b" providerId="LiveId" clId="{93EAE7B5-FDEE-48D0-B65C-03455E3B8632}" dt="2026-06-19T04:49:38.552" v="903" actId="166"/>
          <ac:grpSpMkLst>
            <pc:docMk/>
            <pc:sldMk cId="3087913922" sldId="260"/>
            <ac:grpSpMk id="353" creationId="{3D5276B5-BDA5-AFE9-2E81-11EA281BC1F4}"/>
          </ac:grpSpMkLst>
        </pc:grpChg>
        <pc:grpChg chg="add mod">
          <ac:chgData name="744311194@qq.com" userId="e2a28223f2085f4b" providerId="LiveId" clId="{93EAE7B5-FDEE-48D0-B65C-03455E3B8632}" dt="2026-06-19T04:49:31.172" v="901" actId="14100"/>
          <ac:grpSpMkLst>
            <pc:docMk/>
            <pc:sldMk cId="3087913922" sldId="260"/>
            <ac:grpSpMk id="366" creationId="{3CE81113-A7C6-0C0D-8FE6-E72C14AFE96E}"/>
          </ac:grpSpMkLst>
        </pc:grpChg>
        <pc:graphicFrameChg chg="add del mod">
          <ac:chgData name="744311194@qq.com" userId="e2a28223f2085f4b" providerId="LiveId" clId="{93EAE7B5-FDEE-48D0-B65C-03455E3B8632}" dt="2026-06-19T04:27:02.565" v="658" actId="478"/>
          <ac:graphicFrameMkLst>
            <pc:docMk/>
            <pc:sldMk cId="3087913922" sldId="260"/>
            <ac:graphicFrameMk id="53" creationId="{3CE31E36-5AB2-7B02-2B1E-ABDECE6C54C7}"/>
          </ac:graphicFrameMkLst>
        </pc:graphicFrameChg>
        <pc:picChg chg="del">
          <ac:chgData name="744311194@qq.com" userId="e2a28223f2085f4b" providerId="LiveId" clId="{93EAE7B5-FDEE-48D0-B65C-03455E3B8632}" dt="2026-06-19T04:20:11.037" v="641" actId="478"/>
          <ac:picMkLst>
            <pc:docMk/>
            <pc:sldMk cId="3087913922" sldId="260"/>
            <ac:picMk id="4" creationId="{8A8AC5CC-6524-532C-9D85-E7E5DC3D6211}"/>
          </ac:picMkLst>
        </pc:picChg>
        <pc:cxnChg chg="mod">
          <ac:chgData name="744311194@qq.com" userId="e2a28223f2085f4b" providerId="LiveId" clId="{93EAE7B5-FDEE-48D0-B65C-03455E3B8632}" dt="2026-06-19T04:21:09.279" v="655" actId="478"/>
          <ac:cxnSpMkLst>
            <pc:docMk/>
            <pc:sldMk cId="3087913922" sldId="260"/>
            <ac:cxnSpMk id="83" creationId="{A47CBEA8-E2BB-7022-8FFC-0DC3D662CFC5}"/>
          </ac:cxnSpMkLst>
        </pc:cxnChg>
        <pc:cxnChg chg="mod">
          <ac:chgData name="744311194@qq.com" userId="e2a28223f2085f4b" providerId="LiveId" clId="{93EAE7B5-FDEE-48D0-B65C-03455E3B8632}" dt="2026-06-19T04:29:10.282" v="694" actId="14100"/>
          <ac:cxnSpMkLst>
            <pc:docMk/>
            <pc:sldMk cId="3087913922" sldId="260"/>
            <ac:cxnSpMk id="106" creationId="{C4DFE2C7-5341-B76F-A255-2A5AE18C28B4}"/>
          </ac:cxnSpMkLst>
        </pc:cxnChg>
        <pc:cxnChg chg="mod">
          <ac:chgData name="744311194@qq.com" userId="e2a28223f2085f4b" providerId="LiveId" clId="{93EAE7B5-FDEE-48D0-B65C-03455E3B8632}" dt="2026-06-19T04:29:20.690" v="699" actId="1076"/>
          <ac:cxnSpMkLst>
            <pc:docMk/>
            <pc:sldMk cId="3087913922" sldId="260"/>
            <ac:cxnSpMk id="118" creationId="{28D57F4E-57C3-5AE7-DAB0-ADE8970BD763}"/>
          </ac:cxnSpMkLst>
        </pc:cxnChg>
        <pc:cxnChg chg="mod">
          <ac:chgData name="744311194@qq.com" userId="e2a28223f2085f4b" providerId="LiveId" clId="{93EAE7B5-FDEE-48D0-B65C-03455E3B8632}" dt="2026-06-19T04:28:37.402" v="680" actId="14100"/>
          <ac:cxnSpMkLst>
            <pc:docMk/>
            <pc:sldMk cId="3087913922" sldId="260"/>
            <ac:cxnSpMk id="132" creationId="{6048CA18-B139-BF68-AA61-C160F8A6124C}"/>
          </ac:cxnSpMkLst>
        </pc:cxnChg>
        <pc:cxnChg chg="mod">
          <ac:chgData name="744311194@qq.com" userId="e2a28223f2085f4b" providerId="LiveId" clId="{93EAE7B5-FDEE-48D0-B65C-03455E3B8632}" dt="2026-06-19T04:28:37.015" v="679" actId="14100"/>
          <ac:cxnSpMkLst>
            <pc:docMk/>
            <pc:sldMk cId="3087913922" sldId="260"/>
            <ac:cxnSpMk id="133" creationId="{3CB42541-2D74-7CCE-B0E0-4C0472FBA7FA}"/>
          </ac:cxnSpMkLst>
        </pc:cxnChg>
        <pc:cxnChg chg="mod">
          <ac:chgData name="744311194@qq.com" userId="e2a28223f2085f4b" providerId="LiveId" clId="{93EAE7B5-FDEE-48D0-B65C-03455E3B8632}" dt="2026-06-19T04:38:03.271" v="831" actId="478"/>
          <ac:cxnSpMkLst>
            <pc:docMk/>
            <pc:sldMk cId="3087913922" sldId="260"/>
            <ac:cxnSpMk id="167" creationId="{3ECB48D2-F63C-8CC4-163E-26C363B9939F}"/>
          </ac:cxnSpMkLst>
        </pc:cxnChg>
        <pc:cxnChg chg="mod">
          <ac:chgData name="744311194@qq.com" userId="e2a28223f2085f4b" providerId="LiveId" clId="{93EAE7B5-FDEE-48D0-B65C-03455E3B8632}" dt="2026-06-19T04:27:32.511" v="666" actId="14100"/>
          <ac:cxnSpMkLst>
            <pc:docMk/>
            <pc:sldMk cId="3087913922" sldId="260"/>
            <ac:cxnSpMk id="193" creationId="{6F095CAB-3B17-551A-8B17-CB6E8999444F}"/>
          </ac:cxnSpMkLst>
        </pc:cxnChg>
        <pc:cxnChg chg="mod">
          <ac:chgData name="744311194@qq.com" userId="e2a28223f2085f4b" providerId="LiveId" clId="{93EAE7B5-FDEE-48D0-B65C-03455E3B8632}" dt="2026-06-19T04:28:54.718" v="688"/>
          <ac:cxnSpMkLst>
            <pc:docMk/>
            <pc:sldMk cId="3087913922" sldId="260"/>
            <ac:cxnSpMk id="206" creationId="{4BD4A81E-2BCA-DCA6-9B7B-1D71717E8E32}"/>
          </ac:cxnSpMkLst>
        </pc:cxnChg>
        <pc:cxnChg chg="mod">
          <ac:chgData name="744311194@qq.com" userId="e2a28223f2085f4b" providerId="LiveId" clId="{93EAE7B5-FDEE-48D0-B65C-03455E3B8632}" dt="2026-06-19T04:28:54.718" v="688"/>
          <ac:cxnSpMkLst>
            <pc:docMk/>
            <pc:sldMk cId="3087913922" sldId="260"/>
            <ac:cxnSpMk id="207" creationId="{1BC91FF3-2F50-8714-9CC6-0E41BF0EE0F3}"/>
          </ac:cxnSpMkLst>
        </pc:cxnChg>
        <pc:cxnChg chg="mod">
          <ac:chgData name="744311194@qq.com" userId="e2a28223f2085f4b" providerId="LiveId" clId="{93EAE7B5-FDEE-48D0-B65C-03455E3B8632}" dt="2026-06-19T04:29:55.147" v="706" actId="14100"/>
          <ac:cxnSpMkLst>
            <pc:docMk/>
            <pc:sldMk cId="3087913922" sldId="260"/>
            <ac:cxnSpMk id="215" creationId="{4CE9D540-B44B-09E7-BC7E-AA63DC29C541}"/>
          </ac:cxnSpMkLst>
        </pc:cxnChg>
        <pc:cxnChg chg="mod">
          <ac:chgData name="744311194@qq.com" userId="e2a28223f2085f4b" providerId="LiveId" clId="{93EAE7B5-FDEE-48D0-B65C-03455E3B8632}" dt="2026-06-19T04:30:12.385" v="710" actId="478"/>
          <ac:cxnSpMkLst>
            <pc:docMk/>
            <pc:sldMk cId="3087913922" sldId="260"/>
            <ac:cxnSpMk id="237" creationId="{6743A89E-6AE9-3D67-1827-C60CBBF5AE3C}"/>
          </ac:cxnSpMkLst>
        </pc:cxnChg>
        <pc:cxnChg chg="add mod">
          <ac:chgData name="744311194@qq.com" userId="e2a28223f2085f4b" providerId="LiveId" clId="{93EAE7B5-FDEE-48D0-B65C-03455E3B8632}" dt="2026-06-19T04:30:00.899" v="708" actId="14100"/>
          <ac:cxnSpMkLst>
            <pc:docMk/>
            <pc:sldMk cId="3087913922" sldId="260"/>
            <ac:cxnSpMk id="254" creationId="{E13F1B03-076E-152E-EA1E-2BA9D4D07CBF}"/>
          </ac:cxnSpMkLst>
        </pc:cxnChg>
        <pc:cxnChg chg="mod">
          <ac:chgData name="744311194@qq.com" userId="e2a28223f2085f4b" providerId="LiveId" clId="{93EAE7B5-FDEE-48D0-B65C-03455E3B8632}" dt="2026-06-19T04:30:14.637" v="711"/>
          <ac:cxnSpMkLst>
            <pc:docMk/>
            <pc:sldMk cId="3087913922" sldId="260"/>
            <ac:cxnSpMk id="260" creationId="{BEB5C9A3-A851-7220-0008-42AB785B413E}"/>
          </ac:cxnSpMkLst>
        </pc:cxnChg>
        <pc:cxnChg chg="mod">
          <ac:chgData name="744311194@qq.com" userId="e2a28223f2085f4b" providerId="LiveId" clId="{93EAE7B5-FDEE-48D0-B65C-03455E3B8632}" dt="2026-06-19T04:30:14.637" v="711"/>
          <ac:cxnSpMkLst>
            <pc:docMk/>
            <pc:sldMk cId="3087913922" sldId="260"/>
            <ac:cxnSpMk id="261" creationId="{D297C35B-B2FF-5479-0B53-7B8AC7054CDF}"/>
          </ac:cxnSpMkLst>
        </pc:cxnChg>
        <pc:cxnChg chg="mod">
          <ac:chgData name="744311194@qq.com" userId="e2a28223f2085f4b" providerId="LiveId" clId="{93EAE7B5-FDEE-48D0-B65C-03455E3B8632}" dt="2026-06-19T04:30:14.637" v="711"/>
          <ac:cxnSpMkLst>
            <pc:docMk/>
            <pc:sldMk cId="3087913922" sldId="260"/>
            <ac:cxnSpMk id="262" creationId="{5C44F6EB-A42D-AB43-54CF-6682B9F18934}"/>
          </ac:cxnSpMkLst>
        </pc:cxnChg>
        <pc:cxnChg chg="add mod">
          <ac:chgData name="744311194@qq.com" userId="e2a28223f2085f4b" providerId="LiveId" clId="{93EAE7B5-FDEE-48D0-B65C-03455E3B8632}" dt="2026-06-19T04:30:47.961" v="717" actId="164"/>
          <ac:cxnSpMkLst>
            <pc:docMk/>
            <pc:sldMk cId="3087913922" sldId="260"/>
            <ac:cxnSpMk id="263" creationId="{6A81962E-29D4-3447-A7C5-1022BED0CBB7}"/>
          </ac:cxnSpMkLst>
        </pc:cxnChg>
        <pc:cxnChg chg="mod">
          <ac:chgData name="744311194@qq.com" userId="e2a28223f2085f4b" providerId="LiveId" clId="{93EAE7B5-FDEE-48D0-B65C-03455E3B8632}" dt="2026-06-19T04:30:52.535" v="719"/>
          <ac:cxnSpMkLst>
            <pc:docMk/>
            <pc:sldMk cId="3087913922" sldId="260"/>
            <ac:cxnSpMk id="267" creationId="{2BBD392A-81EC-DD70-E448-93A8890E0C61}"/>
          </ac:cxnSpMkLst>
        </pc:cxnChg>
        <pc:cxnChg chg="add del mod">
          <ac:chgData name="744311194@qq.com" userId="e2a28223f2085f4b" providerId="LiveId" clId="{93EAE7B5-FDEE-48D0-B65C-03455E3B8632}" dt="2026-06-19T04:31:10.920" v="726" actId="478"/>
          <ac:cxnSpMkLst>
            <pc:docMk/>
            <pc:sldMk cId="3087913922" sldId="260"/>
            <ac:cxnSpMk id="271" creationId="{31076734-E098-16D9-0818-06262BC49AEE}"/>
          </ac:cxnSpMkLst>
        </pc:cxnChg>
        <pc:cxnChg chg="mod">
          <ac:chgData name="744311194@qq.com" userId="e2a28223f2085f4b" providerId="LiveId" clId="{93EAE7B5-FDEE-48D0-B65C-03455E3B8632}" dt="2026-06-19T04:31:24.810" v="730"/>
          <ac:cxnSpMkLst>
            <pc:docMk/>
            <pc:sldMk cId="3087913922" sldId="260"/>
            <ac:cxnSpMk id="273" creationId="{08CBF7C7-BC8B-7D9D-ADFF-BD58FA20884E}"/>
          </ac:cxnSpMkLst>
        </pc:cxnChg>
        <pc:cxnChg chg="mod">
          <ac:chgData name="744311194@qq.com" userId="e2a28223f2085f4b" providerId="LiveId" clId="{93EAE7B5-FDEE-48D0-B65C-03455E3B8632}" dt="2026-06-19T04:31:24.810" v="730"/>
          <ac:cxnSpMkLst>
            <pc:docMk/>
            <pc:sldMk cId="3087913922" sldId="260"/>
            <ac:cxnSpMk id="274" creationId="{1F10219C-6BE3-8DDF-C949-783AC4D786E3}"/>
          </ac:cxnSpMkLst>
        </pc:cxnChg>
        <pc:cxnChg chg="mod">
          <ac:chgData name="744311194@qq.com" userId="e2a28223f2085f4b" providerId="LiveId" clId="{93EAE7B5-FDEE-48D0-B65C-03455E3B8632}" dt="2026-06-19T04:31:24.810" v="730"/>
          <ac:cxnSpMkLst>
            <pc:docMk/>
            <pc:sldMk cId="3087913922" sldId="260"/>
            <ac:cxnSpMk id="276" creationId="{9CA0259E-0CD9-E372-6E10-B80354C68482}"/>
          </ac:cxnSpMkLst>
        </pc:cxnChg>
        <pc:cxnChg chg="mod">
          <ac:chgData name="744311194@qq.com" userId="e2a28223f2085f4b" providerId="LiveId" clId="{93EAE7B5-FDEE-48D0-B65C-03455E3B8632}" dt="2026-06-19T04:31:24.810" v="730"/>
          <ac:cxnSpMkLst>
            <pc:docMk/>
            <pc:sldMk cId="3087913922" sldId="260"/>
            <ac:cxnSpMk id="277" creationId="{4606B79E-F2D5-57E1-F643-B7BF2449EB29}"/>
          </ac:cxnSpMkLst>
        </pc:cxnChg>
        <pc:cxnChg chg="mod">
          <ac:chgData name="744311194@qq.com" userId="e2a28223f2085f4b" providerId="LiveId" clId="{93EAE7B5-FDEE-48D0-B65C-03455E3B8632}" dt="2026-06-19T04:31:52.124" v="737"/>
          <ac:cxnSpMkLst>
            <pc:docMk/>
            <pc:sldMk cId="3087913922" sldId="260"/>
            <ac:cxnSpMk id="281" creationId="{DE60E02A-220F-DBCC-2CD9-0AAFF44DCEA2}"/>
          </ac:cxnSpMkLst>
        </pc:cxnChg>
        <pc:cxnChg chg="mod">
          <ac:chgData name="744311194@qq.com" userId="e2a28223f2085f4b" providerId="LiveId" clId="{93EAE7B5-FDEE-48D0-B65C-03455E3B8632}" dt="2026-06-19T04:31:52.124" v="737"/>
          <ac:cxnSpMkLst>
            <pc:docMk/>
            <pc:sldMk cId="3087913922" sldId="260"/>
            <ac:cxnSpMk id="282" creationId="{42F84330-CBC4-2185-B55E-CB339CA7B825}"/>
          </ac:cxnSpMkLst>
        </pc:cxnChg>
        <pc:cxnChg chg="mod">
          <ac:chgData name="744311194@qq.com" userId="e2a28223f2085f4b" providerId="LiveId" clId="{93EAE7B5-FDEE-48D0-B65C-03455E3B8632}" dt="2026-06-19T04:31:52.124" v="737"/>
          <ac:cxnSpMkLst>
            <pc:docMk/>
            <pc:sldMk cId="3087913922" sldId="260"/>
            <ac:cxnSpMk id="286" creationId="{AA67BC38-3827-7DB2-9257-83113B98C37D}"/>
          </ac:cxnSpMkLst>
        </pc:cxnChg>
        <pc:cxnChg chg="mod">
          <ac:chgData name="744311194@qq.com" userId="e2a28223f2085f4b" providerId="LiveId" clId="{93EAE7B5-FDEE-48D0-B65C-03455E3B8632}" dt="2026-06-19T04:31:52.124" v="737"/>
          <ac:cxnSpMkLst>
            <pc:docMk/>
            <pc:sldMk cId="3087913922" sldId="260"/>
            <ac:cxnSpMk id="287" creationId="{B96D0014-F8C5-4000-6F16-17CF6F013660}"/>
          </ac:cxnSpMkLst>
        </pc:cxnChg>
        <pc:cxnChg chg="add mod">
          <ac:chgData name="744311194@qq.com" userId="e2a28223f2085f4b" providerId="LiveId" clId="{93EAE7B5-FDEE-48D0-B65C-03455E3B8632}" dt="2026-06-19T04:48:24.245" v="887" actId="1076"/>
          <ac:cxnSpMkLst>
            <pc:docMk/>
            <pc:sldMk cId="3087913922" sldId="260"/>
            <ac:cxnSpMk id="294" creationId="{CE691659-E13F-D378-D07B-D53734E6E20A}"/>
          </ac:cxnSpMkLst>
        </pc:cxnChg>
        <pc:cxnChg chg="add del mod">
          <ac:chgData name="744311194@qq.com" userId="e2a28223f2085f4b" providerId="LiveId" clId="{93EAE7B5-FDEE-48D0-B65C-03455E3B8632}" dt="2026-06-19T04:47:34.206" v="872" actId="478"/>
          <ac:cxnSpMkLst>
            <pc:docMk/>
            <pc:sldMk cId="3087913922" sldId="260"/>
            <ac:cxnSpMk id="295" creationId="{F20C798C-C09F-8096-CAB5-B97F30834C82}"/>
          </ac:cxnSpMkLst>
        </pc:cxnChg>
        <pc:cxnChg chg="mod">
          <ac:chgData name="744311194@qq.com" userId="e2a28223f2085f4b" providerId="LiveId" clId="{93EAE7B5-FDEE-48D0-B65C-03455E3B8632}" dt="2026-06-19T04:33:57.281" v="771" actId="571"/>
          <ac:cxnSpMkLst>
            <pc:docMk/>
            <pc:sldMk cId="3087913922" sldId="260"/>
            <ac:cxnSpMk id="305" creationId="{D454B9DC-955B-EA67-0A00-5AEF3AE3264D}"/>
          </ac:cxnSpMkLst>
        </pc:cxnChg>
        <pc:cxnChg chg="mod">
          <ac:chgData name="744311194@qq.com" userId="e2a28223f2085f4b" providerId="LiveId" clId="{93EAE7B5-FDEE-48D0-B65C-03455E3B8632}" dt="2026-06-19T04:33:57.281" v="771" actId="571"/>
          <ac:cxnSpMkLst>
            <pc:docMk/>
            <pc:sldMk cId="3087913922" sldId="260"/>
            <ac:cxnSpMk id="306" creationId="{305FD29D-16F4-959A-AEB5-8BE540076CF5}"/>
          </ac:cxnSpMkLst>
        </pc:cxnChg>
        <pc:cxnChg chg="mod topLvl">
          <ac:chgData name="744311194@qq.com" userId="e2a28223f2085f4b" providerId="LiveId" clId="{93EAE7B5-FDEE-48D0-B65C-03455E3B8632}" dt="2026-06-19T05:03:46.397" v="906" actId="1038"/>
          <ac:cxnSpMkLst>
            <pc:docMk/>
            <pc:sldMk cId="3087913922" sldId="260"/>
            <ac:cxnSpMk id="309" creationId="{95691ECC-5B4A-96E5-295B-D2506BAEC066}"/>
          </ac:cxnSpMkLst>
        </pc:cxnChg>
        <pc:cxnChg chg="del mod topLvl">
          <ac:chgData name="744311194@qq.com" userId="e2a28223f2085f4b" providerId="LiveId" clId="{93EAE7B5-FDEE-48D0-B65C-03455E3B8632}" dt="2026-06-19T04:34:37.155" v="779" actId="478"/>
          <ac:cxnSpMkLst>
            <pc:docMk/>
            <pc:sldMk cId="3087913922" sldId="260"/>
            <ac:cxnSpMk id="310" creationId="{CD571F21-EF20-5003-A742-7DFA63568AC2}"/>
          </ac:cxnSpMkLst>
        </pc:cxnChg>
        <pc:cxnChg chg="mod">
          <ac:chgData name="744311194@qq.com" userId="e2a28223f2085f4b" providerId="LiveId" clId="{93EAE7B5-FDEE-48D0-B65C-03455E3B8632}" dt="2026-06-19T04:34:24.522" v="777" actId="571"/>
          <ac:cxnSpMkLst>
            <pc:docMk/>
            <pc:sldMk cId="3087913922" sldId="260"/>
            <ac:cxnSpMk id="312" creationId="{4BD397DD-EAA4-93B7-0C1E-075FD5ABA910}"/>
          </ac:cxnSpMkLst>
        </pc:cxnChg>
        <pc:cxnChg chg="mod">
          <ac:chgData name="744311194@qq.com" userId="e2a28223f2085f4b" providerId="LiveId" clId="{93EAE7B5-FDEE-48D0-B65C-03455E3B8632}" dt="2026-06-19T04:34:24.522" v="777" actId="571"/>
          <ac:cxnSpMkLst>
            <pc:docMk/>
            <pc:sldMk cId="3087913922" sldId="260"/>
            <ac:cxnSpMk id="313" creationId="{331D33D9-1BA3-299F-FEFC-39559D705A13}"/>
          </ac:cxnSpMkLst>
        </pc:cxnChg>
        <pc:cxnChg chg="add mod">
          <ac:chgData name="744311194@qq.com" userId="e2a28223f2085f4b" providerId="LiveId" clId="{93EAE7B5-FDEE-48D0-B65C-03455E3B8632}" dt="2026-06-19T04:34:53.600" v="780"/>
          <ac:cxnSpMkLst>
            <pc:docMk/>
            <pc:sldMk cId="3087913922" sldId="260"/>
            <ac:cxnSpMk id="314" creationId="{99A89C77-CEB0-1380-BC4C-C1A0775E86E1}"/>
          </ac:cxnSpMkLst>
        </pc:cxnChg>
        <pc:cxnChg chg="add mod">
          <ac:chgData name="744311194@qq.com" userId="e2a28223f2085f4b" providerId="LiveId" clId="{93EAE7B5-FDEE-48D0-B65C-03455E3B8632}" dt="2026-06-19T04:34:56.607" v="781"/>
          <ac:cxnSpMkLst>
            <pc:docMk/>
            <pc:sldMk cId="3087913922" sldId="260"/>
            <ac:cxnSpMk id="315" creationId="{AE80C992-9CDB-F7DB-273D-4EFF84E9F17B}"/>
          </ac:cxnSpMkLst>
        </pc:cxnChg>
        <pc:cxnChg chg="mod">
          <ac:chgData name="744311194@qq.com" userId="e2a28223f2085f4b" providerId="LiveId" clId="{93EAE7B5-FDEE-48D0-B65C-03455E3B8632}" dt="2026-06-19T04:34:59.247" v="782"/>
          <ac:cxnSpMkLst>
            <pc:docMk/>
            <pc:sldMk cId="3087913922" sldId="260"/>
            <ac:cxnSpMk id="319" creationId="{4B065FF0-902E-2F2F-C6B9-9E70408DFD25}"/>
          </ac:cxnSpMkLst>
        </pc:cxnChg>
        <pc:cxnChg chg="mod">
          <ac:chgData name="744311194@qq.com" userId="e2a28223f2085f4b" providerId="LiveId" clId="{93EAE7B5-FDEE-48D0-B65C-03455E3B8632}" dt="2026-06-19T04:34:59.247" v="782"/>
          <ac:cxnSpMkLst>
            <pc:docMk/>
            <pc:sldMk cId="3087913922" sldId="260"/>
            <ac:cxnSpMk id="320" creationId="{F6234E87-0C76-608D-B992-F098046F8A47}"/>
          </ac:cxnSpMkLst>
        </pc:cxnChg>
        <pc:cxnChg chg="mod ord">
          <ac:chgData name="744311194@qq.com" userId="e2a28223f2085f4b" providerId="LiveId" clId="{93EAE7B5-FDEE-48D0-B65C-03455E3B8632}" dt="2026-06-19T04:37:22.856" v="820" actId="167"/>
          <ac:cxnSpMkLst>
            <pc:docMk/>
            <pc:sldMk cId="3087913922" sldId="260"/>
            <ac:cxnSpMk id="332" creationId="{6F1D1A0C-D24C-FDE3-F553-6089DAE0C4B3}"/>
          </ac:cxnSpMkLst>
        </pc:cxnChg>
        <pc:cxnChg chg="mod">
          <ac:chgData name="744311194@qq.com" userId="e2a28223f2085f4b" providerId="LiveId" clId="{93EAE7B5-FDEE-48D0-B65C-03455E3B8632}" dt="2026-06-19T04:37:47.667" v="830" actId="1076"/>
          <ac:cxnSpMkLst>
            <pc:docMk/>
            <pc:sldMk cId="3087913922" sldId="260"/>
            <ac:cxnSpMk id="333" creationId="{9A9D306B-E832-7368-61CA-A7554F20E907}"/>
          </ac:cxnSpMkLst>
        </pc:cxnChg>
        <pc:cxnChg chg="add del mod">
          <ac:chgData name="744311194@qq.com" userId="e2a28223f2085f4b" providerId="LiveId" clId="{93EAE7B5-FDEE-48D0-B65C-03455E3B8632}" dt="2026-06-19T04:38:16.534" v="834" actId="478"/>
          <ac:cxnSpMkLst>
            <pc:docMk/>
            <pc:sldMk cId="3087913922" sldId="260"/>
            <ac:cxnSpMk id="338" creationId="{673AF309-02C1-B958-3F5F-95AFA7C99C36}"/>
          </ac:cxnSpMkLst>
        </pc:cxnChg>
        <pc:cxnChg chg="mod">
          <ac:chgData name="744311194@qq.com" userId="e2a28223f2085f4b" providerId="LiveId" clId="{93EAE7B5-FDEE-48D0-B65C-03455E3B8632}" dt="2026-06-19T04:38:12.470" v="832"/>
          <ac:cxnSpMkLst>
            <pc:docMk/>
            <pc:sldMk cId="3087913922" sldId="260"/>
            <ac:cxnSpMk id="340" creationId="{D62B5A10-5C4F-9A17-58F9-56A270C2A975}"/>
          </ac:cxnSpMkLst>
        </pc:cxnChg>
        <pc:cxnChg chg="mod">
          <ac:chgData name="744311194@qq.com" userId="e2a28223f2085f4b" providerId="LiveId" clId="{93EAE7B5-FDEE-48D0-B65C-03455E3B8632}" dt="2026-06-19T04:38:12.470" v="832"/>
          <ac:cxnSpMkLst>
            <pc:docMk/>
            <pc:sldMk cId="3087913922" sldId="260"/>
            <ac:cxnSpMk id="341" creationId="{9E9858C5-BB18-E2AE-882E-96B316DFB6B2}"/>
          </ac:cxnSpMkLst>
        </pc:cxnChg>
        <pc:cxnChg chg="add mod">
          <ac:chgData name="744311194@qq.com" userId="e2a28223f2085f4b" providerId="LiveId" clId="{93EAE7B5-FDEE-48D0-B65C-03455E3B8632}" dt="2026-06-19T04:38:26.158" v="838" actId="14100"/>
          <ac:cxnSpMkLst>
            <pc:docMk/>
            <pc:sldMk cId="3087913922" sldId="260"/>
            <ac:cxnSpMk id="342" creationId="{A6BB08BC-F76F-1072-1A3C-1C7B3B592B14}"/>
          </ac:cxnSpMkLst>
        </pc:cxnChg>
        <pc:cxnChg chg="mod">
          <ac:chgData name="744311194@qq.com" userId="e2a28223f2085f4b" providerId="LiveId" clId="{93EAE7B5-FDEE-48D0-B65C-03455E3B8632}" dt="2026-06-19T04:39:15.298" v="857" actId="14100"/>
          <ac:cxnSpMkLst>
            <pc:docMk/>
            <pc:sldMk cId="3087913922" sldId="260"/>
            <ac:cxnSpMk id="350" creationId="{85AEFFC8-9CC8-64B2-9242-DBD6A84114BD}"/>
          </ac:cxnSpMkLst>
        </pc:cxnChg>
        <pc:cxnChg chg="mod">
          <ac:chgData name="744311194@qq.com" userId="e2a28223f2085f4b" providerId="LiveId" clId="{93EAE7B5-FDEE-48D0-B65C-03455E3B8632}" dt="2026-06-19T04:38:47.151" v="846"/>
          <ac:cxnSpMkLst>
            <pc:docMk/>
            <pc:sldMk cId="3087913922" sldId="260"/>
            <ac:cxnSpMk id="351" creationId="{C2021C44-8E5C-549E-018F-567CE8580054}"/>
          </ac:cxnSpMkLst>
        </pc:cxnChg>
        <pc:cxnChg chg="add mod">
          <ac:chgData name="744311194@qq.com" userId="e2a28223f2085f4b" providerId="LiveId" clId="{93EAE7B5-FDEE-48D0-B65C-03455E3B8632}" dt="2026-06-19T04:48:21.971" v="886" actId="14100"/>
          <ac:cxnSpMkLst>
            <pc:docMk/>
            <pc:sldMk cId="3087913922" sldId="260"/>
            <ac:cxnSpMk id="360" creationId="{5BCB63AE-2EA2-7D89-2B05-88BEA8930897}"/>
          </ac:cxnSpMkLst>
        </pc:cxnChg>
        <pc:cxnChg chg="mod">
          <ac:chgData name="744311194@qq.com" userId="e2a28223f2085f4b" providerId="LiveId" clId="{93EAE7B5-FDEE-48D0-B65C-03455E3B8632}" dt="2026-06-19T04:49:35.511" v="902" actId="14100"/>
          <ac:cxnSpMkLst>
            <pc:docMk/>
            <pc:sldMk cId="3087913922" sldId="260"/>
            <ac:cxnSpMk id="367" creationId="{36F3FDE6-DCF6-820E-1D33-97F25D04A964}"/>
          </ac:cxnSpMkLst>
        </pc:cxnChg>
        <pc:cxnChg chg="mod">
          <ac:chgData name="744311194@qq.com" userId="e2a28223f2085f4b" providerId="LiveId" clId="{93EAE7B5-FDEE-48D0-B65C-03455E3B8632}" dt="2026-06-19T05:06:48.147" v="909" actId="14100"/>
          <ac:cxnSpMkLst>
            <pc:docMk/>
            <pc:sldMk cId="3087913922" sldId="260"/>
            <ac:cxnSpMk id="368" creationId="{D98DBCE8-E3DE-C8DF-30BE-CE5F97E50EDA}"/>
          </ac:cxnSpMkLst>
        </pc:cxnChg>
      </pc:sldChg>
      <pc:sldChg chg="addSp delSp modSp new mod">
        <pc:chgData name="744311194@qq.com" userId="e2a28223f2085f4b" providerId="LiveId" clId="{93EAE7B5-FDEE-48D0-B65C-03455E3B8632}" dt="2026-06-19T06:58:10.023" v="1113" actId="1076"/>
        <pc:sldMkLst>
          <pc:docMk/>
          <pc:sldMk cId="1680245491" sldId="261"/>
        </pc:sldMkLst>
        <pc:spChg chg="mod">
          <ac:chgData name="744311194@qq.com" userId="e2a28223f2085f4b" providerId="LiveId" clId="{93EAE7B5-FDEE-48D0-B65C-03455E3B8632}" dt="2026-06-19T06:43:41.868" v="931" actId="571"/>
          <ac:spMkLst>
            <pc:docMk/>
            <pc:sldMk cId="1680245491" sldId="261"/>
            <ac:spMk id="3" creationId="{1DB8E466-36BB-7C2D-A57B-3760E1D4B45F}"/>
          </ac:spMkLst>
        </pc:spChg>
        <pc:spChg chg="mod">
          <ac:chgData name="744311194@qq.com" userId="e2a28223f2085f4b" providerId="LiveId" clId="{93EAE7B5-FDEE-48D0-B65C-03455E3B8632}" dt="2026-06-19T06:43:41.868" v="931" actId="571"/>
          <ac:spMkLst>
            <pc:docMk/>
            <pc:sldMk cId="1680245491" sldId="261"/>
            <ac:spMk id="4" creationId="{83EBD59F-2D01-938C-CE2E-47AAED68B635}"/>
          </ac:spMkLst>
        </pc:spChg>
        <pc:spChg chg="mod">
          <ac:chgData name="744311194@qq.com" userId="e2a28223f2085f4b" providerId="LiveId" clId="{93EAE7B5-FDEE-48D0-B65C-03455E3B8632}" dt="2026-06-19T06:43:46.876" v="932" actId="1076"/>
          <ac:spMkLst>
            <pc:docMk/>
            <pc:sldMk cId="1680245491" sldId="261"/>
            <ac:spMk id="5" creationId="{13BCE7E8-7392-847F-8F65-C1B27FEC80ED}"/>
          </ac:spMkLst>
        </pc:spChg>
        <pc:spChg chg="mod">
          <ac:chgData name="744311194@qq.com" userId="e2a28223f2085f4b" providerId="LiveId" clId="{93EAE7B5-FDEE-48D0-B65C-03455E3B8632}" dt="2026-06-19T06:44:13.423" v="937" actId="552"/>
          <ac:spMkLst>
            <pc:docMk/>
            <pc:sldMk cId="1680245491" sldId="261"/>
            <ac:spMk id="6" creationId="{F3284960-7BCF-59BE-CE6E-7A02450C1F71}"/>
          </ac:spMkLst>
        </pc:spChg>
        <pc:spChg chg="mod">
          <ac:chgData name="744311194@qq.com" userId="e2a28223f2085f4b" providerId="LiveId" clId="{93EAE7B5-FDEE-48D0-B65C-03455E3B8632}" dt="2026-06-19T06:51:51.542" v="1010" actId="20577"/>
          <ac:spMkLst>
            <pc:docMk/>
            <pc:sldMk cId="1680245491" sldId="261"/>
            <ac:spMk id="7" creationId="{2A3883BC-D24D-A8CD-260F-6C54F3B3D6F6}"/>
          </ac:spMkLst>
        </pc:spChg>
        <pc:spChg chg="mod">
          <ac:chgData name="744311194@qq.com" userId="e2a28223f2085f4b" providerId="LiveId" clId="{93EAE7B5-FDEE-48D0-B65C-03455E3B8632}" dt="2026-06-19T06:51:54.562" v="1012" actId="20577"/>
          <ac:spMkLst>
            <pc:docMk/>
            <pc:sldMk cId="1680245491" sldId="261"/>
            <ac:spMk id="8" creationId="{12E38152-B07A-C08F-BC63-E39725C56E1D}"/>
          </ac:spMkLst>
        </pc:spChg>
        <pc:spChg chg="mod">
          <ac:chgData name="744311194@qq.com" userId="e2a28223f2085f4b" providerId="LiveId" clId="{93EAE7B5-FDEE-48D0-B65C-03455E3B8632}" dt="2026-06-19T06:44:13.423" v="937" actId="552"/>
          <ac:spMkLst>
            <pc:docMk/>
            <pc:sldMk cId="1680245491" sldId="261"/>
            <ac:spMk id="9" creationId="{AE303D0F-2E1A-3CBA-6815-873BD56B21F0}"/>
          </ac:spMkLst>
        </pc:spChg>
        <pc:spChg chg="del mod">
          <ac:chgData name="744311194@qq.com" userId="e2a28223f2085f4b" providerId="LiveId" clId="{93EAE7B5-FDEE-48D0-B65C-03455E3B8632}" dt="2026-06-19T06:44:01.843" v="936" actId="478"/>
          <ac:spMkLst>
            <pc:docMk/>
            <pc:sldMk cId="1680245491" sldId="261"/>
            <ac:spMk id="10" creationId="{51EC3C90-0A43-0DC8-D823-2C2D427BC739}"/>
          </ac:spMkLst>
        </pc:spChg>
        <pc:spChg chg="mod">
          <ac:chgData name="744311194@qq.com" userId="e2a28223f2085f4b" providerId="LiveId" clId="{93EAE7B5-FDEE-48D0-B65C-03455E3B8632}" dt="2026-06-19T06:43:58.708" v="935" actId="1076"/>
          <ac:spMkLst>
            <pc:docMk/>
            <pc:sldMk cId="1680245491" sldId="261"/>
            <ac:spMk id="11" creationId="{B9953D38-A989-9822-11C8-F0EFCFDEBE21}"/>
          </ac:spMkLst>
        </pc:spChg>
        <pc:spChg chg="mod">
          <ac:chgData name="744311194@qq.com" userId="e2a28223f2085f4b" providerId="LiveId" clId="{93EAE7B5-FDEE-48D0-B65C-03455E3B8632}" dt="2026-06-19T06:43:29.399" v="928" actId="688"/>
          <ac:spMkLst>
            <pc:docMk/>
            <pc:sldMk cId="1680245491" sldId="261"/>
            <ac:spMk id="12" creationId="{0DCE7924-2D36-349B-A20E-3A41BBB3614F}"/>
          </ac:spMkLst>
        </pc:spChg>
        <pc:spChg chg="del">
          <ac:chgData name="744311194@qq.com" userId="e2a28223f2085f4b" providerId="LiveId" clId="{93EAE7B5-FDEE-48D0-B65C-03455E3B8632}" dt="2026-06-19T06:43:14.255" v="925" actId="478"/>
          <ac:spMkLst>
            <pc:docMk/>
            <pc:sldMk cId="1680245491" sldId="261"/>
            <ac:spMk id="15" creationId="{BF0DCBF7-4620-EAE3-5834-154F89D4A596}"/>
          </ac:spMkLst>
        </pc:spChg>
        <pc:spChg chg="del mod">
          <ac:chgData name="744311194@qq.com" userId="e2a28223f2085f4b" providerId="LiveId" clId="{93EAE7B5-FDEE-48D0-B65C-03455E3B8632}" dt="2026-06-19T06:43:14.255" v="925" actId="478"/>
          <ac:spMkLst>
            <pc:docMk/>
            <pc:sldMk cId="1680245491" sldId="261"/>
            <ac:spMk id="16" creationId="{13E72A9F-5C16-E35D-5C03-734E7D742936}"/>
          </ac:spMkLst>
        </pc:spChg>
        <pc:spChg chg="mod">
          <ac:chgData name="744311194@qq.com" userId="e2a28223f2085f4b" providerId="LiveId" clId="{93EAE7B5-FDEE-48D0-B65C-03455E3B8632}" dt="2026-06-19T06:41:52.049" v="912"/>
          <ac:spMkLst>
            <pc:docMk/>
            <pc:sldMk cId="1680245491" sldId="261"/>
            <ac:spMk id="22" creationId="{079A17EB-7E7D-66FE-8F5E-1D5E2E02614A}"/>
          </ac:spMkLst>
        </pc:spChg>
        <pc:spChg chg="mod">
          <ac:chgData name="744311194@qq.com" userId="e2a28223f2085f4b" providerId="LiveId" clId="{93EAE7B5-FDEE-48D0-B65C-03455E3B8632}" dt="2026-06-19T06:41:52.049" v="912"/>
          <ac:spMkLst>
            <pc:docMk/>
            <pc:sldMk cId="1680245491" sldId="261"/>
            <ac:spMk id="23" creationId="{4588E72F-94E5-11C4-6D60-7BD35589F7EA}"/>
          </ac:spMkLst>
        </pc:spChg>
        <pc:spChg chg="del">
          <ac:chgData name="744311194@qq.com" userId="e2a28223f2085f4b" providerId="LiveId" clId="{93EAE7B5-FDEE-48D0-B65C-03455E3B8632}" dt="2026-06-19T06:41:57.233" v="913" actId="478"/>
          <ac:spMkLst>
            <pc:docMk/>
            <pc:sldMk cId="1680245491" sldId="261"/>
            <ac:spMk id="24" creationId="{6042BE05-9FD9-DCDD-2ED4-AF9BA3E63F5D}"/>
          </ac:spMkLst>
        </pc:spChg>
        <pc:spChg chg="del">
          <ac:chgData name="744311194@qq.com" userId="e2a28223f2085f4b" providerId="LiveId" clId="{93EAE7B5-FDEE-48D0-B65C-03455E3B8632}" dt="2026-06-19T06:41:57.233" v="913" actId="478"/>
          <ac:spMkLst>
            <pc:docMk/>
            <pc:sldMk cId="1680245491" sldId="261"/>
            <ac:spMk id="34" creationId="{E0AD8501-168B-8059-E4AE-5182F4702DFD}"/>
          </ac:spMkLst>
        </pc:spChg>
        <pc:spChg chg="add del mod">
          <ac:chgData name="744311194@qq.com" userId="e2a28223f2085f4b" providerId="LiveId" clId="{93EAE7B5-FDEE-48D0-B65C-03455E3B8632}" dt="2026-06-19T06:41:57.233" v="913" actId="478"/>
          <ac:spMkLst>
            <pc:docMk/>
            <pc:sldMk cId="1680245491" sldId="261"/>
            <ac:spMk id="35" creationId="{E0394F9E-3EC7-2E0D-6F8D-2F13438FA25E}"/>
          </ac:spMkLst>
        </pc:spChg>
        <pc:spChg chg="del">
          <ac:chgData name="744311194@qq.com" userId="e2a28223f2085f4b" providerId="LiveId" clId="{93EAE7B5-FDEE-48D0-B65C-03455E3B8632}" dt="2026-06-19T06:41:57.233" v="913" actId="478"/>
          <ac:spMkLst>
            <pc:docMk/>
            <pc:sldMk cId="1680245491" sldId="261"/>
            <ac:spMk id="36" creationId="{317A1BE7-6E79-877A-019D-AC61E2480A85}"/>
          </ac:spMkLst>
        </pc:spChg>
        <pc:spChg chg="mod">
          <ac:chgData name="744311194@qq.com" userId="e2a28223f2085f4b" providerId="LiveId" clId="{93EAE7B5-FDEE-48D0-B65C-03455E3B8632}" dt="2026-06-19T06:41:52.049" v="912"/>
          <ac:spMkLst>
            <pc:docMk/>
            <pc:sldMk cId="1680245491" sldId="261"/>
            <ac:spMk id="42" creationId="{E920AB86-547F-1C09-D92E-750F549400CE}"/>
          </ac:spMkLst>
        </pc:spChg>
        <pc:spChg chg="del">
          <ac:chgData name="744311194@qq.com" userId="e2a28223f2085f4b" providerId="LiveId" clId="{93EAE7B5-FDEE-48D0-B65C-03455E3B8632}" dt="2026-06-19T06:41:57.233" v="913" actId="478"/>
          <ac:spMkLst>
            <pc:docMk/>
            <pc:sldMk cId="1680245491" sldId="261"/>
            <ac:spMk id="43" creationId="{379CE384-A3B6-7C32-B5E7-1BE3633C92D5}"/>
          </ac:spMkLst>
        </pc:spChg>
        <pc:spChg chg="del mod">
          <ac:chgData name="744311194@qq.com" userId="e2a28223f2085f4b" providerId="LiveId" clId="{93EAE7B5-FDEE-48D0-B65C-03455E3B8632}" dt="2026-06-19T06:43:18.789" v="926" actId="478"/>
          <ac:spMkLst>
            <pc:docMk/>
            <pc:sldMk cId="1680245491" sldId="261"/>
            <ac:spMk id="53" creationId="{3C6FF730-7B8B-AC13-4F6B-C89FB692FBC2}"/>
          </ac:spMkLst>
        </pc:spChg>
        <pc:spChg chg="add mod">
          <ac:chgData name="744311194@qq.com" userId="e2a28223f2085f4b" providerId="LiveId" clId="{93EAE7B5-FDEE-48D0-B65C-03455E3B8632}" dt="2026-06-19T06:43:00.245" v="922" actId="571"/>
          <ac:spMkLst>
            <pc:docMk/>
            <pc:sldMk cId="1680245491" sldId="261"/>
            <ac:spMk id="55" creationId="{B66B9D77-C971-BC6B-56EE-AAF0F5F666CC}"/>
          </ac:spMkLst>
        </pc:spChg>
        <pc:spChg chg="add mod">
          <ac:chgData name="744311194@qq.com" userId="e2a28223f2085f4b" providerId="LiveId" clId="{93EAE7B5-FDEE-48D0-B65C-03455E3B8632}" dt="2026-06-19T06:43:41.868" v="931" actId="571"/>
          <ac:spMkLst>
            <pc:docMk/>
            <pc:sldMk cId="1680245491" sldId="261"/>
            <ac:spMk id="56" creationId="{FEA7470F-3F3F-48EF-0E48-B2920A0956C5}"/>
          </ac:spMkLst>
        </pc:spChg>
        <pc:spChg chg="add mod">
          <ac:chgData name="744311194@qq.com" userId="e2a28223f2085f4b" providerId="LiveId" clId="{93EAE7B5-FDEE-48D0-B65C-03455E3B8632}" dt="2026-06-19T06:43:41.868" v="931" actId="571"/>
          <ac:spMkLst>
            <pc:docMk/>
            <pc:sldMk cId="1680245491" sldId="261"/>
            <ac:spMk id="57" creationId="{1D62500D-7526-C8D8-8662-5C28CFEC4B32}"/>
          </ac:spMkLst>
        </pc:spChg>
        <pc:spChg chg="mod">
          <ac:chgData name="744311194@qq.com" userId="e2a28223f2085f4b" providerId="LiveId" clId="{93EAE7B5-FDEE-48D0-B65C-03455E3B8632}" dt="2026-06-19T06:47:40.133" v="938" actId="571"/>
          <ac:spMkLst>
            <pc:docMk/>
            <pc:sldMk cId="1680245491" sldId="261"/>
            <ac:spMk id="60" creationId="{0A1D2658-B935-4919-CBFB-AD93DABBF262}"/>
          </ac:spMkLst>
        </pc:spChg>
        <pc:spChg chg="mod">
          <ac:chgData name="744311194@qq.com" userId="e2a28223f2085f4b" providerId="LiveId" clId="{93EAE7B5-FDEE-48D0-B65C-03455E3B8632}" dt="2026-06-19T06:47:40.133" v="938" actId="571"/>
          <ac:spMkLst>
            <pc:docMk/>
            <pc:sldMk cId="1680245491" sldId="261"/>
            <ac:spMk id="61" creationId="{61EAE71B-6D0D-CC15-4732-BE402ACF3DF8}"/>
          </ac:spMkLst>
        </pc:spChg>
        <pc:spChg chg="mod">
          <ac:chgData name="744311194@qq.com" userId="e2a28223f2085f4b" providerId="LiveId" clId="{93EAE7B5-FDEE-48D0-B65C-03455E3B8632}" dt="2026-06-19T06:47:40.133" v="938" actId="571"/>
          <ac:spMkLst>
            <pc:docMk/>
            <pc:sldMk cId="1680245491" sldId="261"/>
            <ac:spMk id="62" creationId="{D0A37CF7-D658-E5E9-CC98-2F910059950F}"/>
          </ac:spMkLst>
        </pc:spChg>
        <pc:spChg chg="mod">
          <ac:chgData name="744311194@qq.com" userId="e2a28223f2085f4b" providerId="LiveId" clId="{93EAE7B5-FDEE-48D0-B65C-03455E3B8632}" dt="2026-06-19T06:47:40.133" v="938" actId="571"/>
          <ac:spMkLst>
            <pc:docMk/>
            <pc:sldMk cId="1680245491" sldId="261"/>
            <ac:spMk id="63" creationId="{7627E4ED-0690-1BA0-E9FD-6B743F0DF4E9}"/>
          </ac:spMkLst>
        </pc:spChg>
        <pc:spChg chg="mod">
          <ac:chgData name="744311194@qq.com" userId="e2a28223f2085f4b" providerId="LiveId" clId="{93EAE7B5-FDEE-48D0-B65C-03455E3B8632}" dt="2026-06-19T06:47:40.133" v="938" actId="571"/>
          <ac:spMkLst>
            <pc:docMk/>
            <pc:sldMk cId="1680245491" sldId="261"/>
            <ac:spMk id="64" creationId="{A27B81C1-D411-FC56-B9AE-D2DB98721F48}"/>
          </ac:spMkLst>
        </pc:spChg>
        <pc:spChg chg="mod">
          <ac:chgData name="744311194@qq.com" userId="e2a28223f2085f4b" providerId="LiveId" clId="{93EAE7B5-FDEE-48D0-B65C-03455E3B8632}" dt="2026-06-19T06:47:40.133" v="938" actId="571"/>
          <ac:spMkLst>
            <pc:docMk/>
            <pc:sldMk cId="1680245491" sldId="261"/>
            <ac:spMk id="65" creationId="{1650DC31-54A2-FA49-AF98-AA77DDA9E280}"/>
          </ac:spMkLst>
        </pc:spChg>
        <pc:spChg chg="mod">
          <ac:chgData name="744311194@qq.com" userId="e2a28223f2085f4b" providerId="LiveId" clId="{93EAE7B5-FDEE-48D0-B65C-03455E3B8632}" dt="2026-06-19T06:47:40.133" v="938" actId="571"/>
          <ac:spMkLst>
            <pc:docMk/>
            <pc:sldMk cId="1680245491" sldId="261"/>
            <ac:spMk id="66" creationId="{0590909F-2E1F-03F4-7977-60D0C3B0ABB7}"/>
          </ac:spMkLst>
        </pc:spChg>
        <pc:spChg chg="mod">
          <ac:chgData name="744311194@qq.com" userId="e2a28223f2085f4b" providerId="LiveId" clId="{93EAE7B5-FDEE-48D0-B65C-03455E3B8632}" dt="2026-06-19T06:47:40.133" v="938" actId="571"/>
          <ac:spMkLst>
            <pc:docMk/>
            <pc:sldMk cId="1680245491" sldId="261"/>
            <ac:spMk id="67" creationId="{E055AEBA-31F9-538F-717C-7732BA0F6FCC}"/>
          </ac:spMkLst>
        </pc:spChg>
        <pc:spChg chg="mod">
          <ac:chgData name="744311194@qq.com" userId="e2a28223f2085f4b" providerId="LiveId" clId="{93EAE7B5-FDEE-48D0-B65C-03455E3B8632}" dt="2026-06-19T06:47:40.133" v="938" actId="571"/>
          <ac:spMkLst>
            <pc:docMk/>
            <pc:sldMk cId="1680245491" sldId="261"/>
            <ac:spMk id="68" creationId="{358D8FA9-ACB7-88E2-4D10-D3F4B7D88C37}"/>
          </ac:spMkLst>
        </pc:spChg>
        <pc:spChg chg="mod">
          <ac:chgData name="744311194@qq.com" userId="e2a28223f2085f4b" providerId="LiveId" clId="{93EAE7B5-FDEE-48D0-B65C-03455E3B8632}" dt="2026-06-19T06:47:42.783" v="939" actId="571"/>
          <ac:spMkLst>
            <pc:docMk/>
            <pc:sldMk cId="1680245491" sldId="261"/>
            <ac:spMk id="71" creationId="{B15CE8B5-8BA0-7A2A-B2B9-16558494C241}"/>
          </ac:spMkLst>
        </pc:spChg>
        <pc:spChg chg="mod">
          <ac:chgData name="744311194@qq.com" userId="e2a28223f2085f4b" providerId="LiveId" clId="{93EAE7B5-FDEE-48D0-B65C-03455E3B8632}" dt="2026-06-19T06:47:42.783" v="939" actId="571"/>
          <ac:spMkLst>
            <pc:docMk/>
            <pc:sldMk cId="1680245491" sldId="261"/>
            <ac:spMk id="72" creationId="{F48D3DE1-9171-FCE5-4D45-4AE914C30B14}"/>
          </ac:spMkLst>
        </pc:spChg>
        <pc:spChg chg="mod">
          <ac:chgData name="744311194@qq.com" userId="e2a28223f2085f4b" providerId="LiveId" clId="{93EAE7B5-FDEE-48D0-B65C-03455E3B8632}" dt="2026-06-19T06:47:42.783" v="939" actId="571"/>
          <ac:spMkLst>
            <pc:docMk/>
            <pc:sldMk cId="1680245491" sldId="261"/>
            <ac:spMk id="73" creationId="{15DE9CF1-382E-C043-8BBF-50C6094C0682}"/>
          </ac:spMkLst>
        </pc:spChg>
        <pc:spChg chg="mod">
          <ac:chgData name="744311194@qq.com" userId="e2a28223f2085f4b" providerId="LiveId" clId="{93EAE7B5-FDEE-48D0-B65C-03455E3B8632}" dt="2026-06-19T06:47:42.783" v="939" actId="571"/>
          <ac:spMkLst>
            <pc:docMk/>
            <pc:sldMk cId="1680245491" sldId="261"/>
            <ac:spMk id="74" creationId="{7E96DC4E-9E2E-D96C-B79E-CA21AD085DDC}"/>
          </ac:spMkLst>
        </pc:spChg>
        <pc:spChg chg="mod">
          <ac:chgData name="744311194@qq.com" userId="e2a28223f2085f4b" providerId="LiveId" clId="{93EAE7B5-FDEE-48D0-B65C-03455E3B8632}" dt="2026-06-19T06:47:42.783" v="939" actId="571"/>
          <ac:spMkLst>
            <pc:docMk/>
            <pc:sldMk cId="1680245491" sldId="261"/>
            <ac:spMk id="75" creationId="{DD7E551F-0EA6-8159-B3FA-EBF60700E24B}"/>
          </ac:spMkLst>
        </pc:spChg>
        <pc:spChg chg="mod">
          <ac:chgData name="744311194@qq.com" userId="e2a28223f2085f4b" providerId="LiveId" clId="{93EAE7B5-FDEE-48D0-B65C-03455E3B8632}" dt="2026-06-19T06:47:42.783" v="939" actId="571"/>
          <ac:spMkLst>
            <pc:docMk/>
            <pc:sldMk cId="1680245491" sldId="261"/>
            <ac:spMk id="76" creationId="{96B0FCAF-65A7-BAF6-9EE3-9A83DE7CA237}"/>
          </ac:spMkLst>
        </pc:spChg>
        <pc:spChg chg="mod">
          <ac:chgData name="744311194@qq.com" userId="e2a28223f2085f4b" providerId="LiveId" clId="{93EAE7B5-FDEE-48D0-B65C-03455E3B8632}" dt="2026-06-19T06:47:42.783" v="939" actId="571"/>
          <ac:spMkLst>
            <pc:docMk/>
            <pc:sldMk cId="1680245491" sldId="261"/>
            <ac:spMk id="77" creationId="{E1FF33E0-5A69-786C-0DA3-CFB3C0E57A8A}"/>
          </ac:spMkLst>
        </pc:spChg>
        <pc:spChg chg="mod">
          <ac:chgData name="744311194@qq.com" userId="e2a28223f2085f4b" providerId="LiveId" clId="{93EAE7B5-FDEE-48D0-B65C-03455E3B8632}" dt="2026-06-19T06:47:42.783" v="939" actId="571"/>
          <ac:spMkLst>
            <pc:docMk/>
            <pc:sldMk cId="1680245491" sldId="261"/>
            <ac:spMk id="78" creationId="{53670A04-58C0-8D2E-9578-8E091C526735}"/>
          </ac:spMkLst>
        </pc:spChg>
        <pc:spChg chg="mod">
          <ac:chgData name="744311194@qq.com" userId="e2a28223f2085f4b" providerId="LiveId" clId="{93EAE7B5-FDEE-48D0-B65C-03455E3B8632}" dt="2026-06-19T06:47:42.783" v="939" actId="571"/>
          <ac:spMkLst>
            <pc:docMk/>
            <pc:sldMk cId="1680245491" sldId="261"/>
            <ac:spMk id="79" creationId="{F9834CFD-1435-F0D0-563B-B7FE796D61F5}"/>
          </ac:spMkLst>
        </pc:spChg>
        <pc:spChg chg="add mod">
          <ac:chgData name="744311194@qq.com" userId="e2a28223f2085f4b" providerId="LiveId" clId="{93EAE7B5-FDEE-48D0-B65C-03455E3B8632}" dt="2026-06-19T06:51:28.401" v="1002" actId="114"/>
          <ac:spMkLst>
            <pc:docMk/>
            <pc:sldMk cId="1680245491" sldId="261"/>
            <ac:spMk id="83" creationId="{17312764-4731-A6B4-7C47-8005FBF01E7C}"/>
          </ac:spMkLst>
        </pc:spChg>
        <pc:spChg chg="add del mod">
          <ac:chgData name="744311194@qq.com" userId="e2a28223f2085f4b" providerId="LiveId" clId="{93EAE7B5-FDEE-48D0-B65C-03455E3B8632}" dt="2026-06-19T06:54:44.030" v="1050" actId="21"/>
          <ac:spMkLst>
            <pc:docMk/>
            <pc:sldMk cId="1680245491" sldId="261"/>
            <ac:spMk id="84" creationId="{15C21BB9-9D4F-131D-EA2A-627FE5A8E0C1}"/>
          </ac:spMkLst>
        </pc:spChg>
        <pc:spChg chg="add mod">
          <ac:chgData name="744311194@qq.com" userId="e2a28223f2085f4b" providerId="LiveId" clId="{93EAE7B5-FDEE-48D0-B65C-03455E3B8632}" dt="2026-06-19T06:48:29.066" v="948"/>
          <ac:spMkLst>
            <pc:docMk/>
            <pc:sldMk cId="1680245491" sldId="261"/>
            <ac:spMk id="85" creationId="{9978D01E-E7E1-896F-2357-FD35805611F4}"/>
          </ac:spMkLst>
        </pc:spChg>
        <pc:spChg chg="del mod topLvl">
          <ac:chgData name="744311194@qq.com" userId="e2a28223f2085f4b" providerId="LiveId" clId="{93EAE7B5-FDEE-48D0-B65C-03455E3B8632}" dt="2026-06-19T06:48:43.029" v="953" actId="21"/>
          <ac:spMkLst>
            <pc:docMk/>
            <pc:sldMk cId="1680245491" sldId="261"/>
            <ac:spMk id="87" creationId="{AAEEB92E-64DD-307A-997C-1399A13F5F45}"/>
          </ac:spMkLst>
        </pc:spChg>
        <pc:spChg chg="add del mod">
          <ac:chgData name="744311194@qq.com" userId="e2a28223f2085f4b" providerId="LiveId" clId="{93EAE7B5-FDEE-48D0-B65C-03455E3B8632}" dt="2026-06-19T06:49:49.465" v="978" actId="21"/>
          <ac:spMkLst>
            <pc:docMk/>
            <pc:sldMk cId="1680245491" sldId="261"/>
            <ac:spMk id="91" creationId="{AAEEB92E-64DD-307A-997C-1399A13F5F45}"/>
          </ac:spMkLst>
        </pc:spChg>
        <pc:spChg chg="add del mod">
          <ac:chgData name="744311194@qq.com" userId="e2a28223f2085f4b" providerId="LiveId" clId="{93EAE7B5-FDEE-48D0-B65C-03455E3B8632}" dt="2026-06-19T06:49:47.385" v="977" actId="478"/>
          <ac:spMkLst>
            <pc:docMk/>
            <pc:sldMk cId="1680245491" sldId="261"/>
            <ac:spMk id="95" creationId="{4C7DEC93-CF2C-9B07-1C41-BEB64B718A5D}"/>
          </ac:spMkLst>
        </pc:spChg>
        <pc:spChg chg="add del mod topLvl">
          <ac:chgData name="744311194@qq.com" userId="e2a28223f2085f4b" providerId="LiveId" clId="{93EAE7B5-FDEE-48D0-B65C-03455E3B8632}" dt="2026-06-19T06:52:40.991" v="1022" actId="21"/>
          <ac:spMkLst>
            <pc:docMk/>
            <pc:sldMk cId="1680245491" sldId="261"/>
            <ac:spMk id="96" creationId="{84811CB3-9E12-5838-EE7D-D7D8422FA879}"/>
          </ac:spMkLst>
        </pc:spChg>
        <pc:spChg chg="add mod">
          <ac:chgData name="744311194@qq.com" userId="e2a28223f2085f4b" providerId="LiveId" clId="{93EAE7B5-FDEE-48D0-B65C-03455E3B8632}" dt="2026-06-19T06:53:43.746" v="1045" actId="1076"/>
          <ac:spMkLst>
            <pc:docMk/>
            <pc:sldMk cId="1680245491" sldId="261"/>
            <ac:spMk id="103" creationId="{AAEEB92E-64DD-307A-997C-1399A13F5F45}"/>
          </ac:spMkLst>
        </pc:spChg>
        <pc:spChg chg="add del mod">
          <ac:chgData name="744311194@qq.com" userId="e2a28223f2085f4b" providerId="LiveId" clId="{93EAE7B5-FDEE-48D0-B65C-03455E3B8632}" dt="2026-06-19T06:51:05.135" v="996" actId="478"/>
          <ac:spMkLst>
            <pc:docMk/>
            <pc:sldMk cId="1680245491" sldId="261"/>
            <ac:spMk id="111" creationId="{0511D231-C979-205B-C7E8-B49757101302}"/>
          </ac:spMkLst>
        </pc:spChg>
        <pc:spChg chg="add del mod">
          <ac:chgData name="744311194@qq.com" userId="e2a28223f2085f4b" providerId="LiveId" clId="{93EAE7B5-FDEE-48D0-B65C-03455E3B8632}" dt="2026-06-19T06:51:32.868" v="1005" actId="478"/>
          <ac:spMkLst>
            <pc:docMk/>
            <pc:sldMk cId="1680245491" sldId="261"/>
            <ac:spMk id="113" creationId="{CB77FCC0-27AC-E2E6-6C42-AECEC463FC91}"/>
          </ac:spMkLst>
        </pc:spChg>
        <pc:spChg chg="add del mod">
          <ac:chgData name="744311194@qq.com" userId="e2a28223f2085f4b" providerId="LiveId" clId="{93EAE7B5-FDEE-48D0-B65C-03455E3B8632}" dt="2026-06-19T06:52:01.604" v="1013" actId="478"/>
          <ac:spMkLst>
            <pc:docMk/>
            <pc:sldMk cId="1680245491" sldId="261"/>
            <ac:spMk id="114" creationId="{F034792E-ADC5-3D41-AA17-C5CE90ECBFBB}"/>
          </ac:spMkLst>
        </pc:spChg>
        <pc:spChg chg="add del mod">
          <ac:chgData name="744311194@qq.com" userId="e2a28223f2085f4b" providerId="LiveId" clId="{93EAE7B5-FDEE-48D0-B65C-03455E3B8632}" dt="2026-06-19T06:52:01.604" v="1013" actId="478"/>
          <ac:spMkLst>
            <pc:docMk/>
            <pc:sldMk cId="1680245491" sldId="261"/>
            <ac:spMk id="115" creationId="{DCDFC122-9073-12C4-DF91-7F372B7377E7}"/>
          </ac:spMkLst>
        </pc:spChg>
        <pc:spChg chg="add del mod">
          <ac:chgData name="744311194@qq.com" userId="e2a28223f2085f4b" providerId="LiveId" clId="{93EAE7B5-FDEE-48D0-B65C-03455E3B8632}" dt="2026-06-19T06:52:01.604" v="1013" actId="478"/>
          <ac:spMkLst>
            <pc:docMk/>
            <pc:sldMk cId="1680245491" sldId="261"/>
            <ac:spMk id="116" creationId="{76BE4158-FF38-55DE-E07A-4937251224D3}"/>
          </ac:spMkLst>
        </pc:spChg>
        <pc:spChg chg="add mod">
          <ac:chgData name="744311194@qq.com" userId="e2a28223f2085f4b" providerId="LiveId" clId="{93EAE7B5-FDEE-48D0-B65C-03455E3B8632}" dt="2026-06-19T06:52:01.967" v="1014"/>
          <ac:spMkLst>
            <pc:docMk/>
            <pc:sldMk cId="1680245491" sldId="261"/>
            <ac:spMk id="117" creationId="{DBEAECA3-4B5E-2D49-289E-C219CA65526E}"/>
          </ac:spMkLst>
        </pc:spChg>
        <pc:spChg chg="add mod">
          <ac:chgData name="744311194@qq.com" userId="e2a28223f2085f4b" providerId="LiveId" clId="{93EAE7B5-FDEE-48D0-B65C-03455E3B8632}" dt="2026-06-19T06:52:01.967" v="1014"/>
          <ac:spMkLst>
            <pc:docMk/>
            <pc:sldMk cId="1680245491" sldId="261"/>
            <ac:spMk id="118" creationId="{091E0AE0-02F0-9BD0-1F08-CF5CABC6686E}"/>
          </ac:spMkLst>
        </pc:spChg>
        <pc:spChg chg="add mod">
          <ac:chgData name="744311194@qq.com" userId="e2a28223f2085f4b" providerId="LiveId" clId="{93EAE7B5-FDEE-48D0-B65C-03455E3B8632}" dt="2026-06-19T06:52:01.967" v="1014"/>
          <ac:spMkLst>
            <pc:docMk/>
            <pc:sldMk cId="1680245491" sldId="261"/>
            <ac:spMk id="119" creationId="{C5F0EBF3-0124-A73F-ADB7-BC0500BDB085}"/>
          </ac:spMkLst>
        </pc:spChg>
        <pc:spChg chg="add mod">
          <ac:chgData name="744311194@qq.com" userId="e2a28223f2085f4b" providerId="LiveId" clId="{93EAE7B5-FDEE-48D0-B65C-03455E3B8632}" dt="2026-06-19T06:52:01.967" v="1014"/>
          <ac:spMkLst>
            <pc:docMk/>
            <pc:sldMk cId="1680245491" sldId="261"/>
            <ac:spMk id="120" creationId="{2233FF57-806B-75CD-7E5F-F54ED2545911}"/>
          </ac:spMkLst>
        </pc:spChg>
        <pc:spChg chg="add mod">
          <ac:chgData name="744311194@qq.com" userId="e2a28223f2085f4b" providerId="LiveId" clId="{93EAE7B5-FDEE-48D0-B65C-03455E3B8632}" dt="2026-06-19T06:52:01.967" v="1014"/>
          <ac:spMkLst>
            <pc:docMk/>
            <pc:sldMk cId="1680245491" sldId="261"/>
            <ac:spMk id="121" creationId="{1B5B352A-66D1-F297-7723-D93AC572677B}"/>
          </ac:spMkLst>
        </pc:spChg>
        <pc:spChg chg="add mod">
          <ac:chgData name="744311194@qq.com" userId="e2a28223f2085f4b" providerId="LiveId" clId="{93EAE7B5-FDEE-48D0-B65C-03455E3B8632}" dt="2026-06-19T06:52:29.203" v="1017" actId="164"/>
          <ac:spMkLst>
            <pc:docMk/>
            <pc:sldMk cId="1680245491" sldId="261"/>
            <ac:spMk id="122" creationId="{C8252E9B-3A59-2B51-AE4B-C99FCFE294A0}"/>
          </ac:spMkLst>
        </pc:spChg>
        <pc:spChg chg="add mod">
          <ac:chgData name="744311194@qq.com" userId="e2a28223f2085f4b" providerId="LiveId" clId="{93EAE7B5-FDEE-48D0-B65C-03455E3B8632}" dt="2026-06-19T06:52:29.203" v="1017" actId="164"/>
          <ac:spMkLst>
            <pc:docMk/>
            <pc:sldMk cId="1680245491" sldId="261"/>
            <ac:spMk id="123" creationId="{70625A0D-F324-97FF-51EA-02483512C927}"/>
          </ac:spMkLst>
        </pc:spChg>
        <pc:spChg chg="add mod">
          <ac:chgData name="744311194@qq.com" userId="e2a28223f2085f4b" providerId="LiveId" clId="{93EAE7B5-FDEE-48D0-B65C-03455E3B8632}" dt="2026-06-19T06:52:29.203" v="1017" actId="164"/>
          <ac:spMkLst>
            <pc:docMk/>
            <pc:sldMk cId="1680245491" sldId="261"/>
            <ac:spMk id="124" creationId="{4470AED0-5172-D717-40A5-D64038D9ECE8}"/>
          </ac:spMkLst>
        </pc:spChg>
        <pc:spChg chg="add mod">
          <ac:chgData name="744311194@qq.com" userId="e2a28223f2085f4b" providerId="LiveId" clId="{93EAE7B5-FDEE-48D0-B65C-03455E3B8632}" dt="2026-06-19T06:52:29.203" v="1017" actId="164"/>
          <ac:spMkLst>
            <pc:docMk/>
            <pc:sldMk cId="1680245491" sldId="261"/>
            <ac:spMk id="125" creationId="{92B5142A-444D-18C5-FEE5-CB6142061AEA}"/>
          </ac:spMkLst>
        </pc:spChg>
        <pc:spChg chg="mod">
          <ac:chgData name="744311194@qq.com" userId="e2a28223f2085f4b" providerId="LiveId" clId="{93EAE7B5-FDEE-48D0-B65C-03455E3B8632}" dt="2026-06-19T06:52:30.820" v="1018"/>
          <ac:spMkLst>
            <pc:docMk/>
            <pc:sldMk cId="1680245491" sldId="261"/>
            <ac:spMk id="129" creationId="{0E945DBE-CA7B-9861-982A-9E4162464DE9}"/>
          </ac:spMkLst>
        </pc:spChg>
        <pc:spChg chg="mod">
          <ac:chgData name="744311194@qq.com" userId="e2a28223f2085f4b" providerId="LiveId" clId="{93EAE7B5-FDEE-48D0-B65C-03455E3B8632}" dt="2026-06-19T06:52:30.820" v="1018"/>
          <ac:spMkLst>
            <pc:docMk/>
            <pc:sldMk cId="1680245491" sldId="261"/>
            <ac:spMk id="130" creationId="{37EC2498-1406-6AAC-C27A-7C9AC70724CE}"/>
          </ac:spMkLst>
        </pc:spChg>
        <pc:spChg chg="mod">
          <ac:chgData name="744311194@qq.com" userId="e2a28223f2085f4b" providerId="LiveId" clId="{93EAE7B5-FDEE-48D0-B65C-03455E3B8632}" dt="2026-06-19T06:52:30.820" v="1018"/>
          <ac:spMkLst>
            <pc:docMk/>
            <pc:sldMk cId="1680245491" sldId="261"/>
            <ac:spMk id="131" creationId="{8384C490-26F8-ADD0-C0D4-202BF293A8D6}"/>
          </ac:spMkLst>
        </pc:spChg>
        <pc:spChg chg="mod">
          <ac:chgData name="744311194@qq.com" userId="e2a28223f2085f4b" providerId="LiveId" clId="{93EAE7B5-FDEE-48D0-B65C-03455E3B8632}" dt="2026-06-19T06:52:30.820" v="1018"/>
          <ac:spMkLst>
            <pc:docMk/>
            <pc:sldMk cId="1680245491" sldId="261"/>
            <ac:spMk id="132" creationId="{0895201F-53D3-1E85-3C48-CA4FF192EC2D}"/>
          </ac:spMkLst>
        </pc:spChg>
        <pc:spChg chg="add mod">
          <ac:chgData name="744311194@qq.com" userId="e2a28223f2085f4b" providerId="LiveId" clId="{93EAE7B5-FDEE-48D0-B65C-03455E3B8632}" dt="2026-06-19T06:52:48.424" v="1025" actId="1076"/>
          <ac:spMkLst>
            <pc:docMk/>
            <pc:sldMk cId="1680245491" sldId="261"/>
            <ac:spMk id="139" creationId="{84811CB3-9E12-5838-EE7D-D7D8422FA879}"/>
          </ac:spMkLst>
        </pc:spChg>
        <pc:spChg chg="add mod">
          <ac:chgData name="744311194@qq.com" userId="e2a28223f2085f4b" providerId="LiveId" clId="{93EAE7B5-FDEE-48D0-B65C-03455E3B8632}" dt="2026-06-19T06:55:01.751" v="1055" actId="20577"/>
          <ac:spMkLst>
            <pc:docMk/>
            <pc:sldMk cId="1680245491" sldId="261"/>
            <ac:spMk id="150" creationId="{5A070B22-3B77-95BD-4FB6-3362AC6B1396}"/>
          </ac:spMkLst>
        </pc:spChg>
        <pc:spChg chg="add mod">
          <ac:chgData name="744311194@qq.com" userId="e2a28223f2085f4b" providerId="LiveId" clId="{93EAE7B5-FDEE-48D0-B65C-03455E3B8632}" dt="2026-06-19T06:55:23.734" v="1061" actId="1076"/>
          <ac:spMkLst>
            <pc:docMk/>
            <pc:sldMk cId="1680245491" sldId="261"/>
            <ac:spMk id="154" creationId="{E3D96320-4ADD-244D-046F-94C30D1794DA}"/>
          </ac:spMkLst>
        </pc:spChg>
        <pc:spChg chg="mod">
          <ac:chgData name="744311194@qq.com" userId="e2a28223f2085f4b" providerId="LiveId" clId="{93EAE7B5-FDEE-48D0-B65C-03455E3B8632}" dt="2026-06-19T06:55:33.422" v="1063"/>
          <ac:spMkLst>
            <pc:docMk/>
            <pc:sldMk cId="1680245491" sldId="261"/>
            <ac:spMk id="156" creationId="{5C2B02B9-44A0-7006-4DD0-A22E6C5A34BA}"/>
          </ac:spMkLst>
        </pc:spChg>
        <pc:spChg chg="mod">
          <ac:chgData name="744311194@qq.com" userId="e2a28223f2085f4b" providerId="LiveId" clId="{93EAE7B5-FDEE-48D0-B65C-03455E3B8632}" dt="2026-06-19T06:55:33.422" v="1063"/>
          <ac:spMkLst>
            <pc:docMk/>
            <pc:sldMk cId="1680245491" sldId="261"/>
            <ac:spMk id="157" creationId="{C9F38CAC-A0BB-367F-2CAD-FA5EE288B208}"/>
          </ac:spMkLst>
        </pc:spChg>
        <pc:spChg chg="add mod">
          <ac:chgData name="744311194@qq.com" userId="e2a28223f2085f4b" providerId="LiveId" clId="{93EAE7B5-FDEE-48D0-B65C-03455E3B8632}" dt="2026-06-19T06:58:05.975" v="1111" actId="1076"/>
          <ac:spMkLst>
            <pc:docMk/>
            <pc:sldMk cId="1680245491" sldId="261"/>
            <ac:spMk id="159" creationId="{E4E6E63F-D714-7BF5-F984-FB53CB55E593}"/>
          </ac:spMkLst>
        </pc:spChg>
        <pc:spChg chg="del mod topLvl">
          <ac:chgData name="744311194@qq.com" userId="e2a28223f2085f4b" providerId="LiveId" clId="{93EAE7B5-FDEE-48D0-B65C-03455E3B8632}" dt="2026-06-19T06:57:22.844" v="1097" actId="478"/>
          <ac:spMkLst>
            <pc:docMk/>
            <pc:sldMk cId="1680245491" sldId="261"/>
            <ac:spMk id="162" creationId="{2191D5FB-5BAF-8473-084C-7D2D0066002E}"/>
          </ac:spMkLst>
        </pc:spChg>
        <pc:grpChg chg="mod topLvl">
          <ac:chgData name="744311194@qq.com" userId="e2a28223f2085f4b" providerId="LiveId" clId="{93EAE7B5-FDEE-48D0-B65C-03455E3B8632}" dt="2026-06-19T06:47:47.451" v="942" actId="1076"/>
          <ac:grpSpMkLst>
            <pc:docMk/>
            <pc:sldMk cId="1680245491" sldId="261"/>
            <ac:grpSpMk id="2" creationId="{484B53C8-C7FB-8D80-7A6A-864D08605E2E}"/>
          </ac:grpSpMkLst>
        </pc:grpChg>
        <pc:grpChg chg="del">
          <ac:chgData name="744311194@qq.com" userId="e2a28223f2085f4b" providerId="LiveId" clId="{93EAE7B5-FDEE-48D0-B65C-03455E3B8632}" dt="2026-06-19T06:42:01.098" v="914" actId="478"/>
          <ac:grpSpMkLst>
            <pc:docMk/>
            <pc:sldMk cId="1680245491" sldId="261"/>
            <ac:grpSpMk id="18" creationId="{C3B27CE2-56C1-677F-16AC-794774050FDA}"/>
          </ac:grpSpMkLst>
        </pc:grpChg>
        <pc:grpChg chg="del">
          <ac:chgData name="744311194@qq.com" userId="e2a28223f2085f4b" providerId="LiveId" clId="{93EAE7B5-FDEE-48D0-B65C-03455E3B8632}" dt="2026-06-19T06:41:57.233" v="913" actId="478"/>
          <ac:grpSpMkLst>
            <pc:docMk/>
            <pc:sldMk cId="1680245491" sldId="261"/>
            <ac:grpSpMk id="21" creationId="{A9166F38-BFDF-EBAB-46B1-B50C9E1070B3}"/>
          </ac:grpSpMkLst>
        </pc:grpChg>
        <pc:grpChg chg="del">
          <ac:chgData name="744311194@qq.com" userId="e2a28223f2085f4b" providerId="LiveId" clId="{93EAE7B5-FDEE-48D0-B65C-03455E3B8632}" dt="2026-06-19T06:41:57.233" v="913" actId="478"/>
          <ac:grpSpMkLst>
            <pc:docMk/>
            <pc:sldMk cId="1680245491" sldId="261"/>
            <ac:grpSpMk id="25" creationId="{8F0A3261-1C82-9756-73A3-F64471F16967}"/>
          </ac:grpSpMkLst>
        </pc:grpChg>
        <pc:grpChg chg="del">
          <ac:chgData name="744311194@qq.com" userId="e2a28223f2085f4b" providerId="LiveId" clId="{93EAE7B5-FDEE-48D0-B65C-03455E3B8632}" dt="2026-06-19T06:42:01.098" v="914" actId="478"/>
          <ac:grpSpMkLst>
            <pc:docMk/>
            <pc:sldMk cId="1680245491" sldId="261"/>
            <ac:grpSpMk id="28" creationId="{64D2DEFB-B169-2763-3D44-D2F820C3021E}"/>
          </ac:grpSpMkLst>
        </pc:grpChg>
        <pc:grpChg chg="del">
          <ac:chgData name="744311194@qq.com" userId="e2a28223f2085f4b" providerId="LiveId" clId="{93EAE7B5-FDEE-48D0-B65C-03455E3B8632}" dt="2026-06-19T06:41:57.233" v="913" actId="478"/>
          <ac:grpSpMkLst>
            <pc:docMk/>
            <pc:sldMk cId="1680245491" sldId="261"/>
            <ac:grpSpMk id="31" creationId="{ABA28463-C625-0E29-2D17-96E09517D8D9}"/>
          </ac:grpSpMkLst>
        </pc:grpChg>
        <pc:grpChg chg="del">
          <ac:chgData name="744311194@qq.com" userId="e2a28223f2085f4b" providerId="LiveId" clId="{93EAE7B5-FDEE-48D0-B65C-03455E3B8632}" dt="2026-06-19T06:42:01.098" v="914" actId="478"/>
          <ac:grpSpMkLst>
            <pc:docMk/>
            <pc:sldMk cId="1680245491" sldId="261"/>
            <ac:grpSpMk id="37" creationId="{E6E2E719-C8E9-43E0-BB50-42F12033152D}"/>
          </ac:grpSpMkLst>
        </pc:grpChg>
        <pc:grpChg chg="del">
          <ac:chgData name="744311194@qq.com" userId="e2a28223f2085f4b" providerId="LiveId" clId="{93EAE7B5-FDEE-48D0-B65C-03455E3B8632}" dt="2026-06-19T06:41:57.233" v="913" actId="478"/>
          <ac:grpSpMkLst>
            <pc:docMk/>
            <pc:sldMk cId="1680245491" sldId="261"/>
            <ac:grpSpMk id="40" creationId="{B26E9F15-41A5-4262-64CB-F97DC2604C8D}"/>
          </ac:grpSpMkLst>
        </pc:grpChg>
        <pc:grpChg chg="del">
          <ac:chgData name="744311194@qq.com" userId="e2a28223f2085f4b" providerId="LiveId" clId="{93EAE7B5-FDEE-48D0-B65C-03455E3B8632}" dt="2026-06-19T06:41:57.233" v="913" actId="478"/>
          <ac:grpSpMkLst>
            <pc:docMk/>
            <pc:sldMk cId="1680245491" sldId="261"/>
            <ac:grpSpMk id="44" creationId="{95852CA4-CB0C-BC16-084E-7F5463BD6BC1}"/>
          </ac:grpSpMkLst>
        </pc:grpChg>
        <pc:grpChg chg="del">
          <ac:chgData name="744311194@qq.com" userId="e2a28223f2085f4b" providerId="LiveId" clId="{93EAE7B5-FDEE-48D0-B65C-03455E3B8632}" dt="2026-06-19T06:42:01.098" v="914" actId="478"/>
          <ac:grpSpMkLst>
            <pc:docMk/>
            <pc:sldMk cId="1680245491" sldId="261"/>
            <ac:grpSpMk id="47" creationId="{C508C6AC-98D9-1CD4-4CA4-50AD4DEA7406}"/>
          </ac:grpSpMkLst>
        </pc:grpChg>
        <pc:grpChg chg="del mod">
          <ac:chgData name="744311194@qq.com" userId="e2a28223f2085f4b" providerId="LiveId" clId="{93EAE7B5-FDEE-48D0-B65C-03455E3B8632}" dt="2026-06-19T06:43:18.789" v="926" actId="478"/>
          <ac:grpSpMkLst>
            <pc:docMk/>
            <pc:sldMk cId="1680245491" sldId="261"/>
            <ac:grpSpMk id="50" creationId="{081FD0FC-0FF3-B6D1-DDB9-544EB09FAEC9}"/>
          </ac:grpSpMkLst>
        </pc:grpChg>
        <pc:grpChg chg="add del mod">
          <ac:chgData name="744311194@qq.com" userId="e2a28223f2085f4b" providerId="LiveId" clId="{93EAE7B5-FDEE-48D0-B65C-03455E3B8632}" dt="2026-06-19T06:43:21.219" v="927" actId="478"/>
          <ac:grpSpMkLst>
            <pc:docMk/>
            <pc:sldMk cId="1680245491" sldId="261"/>
            <ac:grpSpMk id="54" creationId="{52CA5B4A-DFB0-0529-E923-A50206827739}"/>
          </ac:grpSpMkLst>
        </pc:grpChg>
        <pc:grpChg chg="add mod">
          <ac:chgData name="744311194@qq.com" userId="e2a28223f2085f4b" providerId="LiveId" clId="{93EAE7B5-FDEE-48D0-B65C-03455E3B8632}" dt="2026-06-19T06:47:50.632" v="943" actId="1076"/>
          <ac:grpSpMkLst>
            <pc:docMk/>
            <pc:sldMk cId="1680245491" sldId="261"/>
            <ac:grpSpMk id="59" creationId="{A4233EC9-E11B-8811-5099-391531C8D5BD}"/>
          </ac:grpSpMkLst>
        </pc:grpChg>
        <pc:grpChg chg="add del mod">
          <ac:chgData name="744311194@qq.com" userId="e2a28223f2085f4b" providerId="LiveId" clId="{93EAE7B5-FDEE-48D0-B65C-03455E3B8632}" dt="2026-06-19T06:47:45.048" v="940" actId="478"/>
          <ac:grpSpMkLst>
            <pc:docMk/>
            <pc:sldMk cId="1680245491" sldId="261"/>
            <ac:grpSpMk id="70" creationId="{CB6E66AA-B7E3-BA1E-6FC9-B4722C52DC51}"/>
          </ac:grpSpMkLst>
        </pc:grpChg>
        <pc:grpChg chg="add del mod">
          <ac:chgData name="744311194@qq.com" userId="e2a28223f2085f4b" providerId="LiveId" clId="{93EAE7B5-FDEE-48D0-B65C-03455E3B8632}" dt="2026-06-19T06:48:43.029" v="953" actId="21"/>
          <ac:grpSpMkLst>
            <pc:docMk/>
            <pc:sldMk cId="1680245491" sldId="261"/>
            <ac:grpSpMk id="86" creationId="{4FD6B6EF-1BC0-A2F2-614F-1F2A0D6AD7DF}"/>
          </ac:grpSpMkLst>
        </pc:grpChg>
        <pc:grpChg chg="add del mod topLvl">
          <ac:chgData name="744311194@qq.com" userId="e2a28223f2085f4b" providerId="LiveId" clId="{93EAE7B5-FDEE-48D0-B65C-03455E3B8632}" dt="2026-06-19T06:50:03.556" v="980" actId="165"/>
          <ac:grpSpMkLst>
            <pc:docMk/>
            <pc:sldMk cId="1680245491" sldId="261"/>
            <ac:grpSpMk id="88" creationId="{3D10A8E4-346D-DAD9-AB0C-26B6129560AC}"/>
          </ac:grpSpMkLst>
        </pc:grpChg>
        <pc:grpChg chg="add mod topLvl">
          <ac:chgData name="744311194@qq.com" userId="e2a28223f2085f4b" providerId="LiveId" clId="{93EAE7B5-FDEE-48D0-B65C-03455E3B8632}" dt="2026-06-19T06:52:45.301" v="1023" actId="14100"/>
          <ac:grpSpMkLst>
            <pc:docMk/>
            <pc:sldMk cId="1680245491" sldId="261"/>
            <ac:grpSpMk id="92" creationId="{54128B39-A287-A0A2-9A16-67CA3085C217}"/>
          </ac:grpSpMkLst>
        </pc:grpChg>
        <pc:grpChg chg="add del mod">
          <ac:chgData name="744311194@qq.com" userId="e2a28223f2085f4b" providerId="LiveId" clId="{93EAE7B5-FDEE-48D0-B65C-03455E3B8632}" dt="2026-06-19T06:52:40.991" v="1022" actId="21"/>
          <ac:grpSpMkLst>
            <pc:docMk/>
            <pc:sldMk cId="1680245491" sldId="261"/>
            <ac:grpSpMk id="97" creationId="{56A67D05-22D5-D595-BDC1-00290EED3182}"/>
          </ac:grpSpMkLst>
        </pc:grpChg>
        <pc:grpChg chg="add mod">
          <ac:chgData name="744311194@qq.com" userId="e2a28223f2085f4b" providerId="LiveId" clId="{93EAE7B5-FDEE-48D0-B65C-03455E3B8632}" dt="2026-06-19T06:49:43.945" v="975" actId="164"/>
          <ac:grpSpMkLst>
            <pc:docMk/>
            <pc:sldMk cId="1680245491" sldId="261"/>
            <ac:grpSpMk id="98" creationId="{D71CFA81-497F-E808-195B-4941B4C2701A}"/>
          </ac:grpSpMkLst>
        </pc:grpChg>
        <pc:grpChg chg="add mod">
          <ac:chgData name="744311194@qq.com" userId="e2a28223f2085f4b" providerId="LiveId" clId="{93EAE7B5-FDEE-48D0-B65C-03455E3B8632}" dt="2026-06-19T06:51:20.921" v="1000" actId="164"/>
          <ac:grpSpMkLst>
            <pc:docMk/>
            <pc:sldMk cId="1680245491" sldId="261"/>
            <ac:grpSpMk id="106" creationId="{1ECEEC58-99CE-E9DD-C3CC-53179004AFD1}"/>
          </ac:grpSpMkLst>
        </pc:grpChg>
        <pc:grpChg chg="add mod">
          <ac:chgData name="744311194@qq.com" userId="e2a28223f2085f4b" providerId="LiveId" clId="{93EAE7B5-FDEE-48D0-B65C-03455E3B8632}" dt="2026-06-19T06:51:20.921" v="1000" actId="164"/>
          <ac:grpSpMkLst>
            <pc:docMk/>
            <pc:sldMk cId="1680245491" sldId="261"/>
            <ac:grpSpMk id="107" creationId="{1DCB3AE4-320D-B0CB-F35B-AC8BCBB24990}"/>
          </ac:grpSpMkLst>
        </pc:grpChg>
        <pc:grpChg chg="add mod">
          <ac:chgData name="744311194@qq.com" userId="e2a28223f2085f4b" providerId="LiveId" clId="{93EAE7B5-FDEE-48D0-B65C-03455E3B8632}" dt="2026-06-19T06:52:29.203" v="1017" actId="164"/>
          <ac:grpSpMkLst>
            <pc:docMk/>
            <pc:sldMk cId="1680245491" sldId="261"/>
            <ac:grpSpMk id="112" creationId="{299DECE8-0EBC-4C40-F047-5277EBA86FC4}"/>
          </ac:grpSpMkLst>
        </pc:grpChg>
        <pc:grpChg chg="add mod">
          <ac:chgData name="744311194@qq.com" userId="e2a28223f2085f4b" providerId="LiveId" clId="{93EAE7B5-FDEE-48D0-B65C-03455E3B8632}" dt="2026-06-19T06:52:29.203" v="1017" actId="164"/>
          <ac:grpSpMkLst>
            <pc:docMk/>
            <pc:sldMk cId="1680245491" sldId="261"/>
            <ac:grpSpMk id="126" creationId="{4B82DD7E-0D48-8545-672B-EEB77B5F000E}"/>
          </ac:grpSpMkLst>
        </pc:grpChg>
        <pc:grpChg chg="add mod">
          <ac:chgData name="744311194@qq.com" userId="e2a28223f2085f4b" providerId="LiveId" clId="{93EAE7B5-FDEE-48D0-B65C-03455E3B8632}" dt="2026-06-19T06:52:34.672" v="1019" actId="1076"/>
          <ac:grpSpMkLst>
            <pc:docMk/>
            <pc:sldMk cId="1680245491" sldId="261"/>
            <ac:grpSpMk id="127" creationId="{37B79875-ECE6-987A-80C6-325BDF316FF0}"/>
          </ac:grpSpMkLst>
        </pc:grpChg>
        <pc:grpChg chg="mod">
          <ac:chgData name="744311194@qq.com" userId="e2a28223f2085f4b" providerId="LiveId" clId="{93EAE7B5-FDEE-48D0-B65C-03455E3B8632}" dt="2026-06-19T06:52:30.820" v="1018"/>
          <ac:grpSpMkLst>
            <pc:docMk/>
            <pc:sldMk cId="1680245491" sldId="261"/>
            <ac:grpSpMk id="128" creationId="{505A676B-8665-A070-01D6-BB5DD981DEC7}"/>
          </ac:grpSpMkLst>
        </pc:grpChg>
        <pc:grpChg chg="mod">
          <ac:chgData name="744311194@qq.com" userId="e2a28223f2085f4b" providerId="LiveId" clId="{93EAE7B5-FDEE-48D0-B65C-03455E3B8632}" dt="2026-06-19T06:52:30.820" v="1018"/>
          <ac:grpSpMkLst>
            <pc:docMk/>
            <pc:sldMk cId="1680245491" sldId="261"/>
            <ac:grpSpMk id="133" creationId="{582030DA-D3DE-F3EF-F3ED-BD86C0984ACC}"/>
          </ac:grpSpMkLst>
        </pc:grpChg>
        <pc:grpChg chg="mod">
          <ac:chgData name="744311194@qq.com" userId="e2a28223f2085f4b" providerId="LiveId" clId="{93EAE7B5-FDEE-48D0-B65C-03455E3B8632}" dt="2026-06-19T06:52:30.820" v="1018"/>
          <ac:grpSpMkLst>
            <pc:docMk/>
            <pc:sldMk cId="1680245491" sldId="261"/>
            <ac:grpSpMk id="134" creationId="{E3F2463F-4446-32FF-A147-8608BD660B21}"/>
          </ac:grpSpMkLst>
        </pc:grpChg>
        <pc:grpChg chg="add mod">
          <ac:chgData name="744311194@qq.com" userId="e2a28223f2085f4b" providerId="LiveId" clId="{93EAE7B5-FDEE-48D0-B65C-03455E3B8632}" dt="2026-06-19T06:55:55.891" v="1073" actId="14100"/>
          <ac:grpSpMkLst>
            <pc:docMk/>
            <pc:sldMk cId="1680245491" sldId="261"/>
            <ac:grpSpMk id="151" creationId="{8138BCFA-E08F-3419-F73B-EAB85DB69B03}"/>
          </ac:grpSpMkLst>
        </pc:grpChg>
        <pc:grpChg chg="add mod">
          <ac:chgData name="744311194@qq.com" userId="e2a28223f2085f4b" providerId="LiveId" clId="{93EAE7B5-FDEE-48D0-B65C-03455E3B8632}" dt="2026-06-19T06:55:50.149" v="1071" actId="1076"/>
          <ac:grpSpMkLst>
            <pc:docMk/>
            <pc:sldMk cId="1680245491" sldId="261"/>
            <ac:grpSpMk id="155" creationId="{767DF677-8489-62B4-9744-A632ED3007D0}"/>
          </ac:grpSpMkLst>
        </pc:grpChg>
        <pc:grpChg chg="add del mod">
          <ac:chgData name="744311194@qq.com" userId="e2a28223f2085f4b" providerId="LiveId" clId="{93EAE7B5-FDEE-48D0-B65C-03455E3B8632}" dt="2026-06-19T06:57:22.844" v="1097" actId="478"/>
          <ac:grpSpMkLst>
            <pc:docMk/>
            <pc:sldMk cId="1680245491" sldId="261"/>
            <ac:grpSpMk id="160" creationId="{29173D14-672A-A1D3-BC00-CE8571C33246}"/>
          </ac:grpSpMkLst>
        </pc:grpChg>
        <pc:grpChg chg="mod topLvl">
          <ac:chgData name="744311194@qq.com" userId="e2a28223f2085f4b" providerId="LiveId" clId="{93EAE7B5-FDEE-48D0-B65C-03455E3B8632}" dt="2026-06-19T06:57:50.340" v="1105" actId="14100"/>
          <ac:grpSpMkLst>
            <pc:docMk/>
            <pc:sldMk cId="1680245491" sldId="261"/>
            <ac:grpSpMk id="161" creationId="{C01134A1-723A-94B5-AED4-AF36C963482C}"/>
          </ac:grpSpMkLst>
        </pc:grpChg>
        <pc:grpChg chg="add mod">
          <ac:chgData name="744311194@qq.com" userId="e2a28223f2085f4b" providerId="LiveId" clId="{93EAE7B5-FDEE-48D0-B65C-03455E3B8632}" dt="2026-06-19T06:57:52.835" v="1106" actId="14100"/>
          <ac:grpSpMkLst>
            <pc:docMk/>
            <pc:sldMk cId="1680245491" sldId="261"/>
            <ac:grpSpMk id="165" creationId="{6194E133-073A-690B-F286-43BE9388DE83}"/>
          </ac:grpSpMkLst>
        </pc:grpChg>
        <pc:cxnChg chg="del">
          <ac:chgData name="744311194@qq.com" userId="e2a28223f2085f4b" providerId="LiveId" clId="{93EAE7B5-FDEE-48D0-B65C-03455E3B8632}" dt="2026-06-19T06:43:14.255" v="925" actId="478"/>
          <ac:cxnSpMkLst>
            <pc:docMk/>
            <pc:sldMk cId="1680245491" sldId="261"/>
            <ac:cxnSpMk id="13" creationId="{7BA3E7C2-14CF-C2EF-54DF-40182B544116}"/>
          </ac:cxnSpMkLst>
        </pc:cxnChg>
        <pc:cxnChg chg="del">
          <ac:chgData name="744311194@qq.com" userId="e2a28223f2085f4b" providerId="LiveId" clId="{93EAE7B5-FDEE-48D0-B65C-03455E3B8632}" dt="2026-06-19T06:43:14.255" v="925" actId="478"/>
          <ac:cxnSpMkLst>
            <pc:docMk/>
            <pc:sldMk cId="1680245491" sldId="261"/>
            <ac:cxnSpMk id="14" creationId="{C040EC28-089E-53C5-A0CD-7C2A5DDA4499}"/>
          </ac:cxnSpMkLst>
        </pc:cxnChg>
        <pc:cxnChg chg="del">
          <ac:chgData name="744311194@qq.com" userId="e2a28223f2085f4b" providerId="LiveId" clId="{93EAE7B5-FDEE-48D0-B65C-03455E3B8632}" dt="2026-06-19T06:43:18.789" v="926" actId="478"/>
          <ac:cxnSpMkLst>
            <pc:docMk/>
            <pc:sldMk cId="1680245491" sldId="261"/>
            <ac:cxnSpMk id="51" creationId="{E7483A77-CBA8-41CC-9317-62921D7DA6FC}"/>
          </ac:cxnSpMkLst>
        </pc:cxnChg>
        <pc:cxnChg chg="del topLvl">
          <ac:chgData name="744311194@qq.com" userId="e2a28223f2085f4b" providerId="LiveId" clId="{93EAE7B5-FDEE-48D0-B65C-03455E3B8632}" dt="2026-06-19T06:43:21.219" v="927" actId="478"/>
          <ac:cxnSpMkLst>
            <pc:docMk/>
            <pc:sldMk cId="1680245491" sldId="261"/>
            <ac:cxnSpMk id="52" creationId="{B1534DE5-B93B-77A2-D60C-48A5C78C2D77}"/>
          </ac:cxnSpMkLst>
        </pc:cxnChg>
        <pc:cxnChg chg="add mod">
          <ac:chgData name="744311194@qq.com" userId="e2a28223f2085f4b" providerId="LiveId" clId="{93EAE7B5-FDEE-48D0-B65C-03455E3B8632}" dt="2026-06-19T06:48:09.396" v="946" actId="1076"/>
          <ac:cxnSpMkLst>
            <pc:docMk/>
            <pc:sldMk cId="1680245491" sldId="261"/>
            <ac:cxnSpMk id="81" creationId="{64B59709-8E30-7CCF-CE26-026A3EB5FF04}"/>
          </ac:cxnSpMkLst>
        </pc:cxnChg>
        <pc:cxnChg chg="add mod">
          <ac:chgData name="744311194@qq.com" userId="e2a28223f2085f4b" providerId="LiveId" clId="{93EAE7B5-FDEE-48D0-B65C-03455E3B8632}" dt="2026-06-19T06:48:05.976" v="945" actId="1076"/>
          <ac:cxnSpMkLst>
            <pc:docMk/>
            <pc:sldMk cId="1680245491" sldId="261"/>
            <ac:cxnSpMk id="82" creationId="{41A20998-311C-313F-1C8C-F623FD3C4737}"/>
          </ac:cxnSpMkLst>
        </pc:cxnChg>
        <pc:cxnChg chg="add del mod topLvl">
          <ac:chgData name="744311194@qq.com" userId="e2a28223f2085f4b" providerId="LiveId" clId="{93EAE7B5-FDEE-48D0-B65C-03455E3B8632}" dt="2026-06-19T06:53:38.274" v="1043" actId="14100"/>
          <ac:cxnSpMkLst>
            <pc:docMk/>
            <pc:sldMk cId="1680245491" sldId="261"/>
            <ac:cxnSpMk id="89" creationId="{50EF90CD-1938-5151-64B0-5139935CD05B}"/>
          </ac:cxnSpMkLst>
        </pc:cxnChg>
        <pc:cxnChg chg="add del mod topLvl">
          <ac:chgData name="744311194@qq.com" userId="e2a28223f2085f4b" providerId="LiveId" clId="{93EAE7B5-FDEE-48D0-B65C-03455E3B8632}" dt="2026-06-19T06:55:06.166" v="1057" actId="1076"/>
          <ac:cxnSpMkLst>
            <pc:docMk/>
            <pc:sldMk cId="1680245491" sldId="261"/>
            <ac:cxnSpMk id="90" creationId="{7CA0C92F-39CE-8B1C-530B-7536F40B7D27}"/>
          </ac:cxnSpMkLst>
        </pc:cxnChg>
        <pc:cxnChg chg="mod">
          <ac:chgData name="744311194@qq.com" userId="e2a28223f2085f4b" providerId="LiveId" clId="{93EAE7B5-FDEE-48D0-B65C-03455E3B8632}" dt="2026-06-19T06:48:56.316" v="960"/>
          <ac:cxnSpMkLst>
            <pc:docMk/>
            <pc:sldMk cId="1680245491" sldId="261"/>
            <ac:cxnSpMk id="93" creationId="{5B362F57-1E38-675D-230E-7899018A77DB}"/>
          </ac:cxnSpMkLst>
        </pc:cxnChg>
        <pc:cxnChg chg="mod">
          <ac:chgData name="744311194@qq.com" userId="e2a28223f2085f4b" providerId="LiveId" clId="{93EAE7B5-FDEE-48D0-B65C-03455E3B8632}" dt="2026-06-19T06:54:30.846" v="1048" actId="1037"/>
          <ac:cxnSpMkLst>
            <pc:docMk/>
            <pc:sldMk cId="1680245491" sldId="261"/>
            <ac:cxnSpMk id="94" creationId="{53B86420-5F6A-00FF-C3AC-56274B9673DB}"/>
          </ac:cxnSpMkLst>
        </pc:cxnChg>
        <pc:cxnChg chg="add mod">
          <ac:chgData name="744311194@qq.com" userId="e2a28223f2085f4b" providerId="LiveId" clId="{93EAE7B5-FDEE-48D0-B65C-03455E3B8632}" dt="2026-06-19T06:50:31.017" v="985" actId="164"/>
          <ac:cxnSpMkLst>
            <pc:docMk/>
            <pc:sldMk cId="1680245491" sldId="261"/>
            <ac:cxnSpMk id="104" creationId="{D83C7C43-D828-5442-BD3C-7D10EC794664}"/>
          </ac:cxnSpMkLst>
        </pc:cxnChg>
        <pc:cxnChg chg="add mod">
          <ac:chgData name="744311194@qq.com" userId="e2a28223f2085f4b" providerId="LiveId" clId="{93EAE7B5-FDEE-48D0-B65C-03455E3B8632}" dt="2026-06-19T06:51:11.325" v="997" actId="1076"/>
          <ac:cxnSpMkLst>
            <pc:docMk/>
            <pc:sldMk cId="1680245491" sldId="261"/>
            <ac:cxnSpMk id="105" creationId="{5AAF88D0-2C8E-1A6C-CD66-51E905DF8448}"/>
          </ac:cxnSpMkLst>
        </pc:cxnChg>
        <pc:cxnChg chg="mod">
          <ac:chgData name="744311194@qq.com" userId="e2a28223f2085f4b" providerId="LiveId" clId="{93EAE7B5-FDEE-48D0-B65C-03455E3B8632}" dt="2026-06-19T06:50:34.013" v="987"/>
          <ac:cxnSpMkLst>
            <pc:docMk/>
            <pc:sldMk cId="1680245491" sldId="261"/>
            <ac:cxnSpMk id="108" creationId="{8AE980E0-7F6C-61DA-7869-5D412C98DA18}"/>
          </ac:cxnSpMkLst>
        </pc:cxnChg>
        <pc:cxnChg chg="mod">
          <ac:chgData name="744311194@qq.com" userId="e2a28223f2085f4b" providerId="LiveId" clId="{93EAE7B5-FDEE-48D0-B65C-03455E3B8632}" dt="2026-06-19T06:51:16.573" v="999" actId="1076"/>
          <ac:cxnSpMkLst>
            <pc:docMk/>
            <pc:sldMk cId="1680245491" sldId="261"/>
            <ac:cxnSpMk id="109" creationId="{E60D6021-9941-303D-2053-763080039A4D}"/>
          </ac:cxnSpMkLst>
        </pc:cxnChg>
        <pc:cxnChg chg="mod">
          <ac:chgData name="744311194@qq.com" userId="e2a28223f2085f4b" providerId="LiveId" clId="{93EAE7B5-FDEE-48D0-B65C-03455E3B8632}" dt="2026-06-19T06:52:30.820" v="1018"/>
          <ac:cxnSpMkLst>
            <pc:docMk/>
            <pc:sldMk cId="1680245491" sldId="261"/>
            <ac:cxnSpMk id="135" creationId="{24AC61A6-6DA6-2B8E-ECD4-7980CAF0E8D1}"/>
          </ac:cxnSpMkLst>
        </pc:cxnChg>
        <pc:cxnChg chg="mod">
          <ac:chgData name="744311194@qq.com" userId="e2a28223f2085f4b" providerId="LiveId" clId="{93EAE7B5-FDEE-48D0-B65C-03455E3B8632}" dt="2026-06-19T06:52:30.820" v="1018"/>
          <ac:cxnSpMkLst>
            <pc:docMk/>
            <pc:sldMk cId="1680245491" sldId="261"/>
            <ac:cxnSpMk id="138" creationId="{130DCC6D-4D78-B691-C811-CA184759B10E}"/>
          </ac:cxnSpMkLst>
        </pc:cxnChg>
        <pc:cxnChg chg="add mod">
          <ac:chgData name="744311194@qq.com" userId="e2a28223f2085f4b" providerId="LiveId" clId="{93EAE7B5-FDEE-48D0-B65C-03455E3B8632}" dt="2026-06-19T06:53:23.068" v="1039" actId="688"/>
          <ac:cxnSpMkLst>
            <pc:docMk/>
            <pc:sldMk cId="1680245491" sldId="261"/>
            <ac:cxnSpMk id="142" creationId="{9559D61C-7B0D-B4FB-102D-4C9BF98A9D9B}"/>
          </ac:cxnSpMkLst>
        </pc:cxnChg>
        <pc:cxnChg chg="add mod">
          <ac:chgData name="744311194@qq.com" userId="e2a28223f2085f4b" providerId="LiveId" clId="{93EAE7B5-FDEE-48D0-B65C-03455E3B8632}" dt="2026-06-19T06:54:55.263" v="1052" actId="1076"/>
          <ac:cxnSpMkLst>
            <pc:docMk/>
            <pc:sldMk cId="1680245491" sldId="261"/>
            <ac:cxnSpMk id="149" creationId="{59A9FEF4-A4B4-7BB1-1F8D-8806A72417ED}"/>
          </ac:cxnSpMkLst>
        </pc:cxnChg>
        <pc:cxnChg chg="mod">
          <ac:chgData name="744311194@qq.com" userId="e2a28223f2085f4b" providerId="LiveId" clId="{93EAE7B5-FDEE-48D0-B65C-03455E3B8632}" dt="2026-06-19T06:55:11.534" v="1058"/>
          <ac:cxnSpMkLst>
            <pc:docMk/>
            <pc:sldMk cId="1680245491" sldId="261"/>
            <ac:cxnSpMk id="152" creationId="{57CAE168-0707-8BB5-B07F-72DD1EE76DE0}"/>
          </ac:cxnSpMkLst>
        </pc:cxnChg>
        <pc:cxnChg chg="mod">
          <ac:chgData name="744311194@qq.com" userId="e2a28223f2085f4b" providerId="LiveId" clId="{93EAE7B5-FDEE-48D0-B65C-03455E3B8632}" dt="2026-06-19T06:55:11.534" v="1058"/>
          <ac:cxnSpMkLst>
            <pc:docMk/>
            <pc:sldMk cId="1680245491" sldId="261"/>
            <ac:cxnSpMk id="153" creationId="{21CFDAB4-4749-F235-A587-C9F98A1DDE48}"/>
          </ac:cxnSpMkLst>
        </pc:cxnChg>
        <pc:cxnChg chg="add mod">
          <ac:chgData name="744311194@qq.com" userId="e2a28223f2085f4b" providerId="LiveId" clId="{93EAE7B5-FDEE-48D0-B65C-03455E3B8632}" dt="2026-06-19T06:55:48.900" v="1070" actId="1076"/>
          <ac:cxnSpMkLst>
            <pc:docMk/>
            <pc:sldMk cId="1680245491" sldId="261"/>
            <ac:cxnSpMk id="158" creationId="{964A0083-3B52-ACAD-49DF-C4AC328F3558}"/>
          </ac:cxnSpMkLst>
        </pc:cxnChg>
        <pc:cxnChg chg="mod">
          <ac:chgData name="744311194@qq.com" userId="e2a28223f2085f4b" providerId="LiveId" clId="{93EAE7B5-FDEE-48D0-B65C-03455E3B8632}" dt="2026-06-19T06:57:07.519" v="1090"/>
          <ac:cxnSpMkLst>
            <pc:docMk/>
            <pc:sldMk cId="1680245491" sldId="261"/>
            <ac:cxnSpMk id="163" creationId="{54EFB99F-57EE-B0E2-9A5F-F34FBACEBBC5}"/>
          </ac:cxnSpMkLst>
        </pc:cxnChg>
        <pc:cxnChg chg="mod">
          <ac:chgData name="744311194@qq.com" userId="e2a28223f2085f4b" providerId="LiveId" clId="{93EAE7B5-FDEE-48D0-B65C-03455E3B8632}" dt="2026-06-19T06:57:07.519" v="1090"/>
          <ac:cxnSpMkLst>
            <pc:docMk/>
            <pc:sldMk cId="1680245491" sldId="261"/>
            <ac:cxnSpMk id="164" creationId="{C154B11D-302D-E68B-B85C-C34298A6C580}"/>
          </ac:cxnSpMkLst>
        </pc:cxnChg>
        <pc:cxnChg chg="mod">
          <ac:chgData name="744311194@qq.com" userId="e2a28223f2085f4b" providerId="LiveId" clId="{93EAE7B5-FDEE-48D0-B65C-03455E3B8632}" dt="2026-06-19T06:57:26.295" v="1098"/>
          <ac:cxnSpMkLst>
            <pc:docMk/>
            <pc:sldMk cId="1680245491" sldId="261"/>
            <ac:cxnSpMk id="166" creationId="{1EBE355E-7831-A87B-CF30-3CBE76AFEE9F}"/>
          </ac:cxnSpMkLst>
        </pc:cxnChg>
        <pc:cxnChg chg="mod">
          <ac:chgData name="744311194@qq.com" userId="e2a28223f2085f4b" providerId="LiveId" clId="{93EAE7B5-FDEE-48D0-B65C-03455E3B8632}" dt="2026-06-19T06:57:26.295" v="1098"/>
          <ac:cxnSpMkLst>
            <pc:docMk/>
            <pc:sldMk cId="1680245491" sldId="261"/>
            <ac:cxnSpMk id="167" creationId="{822BADD1-5C3B-6EC2-6C1D-4FA02480C62F}"/>
          </ac:cxnSpMkLst>
        </pc:cxnChg>
        <pc:cxnChg chg="add del mod">
          <ac:chgData name="744311194@qq.com" userId="e2a28223f2085f4b" providerId="LiveId" clId="{93EAE7B5-FDEE-48D0-B65C-03455E3B8632}" dt="2026-06-19T06:58:02.948" v="1110" actId="1076"/>
          <ac:cxnSpMkLst>
            <pc:docMk/>
            <pc:sldMk cId="1680245491" sldId="261"/>
            <ac:cxnSpMk id="168" creationId="{06760B64-41DD-B41C-272D-41B8B22520D7}"/>
          </ac:cxnSpMkLst>
        </pc:cxnChg>
        <pc:cxnChg chg="add mod">
          <ac:chgData name="744311194@qq.com" userId="e2a28223f2085f4b" providerId="LiveId" clId="{93EAE7B5-FDEE-48D0-B65C-03455E3B8632}" dt="2026-06-19T06:57:59.317" v="1109" actId="571"/>
          <ac:cxnSpMkLst>
            <pc:docMk/>
            <pc:sldMk cId="1680245491" sldId="261"/>
            <ac:cxnSpMk id="169" creationId="{92104B21-FA2E-B996-5484-8DFA7DCF52D9}"/>
          </ac:cxnSpMkLst>
        </pc:cxnChg>
        <pc:cxnChg chg="add mod">
          <ac:chgData name="744311194@qq.com" userId="e2a28223f2085f4b" providerId="LiveId" clId="{93EAE7B5-FDEE-48D0-B65C-03455E3B8632}" dt="2026-06-19T06:58:10.023" v="1113" actId="1076"/>
          <ac:cxnSpMkLst>
            <pc:docMk/>
            <pc:sldMk cId="1680245491" sldId="261"/>
            <ac:cxnSpMk id="170" creationId="{D1D91439-30D4-3374-04DE-C2E2B1004B7D}"/>
          </ac:cxnSpMkLst>
        </pc:cxnChg>
      </pc:sldChg>
      <pc:sldChg chg="addSp modSp new mod">
        <pc:chgData name="744311194@qq.com" userId="e2a28223f2085f4b" providerId="LiveId" clId="{93EAE7B5-FDEE-48D0-B65C-03455E3B8632}" dt="2026-06-19T07:13:59.685" v="1123" actId="14100"/>
        <pc:sldMkLst>
          <pc:docMk/>
          <pc:sldMk cId="391970575" sldId="262"/>
        </pc:sldMkLst>
        <pc:spChg chg="add mod">
          <ac:chgData name="744311194@qq.com" userId="e2a28223f2085f4b" providerId="LiveId" clId="{93EAE7B5-FDEE-48D0-B65C-03455E3B8632}" dt="2026-06-19T07:13:43.188" v="1118" actId="2085"/>
          <ac:spMkLst>
            <pc:docMk/>
            <pc:sldMk cId="391970575" sldId="262"/>
            <ac:spMk id="6" creationId="{D5BE883D-936A-C59C-DD71-BE6527845377}"/>
          </ac:spMkLst>
        </pc:spChg>
        <pc:grpChg chg="add mod">
          <ac:chgData name="744311194@qq.com" userId="e2a28223f2085f4b" providerId="LiveId" clId="{93EAE7B5-FDEE-48D0-B65C-03455E3B8632}" dt="2026-06-19T07:13:32.446" v="1116" actId="14100"/>
          <ac:grpSpMkLst>
            <pc:docMk/>
            <pc:sldMk cId="391970575" sldId="262"/>
            <ac:grpSpMk id="2" creationId="{21D3F778-3DB2-DF96-E128-DD1599BE7C47}"/>
          </ac:grpSpMkLst>
        </pc:grpChg>
        <pc:picChg chg="add mod">
          <ac:chgData name="744311194@qq.com" userId="e2a28223f2085f4b" providerId="LiveId" clId="{93EAE7B5-FDEE-48D0-B65C-03455E3B8632}" dt="2026-06-19T07:13:30.180" v="1115"/>
          <ac:picMkLst>
            <pc:docMk/>
            <pc:sldMk cId="391970575" sldId="262"/>
            <ac:picMk id="3" creationId="{AEA02B6C-9BA3-FA36-6A00-C30AA1FF8D75}"/>
          </ac:picMkLst>
        </pc:picChg>
        <pc:picChg chg="add mod">
          <ac:chgData name="744311194@qq.com" userId="e2a28223f2085f4b" providerId="LiveId" clId="{93EAE7B5-FDEE-48D0-B65C-03455E3B8632}" dt="2026-06-19T07:13:30.180" v="1115"/>
          <ac:picMkLst>
            <pc:docMk/>
            <pc:sldMk cId="391970575" sldId="262"/>
            <ac:picMk id="4" creationId="{285500EB-D183-7E28-1726-4507ED24A303}"/>
          </ac:picMkLst>
        </pc:picChg>
        <pc:picChg chg="add mod">
          <ac:chgData name="744311194@qq.com" userId="e2a28223f2085f4b" providerId="LiveId" clId="{93EAE7B5-FDEE-48D0-B65C-03455E3B8632}" dt="2026-06-19T07:13:30.180" v="1115"/>
          <ac:picMkLst>
            <pc:docMk/>
            <pc:sldMk cId="391970575" sldId="262"/>
            <ac:picMk id="5" creationId="{E8835C73-1537-53CC-1BC2-B43A26298DBC}"/>
          </ac:picMkLst>
        </pc:picChg>
        <pc:picChg chg="add mod">
          <ac:chgData name="744311194@qq.com" userId="e2a28223f2085f4b" providerId="LiveId" clId="{93EAE7B5-FDEE-48D0-B65C-03455E3B8632}" dt="2026-06-19T07:13:59.685" v="1123" actId="14100"/>
          <ac:picMkLst>
            <pc:docMk/>
            <pc:sldMk cId="391970575" sldId="262"/>
            <ac:picMk id="8" creationId="{8B8508ED-BF41-1615-58B6-489A83589B7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C04C1-D9BC-BB06-8C5C-F50A60015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442E30-1BF5-3185-577E-D71494932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4B00CB-E099-8E35-5157-87D186EB9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55447-FB98-4368-846D-7BE687CD6881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152B9E-C664-645C-F2DD-1FB070826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2E658-1848-0A6E-F3EA-F75DBCAE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3D3B-16E7-4860-94A8-F8B76DD28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86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53D5F-8433-7D3A-DEB6-7D625F252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26C060-024C-5D20-D957-2A6EDBF84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696DF9-6BCB-5B9A-14E0-18C816B76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55447-FB98-4368-846D-7BE687CD6881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C4FD43-3414-62AB-E185-46E03EE5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EF5D49-F1EE-55DA-3529-6CB214FAF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3D3B-16E7-4860-94A8-F8B76DD28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69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67F25-3189-C852-3421-2364BDE26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BDCCF4-8576-582E-B7D6-D3D0E3D97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EADF36-5C67-9DCA-1910-C1A67FCC0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55447-FB98-4368-846D-7BE687CD6881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19DA22-1970-BCE3-28F4-CF73CA33F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9FE925-13B7-1300-5FFA-69228D36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3D3B-16E7-4860-94A8-F8B76DD28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244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B9F02-7823-DEF7-D966-A40AD3434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708F24-3D86-A775-1B0A-74F526FB5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2163F3-BBB7-B43F-11C9-963FA1290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B02D21-15AE-FB22-A959-A3C45DEF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55447-FB98-4368-846D-7BE687CD6881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7BCB5-BFE2-D457-C7BD-35341AFC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A5CF8B-1BF5-CCC5-8E66-99E05A4A9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3D3B-16E7-4860-94A8-F8B76DD28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036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BE59AF-B274-F1BB-EE12-B198EA568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C5DC5A-0E46-5BF8-E55F-273E220E3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22675D-AA33-E44E-68B6-83C6C323E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D6E251-62CF-DEBF-4301-A4FC05B77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5480FA-0131-CA2B-F93F-1D12DA000B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9933C7-76E9-59EC-8165-A969D9A5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55447-FB98-4368-846D-7BE687CD6881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F19A783-3EC7-FBDA-ADBE-5501A2841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5BB588-82A7-5C6C-1598-1DEA6DBE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3D3B-16E7-4860-94A8-F8B76DD28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750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A9EC9-74AF-8CBC-6841-0EB02AD63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B4BC36-AB34-4D11-2D9E-34FEB6FA3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55447-FB98-4368-846D-7BE687CD6881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DB179A-6539-7AB3-53F0-039A9EBFB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5F2733-DE0F-FDB2-F8CB-AC78BBF51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3D3B-16E7-4860-94A8-F8B76DD28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651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7D17E1-E117-21A2-4905-E129E320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55447-FB98-4368-846D-7BE687CD6881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7C7DD7-D6D0-2573-5C8D-06BB5236F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11716B-E85D-C806-6176-F9B5409B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3D3B-16E7-4860-94A8-F8B76DD28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66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4AEF4-A406-B146-51FF-BED9FC23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93DA99-79A5-7DD2-15B1-BFE517C6C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C3E51F-9D1E-ACA7-1C22-2BE7E3456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BDD476-93E9-4893-E107-1DA8D1B5E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55447-FB98-4368-846D-7BE687CD6881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0EEAF-FEDF-6E98-BC0A-EC02A6C5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CF0028-FA31-08A4-8490-3A6E0F5F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3D3B-16E7-4860-94A8-F8B76DD28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07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74D5E-05EC-DCBC-900E-EA250BD35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FECB7A-24FB-55D6-4E69-EBD6D0BE3A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8EF9EC-D963-52E1-4B24-DBA3A4284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5F7AA6-C2F7-F6EA-FD3E-04D8E610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55447-FB98-4368-846D-7BE687CD6881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0A5010-0D7E-E6B2-664E-C8C2144B4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08A8BD-C4CB-CDC5-FDB7-A327AE98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3D3B-16E7-4860-94A8-F8B76DD28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129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9746B-C527-368A-359A-3C7F2B442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213777-ECFF-16B1-94FF-6ABD68D0B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E60386-457E-2E41-6ED5-37695608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55447-FB98-4368-846D-7BE687CD6881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93282-8D65-D8FF-F038-501AE3AE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3FD90E-8F47-452A-F503-B97E6AB4C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3D3B-16E7-4860-94A8-F8B76DD28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841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ECAB34-F63D-C3A8-388F-59C79432D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797910-2C13-7F70-2D53-032DF99F6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B52E1D-A38E-B402-CF8F-996A0B648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55447-FB98-4368-846D-7BE687CD6881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8590C5-2518-8F01-E40E-427E84430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99CFFC-1EAA-015C-79F6-BA3715D18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83D3B-16E7-4860-94A8-F8B76DD28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78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1919A4F-EE9C-D32E-B02F-B4D026659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D095AA-5396-A9EF-53DD-DF4EC22DB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0E5546-114D-AACF-065E-8BD062FA9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055447-FB98-4368-846D-7BE687CD6881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2092C6-F3C5-3AEF-A095-0E946518B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3E9027-BD0A-3114-57B3-F5C875E08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83D3B-16E7-4860-94A8-F8B76DD28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203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3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3" Type="http://schemas.openxmlformats.org/officeDocument/2006/relationships/image" Target="../media/image46.png"/><Relationship Id="rId21" Type="http://schemas.openxmlformats.org/officeDocument/2006/relationships/image" Target="../media/image64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5" Type="http://schemas.openxmlformats.org/officeDocument/2006/relationships/image" Target="../media/image68.png"/><Relationship Id="rId2" Type="http://schemas.openxmlformats.org/officeDocument/2006/relationships/image" Target="../media/image45.png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29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24" Type="http://schemas.openxmlformats.org/officeDocument/2006/relationships/image" Target="../media/image67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6.png"/><Relationship Id="rId28" Type="http://schemas.openxmlformats.org/officeDocument/2006/relationships/image" Target="../media/image71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Relationship Id="rId27" Type="http://schemas.openxmlformats.org/officeDocument/2006/relationships/image" Target="../media/image70.png"/><Relationship Id="rId30" Type="http://schemas.openxmlformats.org/officeDocument/2006/relationships/image" Target="../media/image7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551431F-4E46-C76B-089B-D2A1F8733B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884759"/>
              </p:ext>
            </p:extLst>
          </p:nvPr>
        </p:nvGraphicFramePr>
        <p:xfrm>
          <a:off x="58551" y="358229"/>
          <a:ext cx="5657710" cy="2354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050794" imgH="1346032" progId="Paint.Picture">
                  <p:embed/>
                </p:oleObj>
              </mc:Choice>
              <mc:Fallback>
                <p:oleObj name="Bitmap Image" r:id="rId2" imgW="2050794" imgH="1346032" progId="Paint.Picture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551431F-4E46-C76B-089B-D2A1F8733B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51" y="358229"/>
                        <a:ext cx="5657710" cy="2354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A000A059-D49E-7439-C81D-EC989289A835}"/>
              </a:ext>
            </a:extLst>
          </p:cNvPr>
          <p:cNvGrpSpPr/>
          <p:nvPr/>
        </p:nvGrpSpPr>
        <p:grpSpPr>
          <a:xfrm>
            <a:off x="1765300" y="3331188"/>
            <a:ext cx="7018987" cy="2651150"/>
            <a:chOff x="1765300" y="3331188"/>
            <a:chExt cx="7018987" cy="2651150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FECD1F72-5EAE-5D0F-73F1-AF3A74C565FB}"/>
                </a:ext>
              </a:extLst>
            </p:cNvPr>
            <p:cNvGrpSpPr/>
            <p:nvPr/>
          </p:nvGrpSpPr>
          <p:grpSpPr>
            <a:xfrm>
              <a:off x="5136776" y="4966125"/>
              <a:ext cx="707572" cy="1016213"/>
              <a:chOff x="3534655" y="3250347"/>
              <a:chExt cx="707572" cy="10162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矩形 47">
                    <a:extLst>
                      <a:ext uri="{FF2B5EF4-FFF2-40B4-BE49-F238E27FC236}">
                        <a16:creationId xmlns:a16="http://schemas.microsoft.com/office/drawing/2014/main" id="{AAEC4E18-96A4-745D-C08B-4601E5C0B196}"/>
                      </a:ext>
                    </a:extLst>
                  </p:cNvPr>
                  <p:cNvSpPr/>
                  <p:nvPr/>
                </p:nvSpPr>
                <p:spPr>
                  <a:xfrm>
                    <a:off x="3534655" y="3250347"/>
                    <a:ext cx="591671" cy="1016213"/>
                  </a:xfrm>
                  <a:prstGeom prst="rect">
                    <a:avLst/>
                  </a:prstGeom>
                  <a:ln w="28575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&amp;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8" name="矩形 47">
                    <a:extLst>
                      <a:ext uri="{FF2B5EF4-FFF2-40B4-BE49-F238E27FC236}">
                        <a16:creationId xmlns:a16="http://schemas.microsoft.com/office/drawing/2014/main" id="{AAEC4E18-96A4-745D-C08B-4601E5C0B19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4655" y="3250347"/>
                    <a:ext cx="591671" cy="101621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1AB18E42-66C2-EC76-26D7-A54D6C2A3807}"/>
                  </a:ext>
                </a:extLst>
              </p:cNvPr>
              <p:cNvSpPr/>
              <p:nvPr/>
            </p:nvSpPr>
            <p:spPr>
              <a:xfrm>
                <a:off x="4137852" y="3753010"/>
                <a:ext cx="104375" cy="104375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C4DF91BF-138E-623F-1EE1-84457B067C92}"/>
                </a:ext>
              </a:extLst>
            </p:cNvPr>
            <p:cNvGrpSpPr/>
            <p:nvPr/>
          </p:nvGrpSpPr>
          <p:grpSpPr>
            <a:xfrm>
              <a:off x="1765300" y="3331188"/>
              <a:ext cx="7018987" cy="2344360"/>
              <a:chOff x="1765300" y="3331188"/>
              <a:chExt cx="7018987" cy="2344360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485B3F03-9F48-6ED9-5EBB-F441821A4708}"/>
                  </a:ext>
                </a:extLst>
              </p:cNvPr>
              <p:cNvGrpSpPr/>
              <p:nvPr/>
            </p:nvGrpSpPr>
            <p:grpSpPr>
              <a:xfrm>
                <a:off x="3788228" y="4145537"/>
                <a:ext cx="707572" cy="1016213"/>
                <a:chOff x="3534655" y="3250347"/>
                <a:chExt cx="707572" cy="101621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矩形 6">
                      <a:extLst>
                        <a:ext uri="{FF2B5EF4-FFF2-40B4-BE49-F238E27FC236}">
                          <a16:creationId xmlns:a16="http://schemas.microsoft.com/office/drawing/2014/main" id="{E38D771A-C999-E673-F14F-F2466D3C1C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4655" y="3250347"/>
                      <a:ext cx="591671" cy="1016213"/>
                    </a:xfrm>
                    <a:prstGeom prst="rect">
                      <a:avLst/>
                    </a:prstGeom>
                    <a:ln w="28575"/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&amp;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7" name="矩形 6">
                      <a:extLst>
                        <a:ext uri="{FF2B5EF4-FFF2-40B4-BE49-F238E27FC236}">
                          <a16:creationId xmlns:a16="http://schemas.microsoft.com/office/drawing/2014/main" id="{E38D771A-C999-E673-F14F-F2466D3C1C1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34655" y="3250347"/>
                      <a:ext cx="591671" cy="1016213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 w="28575"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EA98C354-A237-96D7-54C3-DED49EF0AD0C}"/>
                    </a:ext>
                  </a:extLst>
                </p:cNvPr>
                <p:cNvSpPr/>
                <p:nvPr/>
              </p:nvSpPr>
              <p:spPr>
                <a:xfrm>
                  <a:off x="4137852" y="3753010"/>
                  <a:ext cx="104375" cy="104375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379DC63C-8E9E-3ADC-5A8B-3115D841E6DD}"/>
                  </a:ext>
                </a:extLst>
              </p:cNvPr>
              <p:cNvGrpSpPr/>
              <p:nvPr/>
            </p:nvGrpSpPr>
            <p:grpSpPr>
              <a:xfrm flipV="1">
                <a:off x="2875880" y="4802521"/>
                <a:ext cx="900822" cy="718458"/>
                <a:chOff x="2887406" y="3957277"/>
                <a:chExt cx="900822" cy="718458"/>
              </a:xfrm>
            </p:grpSpPr>
            <p:cxnSp>
              <p:nvCxnSpPr>
                <p:cNvPr id="21" name="直接连接符 20">
                  <a:extLst>
                    <a:ext uri="{FF2B5EF4-FFF2-40B4-BE49-F238E27FC236}">
                      <a16:creationId xmlns:a16="http://schemas.microsoft.com/office/drawing/2014/main" id="{4AB04337-0411-8019-34E8-FA5CF0C8AE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7406" y="4658723"/>
                  <a:ext cx="900822" cy="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>
                  <a:extLst>
                    <a:ext uri="{FF2B5EF4-FFF2-40B4-BE49-F238E27FC236}">
                      <a16:creationId xmlns:a16="http://schemas.microsoft.com/office/drawing/2014/main" id="{859B5A5F-1CC2-1C9F-9018-01742F22DE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7406" y="3957277"/>
                  <a:ext cx="0" cy="718458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FE550E5E-3DF0-BFF4-A3F7-E79346A5BC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83037" y="3830490"/>
                <a:ext cx="2942213" cy="880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F35074B2-561C-20DB-2CFC-A9E51BF2BE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1511" y="5526502"/>
                <a:ext cx="29537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41F5B952-2629-95A1-A85D-4988153E2AF8}"/>
                  </a:ext>
                </a:extLst>
              </p:cNvPr>
              <p:cNvGrpSpPr/>
              <p:nvPr/>
            </p:nvGrpSpPr>
            <p:grpSpPr>
              <a:xfrm>
                <a:off x="5136776" y="3331188"/>
                <a:ext cx="707572" cy="1016213"/>
                <a:chOff x="3534655" y="3250347"/>
                <a:chExt cx="707572" cy="101621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矩形 44">
                      <a:extLst>
                        <a:ext uri="{FF2B5EF4-FFF2-40B4-BE49-F238E27FC236}">
                          <a16:creationId xmlns:a16="http://schemas.microsoft.com/office/drawing/2014/main" id="{7FB705F3-5332-B65D-B458-A4012CA5C1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4655" y="3250347"/>
                      <a:ext cx="591671" cy="1016213"/>
                    </a:xfrm>
                    <a:prstGeom prst="rect">
                      <a:avLst/>
                    </a:prstGeom>
                    <a:ln w="28575"/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45" name="矩形 44">
                      <a:extLst>
                        <a:ext uri="{FF2B5EF4-FFF2-40B4-BE49-F238E27FC236}">
                          <a16:creationId xmlns:a16="http://schemas.microsoft.com/office/drawing/2014/main" id="{7FB705F3-5332-B65D-B458-A4012CA5C1C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34655" y="3250347"/>
                      <a:ext cx="591671" cy="1016213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28575"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F1F9DD25-E3D3-1292-13D7-65317F374DC7}"/>
                    </a:ext>
                  </a:extLst>
                </p:cNvPr>
                <p:cNvSpPr/>
                <p:nvPr/>
              </p:nvSpPr>
              <p:spPr>
                <a:xfrm>
                  <a:off x="4137852" y="3753010"/>
                  <a:ext cx="104375" cy="104375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01B8A48C-F328-272D-3E11-11F54057355F}"/>
                  </a:ext>
                </a:extLst>
              </p:cNvPr>
              <p:cNvSpPr/>
              <p:nvPr/>
            </p:nvSpPr>
            <p:spPr>
              <a:xfrm>
                <a:off x="2823692" y="3784346"/>
                <a:ext cx="104375" cy="10437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472885C8-5DB0-C402-D5DE-18346A79C612}"/>
                  </a:ext>
                </a:extLst>
              </p:cNvPr>
              <p:cNvSpPr/>
              <p:nvPr/>
            </p:nvSpPr>
            <p:spPr>
              <a:xfrm>
                <a:off x="2823692" y="5490882"/>
                <a:ext cx="104375" cy="10437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AC23F531-6C96-7B1A-F58A-687C1C1651A6}"/>
                  </a:ext>
                </a:extLst>
              </p:cNvPr>
              <p:cNvGrpSpPr/>
              <p:nvPr/>
            </p:nvGrpSpPr>
            <p:grpSpPr>
              <a:xfrm>
                <a:off x="4649479" y="3970298"/>
                <a:ext cx="487297" cy="1420013"/>
                <a:chOff x="4649479" y="3970298"/>
                <a:chExt cx="487297" cy="1420013"/>
              </a:xfrm>
            </p:grpSpPr>
            <p:grpSp>
              <p:nvGrpSpPr>
                <p:cNvPr id="52" name="组合 51">
                  <a:extLst>
                    <a:ext uri="{FF2B5EF4-FFF2-40B4-BE49-F238E27FC236}">
                      <a16:creationId xmlns:a16="http://schemas.microsoft.com/office/drawing/2014/main" id="{1973A829-FF0C-8AB3-71F9-3C443A6E2925}"/>
                    </a:ext>
                  </a:extLst>
                </p:cNvPr>
                <p:cNvGrpSpPr/>
                <p:nvPr/>
              </p:nvGrpSpPr>
              <p:grpSpPr>
                <a:xfrm flipV="1">
                  <a:off x="4649479" y="3970298"/>
                  <a:ext cx="487297" cy="718458"/>
                  <a:chOff x="2887406" y="3935186"/>
                  <a:chExt cx="900822" cy="718458"/>
                </a:xfrm>
              </p:grpSpPr>
              <p:cxnSp>
                <p:nvCxnSpPr>
                  <p:cNvPr id="53" name="直接连接符 52">
                    <a:extLst>
                      <a:ext uri="{FF2B5EF4-FFF2-40B4-BE49-F238E27FC236}">
                        <a16:creationId xmlns:a16="http://schemas.microsoft.com/office/drawing/2014/main" id="{658336E3-6F33-78BC-A595-724D6129D3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7406" y="4653643"/>
                    <a:ext cx="900822" cy="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接连接符 53">
                    <a:extLst>
                      <a:ext uri="{FF2B5EF4-FFF2-40B4-BE49-F238E27FC236}">
                        <a16:creationId xmlns:a16="http://schemas.microsoft.com/office/drawing/2014/main" id="{0116924A-6EEF-33F2-4F29-705C7F24F7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7406" y="3935186"/>
                    <a:ext cx="0" cy="718458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9" name="组合 58">
                  <a:extLst>
                    <a:ext uri="{FF2B5EF4-FFF2-40B4-BE49-F238E27FC236}">
                      <a16:creationId xmlns:a16="http://schemas.microsoft.com/office/drawing/2014/main" id="{0D3D208E-D3CB-A874-9331-1284A882CCCF}"/>
                    </a:ext>
                  </a:extLst>
                </p:cNvPr>
                <p:cNvGrpSpPr/>
                <p:nvPr/>
              </p:nvGrpSpPr>
              <p:grpSpPr>
                <a:xfrm>
                  <a:off x="4649479" y="4671853"/>
                  <a:ext cx="487297" cy="718458"/>
                  <a:chOff x="2887406" y="3935186"/>
                  <a:chExt cx="900822" cy="718458"/>
                </a:xfrm>
              </p:grpSpPr>
              <p:cxnSp>
                <p:nvCxnSpPr>
                  <p:cNvPr id="60" name="直接连接符 59">
                    <a:extLst>
                      <a:ext uri="{FF2B5EF4-FFF2-40B4-BE49-F238E27FC236}">
                        <a16:creationId xmlns:a16="http://schemas.microsoft.com/office/drawing/2014/main" id="{C041DF4A-167F-FFC5-9651-8F038F11A0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7406" y="4653643"/>
                    <a:ext cx="900822" cy="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接连接符 60">
                    <a:extLst>
                      <a:ext uri="{FF2B5EF4-FFF2-40B4-BE49-F238E27FC236}">
                        <a16:creationId xmlns:a16="http://schemas.microsoft.com/office/drawing/2014/main" id="{1ADACFE2-521C-FF7D-17B6-77AAE6BE38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7406" y="3935186"/>
                    <a:ext cx="0" cy="718458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421ADD40-1572-249D-86D8-803AA89644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07326" y="4700387"/>
                <a:ext cx="142153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AD090F26-FF7A-01FF-F80E-877CA40C8834}"/>
                  </a:ext>
                </a:extLst>
              </p:cNvPr>
              <p:cNvSpPr/>
              <p:nvPr/>
            </p:nvSpPr>
            <p:spPr>
              <a:xfrm>
                <a:off x="4597292" y="4655424"/>
                <a:ext cx="104375" cy="104375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058BD208-6B74-7027-888E-D33D2CD8FA18}"/>
                  </a:ext>
                </a:extLst>
              </p:cNvPr>
              <p:cNvGrpSpPr/>
              <p:nvPr/>
            </p:nvGrpSpPr>
            <p:grpSpPr>
              <a:xfrm>
                <a:off x="2887406" y="3884519"/>
                <a:ext cx="900822" cy="718458"/>
                <a:chOff x="2887406" y="3957277"/>
                <a:chExt cx="900822" cy="718458"/>
              </a:xfrm>
            </p:grpSpPr>
            <p:cxnSp>
              <p:nvCxnSpPr>
                <p:cNvPr id="67" name="直接连接符 66">
                  <a:extLst>
                    <a:ext uri="{FF2B5EF4-FFF2-40B4-BE49-F238E27FC236}">
                      <a16:creationId xmlns:a16="http://schemas.microsoft.com/office/drawing/2014/main" id="{6DF856E8-EE6B-8974-213D-53EDA7A67D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7406" y="4653643"/>
                  <a:ext cx="900822" cy="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>
                  <a:extLst>
                    <a:ext uri="{FF2B5EF4-FFF2-40B4-BE49-F238E27FC236}">
                      <a16:creationId xmlns:a16="http://schemas.microsoft.com/office/drawing/2014/main" id="{7DCDD045-BC32-8744-7814-7E98852F78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7406" y="3957277"/>
                  <a:ext cx="0" cy="718458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A84F632D-14E9-1070-C1E7-F92F8F7CFDB0}"/>
                  </a:ext>
                </a:extLst>
              </p:cNvPr>
              <p:cNvGrpSpPr/>
              <p:nvPr/>
            </p:nvGrpSpPr>
            <p:grpSpPr>
              <a:xfrm>
                <a:off x="5817391" y="3874351"/>
                <a:ext cx="1366715" cy="590969"/>
                <a:chOff x="5812311" y="3874351"/>
                <a:chExt cx="1366715" cy="728626"/>
              </a:xfrm>
            </p:grpSpPr>
            <p:grpSp>
              <p:nvGrpSpPr>
                <p:cNvPr id="19" name="组合 18">
                  <a:extLst>
                    <a:ext uri="{FF2B5EF4-FFF2-40B4-BE49-F238E27FC236}">
                      <a16:creationId xmlns:a16="http://schemas.microsoft.com/office/drawing/2014/main" id="{2A3725F5-022A-6119-72A3-2258EB7149BD}"/>
                    </a:ext>
                  </a:extLst>
                </p:cNvPr>
                <p:cNvGrpSpPr/>
                <p:nvPr/>
              </p:nvGrpSpPr>
              <p:grpSpPr>
                <a:xfrm flipH="1" flipV="1">
                  <a:off x="5812311" y="3874351"/>
                  <a:ext cx="465893" cy="728626"/>
                  <a:chOff x="2887406" y="3935878"/>
                  <a:chExt cx="900822" cy="728626"/>
                </a:xfrm>
              </p:grpSpPr>
              <p:cxnSp>
                <p:nvCxnSpPr>
                  <p:cNvPr id="11" name="直接连接符 10">
                    <a:extLst>
                      <a:ext uri="{FF2B5EF4-FFF2-40B4-BE49-F238E27FC236}">
                        <a16:creationId xmlns:a16="http://schemas.microsoft.com/office/drawing/2014/main" id="{CC355770-80C4-07A2-CA54-921E36C2114C}"/>
                      </a:ext>
                    </a:extLst>
                  </p:cNvPr>
                  <p:cNvCxnSpPr>
                    <a:cxnSpLocks/>
                    <a:endCxn id="7" idx="1"/>
                  </p:cNvCxnSpPr>
                  <p:nvPr/>
                </p:nvCxnSpPr>
                <p:spPr>
                  <a:xfrm>
                    <a:off x="2887406" y="4653643"/>
                    <a:ext cx="900822" cy="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接连接符 13">
                    <a:extLst>
                      <a:ext uri="{FF2B5EF4-FFF2-40B4-BE49-F238E27FC236}">
                        <a16:creationId xmlns:a16="http://schemas.microsoft.com/office/drawing/2014/main" id="{421F9841-1538-9BD0-AAF9-28F66E55A5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87406" y="3935878"/>
                    <a:ext cx="0" cy="72862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5" name="直接连接符 74">
                  <a:extLst>
                    <a:ext uri="{FF2B5EF4-FFF2-40B4-BE49-F238E27FC236}">
                      <a16:creationId xmlns:a16="http://schemas.microsoft.com/office/drawing/2014/main" id="{81A71ADF-4806-2F5F-B520-ACB231813E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278204" y="4580884"/>
                  <a:ext cx="900822" cy="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4361345F-DBD2-F0A1-A637-E28337B63B8B}"/>
                  </a:ext>
                </a:extLst>
              </p:cNvPr>
              <p:cNvGrpSpPr/>
              <p:nvPr/>
            </p:nvGrpSpPr>
            <p:grpSpPr>
              <a:xfrm flipV="1">
                <a:off x="5855874" y="4930006"/>
                <a:ext cx="1366715" cy="590969"/>
                <a:chOff x="5812311" y="3874351"/>
                <a:chExt cx="1366715" cy="728626"/>
              </a:xfrm>
            </p:grpSpPr>
            <p:grpSp>
              <p:nvGrpSpPr>
                <p:cNvPr id="80" name="组合 79">
                  <a:extLst>
                    <a:ext uri="{FF2B5EF4-FFF2-40B4-BE49-F238E27FC236}">
                      <a16:creationId xmlns:a16="http://schemas.microsoft.com/office/drawing/2014/main" id="{07954A82-6CC7-2672-95DE-667067BC536F}"/>
                    </a:ext>
                  </a:extLst>
                </p:cNvPr>
                <p:cNvGrpSpPr/>
                <p:nvPr/>
              </p:nvGrpSpPr>
              <p:grpSpPr>
                <a:xfrm flipH="1" flipV="1">
                  <a:off x="5812311" y="3874351"/>
                  <a:ext cx="465893" cy="728626"/>
                  <a:chOff x="2887406" y="3935878"/>
                  <a:chExt cx="900822" cy="728626"/>
                </a:xfrm>
              </p:grpSpPr>
              <p:cxnSp>
                <p:nvCxnSpPr>
                  <p:cNvPr id="82" name="直接连接符 81">
                    <a:extLst>
                      <a:ext uri="{FF2B5EF4-FFF2-40B4-BE49-F238E27FC236}">
                        <a16:creationId xmlns:a16="http://schemas.microsoft.com/office/drawing/2014/main" id="{AB94966D-F9E9-35D9-D962-612DC54C2A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7406" y="4653643"/>
                    <a:ext cx="900822" cy="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接连接符 82">
                    <a:extLst>
                      <a:ext uri="{FF2B5EF4-FFF2-40B4-BE49-F238E27FC236}">
                        <a16:creationId xmlns:a16="http://schemas.microsoft.com/office/drawing/2014/main" id="{7686AAA6-8DD4-A2BB-E713-AED5DA8F1C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87406" y="3935878"/>
                    <a:ext cx="0" cy="728626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1" name="直接连接符 80">
                  <a:extLst>
                    <a:ext uri="{FF2B5EF4-FFF2-40B4-BE49-F238E27FC236}">
                      <a16:creationId xmlns:a16="http://schemas.microsoft.com/office/drawing/2014/main" id="{80C22E33-98B0-5817-84BD-416D1EC10B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278204" y="4580884"/>
                  <a:ext cx="900822" cy="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A56B8490-59E1-0775-78C4-B6B3BE071143}"/>
                  </a:ext>
                </a:extLst>
              </p:cNvPr>
              <p:cNvGrpSpPr/>
              <p:nvPr/>
            </p:nvGrpSpPr>
            <p:grpSpPr>
              <a:xfrm>
                <a:off x="7199357" y="4180649"/>
                <a:ext cx="707572" cy="1016213"/>
                <a:chOff x="3534655" y="3250347"/>
                <a:chExt cx="707572" cy="101621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5" name="矩形 84">
                      <a:extLst>
                        <a:ext uri="{FF2B5EF4-FFF2-40B4-BE49-F238E27FC236}">
                          <a16:creationId xmlns:a16="http://schemas.microsoft.com/office/drawing/2014/main" id="{E23DF717-3FAA-94A6-142B-CCE9BB7804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4655" y="3250347"/>
                      <a:ext cx="591671" cy="1016213"/>
                    </a:xfrm>
                    <a:prstGeom prst="rect">
                      <a:avLst/>
                    </a:prstGeom>
                    <a:ln w="28575"/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85" name="矩形 84">
                      <a:extLst>
                        <a:ext uri="{FF2B5EF4-FFF2-40B4-BE49-F238E27FC236}">
                          <a16:creationId xmlns:a16="http://schemas.microsoft.com/office/drawing/2014/main" id="{E23DF717-3FAA-94A6-142B-CCE9BB7804F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34655" y="3250347"/>
                      <a:ext cx="591671" cy="1016213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 w="28575"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6" name="椭圆 85">
                  <a:extLst>
                    <a:ext uri="{FF2B5EF4-FFF2-40B4-BE49-F238E27FC236}">
                      <a16:creationId xmlns:a16="http://schemas.microsoft.com/office/drawing/2014/main" id="{15079654-AFB3-074D-1C8B-FE74578F7DC9}"/>
                    </a:ext>
                  </a:extLst>
                </p:cNvPr>
                <p:cNvSpPr/>
                <p:nvPr/>
              </p:nvSpPr>
              <p:spPr>
                <a:xfrm>
                  <a:off x="4137852" y="3753010"/>
                  <a:ext cx="104375" cy="104375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A81B2EC6-002A-A4D4-63C4-5689793DFF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6929" y="4739902"/>
                <a:ext cx="494121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1F34E7A5-741D-3B1B-66B1-F3FCCA3827E3}"/>
                  </a:ext>
                </a:extLst>
              </p:cNvPr>
              <p:cNvSpPr txBox="1"/>
              <p:nvPr/>
            </p:nvSpPr>
            <p:spPr>
              <a:xfrm>
                <a:off x="1765300" y="3594100"/>
                <a:ext cx="377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C162C64F-198C-7579-A22C-957DA7222B87}"/>
                  </a:ext>
                </a:extLst>
              </p:cNvPr>
              <p:cNvSpPr txBox="1"/>
              <p:nvPr/>
            </p:nvSpPr>
            <p:spPr>
              <a:xfrm>
                <a:off x="1805961" y="5306216"/>
                <a:ext cx="377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2DBC5872-1CB7-CC00-90F9-A9EAF7EE9CA6}"/>
                  </a:ext>
                </a:extLst>
              </p:cNvPr>
              <p:cNvSpPr txBox="1"/>
              <p:nvPr/>
            </p:nvSpPr>
            <p:spPr>
              <a:xfrm>
                <a:off x="8407211" y="4560674"/>
                <a:ext cx="377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48783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52BB545-E4EC-DECB-0F08-C3F2DAA63A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663003"/>
              </p:ext>
            </p:extLst>
          </p:nvPr>
        </p:nvGraphicFramePr>
        <p:xfrm>
          <a:off x="-715455" y="-223322"/>
          <a:ext cx="4332287" cy="287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660787" imgH="2654436" progId="Paint.Picture">
                  <p:embed/>
                </p:oleObj>
              </mc:Choice>
              <mc:Fallback>
                <p:oleObj name="Bitmap Image" r:id="rId2" imgW="2660787" imgH="2654436" progId="Paint.Picture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52BB545-E4EC-DECB-0F08-C3F2DAA63A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715455" y="-223322"/>
                        <a:ext cx="4332287" cy="287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074EE5C2-D465-6B59-B557-706EFBB26C4B}"/>
              </a:ext>
            </a:extLst>
          </p:cNvPr>
          <p:cNvGrpSpPr/>
          <p:nvPr/>
        </p:nvGrpSpPr>
        <p:grpSpPr>
          <a:xfrm>
            <a:off x="5748397" y="310242"/>
            <a:ext cx="3924300" cy="2147208"/>
            <a:chOff x="5748397" y="310242"/>
            <a:chExt cx="3924300" cy="2147208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E425DC2-B45A-10F2-F5F3-4B3B02417A7D}"/>
                </a:ext>
              </a:extLst>
            </p:cNvPr>
            <p:cNvSpPr txBox="1"/>
            <p:nvPr/>
          </p:nvSpPr>
          <p:spPr>
            <a:xfrm>
              <a:off x="6713597" y="1028700"/>
              <a:ext cx="2959100" cy="14287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713A0F6-B332-133A-6475-78AF33690A10}"/>
                    </a:ext>
                  </a:extLst>
                </p:cNvPr>
                <p:cNvSpPr txBox="1"/>
                <p:nvPr/>
              </p:nvSpPr>
              <p:spPr>
                <a:xfrm>
                  <a:off x="6758047" y="1263650"/>
                  <a:ext cx="152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713A0F6-B332-133A-6475-78AF33690A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047" y="1263650"/>
                  <a:ext cx="15240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4000" r="-14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0C0D394C-A0D5-2BC6-01A6-2A7BC6854850}"/>
                    </a:ext>
                  </a:extLst>
                </p:cNvPr>
                <p:cNvSpPr txBox="1"/>
                <p:nvPr/>
              </p:nvSpPr>
              <p:spPr>
                <a:xfrm>
                  <a:off x="6758047" y="1675884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0C0D394C-A0D5-2BC6-01A6-2A7BC68548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047" y="1675884"/>
                  <a:ext cx="342900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2A40C28-9112-3816-F3C5-CEF1B4D9BB79}"/>
                    </a:ext>
                  </a:extLst>
                </p:cNvPr>
                <p:cNvSpPr txBox="1"/>
                <p:nvPr/>
              </p:nvSpPr>
              <p:spPr>
                <a:xfrm>
                  <a:off x="9190097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2A40C28-9112-3816-F3C5-CEF1B4D9BB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0097" y="2088118"/>
                  <a:ext cx="342900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60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695BD817-C685-796E-9CB2-4D68BC27F5D0}"/>
                    </a:ext>
                  </a:extLst>
                </p:cNvPr>
                <p:cNvSpPr txBox="1"/>
                <p:nvPr/>
              </p:nvSpPr>
              <p:spPr>
                <a:xfrm>
                  <a:off x="8863072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695BD817-C685-796E-9CB2-4D68BC27F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3072" y="2088118"/>
                  <a:ext cx="342900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160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E9B8BE0-D5C8-F158-26F3-3862E12E8E55}"/>
                    </a:ext>
                  </a:extLst>
                </p:cNvPr>
                <p:cNvSpPr txBox="1"/>
                <p:nvPr/>
              </p:nvSpPr>
              <p:spPr>
                <a:xfrm>
                  <a:off x="8551922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E9B8BE0-D5C8-F158-26F3-3862E12E8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1922" y="2088118"/>
                  <a:ext cx="342900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BEACEBF-492E-8765-75D3-B392B7FB9CDF}"/>
                    </a:ext>
                  </a:extLst>
                </p:cNvPr>
                <p:cNvSpPr txBox="1"/>
                <p:nvPr/>
              </p:nvSpPr>
              <p:spPr>
                <a:xfrm>
                  <a:off x="8224897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BEACEBF-492E-8765-75D3-B392B7FB9C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4897" y="2088118"/>
                  <a:ext cx="342900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160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AF152C6-02BB-5847-DAC6-94E5F64F479D}"/>
                    </a:ext>
                  </a:extLst>
                </p:cNvPr>
                <p:cNvSpPr txBox="1"/>
                <p:nvPr/>
              </p:nvSpPr>
              <p:spPr>
                <a:xfrm>
                  <a:off x="7593074" y="14912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AF152C6-02BB-5847-DAC6-94E5F64F47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3074" y="1491218"/>
                  <a:ext cx="34290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3CF2C848-B723-0C92-9C37-DC2ABB7B4D01}"/>
                    </a:ext>
                  </a:extLst>
                </p:cNvPr>
                <p:cNvSpPr txBox="1"/>
                <p:nvPr/>
              </p:nvSpPr>
              <p:spPr>
                <a:xfrm>
                  <a:off x="9280585" y="1491218"/>
                  <a:ext cx="342900" cy="6789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bar>
                      </m:oMath>
                    </m:oMathPara>
                  </a14:m>
                  <a:endParaRPr lang="en-US" altLang="zh-CN" b="0" dirty="0"/>
                </a:p>
                <a:p>
                  <a:endParaRPr lang="zh-CN" altLang="en-US" dirty="0"/>
                </a:p>
              </p:txBody>
            </p:sp>
          </mc:Choice>
          <mc:Fallback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3CF2C848-B723-0C92-9C37-DC2ABB7B4D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0585" y="1491218"/>
                  <a:ext cx="342900" cy="67896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2CD628F-E8FC-AB03-DC28-52F0B554D3C1}"/>
                    </a:ext>
                  </a:extLst>
                </p:cNvPr>
                <p:cNvSpPr txBox="1"/>
                <p:nvPr/>
              </p:nvSpPr>
              <p:spPr>
                <a:xfrm>
                  <a:off x="8021697" y="1028700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2CD628F-E8FC-AB03-DC28-52F0B554D3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1697" y="1028700"/>
                  <a:ext cx="342900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1786" r="-3571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E4F0BB35-27EC-DD56-2216-6F4BCEB6DEB1}"/>
                </a:ext>
              </a:extLst>
            </p:cNvPr>
            <p:cNvCxnSpPr>
              <a:cxnSpLocks/>
            </p:cNvCxnSpPr>
            <p:nvPr/>
          </p:nvCxnSpPr>
          <p:spPr>
            <a:xfrm>
              <a:off x="6089934" y="1464396"/>
              <a:ext cx="6236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DA333BB-B223-CCCA-07B1-7B1A81A3F350}"/>
                </a:ext>
              </a:extLst>
            </p:cNvPr>
            <p:cNvCxnSpPr>
              <a:cxnSpLocks/>
            </p:cNvCxnSpPr>
            <p:nvPr/>
          </p:nvCxnSpPr>
          <p:spPr>
            <a:xfrm>
              <a:off x="6115708" y="1814136"/>
              <a:ext cx="59788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C1ED320-5388-AEF2-4320-BD7D226D678D}"/>
                </a:ext>
              </a:extLst>
            </p:cNvPr>
            <p:cNvSpPr txBox="1"/>
            <p:nvPr/>
          </p:nvSpPr>
          <p:spPr>
            <a:xfrm>
              <a:off x="5748397" y="1148318"/>
              <a:ext cx="377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C699134-BBAB-71BF-2F15-1229856D84B4}"/>
                </a:ext>
              </a:extLst>
            </p:cNvPr>
            <p:cNvSpPr txBox="1"/>
            <p:nvPr/>
          </p:nvSpPr>
          <p:spPr>
            <a:xfrm>
              <a:off x="5748397" y="1535668"/>
              <a:ext cx="377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5FE9AB2-69E3-9570-22E3-E9B713C7F73D}"/>
                </a:ext>
              </a:extLst>
            </p:cNvPr>
            <p:cNvCxnSpPr>
              <a:cxnSpLocks/>
            </p:cNvCxnSpPr>
            <p:nvPr/>
          </p:nvCxnSpPr>
          <p:spPr>
            <a:xfrm>
              <a:off x="8165903" y="310242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65C4D60-EEC4-37A0-8DA1-273CE2733420}"/>
              </a:ext>
            </a:extLst>
          </p:cNvPr>
          <p:cNvGrpSpPr/>
          <p:nvPr/>
        </p:nvGrpSpPr>
        <p:grpSpPr>
          <a:xfrm flipH="1">
            <a:off x="4706997" y="2457450"/>
            <a:ext cx="3657600" cy="323850"/>
            <a:chOff x="2887406" y="3957277"/>
            <a:chExt cx="900822" cy="718458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C8F32B58-B317-3F70-1B73-F715F02ED84E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53643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4F75502-C451-E4B6-AC81-65D2E6362710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A79199A-4252-FA04-06F7-9B809864419E}"/>
              </a:ext>
            </a:extLst>
          </p:cNvPr>
          <p:cNvGrpSpPr/>
          <p:nvPr/>
        </p:nvGrpSpPr>
        <p:grpSpPr>
          <a:xfrm>
            <a:off x="5691099" y="2973138"/>
            <a:ext cx="491672" cy="701307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3B2128E1-DAAC-B7FA-8B74-A2C9C33D8DD5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&amp;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3B2128E1-DAAC-B7FA-8B74-A2C9C33D8D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E9B21ABF-A6AE-313C-D4EC-987B4F758C43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>
            <a:extLst>
              <a:ext uri="{FF2B5EF4-FFF2-40B4-BE49-F238E27FC236}">
                <a16:creationId xmlns:a16="http://schemas.microsoft.com/office/drawing/2014/main" id="{728D3EA6-3B4E-565C-0CDE-B953189CA11F}"/>
              </a:ext>
            </a:extLst>
          </p:cNvPr>
          <p:cNvSpPr/>
          <p:nvPr/>
        </p:nvSpPr>
        <p:spPr>
          <a:xfrm>
            <a:off x="4985204" y="2742335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EE8C8F8-BB79-8E66-1AA8-71E980286D7D}"/>
              </a:ext>
            </a:extLst>
          </p:cNvPr>
          <p:cNvGrpSpPr/>
          <p:nvPr/>
        </p:nvGrpSpPr>
        <p:grpSpPr>
          <a:xfrm>
            <a:off x="5048918" y="2861558"/>
            <a:ext cx="642181" cy="318094"/>
            <a:chOff x="2887406" y="3957277"/>
            <a:chExt cx="900822" cy="718458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9C2B377-1E3B-6720-3ECD-B3E834754DA4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53643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36BCCF60-126B-D61D-D6E3-399A1EF79177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BDD6B20-C6D7-06A1-C243-7492A4AE1307}"/>
              </a:ext>
            </a:extLst>
          </p:cNvPr>
          <p:cNvGrpSpPr/>
          <p:nvPr/>
        </p:nvGrpSpPr>
        <p:grpSpPr>
          <a:xfrm flipH="1">
            <a:off x="4808596" y="2486864"/>
            <a:ext cx="4643437" cy="2142288"/>
            <a:chOff x="2887406" y="3957277"/>
            <a:chExt cx="900822" cy="724904"/>
          </a:xfrm>
        </p:grpSpPr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7012D7F8-657E-C6D5-3094-7FCBF854453E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82180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735DB3D4-8E76-69C7-22E0-3D375E19C63F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FD86A78-E724-D41B-8AC8-68A974907425}"/>
              </a:ext>
            </a:extLst>
          </p:cNvPr>
          <p:cNvGrpSpPr/>
          <p:nvPr/>
        </p:nvGrpSpPr>
        <p:grpSpPr>
          <a:xfrm flipV="1">
            <a:off x="5048918" y="3376384"/>
            <a:ext cx="642180" cy="1200573"/>
            <a:chOff x="2887406" y="3957277"/>
            <a:chExt cx="900822" cy="718458"/>
          </a:xfrm>
        </p:grpSpPr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4EB1E00C-95AD-C1E0-B439-1D08A4EC22D0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58723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FC3DFCF-419E-A18B-1B87-E28A8F9CB45E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0" name="椭圆 39">
            <a:extLst>
              <a:ext uri="{FF2B5EF4-FFF2-40B4-BE49-F238E27FC236}">
                <a16:creationId xmlns:a16="http://schemas.microsoft.com/office/drawing/2014/main" id="{BB928DB6-31C5-93AE-C2FE-68EA849DBF76}"/>
              </a:ext>
            </a:extLst>
          </p:cNvPr>
          <p:cNvSpPr/>
          <p:nvPr/>
        </p:nvSpPr>
        <p:spPr>
          <a:xfrm>
            <a:off x="4996730" y="4576961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FC21AB8-2233-4707-74AB-C517AA253B82}"/>
              </a:ext>
            </a:extLst>
          </p:cNvPr>
          <p:cNvSpPr txBox="1"/>
          <p:nvPr/>
        </p:nvSpPr>
        <p:spPr>
          <a:xfrm>
            <a:off x="4343024" y="2631782"/>
            <a:ext cx="37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7EFE5AB-7C9E-4BD8-17BC-A2F5C3FF0BA7}"/>
              </a:ext>
            </a:extLst>
          </p:cNvPr>
          <p:cNvSpPr txBox="1"/>
          <p:nvPr/>
        </p:nvSpPr>
        <p:spPr>
          <a:xfrm>
            <a:off x="4343024" y="4425436"/>
            <a:ext cx="37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A70D136-40AC-8D1B-16B7-B0BF06C69310}"/>
              </a:ext>
            </a:extLst>
          </p:cNvPr>
          <p:cNvGrpSpPr/>
          <p:nvPr/>
        </p:nvGrpSpPr>
        <p:grpSpPr>
          <a:xfrm flipH="1">
            <a:off x="6192896" y="2457450"/>
            <a:ext cx="2566501" cy="908864"/>
            <a:chOff x="2887406" y="3957277"/>
            <a:chExt cx="900822" cy="718458"/>
          </a:xfrm>
        </p:grpSpPr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3D519184-2156-C645-6603-0EF09D56DC12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53643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1CE51443-785E-3C52-69D8-F43F2123AC51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919CBF9-B346-0189-F3AA-90F422CD4A5A}"/>
              </a:ext>
            </a:extLst>
          </p:cNvPr>
          <p:cNvGrpSpPr/>
          <p:nvPr/>
        </p:nvGrpSpPr>
        <p:grpSpPr>
          <a:xfrm>
            <a:off x="7101402" y="3614397"/>
            <a:ext cx="491672" cy="701307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2BE2B297-30AC-2998-7B75-26378D9B249A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2BE2B297-30AC-2998-7B75-26378D9B24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7998E238-8978-46A3-3128-8BBE77F25891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9" name="椭圆 48">
            <a:extLst>
              <a:ext uri="{FF2B5EF4-FFF2-40B4-BE49-F238E27FC236}">
                <a16:creationId xmlns:a16="http://schemas.microsoft.com/office/drawing/2014/main" id="{3A5CA6D9-EDC9-E64C-D2B9-647BDC93EB48}"/>
              </a:ext>
            </a:extLst>
          </p:cNvPr>
          <p:cNvSpPr/>
          <p:nvPr/>
        </p:nvSpPr>
        <p:spPr>
          <a:xfrm>
            <a:off x="6635373" y="3300435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673AB542-D210-DD06-69A6-7DE7A771DCC8}"/>
              </a:ext>
            </a:extLst>
          </p:cNvPr>
          <p:cNvGrpSpPr/>
          <p:nvPr/>
        </p:nvGrpSpPr>
        <p:grpSpPr>
          <a:xfrm>
            <a:off x="6687561" y="3400161"/>
            <a:ext cx="354590" cy="624874"/>
            <a:chOff x="2887406" y="3957277"/>
            <a:chExt cx="900822" cy="718458"/>
          </a:xfrm>
        </p:grpSpPr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0612B8C3-12C8-30F6-C861-A83E7B44A2F1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53643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31595EC7-325B-3EFB-85C6-7A8BEC2ED4F5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CFDC9F39-61E5-4CA8-6582-8CF065CE8BD2}"/>
              </a:ext>
            </a:extLst>
          </p:cNvPr>
          <p:cNvGrpSpPr/>
          <p:nvPr/>
        </p:nvGrpSpPr>
        <p:grpSpPr>
          <a:xfrm flipH="1">
            <a:off x="7593071" y="2457450"/>
            <a:ext cx="1530142" cy="1560545"/>
            <a:chOff x="2887406" y="3957277"/>
            <a:chExt cx="900822" cy="718458"/>
          </a:xfrm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0102DD1C-3CA6-3CE6-BEA6-4FB6EB700688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69696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2FD7DAFA-D0D2-0B35-6EE0-B726CC6791B1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68437F9-1E60-657D-1C2B-91DE47AF7279}"/>
              </a:ext>
            </a:extLst>
          </p:cNvPr>
          <p:cNvGrpSpPr/>
          <p:nvPr/>
        </p:nvGrpSpPr>
        <p:grpSpPr>
          <a:xfrm flipH="1" flipV="1">
            <a:off x="9698098" y="1675884"/>
            <a:ext cx="354590" cy="624874"/>
            <a:chOff x="2887406" y="3957277"/>
            <a:chExt cx="900822" cy="718458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278A409-A30C-164D-79BE-4A2A87459C78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62054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75AF269D-01AE-68DA-51AF-8DCDA9C9434D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47BC2E82-20D4-5090-DC22-5B4B9ABE2929}"/>
              </a:ext>
            </a:extLst>
          </p:cNvPr>
          <p:cNvSpPr txBox="1"/>
          <p:nvPr/>
        </p:nvSpPr>
        <p:spPr>
          <a:xfrm>
            <a:off x="9788680" y="2345266"/>
            <a:ext cx="100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36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FF4B3-9AEB-DB55-A513-18598113F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2F8B634-4128-D5A3-C07C-6A53510D5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763" y="29266"/>
            <a:ext cx="7336893" cy="2898072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B95A6843-D115-3359-5C85-13CD81C07BDB}"/>
              </a:ext>
            </a:extLst>
          </p:cNvPr>
          <p:cNvGrpSpPr/>
          <p:nvPr/>
        </p:nvGrpSpPr>
        <p:grpSpPr>
          <a:xfrm>
            <a:off x="4024866" y="5228314"/>
            <a:ext cx="707572" cy="1016213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B6A25464-16B6-4805-69B6-9AC5C5EDF7DB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&amp;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7FB705F3-5332-B65D-B458-A4012CA5C1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59A79B41-E4C8-1DD1-85FC-B17A97D68B1E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56D6F82-7993-D6D3-C36C-8008763D412C}"/>
                  </a:ext>
                </a:extLst>
              </p:cNvPr>
              <p:cNvSpPr/>
              <p:nvPr/>
            </p:nvSpPr>
            <p:spPr>
              <a:xfrm>
                <a:off x="4024866" y="3378132"/>
                <a:ext cx="591671" cy="1016213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56D6F82-7993-D6D3-C36C-8008763D41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866" y="3378132"/>
                <a:ext cx="591671" cy="10162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组合 66">
            <a:extLst>
              <a:ext uri="{FF2B5EF4-FFF2-40B4-BE49-F238E27FC236}">
                <a16:creationId xmlns:a16="http://schemas.microsoft.com/office/drawing/2014/main" id="{E0DFB9AB-7945-E3DB-A36E-E0586A375A7F}"/>
              </a:ext>
            </a:extLst>
          </p:cNvPr>
          <p:cNvGrpSpPr/>
          <p:nvPr/>
        </p:nvGrpSpPr>
        <p:grpSpPr>
          <a:xfrm>
            <a:off x="2745106" y="3678077"/>
            <a:ext cx="1279760" cy="353228"/>
            <a:chOff x="1041992" y="3678077"/>
            <a:chExt cx="2982874" cy="353228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C4B04CFE-C01E-5AC1-E109-CA6C955216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653" y="3678077"/>
              <a:ext cx="2942213" cy="880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1AEEF602-E165-C738-463A-113F38042B57}"/>
                </a:ext>
              </a:extLst>
            </p:cNvPr>
            <p:cNvCxnSpPr>
              <a:cxnSpLocks/>
            </p:cNvCxnSpPr>
            <p:nvPr/>
          </p:nvCxnSpPr>
          <p:spPr>
            <a:xfrm>
              <a:off x="1041992" y="4031305"/>
              <a:ext cx="29537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2" name="文本框 61">
            <a:extLst>
              <a:ext uri="{FF2B5EF4-FFF2-40B4-BE49-F238E27FC236}">
                <a16:creationId xmlns:a16="http://schemas.microsoft.com/office/drawing/2014/main" id="{E72B72EB-C6A7-6456-0FA0-91CC99CFC218}"/>
              </a:ext>
            </a:extLst>
          </p:cNvPr>
          <p:cNvSpPr txBox="1"/>
          <p:nvPr/>
        </p:nvSpPr>
        <p:spPr>
          <a:xfrm>
            <a:off x="2300773" y="3430683"/>
            <a:ext cx="37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6EBD785-29D3-3448-C5B7-B93CA4EF6219}"/>
              </a:ext>
            </a:extLst>
          </p:cNvPr>
          <p:cNvSpPr txBox="1"/>
          <p:nvPr/>
        </p:nvSpPr>
        <p:spPr>
          <a:xfrm>
            <a:off x="2312299" y="3800015"/>
            <a:ext cx="37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FFD313DB-B43C-E3E0-3288-F960AEE3BDED}"/>
                  </a:ext>
                </a:extLst>
              </p:cNvPr>
              <p:cNvSpPr/>
              <p:nvPr/>
            </p:nvSpPr>
            <p:spPr>
              <a:xfrm>
                <a:off x="6551682" y="3378132"/>
                <a:ext cx="591671" cy="1016213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FFD313DB-B43C-E3E0-3288-F960AEE3BD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682" y="3378132"/>
                <a:ext cx="591671" cy="10162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AD4163B8-0DD8-A987-D207-627817F40861}"/>
              </a:ext>
            </a:extLst>
          </p:cNvPr>
          <p:cNvCxnSpPr>
            <a:cxnSpLocks/>
          </p:cNvCxnSpPr>
          <p:nvPr/>
        </p:nvCxnSpPr>
        <p:spPr>
          <a:xfrm>
            <a:off x="4628063" y="3678077"/>
            <a:ext cx="19236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7277F3CB-3487-84B1-FCCB-2CF764BDAE64}"/>
                  </a:ext>
                </a:extLst>
              </p:cNvPr>
              <p:cNvSpPr txBox="1"/>
              <p:nvPr/>
            </p:nvSpPr>
            <p:spPr>
              <a:xfrm>
                <a:off x="2333278" y="4624590"/>
                <a:ext cx="377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</m:t>
                    </m:r>
                  </m:oMath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7277F3CB-3487-84B1-FCCB-2CF764BDA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278" y="4624590"/>
                <a:ext cx="377076" cy="369332"/>
              </a:xfrm>
              <a:prstGeom prst="rect">
                <a:avLst/>
              </a:prstGeom>
              <a:blipFill>
                <a:blip r:embed="rId8"/>
                <a:stretch>
                  <a:fillRect l="-14516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组合 75">
            <a:extLst>
              <a:ext uri="{FF2B5EF4-FFF2-40B4-BE49-F238E27FC236}">
                <a16:creationId xmlns:a16="http://schemas.microsoft.com/office/drawing/2014/main" id="{D564E79B-E141-5AD5-5FD6-86F82201A714}"/>
              </a:ext>
            </a:extLst>
          </p:cNvPr>
          <p:cNvGrpSpPr/>
          <p:nvPr/>
        </p:nvGrpSpPr>
        <p:grpSpPr>
          <a:xfrm flipH="1">
            <a:off x="2689373" y="3986827"/>
            <a:ext cx="2465366" cy="829401"/>
            <a:chOff x="2887406" y="3957277"/>
            <a:chExt cx="900822" cy="718458"/>
          </a:xfrm>
        </p:grpSpPr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E2065D08-1824-2F25-67D9-37058FD72E08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69696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5468692F-7863-BB6D-A201-251E564101B3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B995170B-92D1-7222-0025-1CB06AD9A0AE}"/>
              </a:ext>
            </a:extLst>
          </p:cNvPr>
          <p:cNvCxnSpPr>
            <a:cxnSpLocks/>
          </p:cNvCxnSpPr>
          <p:nvPr/>
        </p:nvCxnSpPr>
        <p:spPr>
          <a:xfrm>
            <a:off x="5154739" y="3986827"/>
            <a:ext cx="1396943" cy="73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1DEFC4E6-FDB7-13A9-D86B-0E69F0FE59B1}"/>
              </a:ext>
            </a:extLst>
          </p:cNvPr>
          <p:cNvGrpSpPr/>
          <p:nvPr/>
        </p:nvGrpSpPr>
        <p:grpSpPr>
          <a:xfrm>
            <a:off x="6632031" y="5247364"/>
            <a:ext cx="707572" cy="1016213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A1D2391B-A5FD-B5FA-0EF6-32B683C07F5E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&amp;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7FB705F3-5332-B65D-B458-A4012CA5C1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F2A6C18D-FB02-0DE5-EA67-E880DA6E3A63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B3ABBEC6-8C77-8527-71B7-C824505DC75F}"/>
              </a:ext>
            </a:extLst>
          </p:cNvPr>
          <p:cNvCxnSpPr>
            <a:cxnSpLocks/>
          </p:cNvCxnSpPr>
          <p:nvPr/>
        </p:nvCxnSpPr>
        <p:spPr>
          <a:xfrm>
            <a:off x="7143353" y="3863472"/>
            <a:ext cx="9253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01498147-3220-6F83-52EA-8979084C7A81}"/>
              </a:ext>
            </a:extLst>
          </p:cNvPr>
          <p:cNvSpPr txBox="1"/>
          <p:nvPr/>
        </p:nvSpPr>
        <p:spPr>
          <a:xfrm>
            <a:off x="8164391" y="3661973"/>
            <a:ext cx="37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1F1A9933-F961-3778-523A-4FE15ECFFED6}"/>
              </a:ext>
            </a:extLst>
          </p:cNvPr>
          <p:cNvGrpSpPr/>
          <p:nvPr/>
        </p:nvGrpSpPr>
        <p:grpSpPr>
          <a:xfrm>
            <a:off x="5144737" y="4816228"/>
            <a:ext cx="431963" cy="191631"/>
            <a:chOff x="2870963" y="3957277"/>
            <a:chExt cx="900818" cy="718458"/>
          </a:xfrm>
        </p:grpSpPr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B920A9CC-2FCC-5764-3877-2FDB606B02FF}"/>
                </a:ext>
              </a:extLst>
            </p:cNvPr>
            <p:cNvCxnSpPr>
              <a:cxnSpLocks/>
            </p:cNvCxnSpPr>
            <p:nvPr/>
          </p:nvCxnSpPr>
          <p:spPr>
            <a:xfrm>
              <a:off x="2870963" y="4675735"/>
              <a:ext cx="90081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C5C0D7BA-6E24-19EA-B2C6-E8A114C172DD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950F6D1F-BDE8-B4A3-9057-05F85DC94376}"/>
              </a:ext>
            </a:extLst>
          </p:cNvPr>
          <p:cNvGrpSpPr/>
          <p:nvPr/>
        </p:nvGrpSpPr>
        <p:grpSpPr>
          <a:xfrm>
            <a:off x="5563348" y="4548786"/>
            <a:ext cx="707572" cy="1016213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矩形 107">
                  <a:extLst>
                    <a:ext uri="{FF2B5EF4-FFF2-40B4-BE49-F238E27FC236}">
                      <a16:creationId xmlns:a16="http://schemas.microsoft.com/office/drawing/2014/main" id="{539A0A22-E6A7-8A3A-2AED-364DB7208DC0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&amp;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8" name="矩形 107">
                  <a:extLst>
                    <a:ext uri="{FF2B5EF4-FFF2-40B4-BE49-F238E27FC236}">
                      <a16:creationId xmlns:a16="http://schemas.microsoft.com/office/drawing/2014/main" id="{539A0A22-E6A7-8A3A-2AED-364DB7208D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CCFC6DA7-09FE-D4D9-9345-EC71D950F83D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904711E3-EBC3-9A2F-F35A-CF737C6DE0BE}"/>
              </a:ext>
            </a:extLst>
          </p:cNvPr>
          <p:cNvGrpSpPr/>
          <p:nvPr/>
        </p:nvGrpSpPr>
        <p:grpSpPr>
          <a:xfrm>
            <a:off x="4833818" y="3661973"/>
            <a:ext cx="742882" cy="1773627"/>
            <a:chOff x="2870963" y="3957277"/>
            <a:chExt cx="900818" cy="718458"/>
          </a:xfrm>
        </p:grpSpPr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8261C063-E85E-5962-0CC6-23E5AC675BC9}"/>
                </a:ext>
              </a:extLst>
            </p:cNvPr>
            <p:cNvCxnSpPr>
              <a:cxnSpLocks/>
            </p:cNvCxnSpPr>
            <p:nvPr/>
          </p:nvCxnSpPr>
          <p:spPr>
            <a:xfrm>
              <a:off x="2870963" y="4675735"/>
              <a:ext cx="90081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4B8A5BA5-D378-473C-7989-33F544438C63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8F9265D9-65BC-F2C7-B922-588ACE01ACFC}"/>
              </a:ext>
            </a:extLst>
          </p:cNvPr>
          <p:cNvCxnSpPr>
            <a:cxnSpLocks/>
            <a:endCxn id="93" idx="1"/>
          </p:cNvCxnSpPr>
          <p:nvPr/>
        </p:nvCxnSpPr>
        <p:spPr>
          <a:xfrm>
            <a:off x="4729994" y="5750027"/>
            <a:ext cx="1902037" cy="54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E6946E07-E512-D4D1-353F-3ABE38917E6F}"/>
              </a:ext>
            </a:extLst>
          </p:cNvPr>
          <p:cNvGrpSpPr/>
          <p:nvPr/>
        </p:nvGrpSpPr>
        <p:grpSpPr>
          <a:xfrm rot="16200000" flipH="1">
            <a:off x="6133576" y="5212724"/>
            <a:ext cx="431963" cy="191631"/>
            <a:chOff x="2870963" y="3957277"/>
            <a:chExt cx="900818" cy="718458"/>
          </a:xfrm>
        </p:grpSpPr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31131A20-7291-140A-26D5-7120DB911202}"/>
                </a:ext>
              </a:extLst>
            </p:cNvPr>
            <p:cNvCxnSpPr>
              <a:cxnSpLocks/>
            </p:cNvCxnSpPr>
            <p:nvPr/>
          </p:nvCxnSpPr>
          <p:spPr>
            <a:xfrm>
              <a:off x="2870963" y="4675735"/>
              <a:ext cx="90081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D0DF328E-D84B-9D06-78BD-B01293E65606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5FD6EC4D-5C9D-A67B-D1E5-4C0BE30985A2}"/>
              </a:ext>
            </a:extLst>
          </p:cNvPr>
          <p:cNvGrpSpPr/>
          <p:nvPr/>
        </p:nvGrpSpPr>
        <p:grpSpPr>
          <a:xfrm>
            <a:off x="6445373" y="5495664"/>
            <a:ext cx="181480" cy="95815"/>
            <a:chOff x="2870963" y="3957277"/>
            <a:chExt cx="900818" cy="718458"/>
          </a:xfrm>
        </p:grpSpPr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41390A96-F71A-6653-DED0-8AFC2BC10801}"/>
                </a:ext>
              </a:extLst>
            </p:cNvPr>
            <p:cNvCxnSpPr>
              <a:cxnSpLocks/>
            </p:cNvCxnSpPr>
            <p:nvPr/>
          </p:nvCxnSpPr>
          <p:spPr>
            <a:xfrm>
              <a:off x="2870963" y="4675735"/>
              <a:ext cx="90081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367AAD37-E412-4275-1C66-D5CF6471A38E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85134D0E-ACE2-D1F2-01D0-AD1AC29D62D5}"/>
              </a:ext>
            </a:extLst>
          </p:cNvPr>
          <p:cNvCxnSpPr>
            <a:cxnSpLocks/>
          </p:cNvCxnSpPr>
          <p:nvPr/>
        </p:nvCxnSpPr>
        <p:spPr>
          <a:xfrm>
            <a:off x="7355523" y="5792033"/>
            <a:ext cx="80886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F8F34B81-B4DC-DEA7-1B66-585F9ACEFC98}"/>
              </a:ext>
            </a:extLst>
          </p:cNvPr>
          <p:cNvSpPr txBox="1"/>
          <p:nvPr/>
        </p:nvSpPr>
        <p:spPr>
          <a:xfrm>
            <a:off x="8317254" y="5587528"/>
            <a:ext cx="37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843DBE0-375D-E9A4-BAEE-A6304486C915}"/>
              </a:ext>
            </a:extLst>
          </p:cNvPr>
          <p:cNvGrpSpPr/>
          <p:nvPr/>
        </p:nvGrpSpPr>
        <p:grpSpPr>
          <a:xfrm>
            <a:off x="3357785" y="3628484"/>
            <a:ext cx="667081" cy="1916435"/>
            <a:chOff x="3357785" y="3628484"/>
            <a:chExt cx="667081" cy="1916435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B603DBFE-639F-BF8E-200D-1BC9BB1938A6}"/>
                </a:ext>
              </a:extLst>
            </p:cNvPr>
            <p:cNvGrpSpPr/>
            <p:nvPr/>
          </p:nvGrpSpPr>
          <p:grpSpPr>
            <a:xfrm>
              <a:off x="3393411" y="3683265"/>
              <a:ext cx="631455" cy="1861654"/>
              <a:chOff x="2870963" y="3957277"/>
              <a:chExt cx="900822" cy="718459"/>
            </a:xfrm>
          </p:grpSpPr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401D0A83-DBC6-599F-10ED-3DD27A2243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0963" y="4675735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06FE7702-4F1B-DE9B-600E-78B66E3ED2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3957277"/>
                <a:ext cx="0" cy="7184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46579BDD-77E1-389F-8D3D-D5A43B0D0156}"/>
                </a:ext>
              </a:extLst>
            </p:cNvPr>
            <p:cNvSpPr/>
            <p:nvPr/>
          </p:nvSpPr>
          <p:spPr>
            <a:xfrm>
              <a:off x="3357785" y="3628484"/>
              <a:ext cx="104375" cy="10437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FB8FCC61-0930-3872-A13D-C46799A8CD51}"/>
              </a:ext>
            </a:extLst>
          </p:cNvPr>
          <p:cNvGrpSpPr/>
          <p:nvPr/>
        </p:nvGrpSpPr>
        <p:grpSpPr>
          <a:xfrm>
            <a:off x="2951640" y="4000705"/>
            <a:ext cx="1060725" cy="1902165"/>
            <a:chOff x="2951640" y="4000705"/>
            <a:chExt cx="1060725" cy="1902165"/>
          </a:xfrm>
        </p:grpSpPr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1C2C7ED8-8DD5-2F14-2D96-30547B6134C4}"/>
                </a:ext>
              </a:extLst>
            </p:cNvPr>
            <p:cNvGrpSpPr/>
            <p:nvPr/>
          </p:nvGrpSpPr>
          <p:grpSpPr>
            <a:xfrm>
              <a:off x="3005102" y="4041216"/>
              <a:ext cx="1007263" cy="1861654"/>
              <a:chOff x="2870963" y="3957277"/>
              <a:chExt cx="900822" cy="718459"/>
            </a:xfrm>
          </p:grpSpPr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9D83ECBC-001F-5174-E253-52DD7BDA71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0963" y="4675735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DE81DDF6-572C-8439-FE53-1223D5B5A3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3957277"/>
                <a:ext cx="0" cy="7184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0EE1C43C-BC1B-0F38-6F73-3439450D1D3C}"/>
                </a:ext>
              </a:extLst>
            </p:cNvPr>
            <p:cNvSpPr/>
            <p:nvPr/>
          </p:nvSpPr>
          <p:spPr>
            <a:xfrm>
              <a:off x="2951640" y="4000705"/>
              <a:ext cx="104375" cy="10437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9" name="椭圆 128">
            <a:extLst>
              <a:ext uri="{FF2B5EF4-FFF2-40B4-BE49-F238E27FC236}">
                <a16:creationId xmlns:a16="http://schemas.microsoft.com/office/drawing/2014/main" id="{7B3CA24E-C914-69D8-333F-9210A87607CC}"/>
              </a:ext>
            </a:extLst>
          </p:cNvPr>
          <p:cNvSpPr/>
          <p:nvPr/>
        </p:nvSpPr>
        <p:spPr>
          <a:xfrm>
            <a:off x="5078975" y="4730903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930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8ACCEA-B6F2-F971-1B52-7884A099EC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31"/>
          <a:stretch>
            <a:fillRect/>
          </a:stretch>
        </p:blipFill>
        <p:spPr>
          <a:xfrm>
            <a:off x="0" y="285293"/>
            <a:ext cx="12192000" cy="256970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F78B2012-B826-5DE1-50C3-3DC4D638300A}"/>
              </a:ext>
            </a:extLst>
          </p:cNvPr>
          <p:cNvGrpSpPr/>
          <p:nvPr/>
        </p:nvGrpSpPr>
        <p:grpSpPr>
          <a:xfrm>
            <a:off x="3352923" y="3277210"/>
            <a:ext cx="3924300" cy="2298998"/>
            <a:chOff x="5748397" y="158452"/>
            <a:chExt cx="3924300" cy="2298998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75A4EE1-18D4-32DB-D3A5-C8A7F49B0ACF}"/>
                </a:ext>
              </a:extLst>
            </p:cNvPr>
            <p:cNvSpPr txBox="1"/>
            <p:nvPr/>
          </p:nvSpPr>
          <p:spPr>
            <a:xfrm>
              <a:off x="6713597" y="1028700"/>
              <a:ext cx="2959100" cy="14287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5DF477E-515D-E159-30FA-182939611721}"/>
                    </a:ext>
                  </a:extLst>
                </p:cNvPr>
                <p:cNvSpPr txBox="1"/>
                <p:nvPr/>
              </p:nvSpPr>
              <p:spPr>
                <a:xfrm>
                  <a:off x="6758047" y="1263650"/>
                  <a:ext cx="152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5DF477E-515D-E159-30FA-1829396117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047" y="1263650"/>
                  <a:ext cx="15240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4000" r="-14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2B6C433-EFBA-0CD5-8437-D53F5FC43598}"/>
                    </a:ext>
                  </a:extLst>
                </p:cNvPr>
                <p:cNvSpPr txBox="1"/>
                <p:nvPr/>
              </p:nvSpPr>
              <p:spPr>
                <a:xfrm>
                  <a:off x="6758047" y="1675884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2B6C433-EFBA-0CD5-8437-D53F5FC435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047" y="1675884"/>
                  <a:ext cx="34290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991578E-C516-CCC0-C195-8216E90436BF}"/>
                    </a:ext>
                  </a:extLst>
                </p:cNvPr>
                <p:cNvSpPr txBox="1"/>
                <p:nvPr/>
              </p:nvSpPr>
              <p:spPr>
                <a:xfrm>
                  <a:off x="9190097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991578E-C516-CCC0-C195-8216E90436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0097" y="2088118"/>
                  <a:ext cx="342900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60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0B239D6-D26E-1EAC-46C0-B24D92474ED7}"/>
                    </a:ext>
                  </a:extLst>
                </p:cNvPr>
                <p:cNvSpPr txBox="1"/>
                <p:nvPr/>
              </p:nvSpPr>
              <p:spPr>
                <a:xfrm>
                  <a:off x="8863072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0B239D6-D26E-1EAC-46C0-B24D92474E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3072" y="2088118"/>
                  <a:ext cx="342900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60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5DDD0E9-A9A0-B73B-9F1B-7540B5722985}"/>
                    </a:ext>
                  </a:extLst>
                </p:cNvPr>
                <p:cNvSpPr txBox="1"/>
                <p:nvPr/>
              </p:nvSpPr>
              <p:spPr>
                <a:xfrm>
                  <a:off x="8551922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5DDD0E9-A9A0-B73B-9F1B-7540B5722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1922" y="2088118"/>
                  <a:ext cx="342900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0263301-10B4-88B4-8B16-3B4149E78D72}"/>
                    </a:ext>
                  </a:extLst>
                </p:cNvPr>
                <p:cNvSpPr txBox="1"/>
                <p:nvPr/>
              </p:nvSpPr>
              <p:spPr>
                <a:xfrm>
                  <a:off x="8224897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0263301-10B4-88B4-8B16-3B4149E78D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4897" y="2088118"/>
                  <a:ext cx="342900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140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7A7A47DD-FF87-0D19-5CD2-6B7C8AA4B5D7}"/>
                    </a:ext>
                  </a:extLst>
                </p:cNvPr>
                <p:cNvSpPr txBox="1"/>
                <p:nvPr/>
              </p:nvSpPr>
              <p:spPr>
                <a:xfrm>
                  <a:off x="7593074" y="14912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7A7A47DD-FF87-0D19-5CD2-6B7C8AA4B5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3074" y="1491218"/>
                  <a:ext cx="34290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1E79823-95BE-C6F1-2D3F-7AD80C5FBEA3}"/>
                    </a:ext>
                  </a:extLst>
                </p:cNvPr>
                <p:cNvSpPr txBox="1"/>
                <p:nvPr/>
              </p:nvSpPr>
              <p:spPr>
                <a:xfrm>
                  <a:off x="9280585" y="1491218"/>
                  <a:ext cx="342900" cy="6789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bar>
                      </m:oMath>
                    </m:oMathPara>
                  </a14:m>
                  <a:endParaRPr lang="en-US" altLang="zh-CN" b="0" dirty="0"/>
                </a:p>
                <a:p>
                  <a:endParaRPr lang="zh-CN" altLang="en-US" dirty="0"/>
                </a:p>
              </p:txBody>
            </p:sp>
          </mc:Choice>
          <mc:Fallback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1E79823-95BE-C6F1-2D3F-7AD80C5FBE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0585" y="1491218"/>
                  <a:ext cx="342900" cy="67896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24EC9B4-1225-47B8-9F4B-264ADB0D209A}"/>
                    </a:ext>
                  </a:extLst>
                </p:cNvPr>
                <p:cNvSpPr txBox="1"/>
                <p:nvPr/>
              </p:nvSpPr>
              <p:spPr>
                <a:xfrm>
                  <a:off x="8021697" y="1028700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24EC9B4-1225-47B8-9F4B-264ADB0D20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1697" y="1028700"/>
                  <a:ext cx="342900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1786" r="-3571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F0CC36A-CB35-AF04-E587-035A75BDF63E}"/>
                </a:ext>
              </a:extLst>
            </p:cNvPr>
            <p:cNvCxnSpPr>
              <a:cxnSpLocks/>
            </p:cNvCxnSpPr>
            <p:nvPr/>
          </p:nvCxnSpPr>
          <p:spPr>
            <a:xfrm>
              <a:off x="6089934" y="1464396"/>
              <a:ext cx="62366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8AFF015-325B-4679-7213-389894FE3DF8}"/>
                </a:ext>
              </a:extLst>
            </p:cNvPr>
            <p:cNvCxnSpPr>
              <a:cxnSpLocks/>
            </p:cNvCxnSpPr>
            <p:nvPr/>
          </p:nvCxnSpPr>
          <p:spPr>
            <a:xfrm>
              <a:off x="6115708" y="1814136"/>
              <a:ext cx="59788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B64F45D-B32A-584C-6DC8-8ED968C2CD9B}"/>
                </a:ext>
              </a:extLst>
            </p:cNvPr>
            <p:cNvSpPr txBox="1"/>
            <p:nvPr/>
          </p:nvSpPr>
          <p:spPr>
            <a:xfrm>
              <a:off x="5748397" y="1148318"/>
              <a:ext cx="377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1E3B547-F9F8-AFBB-E50B-9A601B9CAFF1}"/>
                </a:ext>
              </a:extLst>
            </p:cNvPr>
            <p:cNvSpPr txBox="1"/>
            <p:nvPr/>
          </p:nvSpPr>
          <p:spPr>
            <a:xfrm>
              <a:off x="5748397" y="1535668"/>
              <a:ext cx="377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BD646BB7-F00A-543C-2608-4A83F19C76CE}"/>
                </a:ext>
              </a:extLst>
            </p:cNvPr>
            <p:cNvCxnSpPr>
              <a:cxnSpLocks/>
            </p:cNvCxnSpPr>
            <p:nvPr/>
          </p:nvCxnSpPr>
          <p:spPr>
            <a:xfrm>
              <a:off x="8165903" y="158452"/>
              <a:ext cx="0" cy="87024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99931E1-A50D-C33D-8A3C-65813294BB4D}"/>
              </a:ext>
            </a:extLst>
          </p:cNvPr>
          <p:cNvGrpSpPr/>
          <p:nvPr/>
        </p:nvGrpSpPr>
        <p:grpSpPr>
          <a:xfrm>
            <a:off x="8172512" y="3277210"/>
            <a:ext cx="3254210" cy="2298998"/>
            <a:chOff x="6418487" y="158452"/>
            <a:chExt cx="3254210" cy="2298998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447F48E-6E2D-EC8B-43FF-1DE48B99C3DB}"/>
                </a:ext>
              </a:extLst>
            </p:cNvPr>
            <p:cNvSpPr txBox="1"/>
            <p:nvPr/>
          </p:nvSpPr>
          <p:spPr>
            <a:xfrm>
              <a:off x="6713597" y="1028700"/>
              <a:ext cx="2959100" cy="14287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86051F9-8E6D-7D3A-0090-5419C464419E}"/>
                    </a:ext>
                  </a:extLst>
                </p:cNvPr>
                <p:cNvSpPr txBox="1"/>
                <p:nvPr/>
              </p:nvSpPr>
              <p:spPr>
                <a:xfrm>
                  <a:off x="6758047" y="1263650"/>
                  <a:ext cx="152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86051F9-8E6D-7D3A-0090-5419C46441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047" y="1263650"/>
                  <a:ext cx="152400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4000" r="-15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2989398F-DFBA-E698-599B-2D80B012D1C9}"/>
                    </a:ext>
                  </a:extLst>
                </p:cNvPr>
                <p:cNvSpPr txBox="1"/>
                <p:nvPr/>
              </p:nvSpPr>
              <p:spPr>
                <a:xfrm>
                  <a:off x="6758047" y="1675884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2989398F-DFBA-E698-599B-2D80B012D1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047" y="1675884"/>
                  <a:ext cx="342900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122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30987FF-E9EA-CBE6-5805-4000B08485AC}"/>
                    </a:ext>
                  </a:extLst>
                </p:cNvPr>
                <p:cNvSpPr txBox="1"/>
                <p:nvPr/>
              </p:nvSpPr>
              <p:spPr>
                <a:xfrm>
                  <a:off x="9190097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30987FF-E9EA-CBE6-5805-4000B0848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0097" y="2088118"/>
                  <a:ext cx="342900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140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561E3A2-CE24-C8C4-EE8E-95006B25034A}"/>
                    </a:ext>
                  </a:extLst>
                </p:cNvPr>
                <p:cNvSpPr txBox="1"/>
                <p:nvPr/>
              </p:nvSpPr>
              <p:spPr>
                <a:xfrm>
                  <a:off x="8863072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561E3A2-CE24-C8C4-EE8E-95006B2503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3072" y="2088118"/>
                  <a:ext cx="342900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160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DEE55AE-DC3C-8026-0BAF-5CBC4C6F6AB9}"/>
                    </a:ext>
                  </a:extLst>
                </p:cNvPr>
                <p:cNvSpPr txBox="1"/>
                <p:nvPr/>
              </p:nvSpPr>
              <p:spPr>
                <a:xfrm>
                  <a:off x="8551922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DEE55AE-DC3C-8026-0BAF-5CBC4C6F6A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1922" y="2088118"/>
                  <a:ext cx="342900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2810070-8418-923F-3828-8AD85608617A}"/>
                    </a:ext>
                  </a:extLst>
                </p:cNvPr>
                <p:cNvSpPr txBox="1"/>
                <p:nvPr/>
              </p:nvSpPr>
              <p:spPr>
                <a:xfrm>
                  <a:off x="8224897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2810070-8418-923F-3828-8AD856086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4897" y="2088118"/>
                  <a:ext cx="342900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160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EFE6DE4B-FFAD-A28F-618D-A1057F3BC8B8}"/>
                    </a:ext>
                  </a:extLst>
                </p:cNvPr>
                <p:cNvSpPr txBox="1"/>
                <p:nvPr/>
              </p:nvSpPr>
              <p:spPr>
                <a:xfrm>
                  <a:off x="7593074" y="14912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EFE6DE4B-FFAD-A28F-618D-A1057F3BC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3074" y="1491218"/>
                  <a:ext cx="342900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6C69A69-43A1-AFBC-136F-2C52A276F67B}"/>
                    </a:ext>
                  </a:extLst>
                </p:cNvPr>
                <p:cNvSpPr txBox="1"/>
                <p:nvPr/>
              </p:nvSpPr>
              <p:spPr>
                <a:xfrm>
                  <a:off x="9280585" y="1491218"/>
                  <a:ext cx="342900" cy="6789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bar>
                      </m:oMath>
                    </m:oMathPara>
                  </a14:m>
                  <a:endParaRPr lang="en-US" altLang="zh-CN" b="0" dirty="0"/>
                </a:p>
                <a:p>
                  <a:endParaRPr lang="zh-CN" altLang="en-US" dirty="0"/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6C69A69-43A1-AFBC-136F-2C52A276F6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0585" y="1491218"/>
                  <a:ext cx="342900" cy="67896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AD44C31-DE48-F632-D5A3-BED1739A68B1}"/>
                    </a:ext>
                  </a:extLst>
                </p:cNvPr>
                <p:cNvSpPr txBox="1"/>
                <p:nvPr/>
              </p:nvSpPr>
              <p:spPr>
                <a:xfrm>
                  <a:off x="8021697" y="1028700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AD44C31-DE48-F632-D5A3-BED1739A68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1697" y="1028700"/>
                  <a:ext cx="342900" cy="369332"/>
                </a:xfrm>
                <a:prstGeom prst="rect">
                  <a:avLst/>
                </a:prstGeom>
                <a:blipFill>
                  <a:blip r:embed="rId20"/>
                  <a:stretch>
                    <a:fillRect l="-1786" r="-3571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81A5A984-AAA9-1FAA-56C8-0C334EF4A6A1}"/>
                </a:ext>
              </a:extLst>
            </p:cNvPr>
            <p:cNvCxnSpPr>
              <a:cxnSpLocks/>
            </p:cNvCxnSpPr>
            <p:nvPr/>
          </p:nvCxnSpPr>
          <p:spPr>
            <a:xfrm>
              <a:off x="6418487" y="1464396"/>
              <a:ext cx="29511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DD72E512-20F8-FC84-21E0-DB1F01E4252A}"/>
                </a:ext>
              </a:extLst>
            </p:cNvPr>
            <p:cNvCxnSpPr>
              <a:cxnSpLocks/>
            </p:cNvCxnSpPr>
            <p:nvPr/>
          </p:nvCxnSpPr>
          <p:spPr>
            <a:xfrm>
              <a:off x="6559353" y="1814136"/>
              <a:ext cx="1542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62E90F5-969E-0A9D-AFC9-088127050C79}"/>
                </a:ext>
              </a:extLst>
            </p:cNvPr>
            <p:cNvCxnSpPr>
              <a:cxnSpLocks/>
            </p:cNvCxnSpPr>
            <p:nvPr/>
          </p:nvCxnSpPr>
          <p:spPr>
            <a:xfrm>
              <a:off x="8165903" y="158452"/>
              <a:ext cx="0" cy="87024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5AF03AC5-27D2-D765-187C-8EF018995E6D}"/>
              </a:ext>
            </a:extLst>
          </p:cNvPr>
          <p:cNvGrpSpPr/>
          <p:nvPr/>
        </p:nvGrpSpPr>
        <p:grpSpPr>
          <a:xfrm>
            <a:off x="3974807" y="3657601"/>
            <a:ext cx="4197706" cy="944754"/>
            <a:chOff x="3974807" y="3866885"/>
            <a:chExt cx="4197706" cy="735469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03BEDA59-E0EF-6940-6DFE-C39448DD0E76}"/>
                </a:ext>
              </a:extLst>
            </p:cNvPr>
            <p:cNvGrpSpPr/>
            <p:nvPr/>
          </p:nvGrpSpPr>
          <p:grpSpPr>
            <a:xfrm flipV="1">
              <a:off x="3974807" y="3866885"/>
              <a:ext cx="4197705" cy="718458"/>
              <a:chOff x="2887406" y="3957277"/>
              <a:chExt cx="900822" cy="718458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9EAF9FB9-2E55-02A5-7112-2FB870CE55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4664418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1E4180C4-F88A-16F5-18B0-E9F95ED56B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3957277"/>
                <a:ext cx="0" cy="7184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5446218D-D126-E5EA-AE58-3DD945F32D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513" y="3883896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8F585A03-0ADB-2B1F-7D9C-B1C4896B09A0}"/>
              </a:ext>
            </a:extLst>
          </p:cNvPr>
          <p:cNvGrpSpPr/>
          <p:nvPr/>
        </p:nvGrpSpPr>
        <p:grpSpPr>
          <a:xfrm>
            <a:off x="4178618" y="3883896"/>
            <a:ext cx="4134761" cy="1055129"/>
            <a:chOff x="3974807" y="3866885"/>
            <a:chExt cx="4197706" cy="735469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0040A608-1483-D033-EB04-ED783F9A37CE}"/>
                </a:ext>
              </a:extLst>
            </p:cNvPr>
            <p:cNvGrpSpPr/>
            <p:nvPr/>
          </p:nvGrpSpPr>
          <p:grpSpPr>
            <a:xfrm flipV="1">
              <a:off x="3974807" y="3866885"/>
              <a:ext cx="4197705" cy="718458"/>
              <a:chOff x="2887406" y="3957277"/>
              <a:chExt cx="900822" cy="718458"/>
            </a:xfrm>
          </p:grpSpPr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CA38F9F2-3F6D-10BB-1CCD-AA8D3368F2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4663822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33443360-6933-1BE1-10D9-CB5B99AE9A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3957277"/>
                <a:ext cx="0" cy="7184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E94B5C7C-E8F0-9BEC-F476-DD98F5B8C5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513" y="3883896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8E181A8-8AAE-D8F0-EE4A-76FFDA6F7D9E}"/>
              </a:ext>
            </a:extLst>
          </p:cNvPr>
          <p:cNvGrpSpPr/>
          <p:nvPr/>
        </p:nvGrpSpPr>
        <p:grpSpPr>
          <a:xfrm flipH="1" flipV="1">
            <a:off x="7293399" y="4705339"/>
            <a:ext cx="354590" cy="624874"/>
            <a:chOff x="2887406" y="3957277"/>
            <a:chExt cx="900822" cy="718458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98102877-BA2E-FB28-90AA-2409DD3B6B81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62054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6D82C999-B055-A486-54FA-0721E8CD831B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D955452E-7D02-32D5-1E56-20070E7A50ED}"/>
              </a:ext>
            </a:extLst>
          </p:cNvPr>
          <p:cNvSpPr txBox="1"/>
          <p:nvPr/>
        </p:nvSpPr>
        <p:spPr>
          <a:xfrm>
            <a:off x="7391296" y="5374721"/>
            <a:ext cx="100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6DF44D37-F021-4CFC-D48A-1ED9C82E7CCB}"/>
              </a:ext>
            </a:extLst>
          </p:cNvPr>
          <p:cNvGrpSpPr/>
          <p:nvPr/>
        </p:nvGrpSpPr>
        <p:grpSpPr>
          <a:xfrm flipH="1" flipV="1">
            <a:off x="11443386" y="4794642"/>
            <a:ext cx="354590" cy="624874"/>
            <a:chOff x="2887406" y="3957277"/>
            <a:chExt cx="900822" cy="718458"/>
          </a:xfrm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AE832119-1467-FD29-1B45-307D6DB7233A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62054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FE7D7EAC-5BD8-DD02-977B-F757BF850229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081B495B-446D-9A40-96F3-3A0C57394D51}"/>
              </a:ext>
            </a:extLst>
          </p:cNvPr>
          <p:cNvSpPr txBox="1"/>
          <p:nvPr/>
        </p:nvSpPr>
        <p:spPr>
          <a:xfrm>
            <a:off x="10942529" y="6218795"/>
            <a:ext cx="100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13423E1-F0CB-C1EA-1D97-D991D0614536}"/>
              </a:ext>
            </a:extLst>
          </p:cNvPr>
          <p:cNvSpPr txBox="1"/>
          <p:nvPr/>
        </p:nvSpPr>
        <p:spPr>
          <a:xfrm>
            <a:off x="5626223" y="2920676"/>
            <a:ext cx="37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B55BE8A-0BFA-F3C6-8632-22735262222C}"/>
              </a:ext>
            </a:extLst>
          </p:cNvPr>
          <p:cNvSpPr txBox="1"/>
          <p:nvPr/>
        </p:nvSpPr>
        <p:spPr>
          <a:xfrm>
            <a:off x="9773296" y="2920676"/>
            <a:ext cx="37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E13AF9C1-1791-0B0D-DF21-43BC619FD1CD}"/>
                  </a:ext>
                </a:extLst>
              </p:cNvPr>
              <p:cNvSpPr txBox="1"/>
              <p:nvPr/>
            </p:nvSpPr>
            <p:spPr>
              <a:xfrm>
                <a:off x="3406426" y="6171010"/>
                <a:ext cx="354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</m:t>
                    </m:r>
                  </m:oMath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E13AF9C1-1791-0B0D-DF21-43BC619FD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426" y="6171010"/>
                <a:ext cx="354737" cy="369332"/>
              </a:xfrm>
              <a:prstGeom prst="rect">
                <a:avLst/>
              </a:prstGeom>
              <a:blipFill>
                <a:blip r:embed="rId21"/>
                <a:stretch>
                  <a:fillRect l="-15517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组合 59">
            <a:extLst>
              <a:ext uri="{FF2B5EF4-FFF2-40B4-BE49-F238E27FC236}">
                <a16:creationId xmlns:a16="http://schemas.microsoft.com/office/drawing/2014/main" id="{589DA6AC-4B80-63C0-1C42-6BB88C6D7B40}"/>
              </a:ext>
            </a:extLst>
          </p:cNvPr>
          <p:cNvGrpSpPr/>
          <p:nvPr/>
        </p:nvGrpSpPr>
        <p:grpSpPr>
          <a:xfrm flipH="1">
            <a:off x="3762521" y="5561803"/>
            <a:ext cx="2319314" cy="1080975"/>
            <a:chOff x="2887406" y="3957277"/>
            <a:chExt cx="900822" cy="718458"/>
          </a:xfrm>
        </p:grpSpPr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03C4F2E6-9004-F11C-E660-025E14D95268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69696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A3A0A48B-D739-384B-5CC6-6774177CAF18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824AB323-9872-CDB0-FBC5-E49A1E2E99DC}"/>
              </a:ext>
            </a:extLst>
          </p:cNvPr>
          <p:cNvGrpSpPr/>
          <p:nvPr/>
        </p:nvGrpSpPr>
        <p:grpSpPr>
          <a:xfrm flipH="1">
            <a:off x="6080474" y="5554832"/>
            <a:ext cx="890026" cy="1087944"/>
            <a:chOff x="2887406" y="3957277"/>
            <a:chExt cx="900822" cy="718458"/>
          </a:xfrm>
        </p:grpSpPr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B540154D-22D7-EC51-C055-A77729BAD9C3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69696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32A344D2-78CF-33DD-6916-25F8ECEA1ED4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BC6EA6E2-F5A2-B729-392C-19455238C4B4}"/>
              </a:ext>
            </a:extLst>
          </p:cNvPr>
          <p:cNvGrpSpPr/>
          <p:nvPr/>
        </p:nvGrpSpPr>
        <p:grpSpPr>
          <a:xfrm>
            <a:off x="4879267" y="5770517"/>
            <a:ext cx="491672" cy="701307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矩形 66">
                  <a:extLst>
                    <a:ext uri="{FF2B5EF4-FFF2-40B4-BE49-F238E27FC236}">
                      <a16:creationId xmlns:a16="http://schemas.microsoft.com/office/drawing/2014/main" id="{AC46D473-5D4A-163F-3358-3B8C9FB05FB0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2BE2B297-30AC-2998-7B75-26378D9B24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54F56791-42FA-2218-D235-8382F7C7207B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B346A8E6-FB1D-01F9-21AF-32B6C477595E}"/>
              </a:ext>
            </a:extLst>
          </p:cNvPr>
          <p:cNvGrpSpPr/>
          <p:nvPr/>
        </p:nvGrpSpPr>
        <p:grpSpPr>
          <a:xfrm flipH="1">
            <a:off x="6970499" y="5576208"/>
            <a:ext cx="3893522" cy="1057423"/>
            <a:chOff x="2887406" y="3957277"/>
            <a:chExt cx="900822" cy="718458"/>
          </a:xfrm>
        </p:grpSpPr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82541422-FA20-EFE6-8D97-62F538222A08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69696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73520DE0-6262-2523-8330-3DC989D13117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D3A3DD47-948E-3BCB-06AC-7E06049EBDD2}"/>
              </a:ext>
            </a:extLst>
          </p:cNvPr>
          <p:cNvCxnSpPr>
            <a:cxnSpLocks/>
          </p:cNvCxnSpPr>
          <p:nvPr/>
        </p:nvCxnSpPr>
        <p:spPr>
          <a:xfrm flipH="1">
            <a:off x="10573380" y="5585353"/>
            <a:ext cx="0" cy="10574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FFE2AFA9-259D-E957-0479-F746E2A53ACE}"/>
              </a:ext>
            </a:extLst>
          </p:cNvPr>
          <p:cNvGrpSpPr/>
          <p:nvPr/>
        </p:nvGrpSpPr>
        <p:grpSpPr>
          <a:xfrm>
            <a:off x="4098820" y="6117414"/>
            <a:ext cx="772438" cy="516217"/>
            <a:chOff x="5154739" y="3986827"/>
            <a:chExt cx="1396943" cy="829401"/>
          </a:xfrm>
        </p:grpSpPr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085F454F-CF4C-8061-8531-EB670974BF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4739" y="3986827"/>
              <a:ext cx="0" cy="8294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DE545F50-5E5B-87A9-48D3-9246E6480EE1}"/>
                </a:ext>
              </a:extLst>
            </p:cNvPr>
            <p:cNvCxnSpPr>
              <a:cxnSpLocks/>
            </p:cNvCxnSpPr>
            <p:nvPr/>
          </p:nvCxnSpPr>
          <p:spPr>
            <a:xfrm>
              <a:off x="5154739" y="3986827"/>
              <a:ext cx="1396943" cy="731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3AFAD3CF-37D1-8137-EA89-9BB9CC31F1A5}"/>
              </a:ext>
            </a:extLst>
          </p:cNvPr>
          <p:cNvGrpSpPr/>
          <p:nvPr/>
        </p:nvGrpSpPr>
        <p:grpSpPr>
          <a:xfrm flipH="1">
            <a:off x="5378948" y="5561744"/>
            <a:ext cx="1003429" cy="607890"/>
            <a:chOff x="2887406" y="3957277"/>
            <a:chExt cx="900822" cy="718458"/>
          </a:xfrm>
        </p:grpSpPr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7E2A8EC1-B1D4-56AD-D1DA-2E5AAA242D9F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69696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5E542858-4A9C-71A4-EABA-0038D41E5E63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76F29E00-A949-9FC1-5F25-CB6DED3DE551}"/>
              </a:ext>
            </a:extLst>
          </p:cNvPr>
          <p:cNvGrpSpPr/>
          <p:nvPr/>
        </p:nvGrpSpPr>
        <p:grpSpPr>
          <a:xfrm flipH="1">
            <a:off x="6349993" y="5585094"/>
            <a:ext cx="342897" cy="585915"/>
            <a:chOff x="2887406" y="3957277"/>
            <a:chExt cx="900822" cy="718458"/>
          </a:xfrm>
        </p:grpSpPr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D11CFD03-E0EC-6F72-209C-71C1BF61A5A8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4669696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3EAF62B3-7EC5-5C6D-24AF-F97A59974D04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C60381AF-2069-F5F7-476E-CF93FA15AEDA}"/>
              </a:ext>
            </a:extLst>
          </p:cNvPr>
          <p:cNvCxnSpPr>
            <a:cxnSpLocks/>
          </p:cNvCxnSpPr>
          <p:nvPr/>
        </p:nvCxnSpPr>
        <p:spPr>
          <a:xfrm flipH="1" flipV="1">
            <a:off x="11167649" y="5593921"/>
            <a:ext cx="0" cy="6248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10C1F496-37D8-74CB-4C87-6E7D9600FBA3}"/>
                  </a:ext>
                </a:extLst>
              </p:cNvPr>
              <p:cNvSpPr txBox="1"/>
              <p:nvPr/>
            </p:nvSpPr>
            <p:spPr>
              <a:xfrm>
                <a:off x="9782208" y="6208638"/>
                <a:ext cx="10017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Vcc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10C1F496-37D8-74CB-4C87-6E7D9600F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2208" y="6208638"/>
                <a:ext cx="1001713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4D50A093-782A-F962-E7D6-9AA6A18F034D}"/>
              </a:ext>
            </a:extLst>
          </p:cNvPr>
          <p:cNvCxnSpPr>
            <a:cxnSpLocks/>
          </p:cNvCxnSpPr>
          <p:nvPr/>
        </p:nvCxnSpPr>
        <p:spPr>
          <a:xfrm flipH="1" flipV="1">
            <a:off x="10251648" y="5553048"/>
            <a:ext cx="0" cy="6248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椭圆 90">
            <a:extLst>
              <a:ext uri="{FF2B5EF4-FFF2-40B4-BE49-F238E27FC236}">
                <a16:creationId xmlns:a16="http://schemas.microsoft.com/office/drawing/2014/main" id="{3CFFB73E-89B9-4DCE-BFCE-DDC92F412781}"/>
              </a:ext>
            </a:extLst>
          </p:cNvPr>
          <p:cNvSpPr/>
          <p:nvPr/>
        </p:nvSpPr>
        <p:spPr>
          <a:xfrm>
            <a:off x="6944632" y="6590588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081C4CF-FE29-801E-A0EE-823848096293}"/>
              </a:ext>
            </a:extLst>
          </p:cNvPr>
          <p:cNvSpPr/>
          <p:nvPr/>
        </p:nvSpPr>
        <p:spPr>
          <a:xfrm>
            <a:off x="3909542" y="4542851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4B4FEA38-9652-789E-8E22-3BC5D0DE3CBF}"/>
              </a:ext>
            </a:extLst>
          </p:cNvPr>
          <p:cNvSpPr/>
          <p:nvPr/>
        </p:nvSpPr>
        <p:spPr>
          <a:xfrm>
            <a:off x="4135578" y="4892418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437BE211-084E-FAB6-ABB6-7A496E8B21BD}"/>
              </a:ext>
            </a:extLst>
          </p:cNvPr>
          <p:cNvSpPr/>
          <p:nvPr/>
        </p:nvSpPr>
        <p:spPr>
          <a:xfrm>
            <a:off x="10540734" y="6572707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40D8C332-AA87-0F22-8C2F-9B518CBCAB9C}"/>
              </a:ext>
            </a:extLst>
          </p:cNvPr>
          <p:cNvSpPr/>
          <p:nvPr/>
        </p:nvSpPr>
        <p:spPr>
          <a:xfrm>
            <a:off x="6021471" y="6565866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1B3DF240-D933-C802-23C7-F2AC4A1FDA65}"/>
              </a:ext>
            </a:extLst>
          </p:cNvPr>
          <p:cNvSpPr txBox="1"/>
          <p:nvPr/>
        </p:nvSpPr>
        <p:spPr>
          <a:xfrm>
            <a:off x="11495031" y="5451257"/>
            <a:ext cx="100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849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8E562C2-AD09-1076-0B3A-A91D129E5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12DC94C2-DBA1-4066-8798-6825CD9F5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77E03BA0-3047-BB3F-205E-87C58F609DA1}"/>
              </a:ext>
            </a:extLst>
          </p:cNvPr>
          <p:cNvGrpSpPr/>
          <p:nvPr/>
        </p:nvGrpSpPr>
        <p:grpSpPr>
          <a:xfrm>
            <a:off x="4077026" y="2626085"/>
            <a:ext cx="707572" cy="1016213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矩形 145">
                  <a:extLst>
                    <a:ext uri="{FF2B5EF4-FFF2-40B4-BE49-F238E27FC236}">
                      <a16:creationId xmlns:a16="http://schemas.microsoft.com/office/drawing/2014/main" id="{72ABF2AE-DAF8-514B-B00A-90A7A473D3A7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&amp;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AAEC4E18-96A4-745D-C08B-4601E5C0B1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0852F2E3-F97F-5AE6-2615-57DA4925642B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849D8790-C11C-0D1D-A937-AEC06AAFB458}"/>
              </a:ext>
            </a:extLst>
          </p:cNvPr>
          <p:cNvGrpSpPr/>
          <p:nvPr/>
        </p:nvGrpSpPr>
        <p:grpSpPr>
          <a:xfrm>
            <a:off x="2728478" y="1805497"/>
            <a:ext cx="707572" cy="1016213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矩形 143">
                  <a:extLst>
                    <a:ext uri="{FF2B5EF4-FFF2-40B4-BE49-F238E27FC236}">
                      <a16:creationId xmlns:a16="http://schemas.microsoft.com/office/drawing/2014/main" id="{0C6C7308-E090-615B-1AA7-496FB6A5B9B6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&amp;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E38D771A-C999-E673-F14F-F2466D3C1C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A38F3626-541A-730C-228F-1F7C69A2B352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C4DFE2C7-5341-B76F-A255-2A5AE18C28B4}"/>
              </a:ext>
            </a:extLst>
          </p:cNvPr>
          <p:cNvCxnSpPr>
            <a:cxnSpLocks/>
          </p:cNvCxnSpPr>
          <p:nvPr/>
        </p:nvCxnSpPr>
        <p:spPr>
          <a:xfrm flipV="1">
            <a:off x="1123287" y="1490450"/>
            <a:ext cx="2942213" cy="88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E80CF624-FA3D-5435-813D-4CF6A836F6B2}"/>
              </a:ext>
            </a:extLst>
          </p:cNvPr>
          <p:cNvCxnSpPr>
            <a:cxnSpLocks/>
          </p:cNvCxnSpPr>
          <p:nvPr/>
        </p:nvCxnSpPr>
        <p:spPr>
          <a:xfrm>
            <a:off x="1111761" y="3186462"/>
            <a:ext cx="295373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D93ED360-2881-8D0E-159B-6E4DF4A9950C}"/>
              </a:ext>
            </a:extLst>
          </p:cNvPr>
          <p:cNvGrpSpPr/>
          <p:nvPr/>
        </p:nvGrpSpPr>
        <p:grpSpPr>
          <a:xfrm>
            <a:off x="4077026" y="991148"/>
            <a:ext cx="707572" cy="1016213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矩形 139">
                  <a:extLst>
                    <a:ext uri="{FF2B5EF4-FFF2-40B4-BE49-F238E27FC236}">
                      <a16:creationId xmlns:a16="http://schemas.microsoft.com/office/drawing/2014/main" id="{EF9F2396-0EEA-A5CF-EBBA-ECD5E5A45458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&amp;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7FB705F3-5332-B65D-B458-A4012CA5C1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20CC2083-D65A-9EB9-FD08-07C57BB0A1C5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0358C558-F5E9-C1E4-4DFC-25139EABD1CB}"/>
              </a:ext>
            </a:extLst>
          </p:cNvPr>
          <p:cNvGrpSpPr/>
          <p:nvPr/>
        </p:nvGrpSpPr>
        <p:grpSpPr>
          <a:xfrm>
            <a:off x="3589729" y="1630258"/>
            <a:ext cx="487297" cy="1420013"/>
            <a:chOff x="4649479" y="3970298"/>
            <a:chExt cx="487297" cy="1420013"/>
          </a:xfrm>
        </p:grpSpPr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DBDD86FF-A23C-C4BA-CF12-2781F694FA23}"/>
                </a:ext>
              </a:extLst>
            </p:cNvPr>
            <p:cNvGrpSpPr/>
            <p:nvPr/>
          </p:nvGrpSpPr>
          <p:grpSpPr>
            <a:xfrm flipV="1">
              <a:off x="4649479" y="3970298"/>
              <a:ext cx="487297" cy="718458"/>
              <a:chOff x="2887406" y="3935186"/>
              <a:chExt cx="900822" cy="718458"/>
            </a:xfrm>
          </p:grpSpPr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42F29ADD-A441-4AFC-9B04-354C176C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4653643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E6D37659-956A-EF68-0894-C20D442FF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3935186"/>
                <a:ext cx="0" cy="7184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B4F23484-B938-4238-D967-E5A485986575}"/>
                </a:ext>
              </a:extLst>
            </p:cNvPr>
            <p:cNvGrpSpPr/>
            <p:nvPr/>
          </p:nvGrpSpPr>
          <p:grpSpPr>
            <a:xfrm>
              <a:off x="4649479" y="4671853"/>
              <a:ext cx="487297" cy="718458"/>
              <a:chOff x="2887406" y="3935186"/>
              <a:chExt cx="900822" cy="718458"/>
            </a:xfrm>
          </p:grpSpPr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5A5E88A1-2DB5-8AC4-6B21-82F1511F6A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4653643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C0652DF4-026C-A2D7-8871-C8161BACD6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3935186"/>
                <a:ext cx="0" cy="7184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29CD4BD4-BC94-12D2-0010-69CDB3A1E045}"/>
              </a:ext>
            </a:extLst>
          </p:cNvPr>
          <p:cNvCxnSpPr>
            <a:cxnSpLocks/>
          </p:cNvCxnSpPr>
          <p:nvPr/>
        </p:nvCxnSpPr>
        <p:spPr>
          <a:xfrm flipV="1">
            <a:off x="3447576" y="2360347"/>
            <a:ext cx="14215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椭圆 112">
            <a:extLst>
              <a:ext uri="{FF2B5EF4-FFF2-40B4-BE49-F238E27FC236}">
                <a16:creationId xmlns:a16="http://schemas.microsoft.com/office/drawing/2014/main" id="{5E588D65-7084-146C-D89C-1D5035658E1B}"/>
              </a:ext>
            </a:extLst>
          </p:cNvPr>
          <p:cNvSpPr/>
          <p:nvPr/>
        </p:nvSpPr>
        <p:spPr>
          <a:xfrm>
            <a:off x="3537542" y="2315384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88DD69E2-C80B-0ED1-1904-FD2C4F8D08EE}"/>
              </a:ext>
            </a:extLst>
          </p:cNvPr>
          <p:cNvGrpSpPr/>
          <p:nvPr/>
        </p:nvGrpSpPr>
        <p:grpSpPr>
          <a:xfrm>
            <a:off x="2361829" y="1446270"/>
            <a:ext cx="366649" cy="816667"/>
            <a:chOff x="2361829" y="1446270"/>
            <a:chExt cx="366649" cy="816667"/>
          </a:xfrm>
        </p:grpSpPr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A5594F0D-3753-17FB-7326-CED158F67577}"/>
                </a:ext>
              </a:extLst>
            </p:cNvPr>
            <p:cNvSpPr/>
            <p:nvPr/>
          </p:nvSpPr>
          <p:spPr>
            <a:xfrm>
              <a:off x="2361829" y="1446270"/>
              <a:ext cx="104375" cy="10437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FCAC7B08-AA38-9E60-5E6D-C856E972AC9C}"/>
                </a:ext>
              </a:extLst>
            </p:cNvPr>
            <p:cNvGrpSpPr/>
            <p:nvPr/>
          </p:nvGrpSpPr>
          <p:grpSpPr>
            <a:xfrm>
              <a:off x="2414017" y="1516267"/>
              <a:ext cx="314461" cy="746670"/>
              <a:chOff x="2887406" y="3957277"/>
              <a:chExt cx="900822" cy="718458"/>
            </a:xfrm>
          </p:grpSpPr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6048CA18-B139-BF68-AA61-C160F8A612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4653643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3CB42541-2D74-7CCE-B0E0-4C0472FBA7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3957277"/>
                <a:ext cx="0" cy="7184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E16EE983-ECE6-9FA3-9FC6-A525414CC8DB}"/>
              </a:ext>
            </a:extLst>
          </p:cNvPr>
          <p:cNvGrpSpPr/>
          <p:nvPr/>
        </p:nvGrpSpPr>
        <p:grpSpPr>
          <a:xfrm>
            <a:off x="4757641" y="1534311"/>
            <a:ext cx="442911" cy="590969"/>
            <a:chOff x="5812311" y="3874351"/>
            <a:chExt cx="1366715" cy="728626"/>
          </a:xfrm>
        </p:grpSpPr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3D7CB8CD-F8DD-A23B-B55F-5B8CA61FFB85}"/>
                </a:ext>
              </a:extLst>
            </p:cNvPr>
            <p:cNvGrpSpPr/>
            <p:nvPr/>
          </p:nvGrpSpPr>
          <p:grpSpPr>
            <a:xfrm flipH="1" flipV="1">
              <a:off x="5812311" y="3874351"/>
              <a:ext cx="465893" cy="728626"/>
              <a:chOff x="2887406" y="3935878"/>
              <a:chExt cx="900822" cy="728626"/>
            </a:xfrm>
          </p:grpSpPr>
          <p:cxnSp>
            <p:nvCxnSpPr>
              <p:cNvPr id="130" name="直接连接符 129">
                <a:extLst>
                  <a:ext uri="{FF2B5EF4-FFF2-40B4-BE49-F238E27FC236}">
                    <a16:creationId xmlns:a16="http://schemas.microsoft.com/office/drawing/2014/main" id="{0A3D232E-4926-740B-020A-FCC1882572F6}"/>
                  </a:ext>
                </a:extLst>
              </p:cNvPr>
              <p:cNvCxnSpPr>
                <a:cxnSpLocks/>
                <a:endCxn id="144" idx="1"/>
              </p:cNvCxnSpPr>
              <p:nvPr/>
            </p:nvCxnSpPr>
            <p:spPr>
              <a:xfrm>
                <a:off x="2887406" y="4653643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3CB59AAE-CFD5-9B36-694A-9391EE84CC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87406" y="3935878"/>
                <a:ext cx="0" cy="72862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486E5C9A-BA17-54C3-F2CC-1287637839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8204" y="4580884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7DABC940-9D9D-ED5E-30F7-DCB79FF615E8}"/>
              </a:ext>
            </a:extLst>
          </p:cNvPr>
          <p:cNvGrpSpPr/>
          <p:nvPr/>
        </p:nvGrpSpPr>
        <p:grpSpPr>
          <a:xfrm flipV="1">
            <a:off x="4796124" y="2589965"/>
            <a:ext cx="442911" cy="590969"/>
            <a:chOff x="5812311" y="3874351"/>
            <a:chExt cx="1366715" cy="728626"/>
          </a:xfrm>
        </p:grpSpPr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9D3B9784-9C2D-D6F9-BC60-C819A6EDA0D5}"/>
                </a:ext>
              </a:extLst>
            </p:cNvPr>
            <p:cNvGrpSpPr/>
            <p:nvPr/>
          </p:nvGrpSpPr>
          <p:grpSpPr>
            <a:xfrm flipH="1" flipV="1">
              <a:off x="5812311" y="3874351"/>
              <a:ext cx="465893" cy="728626"/>
              <a:chOff x="2887406" y="3935878"/>
              <a:chExt cx="900822" cy="728626"/>
            </a:xfrm>
          </p:grpSpPr>
          <p:cxnSp>
            <p:nvCxnSpPr>
              <p:cNvPr id="126" name="直接连接符 125">
                <a:extLst>
                  <a:ext uri="{FF2B5EF4-FFF2-40B4-BE49-F238E27FC236}">
                    <a16:creationId xmlns:a16="http://schemas.microsoft.com/office/drawing/2014/main" id="{11A7E276-9292-099C-D97B-1F922F93E6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4653643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>
                <a:extLst>
                  <a:ext uri="{FF2B5EF4-FFF2-40B4-BE49-F238E27FC236}">
                    <a16:creationId xmlns:a16="http://schemas.microsoft.com/office/drawing/2014/main" id="{01D2757B-206A-F00A-5650-5B6E7E010C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87406" y="3935878"/>
                <a:ext cx="0" cy="72862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16BDB00C-3466-7E8F-1E37-3BCAC527B6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8204" y="4580884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EF6CBC74-5123-7240-619A-066FC12D9DB7}"/>
              </a:ext>
            </a:extLst>
          </p:cNvPr>
          <p:cNvGrpSpPr/>
          <p:nvPr/>
        </p:nvGrpSpPr>
        <p:grpSpPr>
          <a:xfrm>
            <a:off x="5166397" y="1840609"/>
            <a:ext cx="707572" cy="1016213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2F36138C-8109-BE7F-9AF6-D10D755D58A3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&amp;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E23DF717-3FAA-94A6-142B-CCE9BB7804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72C78B98-1F7E-8588-64F0-DB28E70C7D57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28D57F4E-57C3-5AE7-DAB0-ADE8970BD763}"/>
              </a:ext>
            </a:extLst>
          </p:cNvPr>
          <p:cNvCxnSpPr>
            <a:cxnSpLocks/>
          </p:cNvCxnSpPr>
          <p:nvPr/>
        </p:nvCxnSpPr>
        <p:spPr>
          <a:xfrm>
            <a:off x="5873969" y="2390084"/>
            <a:ext cx="4941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5CBA2938-E191-35B7-3BC3-DDD13562FB6F}"/>
              </a:ext>
            </a:extLst>
          </p:cNvPr>
          <p:cNvSpPr txBox="1"/>
          <p:nvPr/>
        </p:nvSpPr>
        <p:spPr>
          <a:xfrm>
            <a:off x="705550" y="1254060"/>
            <a:ext cx="37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84ED4EB2-E26D-E0B3-9691-7B9F352175AC}"/>
              </a:ext>
            </a:extLst>
          </p:cNvPr>
          <p:cNvSpPr txBox="1"/>
          <p:nvPr/>
        </p:nvSpPr>
        <p:spPr>
          <a:xfrm>
            <a:off x="746211" y="2966176"/>
            <a:ext cx="37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1B0C4C82-E05E-1D50-C5DE-DE8C65C110BB}"/>
              </a:ext>
            </a:extLst>
          </p:cNvPr>
          <p:cNvGrpSpPr/>
          <p:nvPr/>
        </p:nvGrpSpPr>
        <p:grpSpPr>
          <a:xfrm flipV="1">
            <a:off x="2361149" y="2395459"/>
            <a:ext cx="366649" cy="816667"/>
            <a:chOff x="2361829" y="1446270"/>
            <a:chExt cx="366649" cy="816667"/>
          </a:xfrm>
        </p:grpSpPr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F386CEEE-E99C-C38A-5885-8970780DF0D5}"/>
                </a:ext>
              </a:extLst>
            </p:cNvPr>
            <p:cNvSpPr/>
            <p:nvPr/>
          </p:nvSpPr>
          <p:spPr>
            <a:xfrm>
              <a:off x="2361829" y="1446270"/>
              <a:ext cx="104375" cy="10437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5" name="组合 204">
              <a:extLst>
                <a:ext uri="{FF2B5EF4-FFF2-40B4-BE49-F238E27FC236}">
                  <a16:creationId xmlns:a16="http://schemas.microsoft.com/office/drawing/2014/main" id="{BA9DE163-3AF2-3B7B-8F51-849CCC1F4691}"/>
                </a:ext>
              </a:extLst>
            </p:cNvPr>
            <p:cNvGrpSpPr/>
            <p:nvPr/>
          </p:nvGrpSpPr>
          <p:grpSpPr>
            <a:xfrm>
              <a:off x="2414017" y="1516267"/>
              <a:ext cx="314461" cy="746670"/>
              <a:chOff x="2887406" y="3957277"/>
              <a:chExt cx="900822" cy="718458"/>
            </a:xfrm>
          </p:grpSpPr>
          <p:cxnSp>
            <p:nvCxnSpPr>
              <p:cNvPr id="206" name="直接连接符 205">
                <a:extLst>
                  <a:ext uri="{FF2B5EF4-FFF2-40B4-BE49-F238E27FC236}">
                    <a16:creationId xmlns:a16="http://schemas.microsoft.com/office/drawing/2014/main" id="{4BD4A81E-2BCA-DCA6-9B7B-1D71717E8E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4653643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>
                <a:extLst>
                  <a:ext uri="{FF2B5EF4-FFF2-40B4-BE49-F238E27FC236}">
                    <a16:creationId xmlns:a16="http://schemas.microsoft.com/office/drawing/2014/main" id="{1BC91FF3-2F50-8714-9CC6-0E41BF0EE0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3957277"/>
                <a:ext cx="0" cy="7184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230D131A-D439-5113-3397-0512CBAA105C}"/>
              </a:ext>
            </a:extLst>
          </p:cNvPr>
          <p:cNvGrpSpPr/>
          <p:nvPr/>
        </p:nvGrpSpPr>
        <p:grpSpPr>
          <a:xfrm>
            <a:off x="8750141" y="2690976"/>
            <a:ext cx="707572" cy="1016213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矩形 209">
                  <a:extLst>
                    <a:ext uri="{FF2B5EF4-FFF2-40B4-BE49-F238E27FC236}">
                      <a16:creationId xmlns:a16="http://schemas.microsoft.com/office/drawing/2014/main" id="{135277B5-3EBD-8508-CC9B-B9AED86C9FEE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&amp;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AAEC4E18-96A4-745D-C08B-4601E5C0B1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B7FEA636-F51E-4E56-4A95-BAC394B910EE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2" name="组合 211">
            <a:extLst>
              <a:ext uri="{FF2B5EF4-FFF2-40B4-BE49-F238E27FC236}">
                <a16:creationId xmlns:a16="http://schemas.microsoft.com/office/drawing/2014/main" id="{02F79477-53AA-362B-41AE-D3809DE7D6A7}"/>
              </a:ext>
            </a:extLst>
          </p:cNvPr>
          <p:cNvGrpSpPr/>
          <p:nvPr/>
        </p:nvGrpSpPr>
        <p:grpSpPr>
          <a:xfrm>
            <a:off x="7401593" y="1870388"/>
            <a:ext cx="707572" cy="1016213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矩形 212">
                  <a:extLst>
                    <a:ext uri="{FF2B5EF4-FFF2-40B4-BE49-F238E27FC236}">
                      <a16:creationId xmlns:a16="http://schemas.microsoft.com/office/drawing/2014/main" id="{3B8934B8-DC18-E52B-5E1F-6E9C48CDFD6C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&amp;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E38D771A-C999-E673-F14F-F2466D3C1C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277E4B13-0F0C-D7A1-E328-9DAD837F8FF6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4CE9D540-B44B-09E7-BC7E-AA63DC29C541}"/>
              </a:ext>
            </a:extLst>
          </p:cNvPr>
          <p:cNvCxnSpPr>
            <a:cxnSpLocks/>
          </p:cNvCxnSpPr>
          <p:nvPr/>
        </p:nvCxnSpPr>
        <p:spPr>
          <a:xfrm flipV="1">
            <a:off x="6376965" y="1555341"/>
            <a:ext cx="2361650" cy="160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834D8D3F-D107-3906-DB25-1F958970DDED}"/>
              </a:ext>
            </a:extLst>
          </p:cNvPr>
          <p:cNvCxnSpPr>
            <a:cxnSpLocks/>
          </p:cNvCxnSpPr>
          <p:nvPr/>
        </p:nvCxnSpPr>
        <p:spPr>
          <a:xfrm>
            <a:off x="5784876" y="3251353"/>
            <a:ext cx="295373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7" name="组合 216">
            <a:extLst>
              <a:ext uri="{FF2B5EF4-FFF2-40B4-BE49-F238E27FC236}">
                <a16:creationId xmlns:a16="http://schemas.microsoft.com/office/drawing/2014/main" id="{9B207773-0A50-607E-5D8D-EAD53D6938C8}"/>
              </a:ext>
            </a:extLst>
          </p:cNvPr>
          <p:cNvGrpSpPr/>
          <p:nvPr/>
        </p:nvGrpSpPr>
        <p:grpSpPr>
          <a:xfrm>
            <a:off x="8750141" y="1056039"/>
            <a:ext cx="707572" cy="1016213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矩形 217">
                  <a:extLst>
                    <a:ext uri="{FF2B5EF4-FFF2-40B4-BE49-F238E27FC236}">
                      <a16:creationId xmlns:a16="http://schemas.microsoft.com/office/drawing/2014/main" id="{83A3BA13-FC7C-220B-AAA0-3F9C1094841A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&amp;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7FB705F3-5332-B65D-B458-A4012CA5C1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9" name="椭圆 218">
              <a:extLst>
                <a:ext uri="{FF2B5EF4-FFF2-40B4-BE49-F238E27FC236}">
                  <a16:creationId xmlns:a16="http://schemas.microsoft.com/office/drawing/2014/main" id="{1034E066-324D-A13C-6D68-15B3639E66C6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E0CB0259-F2A1-AD06-242E-34DEF5F5C046}"/>
              </a:ext>
            </a:extLst>
          </p:cNvPr>
          <p:cNvGrpSpPr/>
          <p:nvPr/>
        </p:nvGrpSpPr>
        <p:grpSpPr>
          <a:xfrm>
            <a:off x="8262844" y="1695150"/>
            <a:ext cx="487297" cy="1323586"/>
            <a:chOff x="4649479" y="3970298"/>
            <a:chExt cx="487297" cy="1420013"/>
          </a:xfrm>
        </p:grpSpPr>
        <p:grpSp>
          <p:nvGrpSpPr>
            <p:cNvPr id="221" name="组合 220">
              <a:extLst>
                <a:ext uri="{FF2B5EF4-FFF2-40B4-BE49-F238E27FC236}">
                  <a16:creationId xmlns:a16="http://schemas.microsoft.com/office/drawing/2014/main" id="{54E72ECA-4E60-680A-47AA-53C9AC9C023E}"/>
                </a:ext>
              </a:extLst>
            </p:cNvPr>
            <p:cNvGrpSpPr/>
            <p:nvPr/>
          </p:nvGrpSpPr>
          <p:grpSpPr>
            <a:xfrm flipV="1">
              <a:off x="4649479" y="3970298"/>
              <a:ext cx="487297" cy="718458"/>
              <a:chOff x="2887406" y="3935186"/>
              <a:chExt cx="900822" cy="718458"/>
            </a:xfrm>
          </p:grpSpPr>
          <p:cxnSp>
            <p:nvCxnSpPr>
              <p:cNvPr id="225" name="直接连接符 224">
                <a:extLst>
                  <a:ext uri="{FF2B5EF4-FFF2-40B4-BE49-F238E27FC236}">
                    <a16:creationId xmlns:a16="http://schemas.microsoft.com/office/drawing/2014/main" id="{61C3E3B3-7C2D-03AC-D682-ECC19E9849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4653643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直接连接符 225">
                <a:extLst>
                  <a:ext uri="{FF2B5EF4-FFF2-40B4-BE49-F238E27FC236}">
                    <a16:creationId xmlns:a16="http://schemas.microsoft.com/office/drawing/2014/main" id="{93EC2B31-6906-F082-682C-D760DCC356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3935186"/>
                <a:ext cx="0" cy="7184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22" name="组合 221">
              <a:extLst>
                <a:ext uri="{FF2B5EF4-FFF2-40B4-BE49-F238E27FC236}">
                  <a16:creationId xmlns:a16="http://schemas.microsoft.com/office/drawing/2014/main" id="{486A4077-9DFF-98BA-EDCF-C9C8417C745A}"/>
                </a:ext>
              </a:extLst>
            </p:cNvPr>
            <p:cNvGrpSpPr/>
            <p:nvPr/>
          </p:nvGrpSpPr>
          <p:grpSpPr>
            <a:xfrm>
              <a:off x="4649479" y="4671853"/>
              <a:ext cx="487297" cy="718458"/>
              <a:chOff x="2887406" y="3935186"/>
              <a:chExt cx="900822" cy="718458"/>
            </a:xfrm>
          </p:grpSpPr>
          <p:cxnSp>
            <p:nvCxnSpPr>
              <p:cNvPr id="223" name="直接连接符 222">
                <a:extLst>
                  <a:ext uri="{FF2B5EF4-FFF2-40B4-BE49-F238E27FC236}">
                    <a16:creationId xmlns:a16="http://schemas.microsoft.com/office/drawing/2014/main" id="{E12846C8-B254-FEF9-011E-66B09BC28D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4653643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4" name="直接连接符 223">
                <a:extLst>
                  <a:ext uri="{FF2B5EF4-FFF2-40B4-BE49-F238E27FC236}">
                    <a16:creationId xmlns:a16="http://schemas.microsoft.com/office/drawing/2014/main" id="{54C7EE14-0B40-CEF6-6A16-7BE85F99FA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3935186"/>
                <a:ext cx="0" cy="7184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C4510EAE-D009-40A0-A8C9-9E3EE0E8EBB1}"/>
              </a:ext>
            </a:extLst>
          </p:cNvPr>
          <p:cNvCxnSpPr>
            <a:cxnSpLocks/>
          </p:cNvCxnSpPr>
          <p:nvPr/>
        </p:nvCxnSpPr>
        <p:spPr>
          <a:xfrm flipV="1">
            <a:off x="8120691" y="2425238"/>
            <a:ext cx="142153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8" name="椭圆 227">
            <a:extLst>
              <a:ext uri="{FF2B5EF4-FFF2-40B4-BE49-F238E27FC236}">
                <a16:creationId xmlns:a16="http://schemas.microsoft.com/office/drawing/2014/main" id="{C88EC23A-5ABF-8EFF-1950-656E4FDBDACE}"/>
              </a:ext>
            </a:extLst>
          </p:cNvPr>
          <p:cNvSpPr/>
          <p:nvPr/>
        </p:nvSpPr>
        <p:spPr>
          <a:xfrm>
            <a:off x="8210657" y="2380275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69AC4E44-C333-C1DE-7988-15AD75E2B798}"/>
              </a:ext>
            </a:extLst>
          </p:cNvPr>
          <p:cNvGrpSpPr/>
          <p:nvPr/>
        </p:nvGrpSpPr>
        <p:grpSpPr>
          <a:xfrm>
            <a:off x="7034944" y="1511161"/>
            <a:ext cx="366649" cy="816667"/>
            <a:chOff x="2361829" y="1446270"/>
            <a:chExt cx="366649" cy="816667"/>
          </a:xfrm>
        </p:grpSpPr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B9EA31E7-DE8E-AD25-C09E-6A5C1219FD56}"/>
                </a:ext>
              </a:extLst>
            </p:cNvPr>
            <p:cNvSpPr/>
            <p:nvPr/>
          </p:nvSpPr>
          <p:spPr>
            <a:xfrm>
              <a:off x="2361829" y="1446270"/>
              <a:ext cx="104375" cy="10437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1" name="组合 230">
              <a:extLst>
                <a:ext uri="{FF2B5EF4-FFF2-40B4-BE49-F238E27FC236}">
                  <a16:creationId xmlns:a16="http://schemas.microsoft.com/office/drawing/2014/main" id="{BE4822B1-C5A9-EE74-285F-5E85A6B47070}"/>
                </a:ext>
              </a:extLst>
            </p:cNvPr>
            <p:cNvGrpSpPr/>
            <p:nvPr/>
          </p:nvGrpSpPr>
          <p:grpSpPr>
            <a:xfrm>
              <a:off x="2414017" y="1516267"/>
              <a:ext cx="314461" cy="746670"/>
              <a:chOff x="2887406" y="3957277"/>
              <a:chExt cx="900822" cy="718458"/>
            </a:xfrm>
          </p:grpSpPr>
          <p:cxnSp>
            <p:nvCxnSpPr>
              <p:cNvPr id="232" name="直接连接符 231">
                <a:extLst>
                  <a:ext uri="{FF2B5EF4-FFF2-40B4-BE49-F238E27FC236}">
                    <a16:creationId xmlns:a16="http://schemas.microsoft.com/office/drawing/2014/main" id="{74A4C4E7-4E17-24F2-D51F-94B21061C6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4653643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3" name="直接连接符 232">
                <a:extLst>
                  <a:ext uri="{FF2B5EF4-FFF2-40B4-BE49-F238E27FC236}">
                    <a16:creationId xmlns:a16="http://schemas.microsoft.com/office/drawing/2014/main" id="{15A923A2-F311-AC49-4E15-72FB447599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3957277"/>
                <a:ext cx="0" cy="7184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9D11D599-FBF7-47AC-5A2C-7C4B4DEDB03E}"/>
              </a:ext>
            </a:extLst>
          </p:cNvPr>
          <p:cNvGrpSpPr/>
          <p:nvPr/>
        </p:nvGrpSpPr>
        <p:grpSpPr>
          <a:xfrm flipV="1">
            <a:off x="9469239" y="2654856"/>
            <a:ext cx="442911" cy="590969"/>
            <a:chOff x="5812311" y="3874351"/>
            <a:chExt cx="1366715" cy="728626"/>
          </a:xfrm>
        </p:grpSpPr>
        <p:grpSp>
          <p:nvGrpSpPr>
            <p:cNvPr id="240" name="组合 239">
              <a:extLst>
                <a:ext uri="{FF2B5EF4-FFF2-40B4-BE49-F238E27FC236}">
                  <a16:creationId xmlns:a16="http://schemas.microsoft.com/office/drawing/2014/main" id="{5B649271-E266-1D7E-49DE-26FE8F73B91D}"/>
                </a:ext>
              </a:extLst>
            </p:cNvPr>
            <p:cNvGrpSpPr/>
            <p:nvPr/>
          </p:nvGrpSpPr>
          <p:grpSpPr>
            <a:xfrm flipH="1" flipV="1">
              <a:off x="5812311" y="3874351"/>
              <a:ext cx="465893" cy="728626"/>
              <a:chOff x="2887406" y="3935878"/>
              <a:chExt cx="900822" cy="728626"/>
            </a:xfrm>
          </p:grpSpPr>
          <p:cxnSp>
            <p:nvCxnSpPr>
              <p:cNvPr id="242" name="直接连接符 241">
                <a:extLst>
                  <a:ext uri="{FF2B5EF4-FFF2-40B4-BE49-F238E27FC236}">
                    <a16:creationId xmlns:a16="http://schemas.microsoft.com/office/drawing/2014/main" id="{5A737DEA-BE9D-D194-FC0D-2FC4C87696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4653643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3" name="直接连接符 242">
                <a:extLst>
                  <a:ext uri="{FF2B5EF4-FFF2-40B4-BE49-F238E27FC236}">
                    <a16:creationId xmlns:a16="http://schemas.microsoft.com/office/drawing/2014/main" id="{9E503A6A-2D8D-561C-F8D6-BA621FEAC4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87406" y="3935878"/>
                <a:ext cx="0" cy="72862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4C43495F-9420-3C1E-085D-D01B12D823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8204" y="4580884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4" name="组合 243">
            <a:extLst>
              <a:ext uri="{FF2B5EF4-FFF2-40B4-BE49-F238E27FC236}">
                <a16:creationId xmlns:a16="http://schemas.microsoft.com/office/drawing/2014/main" id="{23559AD4-A245-C390-56A8-6775C766A6DD}"/>
              </a:ext>
            </a:extLst>
          </p:cNvPr>
          <p:cNvGrpSpPr/>
          <p:nvPr/>
        </p:nvGrpSpPr>
        <p:grpSpPr>
          <a:xfrm>
            <a:off x="9839512" y="1905500"/>
            <a:ext cx="707572" cy="1016213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" name="矩形 244">
                  <a:extLst>
                    <a:ext uri="{FF2B5EF4-FFF2-40B4-BE49-F238E27FC236}">
                      <a16:creationId xmlns:a16="http://schemas.microsoft.com/office/drawing/2014/main" id="{EC20C03D-9758-9DD9-49A4-9E51FC4AD9AB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&amp;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E23DF717-3FAA-94A6-142B-CCE9BB7804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82B97B4E-C1D6-F3E8-6E21-24E522037144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ADCCD6E7-BA7C-DA5B-862E-4C684D9A0CDF}"/>
              </a:ext>
            </a:extLst>
          </p:cNvPr>
          <p:cNvCxnSpPr>
            <a:cxnSpLocks/>
          </p:cNvCxnSpPr>
          <p:nvPr/>
        </p:nvCxnSpPr>
        <p:spPr>
          <a:xfrm>
            <a:off x="10547084" y="2454975"/>
            <a:ext cx="4941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48" name="组合 247">
            <a:extLst>
              <a:ext uri="{FF2B5EF4-FFF2-40B4-BE49-F238E27FC236}">
                <a16:creationId xmlns:a16="http://schemas.microsoft.com/office/drawing/2014/main" id="{553A7066-BA28-1E78-6B87-D65094824970}"/>
              </a:ext>
            </a:extLst>
          </p:cNvPr>
          <p:cNvGrpSpPr/>
          <p:nvPr/>
        </p:nvGrpSpPr>
        <p:grpSpPr>
          <a:xfrm flipV="1">
            <a:off x="7034264" y="2460350"/>
            <a:ext cx="366649" cy="816667"/>
            <a:chOff x="2361829" y="1446270"/>
            <a:chExt cx="366649" cy="816667"/>
          </a:xfrm>
        </p:grpSpPr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1C94712C-C4B6-8092-64C5-BBCE98B2BA3B}"/>
                </a:ext>
              </a:extLst>
            </p:cNvPr>
            <p:cNvSpPr/>
            <p:nvPr/>
          </p:nvSpPr>
          <p:spPr>
            <a:xfrm>
              <a:off x="2361829" y="1446270"/>
              <a:ext cx="104375" cy="10437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50" name="组合 249">
              <a:extLst>
                <a:ext uri="{FF2B5EF4-FFF2-40B4-BE49-F238E27FC236}">
                  <a16:creationId xmlns:a16="http://schemas.microsoft.com/office/drawing/2014/main" id="{323294B9-7D36-46E4-5FC1-CB7D0D97B68F}"/>
                </a:ext>
              </a:extLst>
            </p:cNvPr>
            <p:cNvGrpSpPr/>
            <p:nvPr/>
          </p:nvGrpSpPr>
          <p:grpSpPr>
            <a:xfrm>
              <a:off x="2414017" y="1516267"/>
              <a:ext cx="314461" cy="746670"/>
              <a:chOff x="2887406" y="3957277"/>
              <a:chExt cx="900822" cy="718458"/>
            </a:xfrm>
          </p:grpSpPr>
          <p:cxnSp>
            <p:nvCxnSpPr>
              <p:cNvPr id="251" name="直接连接符 250">
                <a:extLst>
                  <a:ext uri="{FF2B5EF4-FFF2-40B4-BE49-F238E27FC236}">
                    <a16:creationId xmlns:a16="http://schemas.microsoft.com/office/drawing/2014/main" id="{A259B3E8-B716-8C93-1C0D-4CE159EECA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4653643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>
                <a:extLst>
                  <a:ext uri="{FF2B5EF4-FFF2-40B4-BE49-F238E27FC236}">
                    <a16:creationId xmlns:a16="http://schemas.microsoft.com/office/drawing/2014/main" id="{D14A17F8-D62A-77FF-4D6B-8B843FF13B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3957277"/>
                <a:ext cx="0" cy="7184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54" name="直接连接符 253">
            <a:extLst>
              <a:ext uri="{FF2B5EF4-FFF2-40B4-BE49-F238E27FC236}">
                <a16:creationId xmlns:a16="http://schemas.microsoft.com/office/drawing/2014/main" id="{E13F1B03-076E-152E-EA1E-2BA9D4D07CBF}"/>
              </a:ext>
            </a:extLst>
          </p:cNvPr>
          <p:cNvCxnSpPr>
            <a:cxnSpLocks/>
          </p:cNvCxnSpPr>
          <p:nvPr/>
        </p:nvCxnSpPr>
        <p:spPr>
          <a:xfrm>
            <a:off x="6368090" y="1558702"/>
            <a:ext cx="0" cy="8494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58" name="组合 257">
            <a:extLst>
              <a:ext uri="{FF2B5EF4-FFF2-40B4-BE49-F238E27FC236}">
                <a16:creationId xmlns:a16="http://schemas.microsoft.com/office/drawing/2014/main" id="{9397819C-B99C-DCC5-73A9-2104EA8E782E}"/>
              </a:ext>
            </a:extLst>
          </p:cNvPr>
          <p:cNvGrpSpPr/>
          <p:nvPr/>
        </p:nvGrpSpPr>
        <p:grpSpPr>
          <a:xfrm>
            <a:off x="9457713" y="1591486"/>
            <a:ext cx="361111" cy="590969"/>
            <a:chOff x="5812311" y="3874351"/>
            <a:chExt cx="1366715" cy="728626"/>
          </a:xfrm>
        </p:grpSpPr>
        <p:grpSp>
          <p:nvGrpSpPr>
            <p:cNvPr id="259" name="组合 258">
              <a:extLst>
                <a:ext uri="{FF2B5EF4-FFF2-40B4-BE49-F238E27FC236}">
                  <a16:creationId xmlns:a16="http://schemas.microsoft.com/office/drawing/2014/main" id="{6A2F881A-17D0-E0A4-BA2C-B6CEE8B2CCD4}"/>
                </a:ext>
              </a:extLst>
            </p:cNvPr>
            <p:cNvGrpSpPr/>
            <p:nvPr/>
          </p:nvGrpSpPr>
          <p:grpSpPr>
            <a:xfrm flipH="1" flipV="1">
              <a:off x="5812311" y="3874351"/>
              <a:ext cx="465893" cy="728626"/>
              <a:chOff x="2887406" y="3935878"/>
              <a:chExt cx="900822" cy="728626"/>
            </a:xfrm>
          </p:grpSpPr>
          <p:cxnSp>
            <p:nvCxnSpPr>
              <p:cNvPr id="261" name="直接连接符 260">
                <a:extLst>
                  <a:ext uri="{FF2B5EF4-FFF2-40B4-BE49-F238E27FC236}">
                    <a16:creationId xmlns:a16="http://schemas.microsoft.com/office/drawing/2014/main" id="{D297C35B-B2FF-5479-0B53-7B8AC7054C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406" y="4653643"/>
                <a:ext cx="900822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>
                <a:extLst>
                  <a:ext uri="{FF2B5EF4-FFF2-40B4-BE49-F238E27FC236}">
                    <a16:creationId xmlns:a16="http://schemas.microsoft.com/office/drawing/2014/main" id="{5C44F6EB-A42D-AB43-54CF-6682B9F189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87406" y="3935878"/>
                <a:ext cx="0" cy="72862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BEB5C9A3-A851-7220-0008-42AB785B41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8204" y="4580884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4" name="直接连接符 293">
            <a:extLst>
              <a:ext uri="{FF2B5EF4-FFF2-40B4-BE49-F238E27FC236}">
                <a16:creationId xmlns:a16="http://schemas.microsoft.com/office/drawing/2014/main" id="{CE691659-E13F-D378-D07B-D53734E6E20A}"/>
              </a:ext>
            </a:extLst>
          </p:cNvPr>
          <p:cNvCxnSpPr>
            <a:cxnSpLocks/>
          </p:cNvCxnSpPr>
          <p:nvPr/>
        </p:nvCxnSpPr>
        <p:spPr>
          <a:xfrm>
            <a:off x="3597837" y="5691934"/>
            <a:ext cx="624491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DCB1A596-E991-5623-5C01-E4B5D059D9A7}"/>
                  </a:ext>
                </a:extLst>
              </p:cNvPr>
              <p:cNvSpPr txBox="1"/>
              <p:nvPr/>
            </p:nvSpPr>
            <p:spPr>
              <a:xfrm>
                <a:off x="772371" y="4456585"/>
                <a:ext cx="377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</m:t>
                    </m:r>
                  </m:oMath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DCB1A596-E991-5623-5C01-E4B5D059D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71" y="4456585"/>
                <a:ext cx="377076" cy="369332"/>
              </a:xfrm>
              <a:prstGeom prst="rect">
                <a:avLst/>
              </a:prstGeom>
              <a:blipFill>
                <a:blip r:embed="rId8"/>
                <a:stretch>
                  <a:fillRect l="-14516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9" name="直接连接符 308">
            <a:extLst>
              <a:ext uri="{FF2B5EF4-FFF2-40B4-BE49-F238E27FC236}">
                <a16:creationId xmlns:a16="http://schemas.microsoft.com/office/drawing/2014/main" id="{95691ECC-5B4A-96E5-295B-D2506BAEC066}"/>
              </a:ext>
            </a:extLst>
          </p:cNvPr>
          <p:cNvCxnSpPr>
            <a:cxnSpLocks/>
          </p:cNvCxnSpPr>
          <p:nvPr/>
        </p:nvCxnSpPr>
        <p:spPr>
          <a:xfrm flipH="1" flipV="1">
            <a:off x="1134816" y="4641252"/>
            <a:ext cx="4093704" cy="102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17" name="组合 316">
            <a:extLst>
              <a:ext uri="{FF2B5EF4-FFF2-40B4-BE49-F238E27FC236}">
                <a16:creationId xmlns:a16="http://schemas.microsoft.com/office/drawing/2014/main" id="{35FE213F-CFE5-4EDD-3793-FC2FECF75E26}"/>
              </a:ext>
            </a:extLst>
          </p:cNvPr>
          <p:cNvGrpSpPr/>
          <p:nvPr/>
        </p:nvGrpSpPr>
        <p:grpSpPr>
          <a:xfrm flipV="1">
            <a:off x="5222170" y="3251058"/>
            <a:ext cx="575164" cy="1400446"/>
            <a:chOff x="2870963" y="3957277"/>
            <a:chExt cx="900822" cy="718459"/>
          </a:xfrm>
        </p:grpSpPr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4B065FF0-902E-2F2F-C6B9-9E70408DFD25}"/>
                </a:ext>
              </a:extLst>
            </p:cNvPr>
            <p:cNvCxnSpPr>
              <a:cxnSpLocks/>
            </p:cNvCxnSpPr>
            <p:nvPr/>
          </p:nvCxnSpPr>
          <p:spPr>
            <a:xfrm>
              <a:off x="2870963" y="4675735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F6234E87-0C76-608D-B992-F098046F8A47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42" name="直接连接符 341">
            <a:extLst>
              <a:ext uri="{FF2B5EF4-FFF2-40B4-BE49-F238E27FC236}">
                <a16:creationId xmlns:a16="http://schemas.microsoft.com/office/drawing/2014/main" id="{A6BB08BC-F76F-1072-1A3C-1C7B3B592B14}"/>
              </a:ext>
            </a:extLst>
          </p:cNvPr>
          <p:cNvCxnSpPr>
            <a:cxnSpLocks/>
          </p:cNvCxnSpPr>
          <p:nvPr/>
        </p:nvCxnSpPr>
        <p:spPr>
          <a:xfrm>
            <a:off x="10635642" y="5537838"/>
            <a:ext cx="6297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3" name="文本框 342">
            <a:extLst>
              <a:ext uri="{FF2B5EF4-FFF2-40B4-BE49-F238E27FC236}">
                <a16:creationId xmlns:a16="http://schemas.microsoft.com/office/drawing/2014/main" id="{ADB9833B-616E-25CE-804B-90EDC34B463F}"/>
              </a:ext>
            </a:extLst>
          </p:cNvPr>
          <p:cNvSpPr txBox="1"/>
          <p:nvPr/>
        </p:nvSpPr>
        <p:spPr>
          <a:xfrm>
            <a:off x="11301660" y="5322602"/>
            <a:ext cx="37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</p:txBody>
      </p:sp>
      <p:sp>
        <p:nvSpPr>
          <p:cNvPr id="356" name="文本框 355">
            <a:extLst>
              <a:ext uri="{FF2B5EF4-FFF2-40B4-BE49-F238E27FC236}">
                <a16:creationId xmlns:a16="http://schemas.microsoft.com/office/drawing/2014/main" id="{23BEA0A8-734C-4D1D-BB1F-A8A089706748}"/>
              </a:ext>
            </a:extLst>
          </p:cNvPr>
          <p:cNvSpPr txBox="1"/>
          <p:nvPr/>
        </p:nvSpPr>
        <p:spPr>
          <a:xfrm>
            <a:off x="11159448" y="2223497"/>
            <a:ext cx="37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cxnSp>
        <p:nvCxnSpPr>
          <p:cNvPr id="360" name="直接连接符 359">
            <a:extLst>
              <a:ext uri="{FF2B5EF4-FFF2-40B4-BE49-F238E27FC236}">
                <a16:creationId xmlns:a16="http://schemas.microsoft.com/office/drawing/2014/main" id="{5BCB63AE-2EA2-7D89-2B05-88BEA8930897}"/>
              </a:ext>
            </a:extLst>
          </p:cNvPr>
          <p:cNvCxnSpPr>
            <a:cxnSpLocks/>
          </p:cNvCxnSpPr>
          <p:nvPr/>
        </p:nvCxnSpPr>
        <p:spPr>
          <a:xfrm flipH="1" flipV="1">
            <a:off x="3592513" y="3060039"/>
            <a:ext cx="10648" cy="2631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5" name="椭圆 364">
            <a:extLst>
              <a:ext uri="{FF2B5EF4-FFF2-40B4-BE49-F238E27FC236}">
                <a16:creationId xmlns:a16="http://schemas.microsoft.com/office/drawing/2014/main" id="{8BA49710-90B4-89A4-EE14-4D61B27CFC2C}"/>
              </a:ext>
            </a:extLst>
          </p:cNvPr>
          <p:cNvSpPr/>
          <p:nvPr/>
        </p:nvSpPr>
        <p:spPr>
          <a:xfrm flipV="1">
            <a:off x="3545649" y="3003376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6" name="组合 365">
            <a:extLst>
              <a:ext uri="{FF2B5EF4-FFF2-40B4-BE49-F238E27FC236}">
                <a16:creationId xmlns:a16="http://schemas.microsoft.com/office/drawing/2014/main" id="{3CE81113-A7C6-0C0D-8FE6-E72C14AFE96E}"/>
              </a:ext>
            </a:extLst>
          </p:cNvPr>
          <p:cNvGrpSpPr/>
          <p:nvPr/>
        </p:nvGrpSpPr>
        <p:grpSpPr>
          <a:xfrm>
            <a:off x="8260916" y="3018738"/>
            <a:ext cx="1904404" cy="2293351"/>
            <a:chOff x="2861527" y="3913483"/>
            <a:chExt cx="5030942" cy="752655"/>
          </a:xfrm>
        </p:grpSpPr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36F3FDE6-DCF6-820E-1D33-97F25D04A964}"/>
                </a:ext>
              </a:extLst>
            </p:cNvPr>
            <p:cNvCxnSpPr>
              <a:cxnSpLocks/>
            </p:cNvCxnSpPr>
            <p:nvPr/>
          </p:nvCxnSpPr>
          <p:spPr>
            <a:xfrm>
              <a:off x="2861527" y="4663573"/>
              <a:ext cx="5030942" cy="25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8" name="直接连接符 367">
              <a:extLst>
                <a:ext uri="{FF2B5EF4-FFF2-40B4-BE49-F238E27FC236}">
                  <a16:creationId xmlns:a16="http://schemas.microsoft.com/office/drawing/2014/main" id="{D98DBCE8-E3DE-C8DF-30BE-CE5F97E50EDA}"/>
                </a:ext>
              </a:extLst>
            </p:cNvPr>
            <p:cNvCxnSpPr>
              <a:cxnSpLocks/>
            </p:cNvCxnSpPr>
            <p:nvPr/>
          </p:nvCxnSpPr>
          <p:spPr>
            <a:xfrm>
              <a:off x="2861527" y="3913483"/>
              <a:ext cx="25876" cy="7526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3" name="组合 352">
            <a:extLst>
              <a:ext uri="{FF2B5EF4-FFF2-40B4-BE49-F238E27FC236}">
                <a16:creationId xmlns:a16="http://schemas.microsoft.com/office/drawing/2014/main" id="{3D5276B5-BDA5-AFE9-2E81-11EA281BC1F4}"/>
              </a:ext>
            </a:extLst>
          </p:cNvPr>
          <p:cNvGrpSpPr/>
          <p:nvPr/>
        </p:nvGrpSpPr>
        <p:grpSpPr>
          <a:xfrm>
            <a:off x="9912150" y="4993169"/>
            <a:ext cx="707572" cy="1016213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4" name="矩形 353">
                  <a:extLst>
                    <a:ext uri="{FF2B5EF4-FFF2-40B4-BE49-F238E27FC236}">
                      <a16:creationId xmlns:a16="http://schemas.microsoft.com/office/drawing/2014/main" id="{A0FB6BB7-6BD3-5AB3-DAD9-FDAE7D5305DC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&amp;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7FB705F3-5332-B65D-B458-A4012CA5C1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5" name="椭圆 354">
              <a:extLst>
                <a:ext uri="{FF2B5EF4-FFF2-40B4-BE49-F238E27FC236}">
                  <a16:creationId xmlns:a16="http://schemas.microsoft.com/office/drawing/2014/main" id="{B5692A0E-4456-E27C-C02B-E8213F655A9E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1" name="椭圆 370">
            <a:extLst>
              <a:ext uri="{FF2B5EF4-FFF2-40B4-BE49-F238E27FC236}">
                <a16:creationId xmlns:a16="http://schemas.microsoft.com/office/drawing/2014/main" id="{5D6C8612-3E5D-1182-5A9A-1E9C715F7FFA}"/>
              </a:ext>
            </a:extLst>
          </p:cNvPr>
          <p:cNvSpPr/>
          <p:nvPr/>
        </p:nvSpPr>
        <p:spPr>
          <a:xfrm>
            <a:off x="8220853" y="2958475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913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84B53C8-C7FB-8D80-7A6A-864D08605E2E}"/>
              </a:ext>
            </a:extLst>
          </p:cNvPr>
          <p:cNvGrpSpPr/>
          <p:nvPr/>
        </p:nvGrpSpPr>
        <p:grpSpPr>
          <a:xfrm rot="5400000" flipH="1">
            <a:off x="3958265" y="744195"/>
            <a:ext cx="3205694" cy="2147208"/>
            <a:chOff x="6467003" y="310242"/>
            <a:chExt cx="3205694" cy="2147208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DB8E466-36BB-7C2D-A57B-3760E1D4B45F}"/>
                </a:ext>
              </a:extLst>
            </p:cNvPr>
            <p:cNvSpPr txBox="1"/>
            <p:nvPr/>
          </p:nvSpPr>
          <p:spPr>
            <a:xfrm>
              <a:off x="6713597" y="1028700"/>
              <a:ext cx="2959100" cy="14287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3EBD59F-2D01-938C-CE2E-47AAED68B635}"/>
                    </a:ext>
                  </a:extLst>
                </p:cNvPr>
                <p:cNvSpPr txBox="1"/>
                <p:nvPr/>
              </p:nvSpPr>
              <p:spPr>
                <a:xfrm rot="5400000">
                  <a:off x="7570825" y="2164318"/>
                  <a:ext cx="152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3EBD59F-2D01-938C-CE2E-47AAED68B6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7570825" y="2164318"/>
                  <a:ext cx="152400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4000" r="-15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13BCE7E8-7392-847F-8F65-C1B27FEC80ED}"/>
                    </a:ext>
                  </a:extLst>
                </p:cNvPr>
                <p:cNvSpPr txBox="1"/>
                <p:nvPr/>
              </p:nvSpPr>
              <p:spPr>
                <a:xfrm rot="5400000">
                  <a:off x="7167892" y="2077436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13BCE7E8-7392-847F-8F65-C1B27FEC8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7167892" y="2077436"/>
                  <a:ext cx="342900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F3284960-7BCF-59BE-CE6E-7A02450C1F71}"/>
                    </a:ext>
                  </a:extLst>
                </p:cNvPr>
                <p:cNvSpPr txBox="1"/>
                <p:nvPr/>
              </p:nvSpPr>
              <p:spPr>
                <a:xfrm rot="5400000">
                  <a:off x="9190097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F3284960-7BCF-59BE-CE6E-7A02450C1F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9190097" y="2088118"/>
                  <a:ext cx="34290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40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A3883BC-D24D-A8CD-260F-6C54F3B3D6F6}"/>
                    </a:ext>
                  </a:extLst>
                </p:cNvPr>
                <p:cNvSpPr txBox="1"/>
                <p:nvPr/>
              </p:nvSpPr>
              <p:spPr>
                <a:xfrm rot="5400000">
                  <a:off x="8863072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A3883BC-D24D-A8CD-260F-6C54F3B3D6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863072" y="2088118"/>
                  <a:ext cx="342900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22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2E38152-B07A-C08F-BC63-E39725C56E1D}"/>
                    </a:ext>
                  </a:extLst>
                </p:cNvPr>
                <p:cNvSpPr txBox="1"/>
                <p:nvPr/>
              </p:nvSpPr>
              <p:spPr>
                <a:xfrm rot="5400000">
                  <a:off x="8551922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2E38152-B07A-C08F-BC63-E39725C56E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551922" y="2088118"/>
                  <a:ext cx="342900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40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E303D0F-2E1A-3CBA-6815-873BD56B21F0}"/>
                    </a:ext>
                  </a:extLst>
                </p:cNvPr>
                <p:cNvSpPr txBox="1"/>
                <p:nvPr/>
              </p:nvSpPr>
              <p:spPr>
                <a:xfrm rot="5400000">
                  <a:off x="8224897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E303D0F-2E1A-3CBA-6815-873BD56B21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224897" y="2088118"/>
                  <a:ext cx="342900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140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9953D38-A989-9822-11C8-F0EFCFDEBE21}"/>
                    </a:ext>
                  </a:extLst>
                </p:cNvPr>
                <p:cNvSpPr txBox="1"/>
                <p:nvPr/>
              </p:nvSpPr>
              <p:spPr>
                <a:xfrm rot="5400000">
                  <a:off x="6635037" y="1914250"/>
                  <a:ext cx="342900" cy="6789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bar>
                      </m:oMath>
                    </m:oMathPara>
                  </a14:m>
                  <a:endParaRPr lang="en-US" altLang="zh-CN" b="0" dirty="0"/>
                </a:p>
                <a:p>
                  <a:endParaRPr lang="zh-CN" altLang="en-US" dirty="0"/>
                </a:p>
              </p:txBody>
            </p:sp>
          </mc:Choice>
          <mc:Fallback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9953D38-A989-9822-11C8-F0EFCFDEBE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635037" y="1914250"/>
                  <a:ext cx="342900" cy="67896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DCE7924-2D36-349B-A20E-3A41BBB3614F}"/>
                    </a:ext>
                  </a:extLst>
                </p:cNvPr>
                <p:cNvSpPr txBox="1"/>
                <p:nvPr/>
              </p:nvSpPr>
              <p:spPr>
                <a:xfrm rot="5400000">
                  <a:off x="8021697" y="1028700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DCE7924-2D36-349B-A20E-3A41BBB36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021697" y="1028700"/>
                  <a:ext cx="342900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786" r="-3571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4C782DB6-CABD-0274-EBF4-4C45579945AE}"/>
                </a:ext>
              </a:extLst>
            </p:cNvPr>
            <p:cNvCxnSpPr>
              <a:cxnSpLocks/>
            </p:cNvCxnSpPr>
            <p:nvPr/>
          </p:nvCxnSpPr>
          <p:spPr>
            <a:xfrm>
              <a:off x="8165903" y="310242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A4233EC9-E11B-8811-5099-391531C8D5BD}"/>
              </a:ext>
            </a:extLst>
          </p:cNvPr>
          <p:cNvGrpSpPr/>
          <p:nvPr/>
        </p:nvGrpSpPr>
        <p:grpSpPr>
          <a:xfrm rot="5400000" flipH="1">
            <a:off x="3991216" y="4083285"/>
            <a:ext cx="3205694" cy="2147208"/>
            <a:chOff x="6467003" y="310242"/>
            <a:chExt cx="3205694" cy="2147208"/>
          </a:xfrm>
        </p:grpSpPr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0A1D2658-B935-4919-CBFB-AD93DABBF262}"/>
                </a:ext>
              </a:extLst>
            </p:cNvPr>
            <p:cNvSpPr txBox="1"/>
            <p:nvPr/>
          </p:nvSpPr>
          <p:spPr>
            <a:xfrm>
              <a:off x="6713597" y="1028700"/>
              <a:ext cx="2959100" cy="14287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61EAE71B-6D0D-CC15-4732-BE402ACF3DF8}"/>
                    </a:ext>
                  </a:extLst>
                </p:cNvPr>
                <p:cNvSpPr txBox="1"/>
                <p:nvPr/>
              </p:nvSpPr>
              <p:spPr>
                <a:xfrm rot="5400000">
                  <a:off x="7570825" y="2164318"/>
                  <a:ext cx="152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61EAE71B-6D0D-CC15-4732-BE402ACF3D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7570825" y="2164318"/>
                  <a:ext cx="152400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4000" r="-14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D0A37CF7-D658-E5E9-CC98-2F910059950F}"/>
                    </a:ext>
                  </a:extLst>
                </p:cNvPr>
                <p:cNvSpPr txBox="1"/>
                <p:nvPr/>
              </p:nvSpPr>
              <p:spPr>
                <a:xfrm rot="5400000">
                  <a:off x="7167892" y="2077436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D0A37CF7-D658-E5E9-CC98-2F91005995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7167892" y="2077436"/>
                  <a:ext cx="342900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122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627E4ED-0690-1BA0-E9FD-6B743F0DF4E9}"/>
                    </a:ext>
                  </a:extLst>
                </p:cNvPr>
                <p:cNvSpPr txBox="1"/>
                <p:nvPr/>
              </p:nvSpPr>
              <p:spPr>
                <a:xfrm rot="5400000">
                  <a:off x="9190097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627E4ED-0690-1BA0-E9FD-6B743F0DF4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9190097" y="2088118"/>
                  <a:ext cx="342900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160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A27B81C1-D411-FC56-B9AE-D2DB98721F48}"/>
                    </a:ext>
                  </a:extLst>
                </p:cNvPr>
                <p:cNvSpPr txBox="1"/>
                <p:nvPr/>
              </p:nvSpPr>
              <p:spPr>
                <a:xfrm rot="5400000">
                  <a:off x="8863072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A27B81C1-D411-FC56-B9AE-D2DB98721F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863072" y="2088118"/>
                  <a:ext cx="342900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160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1650DC31-54A2-FA49-AF98-AA77DDA9E280}"/>
                    </a:ext>
                  </a:extLst>
                </p:cNvPr>
                <p:cNvSpPr txBox="1"/>
                <p:nvPr/>
              </p:nvSpPr>
              <p:spPr>
                <a:xfrm rot="5400000">
                  <a:off x="8551922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1650DC31-54A2-FA49-AF98-AA77DDA9E2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551922" y="2088118"/>
                  <a:ext cx="342900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0590909F-2E1F-03F4-7977-60D0C3B0ABB7}"/>
                    </a:ext>
                  </a:extLst>
                </p:cNvPr>
                <p:cNvSpPr txBox="1"/>
                <p:nvPr/>
              </p:nvSpPr>
              <p:spPr>
                <a:xfrm rot="5400000">
                  <a:off x="8224897" y="2088118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0590909F-2E1F-03F4-7977-60D0C3B0A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224897" y="2088118"/>
                  <a:ext cx="342900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160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E055AEBA-31F9-538F-717C-7732BA0F6FCC}"/>
                    </a:ext>
                  </a:extLst>
                </p:cNvPr>
                <p:cNvSpPr txBox="1"/>
                <p:nvPr/>
              </p:nvSpPr>
              <p:spPr>
                <a:xfrm rot="5400000">
                  <a:off x="6635037" y="1914250"/>
                  <a:ext cx="342900" cy="6789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bar>
                      </m:oMath>
                    </m:oMathPara>
                  </a14:m>
                  <a:endParaRPr lang="en-US" altLang="zh-CN" b="0" dirty="0"/>
                </a:p>
                <a:p>
                  <a:endParaRPr lang="zh-CN" altLang="en-US" dirty="0"/>
                </a:p>
              </p:txBody>
            </p:sp>
          </mc:Choice>
          <mc:Fallback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E055AEBA-31F9-538F-717C-7732BA0F6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635037" y="1914250"/>
                  <a:ext cx="342900" cy="67896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358D8FA9-ACB7-88E2-4D10-D3F4B7D88C37}"/>
                    </a:ext>
                  </a:extLst>
                </p:cNvPr>
                <p:cNvSpPr txBox="1"/>
                <p:nvPr/>
              </p:nvSpPr>
              <p:spPr>
                <a:xfrm rot="5400000">
                  <a:off x="8021697" y="1028700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358D8FA9-ACB7-88E2-4D10-D3F4B7D88C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021697" y="1028700"/>
                  <a:ext cx="342900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1786" r="-3571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47355DC4-F1DE-D985-38F2-4F6AE4FF4076}"/>
                </a:ext>
              </a:extLst>
            </p:cNvPr>
            <p:cNvCxnSpPr>
              <a:cxnSpLocks/>
            </p:cNvCxnSpPr>
            <p:nvPr/>
          </p:nvCxnSpPr>
          <p:spPr>
            <a:xfrm>
              <a:off x="8165903" y="310242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64B59709-8E30-7CCF-CE26-026A3EB5FF04}"/>
              </a:ext>
            </a:extLst>
          </p:cNvPr>
          <p:cNvCxnSpPr>
            <a:cxnSpLocks/>
          </p:cNvCxnSpPr>
          <p:nvPr/>
        </p:nvCxnSpPr>
        <p:spPr>
          <a:xfrm flipV="1">
            <a:off x="1545295" y="2216547"/>
            <a:ext cx="2942213" cy="88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41A20998-311C-313F-1C8C-F623FD3C4737}"/>
              </a:ext>
            </a:extLst>
          </p:cNvPr>
          <p:cNvCxnSpPr>
            <a:cxnSpLocks/>
          </p:cNvCxnSpPr>
          <p:nvPr/>
        </p:nvCxnSpPr>
        <p:spPr>
          <a:xfrm>
            <a:off x="1533769" y="2600940"/>
            <a:ext cx="295373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17312764-4731-A6B4-7C47-8005FBF01E7C}"/>
                  </a:ext>
                </a:extLst>
              </p:cNvPr>
              <p:cNvSpPr txBox="1"/>
              <p:nvPr/>
            </p:nvSpPr>
            <p:spPr>
              <a:xfrm>
                <a:off x="1168219" y="1980157"/>
                <a:ext cx="377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/>
                            <m:t>A</m:t>
                          </m:r>
                        </m:e>
                        <m:sub>
                          <m:r>
                            <a:rPr lang="en-US" altLang="zh-CN" i="0"/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17312764-4731-A6B4-7C47-8005FBF01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219" y="1980157"/>
                <a:ext cx="377076" cy="369332"/>
              </a:xfrm>
              <a:prstGeom prst="rect">
                <a:avLst/>
              </a:prstGeom>
              <a:blipFill>
                <a:blip r:embed="rId18"/>
                <a:stretch>
                  <a:fillRect r="-4918"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15C21BB9-9D4F-131D-EA2A-627FE5A8E0C1}"/>
                  </a:ext>
                </a:extLst>
              </p:cNvPr>
              <p:cNvSpPr txBox="1"/>
              <p:nvPr/>
            </p:nvSpPr>
            <p:spPr>
              <a:xfrm>
                <a:off x="1168219" y="2380654"/>
                <a:ext cx="377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/>
                            <m:t>A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15C21BB9-9D4F-131D-EA2A-627FE5A8E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219" y="2380654"/>
                <a:ext cx="377076" cy="369332"/>
              </a:xfrm>
              <a:prstGeom prst="rect">
                <a:avLst/>
              </a:prstGeom>
              <a:blipFill>
                <a:blip r:embed="rId19"/>
                <a:stretch>
                  <a:fillRect r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50EF90CD-1938-5151-64B0-5139935CD05B}"/>
              </a:ext>
            </a:extLst>
          </p:cNvPr>
          <p:cNvCxnSpPr>
            <a:cxnSpLocks/>
          </p:cNvCxnSpPr>
          <p:nvPr/>
        </p:nvCxnSpPr>
        <p:spPr>
          <a:xfrm>
            <a:off x="2575560" y="5632700"/>
            <a:ext cx="192516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CA0C92F-39CE-8B1C-530B-7536F40B7D27}"/>
              </a:ext>
            </a:extLst>
          </p:cNvPr>
          <p:cNvCxnSpPr>
            <a:cxnSpLocks/>
          </p:cNvCxnSpPr>
          <p:nvPr/>
        </p:nvCxnSpPr>
        <p:spPr>
          <a:xfrm>
            <a:off x="2535553" y="2208204"/>
            <a:ext cx="40007" cy="34244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54128B39-A287-A0A2-9A16-67CA3085C217}"/>
              </a:ext>
            </a:extLst>
          </p:cNvPr>
          <p:cNvGrpSpPr/>
          <p:nvPr/>
        </p:nvGrpSpPr>
        <p:grpSpPr>
          <a:xfrm>
            <a:off x="2004365" y="2600941"/>
            <a:ext cx="2491511" cy="3252048"/>
            <a:chOff x="2880651" y="3957277"/>
            <a:chExt cx="900822" cy="718458"/>
          </a:xfrm>
        </p:grpSpPr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5B362F57-1E38-675D-230E-7899018A77DB}"/>
                </a:ext>
              </a:extLst>
            </p:cNvPr>
            <p:cNvCxnSpPr>
              <a:cxnSpLocks/>
            </p:cNvCxnSpPr>
            <p:nvPr/>
          </p:nvCxnSpPr>
          <p:spPr>
            <a:xfrm>
              <a:off x="2880651" y="4675734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53B86420-5F6A-00FF-C3AC-56274B9673DB}"/>
                </a:ext>
              </a:extLst>
            </p:cNvPr>
            <p:cNvCxnSpPr>
              <a:cxnSpLocks/>
            </p:cNvCxnSpPr>
            <p:nvPr/>
          </p:nvCxnSpPr>
          <p:spPr>
            <a:xfrm>
              <a:off x="2884761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AAEEB92E-64DD-307A-997C-1399A13F5F45}"/>
              </a:ext>
            </a:extLst>
          </p:cNvPr>
          <p:cNvSpPr/>
          <p:nvPr/>
        </p:nvSpPr>
        <p:spPr>
          <a:xfrm>
            <a:off x="2479477" y="2188436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4B82DD7E-0D48-8545-672B-EEB77B5F000E}"/>
              </a:ext>
            </a:extLst>
          </p:cNvPr>
          <p:cNvGrpSpPr/>
          <p:nvPr/>
        </p:nvGrpSpPr>
        <p:grpSpPr>
          <a:xfrm>
            <a:off x="2733902" y="301739"/>
            <a:ext cx="1753606" cy="1334532"/>
            <a:chOff x="2733902" y="301739"/>
            <a:chExt cx="1753606" cy="1334532"/>
          </a:xfrm>
        </p:grpSpPr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299DECE8-0EBC-4C40-F047-5277EBA86FC4}"/>
                </a:ext>
              </a:extLst>
            </p:cNvPr>
            <p:cNvGrpSpPr/>
            <p:nvPr/>
          </p:nvGrpSpPr>
          <p:grpSpPr>
            <a:xfrm>
              <a:off x="3128028" y="541238"/>
              <a:ext cx="1359480" cy="968597"/>
              <a:chOff x="3128028" y="541238"/>
              <a:chExt cx="1359480" cy="968597"/>
            </a:xfrm>
          </p:grpSpPr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1ECEEC58-99CE-E9DD-C3CC-53179004AFD1}"/>
                  </a:ext>
                </a:extLst>
              </p:cNvPr>
              <p:cNvGrpSpPr/>
              <p:nvPr/>
            </p:nvGrpSpPr>
            <p:grpSpPr>
              <a:xfrm>
                <a:off x="3128028" y="541238"/>
                <a:ext cx="1342897" cy="318556"/>
                <a:chOff x="1517186" y="541238"/>
                <a:chExt cx="2953739" cy="318556"/>
              </a:xfrm>
            </p:grpSpPr>
            <p:cxnSp>
              <p:nvCxnSpPr>
                <p:cNvPr id="104" name="直接连接符 103">
                  <a:extLst>
                    <a:ext uri="{FF2B5EF4-FFF2-40B4-BE49-F238E27FC236}">
                      <a16:creationId xmlns:a16="http://schemas.microsoft.com/office/drawing/2014/main" id="{D83C7C43-D828-5442-BD3C-7D10EC7946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28712" y="541238"/>
                  <a:ext cx="2942213" cy="880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直接连接符 104">
                  <a:extLst>
                    <a:ext uri="{FF2B5EF4-FFF2-40B4-BE49-F238E27FC236}">
                      <a16:creationId xmlns:a16="http://schemas.microsoft.com/office/drawing/2014/main" id="{5AAF88D0-2C8E-1A6C-CD66-51E905DF84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17186" y="859794"/>
                  <a:ext cx="29537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1DCB3AE4-320D-B0CB-F35B-AC8BCBB24990}"/>
                  </a:ext>
                </a:extLst>
              </p:cNvPr>
              <p:cNvGrpSpPr/>
              <p:nvPr/>
            </p:nvGrpSpPr>
            <p:grpSpPr>
              <a:xfrm>
                <a:off x="3141559" y="1199761"/>
                <a:ext cx="1345949" cy="310074"/>
                <a:chOff x="1528712" y="541238"/>
                <a:chExt cx="2960451" cy="349146"/>
              </a:xfrm>
            </p:grpSpPr>
            <p:cxnSp>
              <p:nvCxnSpPr>
                <p:cNvPr id="108" name="直接连接符 107">
                  <a:extLst>
                    <a:ext uri="{FF2B5EF4-FFF2-40B4-BE49-F238E27FC236}">
                      <a16:creationId xmlns:a16="http://schemas.microsoft.com/office/drawing/2014/main" id="{8AE980E0-7F6C-61DA-7869-5D412C98DA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28712" y="541238"/>
                  <a:ext cx="2942213" cy="880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>
                  <a:extLst>
                    <a:ext uri="{FF2B5EF4-FFF2-40B4-BE49-F238E27FC236}">
                      <a16:creationId xmlns:a16="http://schemas.microsoft.com/office/drawing/2014/main" id="{E60D6021-9941-303D-2053-763080039A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35424" y="890384"/>
                  <a:ext cx="29537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C8252E9B-3A59-2B51-AE4B-C99FCFE294A0}"/>
                    </a:ext>
                  </a:extLst>
                </p:cNvPr>
                <p:cNvSpPr txBox="1"/>
                <p:nvPr/>
              </p:nvSpPr>
              <p:spPr>
                <a:xfrm flipH="1">
                  <a:off x="2733902" y="301739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C8252E9B-3A59-2B51-AE4B-C99FCFE294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733902" y="301739"/>
                  <a:ext cx="342900" cy="369332"/>
                </a:xfrm>
                <a:prstGeom prst="rect">
                  <a:avLst/>
                </a:prstGeom>
                <a:blipFill>
                  <a:blip r:embed="rId20"/>
                  <a:stretch>
                    <a:fillRect r="-140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70625A0D-F324-97FF-51EA-02483512C927}"/>
                    </a:ext>
                  </a:extLst>
                </p:cNvPr>
                <p:cNvSpPr txBox="1"/>
                <p:nvPr/>
              </p:nvSpPr>
              <p:spPr>
                <a:xfrm flipH="1">
                  <a:off x="2733902" y="628764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70625A0D-F324-97FF-51EA-02483512C9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733902" y="628764"/>
                  <a:ext cx="342900" cy="369332"/>
                </a:xfrm>
                <a:prstGeom prst="rect">
                  <a:avLst/>
                </a:prstGeom>
                <a:blipFill>
                  <a:blip r:embed="rId21"/>
                  <a:stretch>
                    <a:fillRect r="-122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4470AED0-5172-D717-40A5-D64038D9ECE8}"/>
                    </a:ext>
                  </a:extLst>
                </p:cNvPr>
                <p:cNvSpPr txBox="1"/>
                <p:nvPr/>
              </p:nvSpPr>
              <p:spPr>
                <a:xfrm flipH="1">
                  <a:off x="2733902" y="939914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4470AED0-5172-D717-40A5-D64038D9E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733902" y="939914"/>
                  <a:ext cx="342900" cy="369332"/>
                </a:xfrm>
                <a:prstGeom prst="rect">
                  <a:avLst/>
                </a:prstGeom>
                <a:blipFill>
                  <a:blip r:embed="rId22"/>
                  <a:stretch>
                    <a:fillRect r="-140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92B5142A-444D-18C5-FEE5-CB6142061AEA}"/>
                    </a:ext>
                  </a:extLst>
                </p:cNvPr>
                <p:cNvSpPr txBox="1"/>
                <p:nvPr/>
              </p:nvSpPr>
              <p:spPr>
                <a:xfrm flipH="1">
                  <a:off x="2733902" y="1266939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92B5142A-444D-18C5-FEE5-CB6142061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733902" y="1266939"/>
                  <a:ext cx="342900" cy="369332"/>
                </a:xfrm>
                <a:prstGeom prst="rect">
                  <a:avLst/>
                </a:prstGeom>
                <a:blipFill>
                  <a:blip r:embed="rId23"/>
                  <a:stretch>
                    <a:fillRect r="-140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37B79875-ECE6-987A-80C6-325BDF316FF0}"/>
              </a:ext>
            </a:extLst>
          </p:cNvPr>
          <p:cNvGrpSpPr/>
          <p:nvPr/>
        </p:nvGrpSpPr>
        <p:grpSpPr>
          <a:xfrm>
            <a:off x="2780069" y="3492393"/>
            <a:ext cx="1753606" cy="1334532"/>
            <a:chOff x="2733902" y="301739"/>
            <a:chExt cx="1753606" cy="1334532"/>
          </a:xfrm>
        </p:grpSpPr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505A676B-8665-A070-01D6-BB5DD981DEC7}"/>
                </a:ext>
              </a:extLst>
            </p:cNvPr>
            <p:cNvGrpSpPr/>
            <p:nvPr/>
          </p:nvGrpSpPr>
          <p:grpSpPr>
            <a:xfrm>
              <a:off x="3128028" y="541238"/>
              <a:ext cx="1359480" cy="968597"/>
              <a:chOff x="3128028" y="541238"/>
              <a:chExt cx="1359480" cy="968597"/>
            </a:xfrm>
          </p:grpSpPr>
          <p:grpSp>
            <p:nvGrpSpPr>
              <p:cNvPr id="133" name="组合 132">
                <a:extLst>
                  <a:ext uri="{FF2B5EF4-FFF2-40B4-BE49-F238E27FC236}">
                    <a16:creationId xmlns:a16="http://schemas.microsoft.com/office/drawing/2014/main" id="{582030DA-D3DE-F3EF-F3ED-BD86C0984ACC}"/>
                  </a:ext>
                </a:extLst>
              </p:cNvPr>
              <p:cNvGrpSpPr/>
              <p:nvPr/>
            </p:nvGrpSpPr>
            <p:grpSpPr>
              <a:xfrm>
                <a:off x="3128028" y="541238"/>
                <a:ext cx="1342897" cy="318556"/>
                <a:chOff x="1517186" y="541238"/>
                <a:chExt cx="2953739" cy="318556"/>
              </a:xfrm>
            </p:grpSpPr>
            <p:cxnSp>
              <p:nvCxnSpPr>
                <p:cNvPr id="137" name="直接连接符 136">
                  <a:extLst>
                    <a:ext uri="{FF2B5EF4-FFF2-40B4-BE49-F238E27FC236}">
                      <a16:creationId xmlns:a16="http://schemas.microsoft.com/office/drawing/2014/main" id="{A31ADE35-6049-400F-C9B2-5985EC35FE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28712" y="541238"/>
                  <a:ext cx="2942213" cy="880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连接符 137">
                  <a:extLst>
                    <a:ext uri="{FF2B5EF4-FFF2-40B4-BE49-F238E27FC236}">
                      <a16:creationId xmlns:a16="http://schemas.microsoft.com/office/drawing/2014/main" id="{130DCC6D-4D78-B691-C811-CA184759B1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17186" y="859794"/>
                  <a:ext cx="29537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4" name="组合 133">
                <a:extLst>
                  <a:ext uri="{FF2B5EF4-FFF2-40B4-BE49-F238E27FC236}">
                    <a16:creationId xmlns:a16="http://schemas.microsoft.com/office/drawing/2014/main" id="{E3F2463F-4446-32FF-A147-8608BD660B21}"/>
                  </a:ext>
                </a:extLst>
              </p:cNvPr>
              <p:cNvGrpSpPr/>
              <p:nvPr/>
            </p:nvGrpSpPr>
            <p:grpSpPr>
              <a:xfrm>
                <a:off x="3141559" y="1199761"/>
                <a:ext cx="1345949" cy="310074"/>
                <a:chOff x="1528712" y="541238"/>
                <a:chExt cx="2960451" cy="349146"/>
              </a:xfrm>
            </p:grpSpPr>
            <p:cxnSp>
              <p:nvCxnSpPr>
                <p:cNvPr id="135" name="直接连接符 134">
                  <a:extLst>
                    <a:ext uri="{FF2B5EF4-FFF2-40B4-BE49-F238E27FC236}">
                      <a16:creationId xmlns:a16="http://schemas.microsoft.com/office/drawing/2014/main" id="{24AC61A6-6DA6-2B8E-ECD4-7980CAF0E8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28712" y="541238"/>
                  <a:ext cx="2942213" cy="880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直接连接符 135">
                  <a:extLst>
                    <a:ext uri="{FF2B5EF4-FFF2-40B4-BE49-F238E27FC236}">
                      <a16:creationId xmlns:a16="http://schemas.microsoft.com/office/drawing/2014/main" id="{82C23B93-ABD3-552B-9280-3E05F1DA73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35424" y="890384"/>
                  <a:ext cx="29537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0E945DBE-CA7B-9861-982A-9E4162464DE9}"/>
                    </a:ext>
                  </a:extLst>
                </p:cNvPr>
                <p:cNvSpPr txBox="1"/>
                <p:nvPr/>
              </p:nvSpPr>
              <p:spPr>
                <a:xfrm flipH="1">
                  <a:off x="2733902" y="301739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0E945DBE-CA7B-9861-982A-9E4162464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733902" y="301739"/>
                  <a:ext cx="342900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160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37EC2498-1406-6AAC-C27A-7C9AC70724CE}"/>
                    </a:ext>
                  </a:extLst>
                </p:cNvPr>
                <p:cNvSpPr txBox="1"/>
                <p:nvPr/>
              </p:nvSpPr>
              <p:spPr>
                <a:xfrm flipH="1">
                  <a:off x="2733902" y="628764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37EC2498-1406-6AAC-C27A-7C9AC70724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733902" y="628764"/>
                  <a:ext cx="342900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8384C490-26F8-ADD0-C0D4-202BF293A8D6}"/>
                    </a:ext>
                  </a:extLst>
                </p:cNvPr>
                <p:cNvSpPr txBox="1"/>
                <p:nvPr/>
              </p:nvSpPr>
              <p:spPr>
                <a:xfrm flipH="1">
                  <a:off x="2733902" y="939914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8384C490-26F8-ADD0-C0D4-202BF293A8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733902" y="939914"/>
                  <a:ext cx="342900" cy="369332"/>
                </a:xfrm>
                <a:prstGeom prst="rect">
                  <a:avLst/>
                </a:prstGeom>
                <a:blipFill>
                  <a:blip r:embed="rId26"/>
                  <a:stretch>
                    <a:fillRect r="-160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0895201F-53D3-1E85-3C48-CA4FF192EC2D}"/>
                    </a:ext>
                  </a:extLst>
                </p:cNvPr>
                <p:cNvSpPr txBox="1"/>
                <p:nvPr/>
              </p:nvSpPr>
              <p:spPr>
                <a:xfrm flipH="1">
                  <a:off x="2733902" y="1266939"/>
                  <a:ext cx="342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0895201F-53D3-1E85-3C48-CA4FF192EC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733902" y="1266939"/>
                  <a:ext cx="342900" cy="369332"/>
                </a:xfrm>
                <a:prstGeom prst="rect">
                  <a:avLst/>
                </a:prstGeom>
                <a:blipFill>
                  <a:blip r:embed="rId27"/>
                  <a:stretch>
                    <a:fillRect r="-160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9" name="椭圆 138">
            <a:extLst>
              <a:ext uri="{FF2B5EF4-FFF2-40B4-BE49-F238E27FC236}">
                <a16:creationId xmlns:a16="http://schemas.microsoft.com/office/drawing/2014/main" id="{84811CB3-9E12-5838-EE7D-D7D8422FA879}"/>
              </a:ext>
            </a:extLst>
          </p:cNvPr>
          <p:cNvSpPr/>
          <p:nvPr/>
        </p:nvSpPr>
        <p:spPr>
          <a:xfrm>
            <a:off x="1955864" y="2565320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59A9FEF4-A4B4-7BB1-1F8D-8806A72417ED}"/>
              </a:ext>
            </a:extLst>
          </p:cNvPr>
          <p:cNvCxnSpPr>
            <a:cxnSpLocks/>
          </p:cNvCxnSpPr>
          <p:nvPr/>
        </p:nvCxnSpPr>
        <p:spPr>
          <a:xfrm>
            <a:off x="1517186" y="2969507"/>
            <a:ext cx="295373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5A070B22-3B77-95BD-4FB6-3362AC6B1396}"/>
                  </a:ext>
                </a:extLst>
              </p:cNvPr>
              <p:cNvSpPr txBox="1"/>
              <p:nvPr/>
            </p:nvSpPr>
            <p:spPr>
              <a:xfrm>
                <a:off x="1151636" y="2749221"/>
                <a:ext cx="377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/>
                            <m:t>A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5A070B22-3B77-95BD-4FB6-3362AC6B1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636" y="2749221"/>
                <a:ext cx="377076" cy="369332"/>
              </a:xfrm>
              <a:prstGeom prst="rect">
                <a:avLst/>
              </a:prstGeom>
              <a:blipFill>
                <a:blip r:embed="rId28"/>
                <a:stretch>
                  <a:fillRect r="-48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8138BCFA-E08F-3419-F73B-EAB85DB69B03}"/>
              </a:ext>
            </a:extLst>
          </p:cNvPr>
          <p:cNvGrpSpPr/>
          <p:nvPr/>
        </p:nvGrpSpPr>
        <p:grpSpPr>
          <a:xfrm>
            <a:off x="1652200" y="2977188"/>
            <a:ext cx="1159963" cy="3328582"/>
            <a:chOff x="2880651" y="3957277"/>
            <a:chExt cx="900822" cy="718458"/>
          </a:xfrm>
        </p:grpSpPr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57CAE168-0707-8BB5-B07F-72DD1EE76DE0}"/>
                </a:ext>
              </a:extLst>
            </p:cNvPr>
            <p:cNvCxnSpPr>
              <a:cxnSpLocks/>
            </p:cNvCxnSpPr>
            <p:nvPr/>
          </p:nvCxnSpPr>
          <p:spPr>
            <a:xfrm>
              <a:off x="2880651" y="4675734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21CFDAB4-4749-F235-A587-C9F98A1DDE48}"/>
                </a:ext>
              </a:extLst>
            </p:cNvPr>
            <p:cNvCxnSpPr>
              <a:cxnSpLocks/>
            </p:cNvCxnSpPr>
            <p:nvPr/>
          </p:nvCxnSpPr>
          <p:spPr>
            <a:xfrm>
              <a:off x="2884761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4" name="椭圆 153">
            <a:extLst>
              <a:ext uri="{FF2B5EF4-FFF2-40B4-BE49-F238E27FC236}">
                <a16:creationId xmlns:a16="http://schemas.microsoft.com/office/drawing/2014/main" id="{E3D96320-4ADD-244D-046F-94C30D1794DA}"/>
              </a:ext>
            </a:extLst>
          </p:cNvPr>
          <p:cNvSpPr/>
          <p:nvPr/>
        </p:nvSpPr>
        <p:spPr>
          <a:xfrm>
            <a:off x="1615660" y="2932064"/>
            <a:ext cx="104375" cy="1043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767DF677-8489-62B4-9744-A632ED3007D0}"/>
              </a:ext>
            </a:extLst>
          </p:cNvPr>
          <p:cNvGrpSpPr/>
          <p:nvPr/>
        </p:nvGrpSpPr>
        <p:grpSpPr>
          <a:xfrm>
            <a:off x="2868629" y="5929657"/>
            <a:ext cx="491672" cy="701307"/>
            <a:chOff x="3534655" y="3250347"/>
            <a:chExt cx="707572" cy="1016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矩形 155">
                  <a:extLst>
                    <a:ext uri="{FF2B5EF4-FFF2-40B4-BE49-F238E27FC236}">
                      <a16:creationId xmlns:a16="http://schemas.microsoft.com/office/drawing/2014/main" id="{5C2B02B9-44A0-7006-4DD0-A22E6C5A34BA}"/>
                    </a:ext>
                  </a:extLst>
                </p:cNvPr>
                <p:cNvSpPr/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2BE2B297-30AC-2998-7B75-26378D9B24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655" y="3250347"/>
                  <a:ext cx="591671" cy="1016213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C9F38CAC-A0BB-367F-2CAD-FA5EE288B208}"/>
                </a:ext>
              </a:extLst>
            </p:cNvPr>
            <p:cNvSpPr/>
            <p:nvPr/>
          </p:nvSpPr>
          <p:spPr>
            <a:xfrm>
              <a:off x="4137852" y="3753010"/>
              <a:ext cx="104375" cy="10437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964A0083-3B52-ACAD-49DF-C4AC328F3558}"/>
              </a:ext>
            </a:extLst>
          </p:cNvPr>
          <p:cNvCxnSpPr>
            <a:cxnSpLocks/>
          </p:cNvCxnSpPr>
          <p:nvPr/>
        </p:nvCxnSpPr>
        <p:spPr>
          <a:xfrm>
            <a:off x="3379305" y="6305774"/>
            <a:ext cx="1140469" cy="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E4E6E63F-D714-7BF5-F984-FB53CB55E593}"/>
                  </a:ext>
                </a:extLst>
              </p:cNvPr>
              <p:cNvSpPr/>
              <p:nvPr/>
            </p:nvSpPr>
            <p:spPr>
              <a:xfrm>
                <a:off x="7822116" y="2829053"/>
                <a:ext cx="591671" cy="1016213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pPr algn="ctr"/>
                <a:endParaRPr lang="en-US" altLang="zh-CN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E4E6E63F-D714-7BF5-F984-FB53CB55E5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116" y="2829053"/>
                <a:ext cx="591671" cy="101621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C01134A1-723A-94B5-AED4-AF36C963482C}"/>
              </a:ext>
            </a:extLst>
          </p:cNvPr>
          <p:cNvGrpSpPr/>
          <p:nvPr/>
        </p:nvGrpSpPr>
        <p:grpSpPr>
          <a:xfrm flipH="1" flipV="1">
            <a:off x="6481320" y="1717079"/>
            <a:ext cx="631455" cy="1401472"/>
            <a:chOff x="2870963" y="3957277"/>
            <a:chExt cx="900822" cy="718459"/>
          </a:xfrm>
        </p:grpSpPr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54EFB99F-57EE-B0E2-9A5F-F34FBACEBBC5}"/>
                </a:ext>
              </a:extLst>
            </p:cNvPr>
            <p:cNvCxnSpPr>
              <a:cxnSpLocks/>
            </p:cNvCxnSpPr>
            <p:nvPr/>
          </p:nvCxnSpPr>
          <p:spPr>
            <a:xfrm>
              <a:off x="2870963" y="4675735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直接连接符 163">
              <a:extLst>
                <a:ext uri="{FF2B5EF4-FFF2-40B4-BE49-F238E27FC236}">
                  <a16:creationId xmlns:a16="http://schemas.microsoft.com/office/drawing/2014/main" id="{C154B11D-302D-E68B-B85C-C34298A6C580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6194E133-073A-690B-F286-43BE9388DE83}"/>
              </a:ext>
            </a:extLst>
          </p:cNvPr>
          <p:cNvGrpSpPr/>
          <p:nvPr/>
        </p:nvGrpSpPr>
        <p:grpSpPr>
          <a:xfrm flipH="1">
            <a:off x="6481317" y="3492393"/>
            <a:ext cx="631455" cy="1569001"/>
            <a:chOff x="2870963" y="3957277"/>
            <a:chExt cx="900822" cy="718459"/>
          </a:xfrm>
        </p:grpSpPr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1EBE355E-7831-A87B-CF30-3CBE76AFEE9F}"/>
                </a:ext>
              </a:extLst>
            </p:cNvPr>
            <p:cNvCxnSpPr>
              <a:cxnSpLocks/>
            </p:cNvCxnSpPr>
            <p:nvPr/>
          </p:nvCxnSpPr>
          <p:spPr>
            <a:xfrm>
              <a:off x="2870963" y="4675735"/>
              <a:ext cx="90082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822BADD1-5C3B-6EC2-6C1D-4FA02480C62F}"/>
                </a:ext>
              </a:extLst>
            </p:cNvPr>
            <p:cNvCxnSpPr>
              <a:cxnSpLocks/>
            </p:cNvCxnSpPr>
            <p:nvPr/>
          </p:nvCxnSpPr>
          <p:spPr>
            <a:xfrm>
              <a:off x="2887406" y="3957277"/>
              <a:ext cx="0" cy="7184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06760B64-41DD-B41C-272D-41B8B22520D7}"/>
              </a:ext>
            </a:extLst>
          </p:cNvPr>
          <p:cNvCxnSpPr>
            <a:cxnSpLocks/>
          </p:cNvCxnSpPr>
          <p:nvPr/>
        </p:nvCxnSpPr>
        <p:spPr>
          <a:xfrm rot="5400000" flipH="1">
            <a:off x="7460475" y="3121101"/>
            <a:ext cx="0" cy="718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92104B21-FA2E-B996-5484-8DFA7DCF52D9}"/>
              </a:ext>
            </a:extLst>
          </p:cNvPr>
          <p:cNvCxnSpPr>
            <a:cxnSpLocks/>
          </p:cNvCxnSpPr>
          <p:nvPr/>
        </p:nvCxnSpPr>
        <p:spPr>
          <a:xfrm rot="5400000" flipH="1">
            <a:off x="7460475" y="2759322"/>
            <a:ext cx="0" cy="718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D1D91439-30D4-3374-04DE-C2E2B1004B7D}"/>
              </a:ext>
            </a:extLst>
          </p:cNvPr>
          <p:cNvCxnSpPr>
            <a:cxnSpLocks/>
          </p:cNvCxnSpPr>
          <p:nvPr/>
        </p:nvCxnSpPr>
        <p:spPr>
          <a:xfrm rot="5400000" flipH="1">
            <a:off x="8773016" y="2935494"/>
            <a:ext cx="0" cy="718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245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1D3F778-3DB2-DF96-E128-DD1599BE7C47}"/>
              </a:ext>
            </a:extLst>
          </p:cNvPr>
          <p:cNvGrpSpPr/>
          <p:nvPr/>
        </p:nvGrpSpPr>
        <p:grpSpPr>
          <a:xfrm>
            <a:off x="2099463" y="585216"/>
            <a:ext cx="5940590" cy="3903281"/>
            <a:chOff x="0" y="0"/>
            <a:chExt cx="5856607" cy="364187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EA02B6C-9BA3-FA36-6A00-C30AA1FF8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856607" cy="36418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285500EB-D183-7E28-1726-4507ED24A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5580" y="540326"/>
              <a:ext cx="238895" cy="257756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8835C73-1537-53CC-1BC2-B43A26298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14567" y="540326"/>
              <a:ext cx="238896" cy="188361"/>
            </a:xfrm>
            <a:prstGeom prst="rect">
              <a:avLst/>
            </a:prstGeom>
          </p:spPr>
        </p:pic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D5BE883D-936A-C59C-DD71-BE6527845377}"/>
              </a:ext>
            </a:extLst>
          </p:cNvPr>
          <p:cNvSpPr/>
          <p:nvPr/>
        </p:nvSpPr>
        <p:spPr>
          <a:xfrm>
            <a:off x="7439558" y="4242816"/>
            <a:ext cx="724205" cy="35113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B8508ED-BF41-1615-58B6-489A83589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0765" y="4137367"/>
            <a:ext cx="252568" cy="35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70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110</Words>
  <Application>Microsoft Office PowerPoint</Application>
  <PresentationFormat>宽屏</PresentationFormat>
  <Paragraphs>104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等线 Light</vt:lpstr>
      <vt:lpstr>Arial</vt:lpstr>
      <vt:lpstr>Cambria Math</vt:lpstr>
      <vt:lpstr>Times New Roman</vt:lpstr>
      <vt:lpstr>Office 主题​​</vt:lpstr>
      <vt:lpstr>Bitmap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744311194@qq.com</dc:creator>
  <cp:lastModifiedBy>744311194@qq.com</cp:lastModifiedBy>
  <cp:revision>1</cp:revision>
  <dcterms:created xsi:type="dcterms:W3CDTF">2026-06-18T15:05:51Z</dcterms:created>
  <dcterms:modified xsi:type="dcterms:W3CDTF">2026-06-19T07:14:10Z</dcterms:modified>
</cp:coreProperties>
</file>