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7" r:id="rId6"/>
    <p:sldId id="261" r:id="rId7"/>
    <p:sldId id="268" r:id="rId8"/>
    <p:sldId id="262" r:id="rId9"/>
    <p:sldId id="269" r:id="rId10"/>
    <p:sldId id="263" r:id="rId11"/>
    <p:sldId id="270" r:id="rId12"/>
    <p:sldId id="265" r:id="rId13"/>
    <p:sldId id="271" r:id="rId14"/>
    <p:sldId id="266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816CE9-A1BC-4C49-AF4E-775B03639C76}" v="106" dt="2026-06-22T12:05:24.9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0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744311194@qq.com" userId="e2a28223f2085f4b" providerId="LiveId" clId="{93EAE7B5-FDEE-48D0-B65C-03455E3B8632}"/>
    <pc:docChg chg="undo custSel addSld modSld modMainMaster">
      <pc:chgData name="744311194@qq.com" userId="e2a28223f2085f4b" providerId="LiveId" clId="{93EAE7B5-FDEE-48D0-B65C-03455E3B8632}" dt="2026-06-22T12:05:24.912" v="309" actId="478"/>
      <pc:docMkLst>
        <pc:docMk/>
      </pc:docMkLst>
      <pc:sldChg chg="modSp mod">
        <pc:chgData name="744311194@qq.com" userId="e2a28223f2085f4b" providerId="LiveId" clId="{93EAE7B5-FDEE-48D0-B65C-03455E3B8632}" dt="2026-06-17T13:36:32.053" v="1" actId="113"/>
        <pc:sldMkLst>
          <pc:docMk/>
          <pc:sldMk cId="1998477258" sldId="257"/>
        </pc:sldMkLst>
        <pc:spChg chg="mod">
          <ac:chgData name="744311194@qq.com" userId="e2a28223f2085f4b" providerId="LiveId" clId="{93EAE7B5-FDEE-48D0-B65C-03455E3B8632}" dt="2026-06-17T13:36:32.053" v="1" actId="113"/>
          <ac:spMkLst>
            <pc:docMk/>
            <pc:sldMk cId="1998477258" sldId="257"/>
            <ac:spMk id="3" creationId="{00000000-0000-0000-0000-000000000000}"/>
          </ac:spMkLst>
        </pc:spChg>
      </pc:sldChg>
      <pc:sldChg chg="addSp delSp modSp mod">
        <pc:chgData name="744311194@qq.com" userId="e2a28223f2085f4b" providerId="LiveId" clId="{93EAE7B5-FDEE-48D0-B65C-03455E3B8632}" dt="2026-06-22T11:44:56.508" v="306" actId="478"/>
        <pc:sldMkLst>
          <pc:docMk/>
          <pc:sldMk cId="1344207555" sldId="260"/>
        </pc:sldMkLst>
        <pc:spChg chg="del">
          <ac:chgData name="744311194@qq.com" userId="e2a28223f2085f4b" providerId="LiveId" clId="{93EAE7B5-FDEE-48D0-B65C-03455E3B8632}" dt="2026-06-22T11:44:56.508" v="306" actId="478"/>
          <ac:spMkLst>
            <pc:docMk/>
            <pc:sldMk cId="1344207555" sldId="260"/>
            <ac:spMk id="3" creationId="{00000000-0000-0000-0000-000000000000}"/>
          </ac:spMkLst>
        </pc:spChg>
        <pc:graphicFrameChg chg="add del">
          <ac:chgData name="744311194@qq.com" userId="e2a28223f2085f4b" providerId="LiveId" clId="{93EAE7B5-FDEE-48D0-B65C-03455E3B8632}" dt="2026-06-17T14:24:38.562" v="6" actId="21"/>
          <ac:graphicFrameMkLst>
            <pc:docMk/>
            <pc:sldMk cId="1344207555" sldId="260"/>
            <ac:graphicFrameMk id="15" creationId="{00000000-0000-0000-0000-000000000000}"/>
          </ac:graphicFrameMkLst>
        </pc:graphicFrameChg>
      </pc:sldChg>
      <pc:sldChg chg="delSp">
        <pc:chgData name="744311194@qq.com" userId="e2a28223f2085f4b" providerId="LiveId" clId="{93EAE7B5-FDEE-48D0-B65C-03455E3B8632}" dt="2026-06-22T12:05:24.912" v="309" actId="478"/>
        <pc:sldMkLst>
          <pc:docMk/>
          <pc:sldMk cId="172554400" sldId="261"/>
        </pc:sldMkLst>
        <pc:spChg chg="del">
          <ac:chgData name="744311194@qq.com" userId="e2a28223f2085f4b" providerId="LiveId" clId="{93EAE7B5-FDEE-48D0-B65C-03455E3B8632}" dt="2026-06-22T12:05:24.912" v="309" actId="478"/>
          <ac:spMkLst>
            <pc:docMk/>
            <pc:sldMk cId="172554400" sldId="261"/>
            <ac:spMk id="3" creationId="{00000000-0000-0000-0000-000000000000}"/>
          </ac:spMkLst>
        </pc:spChg>
        <pc:spChg chg="del">
          <ac:chgData name="744311194@qq.com" userId="e2a28223f2085f4b" providerId="LiveId" clId="{93EAE7B5-FDEE-48D0-B65C-03455E3B8632}" dt="2026-06-22T12:05:20.481" v="308" actId="478"/>
          <ac:spMkLst>
            <pc:docMk/>
            <pc:sldMk cId="172554400" sldId="261"/>
            <ac:spMk id="6" creationId="{00000000-0000-0000-0000-000000000000}"/>
          </ac:spMkLst>
        </pc:spChg>
      </pc:sldChg>
      <pc:sldChg chg="delSp setBg">
        <pc:chgData name="744311194@qq.com" userId="e2a28223f2085f4b" providerId="LiveId" clId="{93EAE7B5-FDEE-48D0-B65C-03455E3B8632}" dt="2026-06-22T12:02:44.474" v="307" actId="478"/>
        <pc:sldMkLst>
          <pc:docMk/>
          <pc:sldMk cId="1065568656" sldId="262"/>
        </pc:sldMkLst>
        <pc:spChg chg="del">
          <ac:chgData name="744311194@qq.com" userId="e2a28223f2085f4b" providerId="LiveId" clId="{93EAE7B5-FDEE-48D0-B65C-03455E3B8632}" dt="2026-06-22T12:02:44.474" v="307" actId="478"/>
          <ac:spMkLst>
            <pc:docMk/>
            <pc:sldMk cId="1065568656" sldId="262"/>
            <ac:spMk id="3" creationId="{00000000-0000-0000-0000-000000000000}"/>
          </ac:spMkLst>
        </pc:spChg>
      </pc:sldChg>
      <pc:sldChg chg="delSp modSp add mod">
        <pc:chgData name="744311194@qq.com" userId="e2a28223f2085f4b" providerId="LiveId" clId="{93EAE7B5-FDEE-48D0-B65C-03455E3B8632}" dt="2026-06-17T14:24:59.544" v="19" actId="14100"/>
        <pc:sldMkLst>
          <pc:docMk/>
          <pc:sldMk cId="2175411455" sldId="267"/>
        </pc:sldMkLst>
        <pc:graphicFrameChg chg="mod">
          <ac:chgData name="744311194@qq.com" userId="e2a28223f2085f4b" providerId="LiveId" clId="{93EAE7B5-FDEE-48D0-B65C-03455E3B8632}" dt="2026-06-17T14:24:59.544" v="19" actId="14100"/>
          <ac:graphicFrameMkLst>
            <pc:docMk/>
            <pc:sldMk cId="2175411455" sldId="267"/>
            <ac:graphicFrameMk id="15" creationId="{61B6694F-9199-A9D8-D44D-7BE47D2CDF5F}"/>
          </ac:graphicFrameMkLst>
        </pc:graphicFrameChg>
      </pc:sldChg>
      <pc:sldChg chg="addSp delSp modSp add mod">
        <pc:chgData name="744311194@qq.com" userId="e2a28223f2085f4b" providerId="LiveId" clId="{93EAE7B5-FDEE-48D0-B65C-03455E3B8632}" dt="2026-06-17T14:49:09.830" v="244" actId="164"/>
        <pc:sldMkLst>
          <pc:docMk/>
          <pc:sldMk cId="3680832525" sldId="268"/>
        </pc:sldMkLst>
        <pc:spChg chg="add mod">
          <ac:chgData name="744311194@qq.com" userId="e2a28223f2085f4b" providerId="LiveId" clId="{93EAE7B5-FDEE-48D0-B65C-03455E3B8632}" dt="2026-06-17T14:49:09.830" v="244" actId="164"/>
          <ac:spMkLst>
            <pc:docMk/>
            <pc:sldMk cId="3680832525" sldId="268"/>
            <ac:spMk id="4" creationId="{F492E947-78DB-C121-6B73-6ED9C2D08F11}"/>
          </ac:spMkLst>
        </pc:spChg>
        <pc:grpChg chg="add mod">
          <ac:chgData name="744311194@qq.com" userId="e2a28223f2085f4b" providerId="LiveId" clId="{93EAE7B5-FDEE-48D0-B65C-03455E3B8632}" dt="2026-06-17T14:49:09.830" v="244" actId="164"/>
          <ac:grpSpMkLst>
            <pc:docMk/>
            <pc:sldMk cId="3680832525" sldId="268"/>
            <ac:grpSpMk id="5" creationId="{A3D3494B-BC7C-96C0-22C5-6AB2B0C029B6}"/>
          </ac:grpSpMkLst>
        </pc:grpChg>
        <pc:graphicFrameChg chg="mod">
          <ac:chgData name="744311194@qq.com" userId="e2a28223f2085f4b" providerId="LiveId" clId="{93EAE7B5-FDEE-48D0-B65C-03455E3B8632}" dt="2026-06-17T14:49:09.830" v="244" actId="164"/>
          <ac:graphicFrameMkLst>
            <pc:docMk/>
            <pc:sldMk cId="3680832525" sldId="268"/>
            <ac:graphicFrameMk id="10" creationId="{A6863263-8F7A-09B4-4C48-046B7452D153}"/>
          </ac:graphicFrameMkLst>
        </pc:graphicFrameChg>
      </pc:sldChg>
      <pc:sldChg chg="addSp delSp modSp add mod">
        <pc:chgData name="744311194@qq.com" userId="e2a28223f2085f4b" providerId="LiveId" clId="{93EAE7B5-FDEE-48D0-B65C-03455E3B8632}" dt="2026-06-17T14:42:58.493" v="150" actId="164"/>
        <pc:sldMkLst>
          <pc:docMk/>
          <pc:sldMk cId="1778527182" sldId="269"/>
        </pc:sldMkLst>
        <pc:spChg chg="add mod">
          <ac:chgData name="744311194@qq.com" userId="e2a28223f2085f4b" providerId="LiveId" clId="{93EAE7B5-FDEE-48D0-B65C-03455E3B8632}" dt="2026-06-17T14:39:54.449" v="125" actId="164"/>
          <ac:spMkLst>
            <pc:docMk/>
            <pc:sldMk cId="1778527182" sldId="269"/>
            <ac:spMk id="5" creationId="{87BAC1B9-57A3-9B11-8520-0594FD683E55}"/>
          </ac:spMkLst>
        </pc:spChg>
        <pc:spChg chg="add mod">
          <ac:chgData name="744311194@qq.com" userId="e2a28223f2085f4b" providerId="LiveId" clId="{93EAE7B5-FDEE-48D0-B65C-03455E3B8632}" dt="2026-06-17T14:39:54.449" v="125" actId="164"/>
          <ac:spMkLst>
            <pc:docMk/>
            <pc:sldMk cId="1778527182" sldId="269"/>
            <ac:spMk id="21" creationId="{4ECADD62-2E1D-1FDC-CC8F-73C185C2DDDC}"/>
          </ac:spMkLst>
        </pc:spChg>
        <pc:spChg chg="add mod">
          <ac:chgData name="744311194@qq.com" userId="e2a28223f2085f4b" providerId="LiveId" clId="{93EAE7B5-FDEE-48D0-B65C-03455E3B8632}" dt="2026-06-17T14:39:54.449" v="125" actId="164"/>
          <ac:spMkLst>
            <pc:docMk/>
            <pc:sldMk cId="1778527182" sldId="269"/>
            <ac:spMk id="26" creationId="{A7FA560D-49A8-8119-8542-E8D48742E39C}"/>
          </ac:spMkLst>
        </pc:spChg>
        <pc:spChg chg="add mod">
          <ac:chgData name="744311194@qq.com" userId="e2a28223f2085f4b" providerId="LiveId" clId="{93EAE7B5-FDEE-48D0-B65C-03455E3B8632}" dt="2026-06-17T14:39:54.449" v="125" actId="164"/>
          <ac:spMkLst>
            <pc:docMk/>
            <pc:sldMk cId="1778527182" sldId="269"/>
            <ac:spMk id="35" creationId="{6A55B576-066B-698E-D431-7CA18C8541CF}"/>
          </ac:spMkLst>
        </pc:spChg>
        <pc:spChg chg="add mod">
          <ac:chgData name="744311194@qq.com" userId="e2a28223f2085f4b" providerId="LiveId" clId="{93EAE7B5-FDEE-48D0-B65C-03455E3B8632}" dt="2026-06-17T14:42:58.493" v="150" actId="164"/>
          <ac:spMkLst>
            <pc:docMk/>
            <pc:sldMk cId="1778527182" sldId="269"/>
            <ac:spMk id="37" creationId="{3CC6DD13-AE03-9796-715D-11576AF4EA38}"/>
          </ac:spMkLst>
        </pc:spChg>
        <pc:spChg chg="add mod">
          <ac:chgData name="744311194@qq.com" userId="e2a28223f2085f4b" providerId="LiveId" clId="{93EAE7B5-FDEE-48D0-B65C-03455E3B8632}" dt="2026-06-17T14:42:58.493" v="150" actId="164"/>
          <ac:spMkLst>
            <pc:docMk/>
            <pc:sldMk cId="1778527182" sldId="269"/>
            <ac:spMk id="40" creationId="{34005AB3-9589-4A2D-04A0-9E2E2FFC820E}"/>
          </ac:spMkLst>
        </pc:spChg>
        <pc:grpChg chg="add mod">
          <ac:chgData name="744311194@qq.com" userId="e2a28223f2085f4b" providerId="LiveId" clId="{93EAE7B5-FDEE-48D0-B65C-03455E3B8632}" dt="2026-06-17T14:42:58.493" v="150" actId="164"/>
          <ac:grpSpMkLst>
            <pc:docMk/>
            <pc:sldMk cId="1778527182" sldId="269"/>
            <ac:grpSpMk id="36" creationId="{5F62C6EE-B354-383D-060C-DC955EFFBE9D}"/>
          </ac:grpSpMkLst>
        </pc:grpChg>
        <pc:grpChg chg="add mod">
          <ac:chgData name="744311194@qq.com" userId="e2a28223f2085f4b" providerId="LiveId" clId="{93EAE7B5-FDEE-48D0-B65C-03455E3B8632}" dt="2026-06-17T14:42:58.493" v="150" actId="164"/>
          <ac:grpSpMkLst>
            <pc:docMk/>
            <pc:sldMk cId="1778527182" sldId="269"/>
            <ac:grpSpMk id="53" creationId="{855A9B94-CBAB-C192-2272-B82C889BA0BF}"/>
          </ac:grpSpMkLst>
        </pc:grpChg>
        <pc:graphicFrameChg chg="add mod">
          <ac:chgData name="744311194@qq.com" userId="e2a28223f2085f4b" providerId="LiveId" clId="{93EAE7B5-FDEE-48D0-B65C-03455E3B8632}" dt="2026-06-17T14:39:54.449" v="125" actId="164"/>
          <ac:graphicFrameMkLst>
            <pc:docMk/>
            <pc:sldMk cId="1778527182" sldId="269"/>
            <ac:graphicFrameMk id="4" creationId="{5A14D3A4-7C20-6ABC-9F77-D15CD8B73B92}"/>
          </ac:graphicFrameMkLst>
        </pc:graphicFrameChg>
        <pc:picChg chg="add mod">
          <ac:chgData name="744311194@qq.com" userId="e2a28223f2085f4b" providerId="LiveId" clId="{93EAE7B5-FDEE-48D0-B65C-03455E3B8632}" dt="2026-06-17T14:39:54.449" v="125" actId="164"/>
          <ac:picMkLst>
            <pc:docMk/>
            <pc:sldMk cId="1778527182" sldId="269"/>
            <ac:picMk id="32" creationId="{A4430B3B-6D69-D809-02F9-66D55E7A7A24}"/>
          </ac:picMkLst>
        </pc:picChg>
        <pc:picChg chg="add mod">
          <ac:chgData name="744311194@qq.com" userId="e2a28223f2085f4b" providerId="LiveId" clId="{93EAE7B5-FDEE-48D0-B65C-03455E3B8632}" dt="2026-06-17T14:39:54.449" v="125" actId="164"/>
          <ac:picMkLst>
            <pc:docMk/>
            <pc:sldMk cId="1778527182" sldId="269"/>
            <ac:picMk id="34" creationId="{71B251E1-9376-5534-8B6F-63467D98120C}"/>
          </ac:picMkLst>
        </pc:picChg>
        <pc:cxnChg chg="add mod ord">
          <ac:chgData name="744311194@qq.com" userId="e2a28223f2085f4b" providerId="LiveId" clId="{93EAE7B5-FDEE-48D0-B65C-03455E3B8632}" dt="2026-06-17T14:35:43.518" v="46" actId="14100"/>
          <ac:cxnSpMkLst>
            <pc:docMk/>
            <pc:sldMk cId="1778527182" sldId="269"/>
            <ac:cxnSpMk id="12" creationId="{7F609AE6-C6C3-0374-6D15-13618A95C757}"/>
          </ac:cxnSpMkLst>
        </pc:cxnChg>
        <pc:cxnChg chg="add mod">
          <ac:chgData name="744311194@qq.com" userId="e2a28223f2085f4b" providerId="LiveId" clId="{93EAE7B5-FDEE-48D0-B65C-03455E3B8632}" dt="2026-06-17T14:39:54.449" v="125" actId="164"/>
          <ac:cxnSpMkLst>
            <pc:docMk/>
            <pc:sldMk cId="1778527182" sldId="269"/>
            <ac:cxnSpMk id="15" creationId="{4DD8D061-5570-B973-D1CC-D3FE596CA5FE}"/>
          </ac:cxnSpMkLst>
        </pc:cxnChg>
        <pc:cxnChg chg="add mod">
          <ac:chgData name="744311194@qq.com" userId="e2a28223f2085f4b" providerId="LiveId" clId="{93EAE7B5-FDEE-48D0-B65C-03455E3B8632}" dt="2026-06-17T14:36:30.453" v="59" actId="1076"/>
          <ac:cxnSpMkLst>
            <pc:docMk/>
            <pc:sldMk cId="1778527182" sldId="269"/>
            <ac:cxnSpMk id="18" creationId="{E90B0A2C-3C54-9992-0CB2-C9A82D1EEA02}"/>
          </ac:cxnSpMkLst>
        </pc:cxnChg>
        <pc:cxnChg chg="add mod">
          <ac:chgData name="744311194@qq.com" userId="e2a28223f2085f4b" providerId="LiveId" clId="{93EAE7B5-FDEE-48D0-B65C-03455E3B8632}" dt="2026-06-17T14:38:43.548" v="93" actId="1076"/>
          <ac:cxnSpMkLst>
            <pc:docMk/>
            <pc:sldMk cId="1778527182" sldId="269"/>
            <ac:cxnSpMk id="27" creationId="{F2DC601A-3D66-7A65-7957-B3541496EA0C}"/>
          </ac:cxnSpMkLst>
        </pc:cxnChg>
      </pc:sldChg>
      <pc:sldChg chg="addSp delSp modSp add mod">
        <pc:chgData name="744311194@qq.com" userId="e2a28223f2085f4b" providerId="LiveId" clId="{93EAE7B5-FDEE-48D0-B65C-03455E3B8632}" dt="2026-06-17T14:48:51.416" v="240" actId="164"/>
        <pc:sldMkLst>
          <pc:docMk/>
          <pc:sldMk cId="2778542278" sldId="270"/>
        </pc:sldMkLst>
        <pc:spChg chg="mod">
          <ac:chgData name="744311194@qq.com" userId="e2a28223f2085f4b" providerId="LiveId" clId="{93EAE7B5-FDEE-48D0-B65C-03455E3B8632}" dt="2026-06-17T14:43:01.339" v="151"/>
          <ac:spMkLst>
            <pc:docMk/>
            <pc:sldMk cId="2778542278" sldId="270"/>
            <ac:spMk id="11" creationId="{F9E93E5B-FDC3-D875-D733-01F1698DFCE9}"/>
          </ac:spMkLst>
        </pc:spChg>
        <pc:spChg chg="mod">
          <ac:chgData name="744311194@qq.com" userId="e2a28223f2085f4b" providerId="LiveId" clId="{93EAE7B5-FDEE-48D0-B65C-03455E3B8632}" dt="2026-06-17T14:43:01.339" v="151"/>
          <ac:spMkLst>
            <pc:docMk/>
            <pc:sldMk cId="2778542278" sldId="270"/>
            <ac:spMk id="12" creationId="{D06DE12E-75E9-5E28-E058-9BC7866F17EF}"/>
          </ac:spMkLst>
        </pc:spChg>
        <pc:spChg chg="mod">
          <ac:chgData name="744311194@qq.com" userId="e2a28223f2085f4b" providerId="LiveId" clId="{93EAE7B5-FDEE-48D0-B65C-03455E3B8632}" dt="2026-06-17T14:47:43.746" v="224" actId="1582"/>
          <ac:spMkLst>
            <pc:docMk/>
            <pc:sldMk cId="2778542278" sldId="270"/>
            <ac:spMk id="15" creationId="{471FCB5F-2D3F-97A4-90B6-A4D525E109A2}"/>
          </ac:spMkLst>
        </pc:spChg>
        <pc:spChg chg="mod">
          <ac:chgData name="744311194@qq.com" userId="e2a28223f2085f4b" providerId="LiveId" clId="{93EAE7B5-FDEE-48D0-B65C-03455E3B8632}" dt="2026-06-17T14:43:01.339" v="151"/>
          <ac:spMkLst>
            <pc:docMk/>
            <pc:sldMk cId="2778542278" sldId="270"/>
            <ac:spMk id="18" creationId="{28B1DDC8-63A9-2027-6A2E-B8351BFD11F5}"/>
          </ac:spMkLst>
        </pc:spChg>
        <pc:spChg chg="mod">
          <ac:chgData name="744311194@qq.com" userId="e2a28223f2085f4b" providerId="LiveId" clId="{93EAE7B5-FDEE-48D0-B65C-03455E3B8632}" dt="2026-06-17T14:43:01.339" v="151"/>
          <ac:spMkLst>
            <pc:docMk/>
            <pc:sldMk cId="2778542278" sldId="270"/>
            <ac:spMk id="19" creationId="{6B68BE38-61D6-1FDF-A019-E658EADBB979}"/>
          </ac:spMkLst>
        </pc:spChg>
        <pc:spChg chg="mod">
          <ac:chgData name="744311194@qq.com" userId="e2a28223f2085f4b" providerId="LiveId" clId="{93EAE7B5-FDEE-48D0-B65C-03455E3B8632}" dt="2026-06-17T14:43:01.339" v="151"/>
          <ac:spMkLst>
            <pc:docMk/>
            <pc:sldMk cId="2778542278" sldId="270"/>
            <ac:spMk id="23" creationId="{F7C2265D-18E6-43D1-6A93-200878D46F5C}"/>
          </ac:spMkLst>
        </pc:spChg>
        <pc:spChg chg="add mod">
          <ac:chgData name="744311194@qq.com" userId="e2a28223f2085f4b" providerId="LiveId" clId="{93EAE7B5-FDEE-48D0-B65C-03455E3B8632}" dt="2026-06-17T14:48:51.416" v="240" actId="164"/>
          <ac:spMkLst>
            <pc:docMk/>
            <pc:sldMk cId="2778542278" sldId="270"/>
            <ac:spMk id="25" creationId="{1471FC90-7A69-F313-2114-149201BB2E3A}"/>
          </ac:spMkLst>
        </pc:spChg>
        <pc:spChg chg="add mod">
          <ac:chgData name="744311194@qq.com" userId="e2a28223f2085f4b" providerId="LiveId" clId="{93EAE7B5-FDEE-48D0-B65C-03455E3B8632}" dt="2026-06-17T14:46:23.756" v="202" actId="1076"/>
          <ac:spMkLst>
            <pc:docMk/>
            <pc:sldMk cId="2778542278" sldId="270"/>
            <ac:spMk id="26" creationId="{20CE62C1-AD53-DBD6-8A5F-7FA82472273E}"/>
          </ac:spMkLst>
        </pc:spChg>
        <pc:spChg chg="add mod topLvl">
          <ac:chgData name="744311194@qq.com" userId="e2a28223f2085f4b" providerId="LiveId" clId="{93EAE7B5-FDEE-48D0-B65C-03455E3B8632}" dt="2026-06-17T14:48:51.416" v="240" actId="164"/>
          <ac:spMkLst>
            <pc:docMk/>
            <pc:sldMk cId="2778542278" sldId="270"/>
            <ac:spMk id="28" creationId="{9B7F4DE4-E1B9-C579-4FFF-F075600CFD76}"/>
          </ac:spMkLst>
        </pc:spChg>
        <pc:spChg chg="mod topLvl">
          <ac:chgData name="744311194@qq.com" userId="e2a28223f2085f4b" providerId="LiveId" clId="{93EAE7B5-FDEE-48D0-B65C-03455E3B8632}" dt="2026-06-17T14:48:51.416" v="240" actId="164"/>
          <ac:spMkLst>
            <pc:docMk/>
            <pc:sldMk cId="2778542278" sldId="270"/>
            <ac:spMk id="32" creationId="{8F234472-7DB2-E3A0-698D-A64C953780A1}"/>
          </ac:spMkLst>
        </pc:spChg>
        <pc:spChg chg="add mod">
          <ac:chgData name="744311194@qq.com" userId="e2a28223f2085f4b" providerId="LiveId" clId="{93EAE7B5-FDEE-48D0-B65C-03455E3B8632}" dt="2026-06-17T14:48:51.416" v="240" actId="164"/>
          <ac:spMkLst>
            <pc:docMk/>
            <pc:sldMk cId="2778542278" sldId="270"/>
            <ac:spMk id="36" creationId="{ECCEB56C-DF36-18E5-1647-A94EB5E544DE}"/>
          </ac:spMkLst>
        </pc:spChg>
        <pc:spChg chg="add mod">
          <ac:chgData name="744311194@qq.com" userId="e2a28223f2085f4b" providerId="LiveId" clId="{93EAE7B5-FDEE-48D0-B65C-03455E3B8632}" dt="2026-06-17T14:48:51.416" v="240" actId="164"/>
          <ac:spMkLst>
            <pc:docMk/>
            <pc:sldMk cId="2778542278" sldId="270"/>
            <ac:spMk id="43" creationId="{826A13AF-059C-C2D2-E56F-42151B42FD7E}"/>
          </ac:spMkLst>
        </pc:spChg>
        <pc:spChg chg="add mod">
          <ac:chgData name="744311194@qq.com" userId="e2a28223f2085f4b" providerId="LiveId" clId="{93EAE7B5-FDEE-48D0-B65C-03455E3B8632}" dt="2026-06-17T14:48:51.416" v="240" actId="164"/>
          <ac:spMkLst>
            <pc:docMk/>
            <pc:sldMk cId="2778542278" sldId="270"/>
            <ac:spMk id="45" creationId="{C66C8447-FE0C-4807-B49B-E1CAF2D0DABF}"/>
          </ac:spMkLst>
        </pc:spChg>
        <pc:spChg chg="add mod">
          <ac:chgData name="744311194@qq.com" userId="e2a28223f2085f4b" providerId="LiveId" clId="{93EAE7B5-FDEE-48D0-B65C-03455E3B8632}" dt="2026-06-17T14:48:51.416" v="240" actId="164"/>
          <ac:spMkLst>
            <pc:docMk/>
            <pc:sldMk cId="2778542278" sldId="270"/>
            <ac:spMk id="47" creationId="{1D0344B6-DA33-6513-5076-2F8DEF309ABC}"/>
          </ac:spMkLst>
        </pc:spChg>
        <pc:spChg chg="add mod">
          <ac:chgData name="744311194@qq.com" userId="e2a28223f2085f4b" providerId="LiveId" clId="{93EAE7B5-FDEE-48D0-B65C-03455E3B8632}" dt="2026-06-17T14:48:51.416" v="240" actId="164"/>
          <ac:spMkLst>
            <pc:docMk/>
            <pc:sldMk cId="2778542278" sldId="270"/>
            <ac:spMk id="50" creationId="{DE4FF37B-91A2-990D-4236-3E98BBC6B4CD}"/>
          </ac:spMkLst>
        </pc:spChg>
        <pc:spChg chg="add mod">
          <ac:chgData name="744311194@qq.com" userId="e2a28223f2085f4b" providerId="LiveId" clId="{93EAE7B5-FDEE-48D0-B65C-03455E3B8632}" dt="2026-06-17T14:48:39.670" v="235" actId="1076"/>
          <ac:spMkLst>
            <pc:docMk/>
            <pc:sldMk cId="2778542278" sldId="270"/>
            <ac:spMk id="51" creationId="{E24B5178-90DA-F25A-2227-BE501EFFAF34}"/>
          </ac:spMkLst>
        </pc:spChg>
        <pc:spChg chg="add mod">
          <ac:chgData name="744311194@qq.com" userId="e2a28223f2085f4b" providerId="LiveId" clId="{93EAE7B5-FDEE-48D0-B65C-03455E3B8632}" dt="2026-06-17T14:48:51.416" v="240" actId="164"/>
          <ac:spMkLst>
            <pc:docMk/>
            <pc:sldMk cId="2778542278" sldId="270"/>
            <ac:spMk id="52" creationId="{C47A16C5-F3DB-7928-5D2E-A1CDF9AC1A02}"/>
          </ac:spMkLst>
        </pc:spChg>
        <pc:spChg chg="add mod">
          <ac:chgData name="744311194@qq.com" userId="e2a28223f2085f4b" providerId="LiveId" clId="{93EAE7B5-FDEE-48D0-B65C-03455E3B8632}" dt="2026-06-17T14:48:51.416" v="240" actId="164"/>
          <ac:spMkLst>
            <pc:docMk/>
            <pc:sldMk cId="2778542278" sldId="270"/>
            <ac:spMk id="53" creationId="{B49260DF-395B-1848-9FB6-05CC12DAA3BF}"/>
          </ac:spMkLst>
        </pc:spChg>
        <pc:grpChg chg="add mod">
          <ac:chgData name="744311194@qq.com" userId="e2a28223f2085f4b" providerId="LiveId" clId="{93EAE7B5-FDEE-48D0-B65C-03455E3B8632}" dt="2026-06-17T14:43:16.606" v="155" actId="14100"/>
          <ac:grpSpMkLst>
            <pc:docMk/>
            <pc:sldMk cId="2778542278" sldId="270"/>
            <ac:grpSpMk id="4" creationId="{896947B7-8486-AA71-BC6F-7EEB9847743F}"/>
          </ac:grpSpMkLst>
        </pc:grpChg>
        <pc:graphicFrameChg chg="mod">
          <ac:chgData name="744311194@qq.com" userId="e2a28223f2085f4b" providerId="LiveId" clId="{93EAE7B5-FDEE-48D0-B65C-03455E3B8632}" dt="2026-06-17T14:43:01.339" v="151"/>
          <ac:graphicFrameMkLst>
            <pc:docMk/>
            <pc:sldMk cId="2778542278" sldId="270"/>
            <ac:graphicFrameMk id="13" creationId="{F9FEC3AC-009B-3925-E4F2-1F5F122D4EF6}"/>
          </ac:graphicFrameMkLst>
        </pc:graphicFrameChg>
        <pc:graphicFrameChg chg="add mod ord">
          <ac:chgData name="744311194@qq.com" userId="e2a28223f2085f4b" providerId="LiveId" clId="{93EAE7B5-FDEE-48D0-B65C-03455E3B8632}" dt="2026-06-17T14:47:29.616" v="222" actId="1076"/>
          <ac:graphicFrameMkLst>
            <pc:docMk/>
            <pc:sldMk cId="2778542278" sldId="270"/>
            <ac:graphicFrameMk id="34" creationId="{39523B54-0B9A-C685-E047-50E766197FB9}"/>
          </ac:graphicFrameMkLst>
        </pc:graphicFrameChg>
        <pc:picChg chg="mod">
          <ac:chgData name="744311194@qq.com" userId="e2a28223f2085f4b" providerId="LiveId" clId="{93EAE7B5-FDEE-48D0-B65C-03455E3B8632}" dt="2026-06-17T14:43:01.339" v="151"/>
          <ac:picMkLst>
            <pc:docMk/>
            <pc:sldMk cId="2778542278" sldId="270"/>
            <ac:picMk id="21" creationId="{1085C374-EC0A-D3A4-06C9-799B877858DA}"/>
          </ac:picMkLst>
        </pc:picChg>
        <pc:picChg chg="mod">
          <ac:chgData name="744311194@qq.com" userId="e2a28223f2085f4b" providerId="LiveId" clId="{93EAE7B5-FDEE-48D0-B65C-03455E3B8632}" dt="2026-06-17T14:44:19.999" v="172" actId="1076"/>
          <ac:picMkLst>
            <pc:docMk/>
            <pc:sldMk cId="2778542278" sldId="270"/>
            <ac:picMk id="22" creationId="{FA3FD541-7FA5-C14A-8E1B-1179426E2F8E}"/>
          </ac:picMkLst>
        </pc:picChg>
        <pc:picChg chg="add mod ord">
          <ac:chgData name="744311194@qq.com" userId="e2a28223f2085f4b" providerId="LiveId" clId="{93EAE7B5-FDEE-48D0-B65C-03455E3B8632}" dt="2026-06-17T14:45:21.602" v="186" actId="166"/>
          <ac:picMkLst>
            <pc:docMk/>
            <pc:sldMk cId="2778542278" sldId="270"/>
            <ac:picMk id="27" creationId="{D78B4B34-3871-6F6E-4C95-D95085AF0329}"/>
          </ac:picMkLst>
        </pc:picChg>
        <pc:picChg chg="add mod">
          <ac:chgData name="744311194@qq.com" userId="e2a28223f2085f4b" providerId="LiveId" clId="{93EAE7B5-FDEE-48D0-B65C-03455E3B8632}" dt="2026-06-17T14:47:06.185" v="213" actId="1076"/>
          <ac:picMkLst>
            <pc:docMk/>
            <pc:sldMk cId="2778542278" sldId="270"/>
            <ac:picMk id="44" creationId="{B50D2FD8-5080-FD26-7A5C-74A1E593D1B5}"/>
          </ac:picMkLst>
        </pc:picChg>
        <pc:cxnChg chg="add mod">
          <ac:chgData name="744311194@qq.com" userId="e2a28223f2085f4b" providerId="LiveId" clId="{93EAE7B5-FDEE-48D0-B65C-03455E3B8632}" dt="2026-06-17T14:46:40.345" v="206" actId="14100"/>
          <ac:cxnSpMkLst>
            <pc:docMk/>
            <pc:sldMk cId="2778542278" sldId="270"/>
            <ac:cxnSpMk id="35" creationId="{8C773AA0-E96B-5213-07C7-61E1E10279DA}"/>
          </ac:cxnSpMkLst>
        </pc:cxnChg>
        <pc:cxnChg chg="add mod">
          <ac:chgData name="744311194@qq.com" userId="e2a28223f2085f4b" providerId="LiveId" clId="{93EAE7B5-FDEE-48D0-B65C-03455E3B8632}" dt="2026-06-17T14:46:48.079" v="208" actId="14100"/>
          <ac:cxnSpMkLst>
            <pc:docMk/>
            <pc:sldMk cId="2778542278" sldId="270"/>
            <ac:cxnSpMk id="37" creationId="{20EC51CE-416E-A4A4-7F2E-4F258AA386D1}"/>
          </ac:cxnSpMkLst>
        </pc:cxnChg>
        <pc:cxnChg chg="add mod">
          <ac:chgData name="744311194@qq.com" userId="e2a28223f2085f4b" providerId="LiveId" clId="{93EAE7B5-FDEE-48D0-B65C-03455E3B8632}" dt="2026-06-17T14:46:44.481" v="207" actId="1076"/>
          <ac:cxnSpMkLst>
            <pc:docMk/>
            <pc:sldMk cId="2778542278" sldId="270"/>
            <ac:cxnSpMk id="38" creationId="{0B45859B-BD0E-2A22-B360-83C89F8680C7}"/>
          </ac:cxnSpMkLst>
        </pc:cxnChg>
      </pc:sldChg>
      <pc:sldChg chg="addSp delSp modSp add mod">
        <pc:chgData name="744311194@qq.com" userId="e2a28223f2085f4b" providerId="LiveId" clId="{93EAE7B5-FDEE-48D0-B65C-03455E3B8632}" dt="2026-06-17T14:53:45.513" v="305" actId="1076"/>
        <pc:sldMkLst>
          <pc:docMk/>
          <pc:sldMk cId="2256793285" sldId="271"/>
        </pc:sldMkLst>
        <pc:spChg chg="add mod">
          <ac:chgData name="744311194@qq.com" userId="e2a28223f2085f4b" providerId="LiveId" clId="{93EAE7B5-FDEE-48D0-B65C-03455E3B8632}" dt="2026-06-17T14:51:52.460" v="271" actId="1076"/>
          <ac:spMkLst>
            <pc:docMk/>
            <pc:sldMk cId="2256793285" sldId="271"/>
            <ac:spMk id="13" creationId="{3481C319-668D-E3FE-01D0-466AF49CFB20}"/>
          </ac:spMkLst>
        </pc:spChg>
        <pc:spChg chg="add mod">
          <ac:chgData name="744311194@qq.com" userId="e2a28223f2085f4b" providerId="LiveId" clId="{93EAE7B5-FDEE-48D0-B65C-03455E3B8632}" dt="2026-06-17T14:51:59.198" v="274" actId="14100"/>
          <ac:spMkLst>
            <pc:docMk/>
            <pc:sldMk cId="2256793285" sldId="271"/>
            <ac:spMk id="14" creationId="{F67E705E-52A8-41E9-92DF-A9D4EA003AC8}"/>
          </ac:spMkLst>
        </pc:spChg>
        <pc:spChg chg="add mod">
          <ac:chgData name="744311194@qq.com" userId="e2a28223f2085f4b" providerId="LiveId" clId="{93EAE7B5-FDEE-48D0-B65C-03455E3B8632}" dt="2026-06-17T14:52:07.125" v="279" actId="14100"/>
          <ac:spMkLst>
            <pc:docMk/>
            <pc:sldMk cId="2256793285" sldId="271"/>
            <ac:spMk id="15" creationId="{752B85C5-B896-1B75-12BF-D293C17E3ACC}"/>
          </ac:spMkLst>
        </pc:spChg>
        <pc:spChg chg="add mod">
          <ac:chgData name="744311194@qq.com" userId="e2a28223f2085f4b" providerId="LiveId" clId="{93EAE7B5-FDEE-48D0-B65C-03455E3B8632}" dt="2026-06-17T14:52:29.575" v="285" actId="1076"/>
          <ac:spMkLst>
            <pc:docMk/>
            <pc:sldMk cId="2256793285" sldId="271"/>
            <ac:spMk id="16" creationId="{1742AF43-0309-34BD-1352-7D52EF715004}"/>
          </ac:spMkLst>
        </pc:spChg>
        <pc:spChg chg="add mod">
          <ac:chgData name="744311194@qq.com" userId="e2a28223f2085f4b" providerId="LiveId" clId="{93EAE7B5-FDEE-48D0-B65C-03455E3B8632}" dt="2026-06-17T14:52:41.109" v="289" actId="20577"/>
          <ac:spMkLst>
            <pc:docMk/>
            <pc:sldMk cId="2256793285" sldId="271"/>
            <ac:spMk id="17" creationId="{F33C1898-BDF3-EEED-017A-8D27931E93AC}"/>
          </ac:spMkLst>
        </pc:spChg>
        <pc:spChg chg="add mod">
          <ac:chgData name="744311194@qq.com" userId="e2a28223f2085f4b" providerId="LiveId" clId="{93EAE7B5-FDEE-48D0-B65C-03455E3B8632}" dt="2026-06-17T14:53:31.882" v="300" actId="1076"/>
          <ac:spMkLst>
            <pc:docMk/>
            <pc:sldMk cId="2256793285" sldId="271"/>
            <ac:spMk id="22" creationId="{9572C504-3142-7DA5-587A-DF506AC941EB}"/>
          </ac:spMkLst>
        </pc:spChg>
        <pc:spChg chg="add mod">
          <ac:chgData name="744311194@qq.com" userId="e2a28223f2085f4b" providerId="LiveId" clId="{93EAE7B5-FDEE-48D0-B65C-03455E3B8632}" dt="2026-06-17T14:53:41.560" v="303" actId="1076"/>
          <ac:spMkLst>
            <pc:docMk/>
            <pc:sldMk cId="2256793285" sldId="271"/>
            <ac:spMk id="23" creationId="{2D9EB92F-3E5E-BDAF-A9F6-A0220EE8E1AD}"/>
          </ac:spMkLst>
        </pc:spChg>
        <pc:spChg chg="add mod">
          <ac:chgData name="744311194@qq.com" userId="e2a28223f2085f4b" providerId="LiveId" clId="{93EAE7B5-FDEE-48D0-B65C-03455E3B8632}" dt="2026-06-17T14:53:45.513" v="305" actId="1076"/>
          <ac:spMkLst>
            <pc:docMk/>
            <pc:sldMk cId="2256793285" sldId="271"/>
            <ac:spMk id="24" creationId="{FB5BAA72-9F94-62DB-B603-1ED88D52D15B}"/>
          </ac:spMkLst>
        </pc:spChg>
        <pc:graphicFrameChg chg="add mod">
          <ac:chgData name="744311194@qq.com" userId="e2a28223f2085f4b" providerId="LiveId" clId="{93EAE7B5-FDEE-48D0-B65C-03455E3B8632}" dt="2026-06-17T14:51:26.674" v="264" actId="1037"/>
          <ac:graphicFrameMkLst>
            <pc:docMk/>
            <pc:sldMk cId="2256793285" sldId="271"/>
            <ac:graphicFrameMk id="4" creationId="{44DFFA31-3EFB-D001-D2C7-7D45E6880DD1}"/>
          </ac:graphicFrameMkLst>
        </pc:graphicFrameChg>
        <pc:graphicFrameChg chg="mod topLvl">
          <ac:chgData name="744311194@qq.com" userId="e2a28223f2085f4b" providerId="LiveId" clId="{93EAE7B5-FDEE-48D0-B65C-03455E3B8632}" dt="2026-06-17T14:53:24.674" v="298" actId="21"/>
          <ac:graphicFrameMkLst>
            <pc:docMk/>
            <pc:sldMk cId="2256793285" sldId="271"/>
            <ac:graphicFrameMk id="10" creationId="{CB9B7DF0-762C-5C36-1A8E-CAA9A572818C}"/>
          </ac:graphicFrameMkLst>
        </pc:graphicFrameChg>
        <pc:cxnChg chg="add mod">
          <ac:chgData name="744311194@qq.com" userId="e2a28223f2085f4b" providerId="LiveId" clId="{93EAE7B5-FDEE-48D0-B65C-03455E3B8632}" dt="2026-06-17T14:53:19.165" v="297" actId="1035"/>
          <ac:cxnSpMkLst>
            <pc:docMk/>
            <pc:sldMk cId="2256793285" sldId="271"/>
            <ac:cxnSpMk id="20" creationId="{D16F0A41-8734-A633-4076-79C5FC99D906}"/>
          </ac:cxnSpMkLst>
        </pc:cxnChg>
      </pc:sldChg>
      <pc:sldMasterChg chg="setBg modSldLayout">
        <pc:chgData name="744311194@qq.com" userId="e2a28223f2085f4b" providerId="LiveId" clId="{93EAE7B5-FDEE-48D0-B65C-03455E3B8632}" dt="2026-06-17T13:38:16.316" v="4"/>
        <pc:sldMasterMkLst>
          <pc:docMk/>
          <pc:sldMasterMk cId="1355564722" sldId="2147483648"/>
        </pc:sldMasterMkLst>
        <pc:sldLayoutChg chg="setBg">
          <pc:chgData name="744311194@qq.com" userId="e2a28223f2085f4b" providerId="LiveId" clId="{93EAE7B5-FDEE-48D0-B65C-03455E3B8632}" dt="2026-06-17T13:38:16.316" v="4"/>
          <pc:sldLayoutMkLst>
            <pc:docMk/>
            <pc:sldMasterMk cId="1355564722" sldId="2147483648"/>
            <pc:sldLayoutMk cId="1677256805" sldId="2147483649"/>
          </pc:sldLayoutMkLst>
        </pc:sldLayoutChg>
        <pc:sldLayoutChg chg="setBg">
          <pc:chgData name="744311194@qq.com" userId="e2a28223f2085f4b" providerId="LiveId" clId="{93EAE7B5-FDEE-48D0-B65C-03455E3B8632}" dt="2026-06-17T13:38:16.316" v="4"/>
          <pc:sldLayoutMkLst>
            <pc:docMk/>
            <pc:sldMasterMk cId="1355564722" sldId="2147483648"/>
            <pc:sldLayoutMk cId="4057118041" sldId="2147483650"/>
          </pc:sldLayoutMkLst>
        </pc:sldLayoutChg>
        <pc:sldLayoutChg chg="setBg">
          <pc:chgData name="744311194@qq.com" userId="e2a28223f2085f4b" providerId="LiveId" clId="{93EAE7B5-FDEE-48D0-B65C-03455E3B8632}" dt="2026-06-17T13:38:16.316" v="4"/>
          <pc:sldLayoutMkLst>
            <pc:docMk/>
            <pc:sldMasterMk cId="1355564722" sldId="2147483648"/>
            <pc:sldLayoutMk cId="2585738461" sldId="2147483651"/>
          </pc:sldLayoutMkLst>
        </pc:sldLayoutChg>
        <pc:sldLayoutChg chg="setBg">
          <pc:chgData name="744311194@qq.com" userId="e2a28223f2085f4b" providerId="LiveId" clId="{93EAE7B5-FDEE-48D0-B65C-03455E3B8632}" dt="2026-06-17T13:38:16.316" v="4"/>
          <pc:sldLayoutMkLst>
            <pc:docMk/>
            <pc:sldMasterMk cId="1355564722" sldId="2147483648"/>
            <pc:sldLayoutMk cId="401214371" sldId="2147483652"/>
          </pc:sldLayoutMkLst>
        </pc:sldLayoutChg>
        <pc:sldLayoutChg chg="setBg">
          <pc:chgData name="744311194@qq.com" userId="e2a28223f2085f4b" providerId="LiveId" clId="{93EAE7B5-FDEE-48D0-B65C-03455E3B8632}" dt="2026-06-17T13:38:16.316" v="4"/>
          <pc:sldLayoutMkLst>
            <pc:docMk/>
            <pc:sldMasterMk cId="1355564722" sldId="2147483648"/>
            <pc:sldLayoutMk cId="4015352894" sldId="2147483653"/>
          </pc:sldLayoutMkLst>
        </pc:sldLayoutChg>
        <pc:sldLayoutChg chg="setBg">
          <pc:chgData name="744311194@qq.com" userId="e2a28223f2085f4b" providerId="LiveId" clId="{93EAE7B5-FDEE-48D0-B65C-03455E3B8632}" dt="2026-06-17T13:38:16.316" v="4"/>
          <pc:sldLayoutMkLst>
            <pc:docMk/>
            <pc:sldMasterMk cId="1355564722" sldId="2147483648"/>
            <pc:sldLayoutMk cId="2497050222" sldId="2147483654"/>
          </pc:sldLayoutMkLst>
        </pc:sldLayoutChg>
        <pc:sldLayoutChg chg="setBg">
          <pc:chgData name="744311194@qq.com" userId="e2a28223f2085f4b" providerId="LiveId" clId="{93EAE7B5-FDEE-48D0-B65C-03455E3B8632}" dt="2026-06-17T13:38:16.316" v="4"/>
          <pc:sldLayoutMkLst>
            <pc:docMk/>
            <pc:sldMasterMk cId="1355564722" sldId="2147483648"/>
            <pc:sldLayoutMk cId="4190588306" sldId="2147483655"/>
          </pc:sldLayoutMkLst>
        </pc:sldLayoutChg>
        <pc:sldLayoutChg chg="setBg">
          <pc:chgData name="744311194@qq.com" userId="e2a28223f2085f4b" providerId="LiveId" clId="{93EAE7B5-FDEE-48D0-B65C-03455E3B8632}" dt="2026-06-17T13:38:16.316" v="4"/>
          <pc:sldLayoutMkLst>
            <pc:docMk/>
            <pc:sldMasterMk cId="1355564722" sldId="2147483648"/>
            <pc:sldLayoutMk cId="763548416" sldId="2147483656"/>
          </pc:sldLayoutMkLst>
        </pc:sldLayoutChg>
        <pc:sldLayoutChg chg="setBg">
          <pc:chgData name="744311194@qq.com" userId="e2a28223f2085f4b" providerId="LiveId" clId="{93EAE7B5-FDEE-48D0-B65C-03455E3B8632}" dt="2026-06-17T13:38:16.316" v="4"/>
          <pc:sldLayoutMkLst>
            <pc:docMk/>
            <pc:sldMasterMk cId="1355564722" sldId="2147483648"/>
            <pc:sldLayoutMk cId="1506821705" sldId="2147483657"/>
          </pc:sldLayoutMkLst>
        </pc:sldLayoutChg>
        <pc:sldLayoutChg chg="setBg">
          <pc:chgData name="744311194@qq.com" userId="e2a28223f2085f4b" providerId="LiveId" clId="{93EAE7B5-FDEE-48D0-B65C-03455E3B8632}" dt="2026-06-17T13:38:16.316" v="4"/>
          <pc:sldLayoutMkLst>
            <pc:docMk/>
            <pc:sldMasterMk cId="1355564722" sldId="2147483648"/>
            <pc:sldLayoutMk cId="34549331" sldId="2147483658"/>
          </pc:sldLayoutMkLst>
        </pc:sldLayoutChg>
        <pc:sldLayoutChg chg="setBg">
          <pc:chgData name="744311194@qq.com" userId="e2a28223f2085f4b" providerId="LiveId" clId="{93EAE7B5-FDEE-48D0-B65C-03455E3B8632}" dt="2026-06-17T13:38:16.316" v="4"/>
          <pc:sldLayoutMkLst>
            <pc:docMk/>
            <pc:sldMasterMk cId="1355564722" sldId="2147483648"/>
            <pc:sldLayoutMk cId="2891388541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BA67-12C5-4AEE-A93C-F88B1B3AB683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3756-BEEF-4B25-AAB7-4CF488BD0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7256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BA67-12C5-4AEE-A93C-F88B1B3AB683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3756-BEEF-4B25-AAB7-4CF488BD0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7118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BA67-12C5-4AEE-A93C-F88B1B3AB683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3756-BEEF-4B25-AAB7-4CF488BD0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738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BA67-12C5-4AEE-A93C-F88B1B3AB683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3756-BEEF-4B25-AAB7-4CF488BD0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14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BA67-12C5-4AEE-A93C-F88B1B3AB683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3756-BEEF-4B25-AAB7-4CF488BD0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352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BA67-12C5-4AEE-A93C-F88B1B3AB683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3756-BEEF-4B25-AAB7-4CF488BD0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050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BA67-12C5-4AEE-A93C-F88B1B3AB683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3756-BEEF-4B25-AAB7-4CF488BD0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588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BA67-12C5-4AEE-A93C-F88B1B3AB683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3756-BEEF-4B25-AAB7-4CF488BD0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548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BA67-12C5-4AEE-A93C-F88B1B3AB683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3756-BEEF-4B25-AAB7-4CF488BD0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821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BA67-12C5-4AEE-A93C-F88B1B3AB683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3756-BEEF-4B25-AAB7-4CF488BD0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9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BA67-12C5-4AEE-A93C-F88B1B3AB683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3756-BEEF-4B25-AAB7-4CF488BD0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388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0BA67-12C5-4AEE-A93C-F88B1B3AB683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53756-BEEF-4B25-AAB7-4CF488BD0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5564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emf"/><Relationship Id="rId7" Type="http://schemas.openxmlformats.org/officeDocument/2006/relationships/image" Target="../media/image5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4.png"/><Relationship Id="rId3" Type="http://schemas.openxmlformats.org/officeDocument/2006/relationships/image" Target="../media/image2.emf"/><Relationship Id="rId7" Type="http://schemas.openxmlformats.org/officeDocument/2006/relationships/image" Target="../media/image5.png"/><Relationship Id="rId12" Type="http://schemas.openxmlformats.org/officeDocument/2006/relationships/image" Target="../media/image13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image" Target="../media/image2.emf"/><Relationship Id="rId10" Type="http://schemas.openxmlformats.org/officeDocument/2006/relationships/image" Target="../media/image11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17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实验三  </a:t>
            </a:r>
            <a:r>
              <a:rPr lang="zh-CN" altLang="zh-CN" b="1" dirty="0"/>
              <a:t>有源滤波器</a:t>
            </a:r>
            <a:br>
              <a:rPr lang="zh-CN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4980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一、</a:t>
            </a: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实验目的：</a:t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掌握由运放、电阻和电容构成的有源滤波器的工作原理。</a:t>
            </a:r>
            <a:endParaRPr lang="zh-CN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、掌握有源滤波器的调试技术。</a:t>
            </a:r>
            <a:endParaRPr lang="zh-CN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：掌握有源滤波器的幅频响应特性测试方法。</a:t>
            </a:r>
            <a:endParaRPr lang="zh-CN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：理解信号的频率成分及滤波器对于信号成分的处理方式。</a:t>
            </a:r>
            <a:endParaRPr lang="zh-CN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847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二、</a:t>
            </a: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实验原理</a:t>
            </a:r>
            <a:b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</a:b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10343"/>
            <a:ext cx="10515600" cy="546027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在实际的电子系统中，输入信号往往包含有一些不需要的信号成分，必须设法将它衰减到足够小的程度，或者需要在众多混杂的信号中把有用的信号挑选出来。为此，需要采用滤波器。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分类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、高通、低通、带通和带阻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无源滤波器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有源滤波器。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无源滤波器：</a:t>
            </a:r>
            <a:endParaRPr lang="zh-CN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0"/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电路无增益且对信号有衰减，</a:t>
            </a:r>
            <a:endParaRPr lang="zh-CN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带负载能力差。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060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0832" y="523469"/>
            <a:ext cx="951009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  <a:tabLst>
                <a:tab pos="228600" algn="l"/>
              </a:tabLst>
            </a:pPr>
            <a:r>
              <a:rPr lang="zh-CN" altLang="en-US" sz="44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三、实验内容</a:t>
            </a:r>
            <a:endParaRPr lang="en-US" altLang="zh-CN" sz="4400" b="1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0" algn="just">
              <a:spcAft>
                <a:spcPts val="0"/>
              </a:spcAft>
              <a:tabLst>
                <a:tab pos="228600" algn="l"/>
              </a:tabLst>
            </a:pPr>
            <a:r>
              <a:rPr lang="en-US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  1</a:t>
            </a:r>
            <a:r>
              <a:rPr lang="zh-CN" altLang="en-US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测量</a:t>
            </a:r>
            <a:r>
              <a:rPr lang="zh-CN" altLang="en-US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一阶</a:t>
            </a:r>
            <a:r>
              <a:rPr lang="zh-CN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低通</a:t>
            </a:r>
            <a:r>
              <a:rPr lang="zh-CN" altLang="en-US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滤波器</a:t>
            </a:r>
            <a:r>
              <a:rPr lang="zh-CN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特性曲线</a:t>
            </a:r>
          </a:p>
          <a:p>
            <a:pPr indent="228600" algn="just"/>
            <a:r>
              <a:rPr lang="zh-CN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电路放大增益频率特性计算式为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endParaRPr lang="en-US" altLang="zh-CN" sz="24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228600" algn="just">
              <a:spcAft>
                <a:spcPts val="0"/>
              </a:spcAft>
            </a:pPr>
            <a:endParaRPr lang="en-US" altLang="zh-CN" sz="2400" i="1" dirty="0">
              <a:latin typeface="Cambria Math" panose="02040503050406030204" pitchFamily="18" charset="0"/>
            </a:endParaRPr>
          </a:p>
          <a:p>
            <a:pPr indent="228600" algn="just">
              <a:spcAft>
                <a:spcPts val="0"/>
              </a:spcAft>
            </a:pPr>
            <a:endParaRPr lang="en-US" altLang="zh-CN" sz="2400" i="1" dirty="0">
              <a:latin typeface="Cambria Math" panose="02040503050406030204" pitchFamily="18" charset="0"/>
            </a:endParaRPr>
          </a:p>
          <a:p>
            <a:pPr indent="228600" algn="just">
              <a:spcAft>
                <a:spcPts val="0"/>
              </a:spcAft>
            </a:pPr>
            <a:endParaRPr lang="zh-CN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228600" algn="just"/>
            <a:endParaRPr lang="en-US" altLang="zh-CN" sz="2800" i="1" dirty="0">
              <a:latin typeface="Cambria Math" panose="02040503050406030204" pitchFamily="18" charset="0"/>
            </a:endParaRPr>
          </a:p>
          <a:p>
            <a:pPr indent="228600" algn="just"/>
            <a:endParaRPr lang="zh-CN" altLang="zh-CN" sz="28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228600" algn="just">
              <a:spcAft>
                <a:spcPts val="0"/>
              </a:spcAft>
            </a:pPr>
            <a:endParaRPr lang="zh-CN" altLang="zh-CN" sz="2400" kern="1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>
                <a:spLocks noChangeArrowheads="1"/>
              </p:cNvSpPr>
              <p:nvPr/>
            </p:nvSpPr>
            <p:spPr bwMode="auto">
              <a:xfrm>
                <a:off x="586509" y="3088561"/>
                <a:ext cx="4997052" cy="7541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zh-CN" altLang="zh-CN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仿宋" panose="02010609060101010101" pitchFamily="49" charset="-122"/>
                    <a:ea typeface="仿宋" panose="02010609060101010101" pitchFamily="49" charset="-122"/>
                    <a:cs typeface="Times New Roman" panose="02020603050405020304" pitchFamily="18" charset="0"/>
                  </a:rPr>
                  <a:t>其上限频率</a:t>
                </a:r>
                <a:r>
                  <a:rPr lang="zh-CN" altLang="en-US" sz="2800" dirty="0">
                    <a:latin typeface="仿宋" panose="02010609060101010101" pitchFamily="49" charset="-122"/>
                    <a:ea typeface="仿宋" panose="02010609060101010101" pitchFamily="49" charset="-122"/>
                    <a:cs typeface="Times New Roman" panose="02020603050405020304" pitchFamily="18" charset="0"/>
                  </a:rPr>
                  <a:t>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altLang="zh-CN" sz="2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kumimoji="0" lang="zh-CN" altLang="zh-CN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6509" y="3088561"/>
                <a:ext cx="4997052" cy="7541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671339" y="3858280"/>
            <a:ext cx="9995355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ts val="3900"/>
              </a:lnSpc>
              <a:spcAft>
                <a:spcPts val="0"/>
              </a:spcAft>
              <a:tabLst>
                <a:tab pos="228600" algn="l"/>
              </a:tabLst>
            </a:pPr>
            <a:r>
              <a:rPr lang="zh-CN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测低通的幅频特性：按表保持</a:t>
            </a:r>
            <a:r>
              <a:rPr lang="en-US" altLang="zh-CN" sz="2800" kern="100" dirty="0" err="1">
                <a:latin typeface="仿宋" panose="02010609060101010101" pitchFamily="49" charset="-122"/>
                <a:ea typeface="仿宋" panose="02010609060101010101" pitchFamily="49" charset="-122"/>
              </a:rPr>
              <a:t>U</a:t>
            </a:r>
            <a:r>
              <a:rPr lang="en-US" altLang="zh-CN" sz="2800" kern="100" baseline="-25000" dirty="0" err="1">
                <a:latin typeface="仿宋" panose="02010609060101010101" pitchFamily="49" charset="-122"/>
                <a:ea typeface="仿宋" panose="02010609060101010101" pitchFamily="49" charset="-122"/>
              </a:rPr>
              <a:t>i</a:t>
            </a:r>
            <a:r>
              <a:rPr lang="en-US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=500mV</a:t>
            </a:r>
            <a:r>
              <a:rPr lang="zh-CN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，改变输入信号频率依次测出</a:t>
            </a:r>
            <a:r>
              <a:rPr lang="en-US" altLang="zh-CN" sz="2800" kern="100" dirty="0" err="1">
                <a:latin typeface="仿宋" panose="02010609060101010101" pitchFamily="49" charset="-122"/>
                <a:ea typeface="仿宋" panose="02010609060101010101" pitchFamily="49" charset="-122"/>
              </a:rPr>
              <a:t>U</a:t>
            </a:r>
            <a:r>
              <a:rPr lang="en-US" altLang="zh-CN" sz="2800" kern="100" baseline="-25000" dirty="0" err="1">
                <a:latin typeface="仿宋" panose="02010609060101010101" pitchFamily="49" charset="-122"/>
                <a:ea typeface="仿宋" panose="02010609060101010101" pitchFamily="49" charset="-122"/>
              </a:rPr>
              <a:t>o</a:t>
            </a:r>
            <a:r>
              <a:rPr lang="zh-CN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值，求出</a:t>
            </a:r>
            <a:r>
              <a:rPr lang="en-US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A</a:t>
            </a:r>
            <a:r>
              <a:rPr lang="en-US" altLang="zh-CN" sz="2800" kern="100" baseline="-25000" dirty="0">
                <a:latin typeface="仿宋" panose="02010609060101010101" pitchFamily="49" charset="-122"/>
                <a:ea typeface="仿宋" panose="02010609060101010101" pitchFamily="49" charset="-122"/>
              </a:rPr>
              <a:t>U</a:t>
            </a:r>
            <a:r>
              <a:rPr lang="zh-CN" altLang="en-US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并画出幅频特性曲线</a:t>
            </a:r>
            <a:endParaRPr lang="zh-CN" altLang="zh-CN" sz="28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563654"/>
              </p:ext>
            </p:extLst>
          </p:nvPr>
        </p:nvGraphicFramePr>
        <p:xfrm>
          <a:off x="1077237" y="5256360"/>
          <a:ext cx="8430016" cy="145415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053752">
                  <a:extLst>
                    <a:ext uri="{9D8B030D-6E8A-4147-A177-3AD203B41FA5}">
                      <a16:colId xmlns:a16="http://schemas.microsoft.com/office/drawing/2014/main" val="46333191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501241264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1071812150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2779192173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1538445340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1252137365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3503453393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1816015225"/>
                    </a:ext>
                  </a:extLst>
                </a:gridCol>
              </a:tblGrid>
              <a:tr h="3533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f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i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（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HZ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）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50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100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200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300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400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4K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40K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532408"/>
                  </a:ext>
                </a:extLst>
              </a:tr>
              <a:tr h="5289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U</a:t>
                      </a:r>
                      <a:r>
                        <a:rPr lang="en-US" sz="1800" kern="100" baseline="-250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o</a:t>
                      </a:r>
                      <a:r>
                        <a:rPr lang="zh-CN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（</a:t>
                      </a: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V</a:t>
                      </a:r>
                      <a:r>
                        <a:rPr lang="zh-CN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）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425427"/>
                  </a:ext>
                </a:extLst>
              </a:tr>
              <a:tr h="57182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A</a:t>
                      </a:r>
                      <a:r>
                        <a:rPr lang="en-US" sz="1800" kern="100" baseline="-250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U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6"/>
                  </a:ext>
                </a:extLst>
              </a:tr>
            </a:tbl>
          </a:graphicData>
        </a:graphic>
      </p:graphicFrame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4539692" y="4926656"/>
            <a:ext cx="11293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1.3.1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427902" y="3269573"/>
            <a:ext cx="41314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低通滤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波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器</a:t>
            </a:r>
            <a:endParaRPr lang="zh-CN" altLang="en-US" dirty="0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0176350"/>
              </p:ext>
            </p:extLst>
          </p:nvPr>
        </p:nvGraphicFramePr>
        <p:xfrm>
          <a:off x="7271977" y="348011"/>
          <a:ext cx="4378119" cy="2935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369994" imgH="2300458" progId="Visio.Drawing.11">
                  <p:embed/>
                </p:oleObj>
              </mc:Choice>
              <mc:Fallback>
                <p:oleObj r:id="rId4" imgW="3369994" imgH="2300458" progId="Visio.Drawing.11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1977" y="348011"/>
                        <a:ext cx="4378119" cy="29359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91775" y="2308667"/>
                <a:ext cx="6472071" cy="6612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𝑈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𝜔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75" y="2308667"/>
                <a:ext cx="6472071" cy="66127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4207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48ACB-6D36-F64D-5722-19E6C724F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8F4CE1-4D29-6204-FB19-9DFFA98BD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1119" y="1636115"/>
            <a:ext cx="1484819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61B6694F-9199-A9D8-D44D-7BE47D2CDF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035792"/>
              </p:ext>
            </p:extLst>
          </p:nvPr>
        </p:nvGraphicFramePr>
        <p:xfrm>
          <a:off x="1744473" y="870526"/>
          <a:ext cx="7020745" cy="4708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369994" imgH="2300458" progId="Visio.Drawing.11">
                  <p:embed/>
                </p:oleObj>
              </mc:Choice>
              <mc:Fallback>
                <p:oleObj r:id="rId2" imgW="3369994" imgH="2300458" progId="Visio.Drawing.11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61B6694F-9199-A9D8-D44D-7BE47D2CDF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4473" y="870526"/>
                        <a:ext cx="7020745" cy="47080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5411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0832" y="523469"/>
            <a:ext cx="951009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  <a:tabLst>
                <a:tab pos="228600" algn="l"/>
              </a:tabLst>
            </a:pPr>
            <a:r>
              <a:rPr lang="en-US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测量</a:t>
            </a:r>
            <a:r>
              <a:rPr lang="zh-CN" altLang="en-US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一阶高</a:t>
            </a:r>
            <a:r>
              <a:rPr lang="zh-CN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通</a:t>
            </a:r>
            <a:r>
              <a:rPr lang="zh-CN" altLang="en-US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滤波器</a:t>
            </a:r>
            <a:r>
              <a:rPr lang="zh-CN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特性曲线</a:t>
            </a:r>
          </a:p>
        </p:txBody>
      </p:sp>
      <p:sp>
        <p:nvSpPr>
          <p:cNvPr id="7" name="矩形 6"/>
          <p:cNvSpPr/>
          <p:nvPr/>
        </p:nvSpPr>
        <p:spPr>
          <a:xfrm>
            <a:off x="373615" y="1067934"/>
            <a:ext cx="10824653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900"/>
              </a:lnSpc>
              <a:tabLst>
                <a:tab pos="228600" algn="l"/>
              </a:tabLst>
            </a:pPr>
            <a:r>
              <a:rPr lang="zh-CN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保持</a:t>
            </a:r>
            <a:r>
              <a:rPr lang="en-US" altLang="zh-CN" sz="2800" kern="100" dirty="0" err="1">
                <a:latin typeface="仿宋" panose="02010609060101010101" pitchFamily="49" charset="-122"/>
                <a:ea typeface="仿宋" panose="02010609060101010101" pitchFamily="49" charset="-122"/>
              </a:rPr>
              <a:t>U</a:t>
            </a:r>
            <a:r>
              <a:rPr lang="en-US" altLang="zh-CN" sz="2800" kern="100" baseline="-25000" dirty="0" err="1">
                <a:latin typeface="仿宋" panose="02010609060101010101" pitchFamily="49" charset="-122"/>
                <a:ea typeface="仿宋" panose="02010609060101010101" pitchFamily="49" charset="-122"/>
              </a:rPr>
              <a:t>i</a:t>
            </a:r>
            <a:r>
              <a:rPr lang="en-US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=500mV</a:t>
            </a:r>
            <a:r>
              <a:rPr lang="zh-CN" altLang="en-US" sz="2800" dirty="0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zh-CN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改变输入信号频率依次测出</a:t>
            </a:r>
            <a:r>
              <a:rPr lang="en-US" altLang="zh-CN" sz="2800" kern="100" dirty="0" err="1">
                <a:latin typeface="仿宋" panose="02010609060101010101" pitchFamily="49" charset="-122"/>
                <a:ea typeface="仿宋" panose="02010609060101010101" pitchFamily="49" charset="-122"/>
              </a:rPr>
              <a:t>U</a:t>
            </a:r>
            <a:r>
              <a:rPr lang="en-US" altLang="zh-CN" sz="2800" kern="100" baseline="-25000" dirty="0" err="1">
                <a:latin typeface="仿宋" panose="02010609060101010101" pitchFamily="49" charset="-122"/>
                <a:ea typeface="仿宋" panose="02010609060101010101" pitchFamily="49" charset="-122"/>
              </a:rPr>
              <a:t>o</a:t>
            </a:r>
            <a:r>
              <a:rPr lang="zh-CN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值，求出</a:t>
            </a:r>
            <a:r>
              <a:rPr lang="en-US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A</a:t>
            </a:r>
            <a:r>
              <a:rPr lang="en-US" altLang="zh-CN" sz="2800" kern="100" baseline="-25000" dirty="0">
                <a:latin typeface="仿宋" panose="02010609060101010101" pitchFamily="49" charset="-122"/>
                <a:ea typeface="仿宋" panose="02010609060101010101" pitchFamily="49" charset="-122"/>
              </a:rPr>
              <a:t>U</a:t>
            </a:r>
            <a:r>
              <a:rPr lang="zh-CN" altLang="en-US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并画出幅频特性曲线</a:t>
            </a:r>
            <a:endParaRPr lang="zh-CN" altLang="zh-CN" sz="28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138075"/>
              </p:ext>
            </p:extLst>
          </p:nvPr>
        </p:nvGraphicFramePr>
        <p:xfrm>
          <a:off x="1077237" y="5231308"/>
          <a:ext cx="8430016" cy="145415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053752">
                  <a:extLst>
                    <a:ext uri="{9D8B030D-6E8A-4147-A177-3AD203B41FA5}">
                      <a16:colId xmlns:a16="http://schemas.microsoft.com/office/drawing/2014/main" val="46333191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501241264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1071812150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2779192173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1538445340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1252137365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3503453393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1816015225"/>
                    </a:ext>
                  </a:extLst>
                </a:gridCol>
              </a:tblGrid>
              <a:tr h="3533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f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i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（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HZ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）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50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100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200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300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400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4K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40K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532408"/>
                  </a:ext>
                </a:extLst>
              </a:tr>
              <a:tr h="5289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U</a:t>
                      </a:r>
                      <a:r>
                        <a:rPr lang="en-US" sz="1800" kern="100" baseline="-250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o</a:t>
                      </a:r>
                      <a:r>
                        <a:rPr lang="zh-CN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（</a:t>
                      </a: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V</a:t>
                      </a:r>
                      <a:r>
                        <a:rPr lang="zh-CN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）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425427"/>
                  </a:ext>
                </a:extLst>
              </a:tr>
              <a:tr h="57182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A</a:t>
                      </a:r>
                      <a:r>
                        <a:rPr lang="en-US" sz="1800" kern="100" baseline="-250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U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6"/>
                  </a:ext>
                </a:extLst>
              </a:tr>
            </a:tbl>
          </a:graphicData>
        </a:graphic>
      </p:graphicFrame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4502114" y="4689661"/>
            <a:ext cx="11293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1.3.2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2829401"/>
              </p:ext>
            </p:extLst>
          </p:nvPr>
        </p:nvGraphicFramePr>
        <p:xfrm>
          <a:off x="2445406" y="1874466"/>
          <a:ext cx="4782112" cy="2815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369994" imgH="2275058" progId="Visio.Drawing.11">
                  <p:embed/>
                </p:oleObj>
              </mc:Choice>
              <mc:Fallback>
                <p:oleObj r:id="rId2" imgW="3369994" imgH="2275058" progId="Visio.Drawing.11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5406" y="1874466"/>
                        <a:ext cx="4782112" cy="28151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554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F75A3-D2A4-7F25-8036-7710882C8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A3D3494B-BC7C-96C0-22C5-6AB2B0C029B6}"/>
              </a:ext>
            </a:extLst>
          </p:cNvPr>
          <p:cNvGrpSpPr/>
          <p:nvPr/>
        </p:nvGrpSpPr>
        <p:grpSpPr>
          <a:xfrm>
            <a:off x="2445406" y="1874466"/>
            <a:ext cx="6591018" cy="3996135"/>
            <a:chOff x="2445406" y="1874466"/>
            <a:chExt cx="6591018" cy="3996135"/>
          </a:xfrm>
        </p:grpSpPr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A6863263-8F7A-09B4-4C48-046B7452D15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020094"/>
                </p:ext>
              </p:extLst>
            </p:nvPr>
          </p:nvGraphicFramePr>
          <p:xfrm>
            <a:off x="2445406" y="1874466"/>
            <a:ext cx="6591018" cy="3996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3369994" imgH="2275058" progId="Visio.Drawing.11">
                    <p:embed/>
                  </p:oleObj>
                </mc:Choice>
                <mc:Fallback>
                  <p:oleObj r:id="rId2" imgW="3369994" imgH="2275058" progId="Visio.Drawing.11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A6863263-8F7A-09B4-4C48-046B7452D15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5406" y="1874466"/>
                          <a:ext cx="6591018" cy="399613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F492E947-78DB-C121-6B73-6ED9C2D08F11}"/>
                </a:ext>
              </a:extLst>
            </p:cNvPr>
            <p:cNvSpPr/>
            <p:nvPr/>
          </p:nvSpPr>
          <p:spPr>
            <a:xfrm>
              <a:off x="4600625" y="4438970"/>
              <a:ext cx="63500" cy="635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80832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0832" y="523469"/>
            <a:ext cx="951009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  <a:tabLst>
                <a:tab pos="228600" algn="l"/>
              </a:tabLst>
            </a:pPr>
            <a:r>
              <a:rPr lang="en-US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测量</a:t>
            </a:r>
            <a:r>
              <a:rPr lang="zh-CN" altLang="en-US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二阶高</a:t>
            </a:r>
            <a:r>
              <a:rPr lang="zh-CN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通</a:t>
            </a:r>
            <a:r>
              <a:rPr lang="zh-CN" altLang="en-US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滤波器</a:t>
            </a:r>
            <a:r>
              <a:rPr lang="zh-CN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特性曲线</a:t>
            </a:r>
          </a:p>
        </p:txBody>
      </p:sp>
      <p:sp>
        <p:nvSpPr>
          <p:cNvPr id="7" name="矩形 6"/>
          <p:cNvSpPr/>
          <p:nvPr/>
        </p:nvSpPr>
        <p:spPr>
          <a:xfrm>
            <a:off x="373615" y="1067934"/>
            <a:ext cx="10862231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900"/>
              </a:lnSpc>
              <a:tabLst>
                <a:tab pos="228600" algn="l"/>
              </a:tabLst>
            </a:pPr>
            <a:r>
              <a:rPr lang="zh-CN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保持</a:t>
            </a:r>
            <a:r>
              <a:rPr lang="en-US" altLang="zh-CN" sz="2800" kern="100" dirty="0" err="1">
                <a:latin typeface="仿宋" panose="02010609060101010101" pitchFamily="49" charset="-122"/>
                <a:ea typeface="仿宋" panose="02010609060101010101" pitchFamily="49" charset="-122"/>
              </a:rPr>
              <a:t>U</a:t>
            </a:r>
            <a:r>
              <a:rPr lang="en-US" altLang="zh-CN" sz="2800" kern="100" baseline="-25000" dirty="0" err="1">
                <a:latin typeface="仿宋" panose="02010609060101010101" pitchFamily="49" charset="-122"/>
                <a:ea typeface="仿宋" panose="02010609060101010101" pitchFamily="49" charset="-122"/>
              </a:rPr>
              <a:t>i</a:t>
            </a:r>
            <a:r>
              <a:rPr lang="en-US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=500mV</a:t>
            </a:r>
            <a:r>
              <a:rPr lang="zh-CN" altLang="en-US" sz="2800" dirty="0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zh-CN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改变输入信号频率依次测出</a:t>
            </a:r>
            <a:r>
              <a:rPr lang="en-US" altLang="zh-CN" sz="2800" kern="100" dirty="0" err="1">
                <a:latin typeface="仿宋" panose="02010609060101010101" pitchFamily="49" charset="-122"/>
                <a:ea typeface="仿宋" panose="02010609060101010101" pitchFamily="49" charset="-122"/>
              </a:rPr>
              <a:t>U</a:t>
            </a:r>
            <a:r>
              <a:rPr lang="en-US" altLang="zh-CN" sz="2800" kern="100" baseline="-25000" dirty="0" err="1">
                <a:latin typeface="仿宋" panose="02010609060101010101" pitchFamily="49" charset="-122"/>
                <a:ea typeface="仿宋" panose="02010609060101010101" pitchFamily="49" charset="-122"/>
              </a:rPr>
              <a:t>o</a:t>
            </a:r>
            <a:r>
              <a:rPr lang="zh-CN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值，求出</a:t>
            </a:r>
            <a:r>
              <a:rPr lang="en-US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A</a:t>
            </a:r>
            <a:r>
              <a:rPr lang="en-US" altLang="zh-CN" sz="2800" kern="100" baseline="-25000" dirty="0">
                <a:latin typeface="仿宋" panose="02010609060101010101" pitchFamily="49" charset="-122"/>
                <a:ea typeface="仿宋" panose="02010609060101010101" pitchFamily="49" charset="-122"/>
              </a:rPr>
              <a:t>U</a:t>
            </a:r>
            <a:r>
              <a:rPr lang="zh-CN" altLang="en-US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并画出幅频特性曲线</a:t>
            </a:r>
            <a:endParaRPr lang="zh-CN" altLang="zh-CN" sz="28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57790"/>
              </p:ext>
            </p:extLst>
          </p:nvPr>
        </p:nvGraphicFramePr>
        <p:xfrm>
          <a:off x="1077237" y="5268886"/>
          <a:ext cx="8430016" cy="145415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053752">
                  <a:extLst>
                    <a:ext uri="{9D8B030D-6E8A-4147-A177-3AD203B41FA5}">
                      <a16:colId xmlns:a16="http://schemas.microsoft.com/office/drawing/2014/main" val="46333191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501241264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1071812150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2779192173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1538445340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1252137365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3503453393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1816015225"/>
                    </a:ext>
                  </a:extLst>
                </a:gridCol>
              </a:tblGrid>
              <a:tr h="3533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f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i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（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HZ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）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50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100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200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300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400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4K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40K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532408"/>
                  </a:ext>
                </a:extLst>
              </a:tr>
              <a:tr h="5289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U</a:t>
                      </a:r>
                      <a:r>
                        <a:rPr lang="en-US" sz="1800" kern="100" baseline="-250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o</a:t>
                      </a:r>
                      <a:r>
                        <a:rPr lang="zh-CN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（</a:t>
                      </a: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V</a:t>
                      </a:r>
                      <a:r>
                        <a:rPr lang="zh-CN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）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425427"/>
                  </a:ext>
                </a:extLst>
              </a:tr>
              <a:tr h="57182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A</a:t>
                      </a:r>
                      <a:r>
                        <a:rPr lang="en-US" sz="1800" kern="100" baseline="-250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U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6"/>
                  </a:ext>
                </a:extLst>
              </a:tr>
            </a:tbl>
          </a:graphicData>
        </a:graphic>
      </p:graphicFrame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4502114" y="4877551"/>
            <a:ext cx="11293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1.3.3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966586" y="213475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1" name="图片 10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92"/>
          <a:stretch/>
        </p:blipFill>
        <p:spPr bwMode="auto">
          <a:xfrm>
            <a:off x="1966585" y="1636115"/>
            <a:ext cx="5799551" cy="32027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5568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EF30F-5F6D-B4C7-3B1B-D39FFEAA9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组合 52">
            <a:extLst>
              <a:ext uri="{FF2B5EF4-FFF2-40B4-BE49-F238E27FC236}">
                <a16:creationId xmlns:a16="http://schemas.microsoft.com/office/drawing/2014/main" id="{855A9B94-CBAB-C192-2272-B82C889BA0BF}"/>
              </a:ext>
            </a:extLst>
          </p:cNvPr>
          <p:cNvGrpSpPr/>
          <p:nvPr/>
        </p:nvGrpSpPr>
        <p:grpSpPr>
          <a:xfrm>
            <a:off x="1057753" y="1884040"/>
            <a:ext cx="8371856" cy="4266119"/>
            <a:chOff x="1057753" y="1884040"/>
            <a:chExt cx="8371856" cy="4266119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5F62C6EE-B354-383D-060C-DC955EFFBE9D}"/>
                </a:ext>
              </a:extLst>
            </p:cNvPr>
            <p:cNvGrpSpPr/>
            <p:nvPr/>
          </p:nvGrpSpPr>
          <p:grpSpPr>
            <a:xfrm>
              <a:off x="1101117" y="1884040"/>
              <a:ext cx="8328492" cy="4266119"/>
              <a:chOff x="1063017" y="2404740"/>
              <a:chExt cx="8328492" cy="4266119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4" name="对象 3">
                    <a:extLst>
                      <a:ext uri="{FF2B5EF4-FFF2-40B4-BE49-F238E27FC236}">
                        <a16:creationId xmlns:a16="http://schemas.microsoft.com/office/drawing/2014/main" id="{5A14D3A4-7C20-6ABC-9F77-D15CD8B73B92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847832783"/>
                      </p:ext>
                    </p:extLst>
                  </p:nvPr>
                </p:nvGraphicFramePr>
                <p:xfrm>
                  <a:off x="2800491" y="2404740"/>
                  <a:ext cx="6591018" cy="399613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r:id="rId2" imgW="3369994" imgH="2275058" progId="Visio.Drawing.11">
                          <p:embed/>
                        </p:oleObj>
                      </mc:Choice>
                      <mc:Fallback>
                        <p:oleObj r:id="rId2" imgW="3369994" imgH="2275058" progId="Visio.Drawing.11">
                          <p:embed/>
                          <p:pic>
                            <p:nvPicPr>
                              <p:cNvPr id="4" name="对象 3">
                                <a:extLst>
                                  <a:ext uri="{FF2B5EF4-FFF2-40B4-BE49-F238E27FC236}">
                                    <a16:creationId xmlns:a16="http://schemas.microsoft.com/office/drawing/2014/main" id="{5A14D3A4-7C20-6ABC-9F77-D15CD8B73B92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800491" y="2404740"/>
                                <a:ext cx="6591018" cy="3996135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4" name="对象 3">
                    <a:extLst>
                      <a:ext uri="{FF2B5EF4-FFF2-40B4-BE49-F238E27FC236}">
                        <a16:creationId xmlns:a16="http://schemas.microsoft.com/office/drawing/2014/main" id="{5A14D3A4-7C20-6ABC-9F77-D15CD8B73B92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847832783"/>
                      </p:ext>
                    </p:extLst>
                  </p:nvPr>
                </p:nvGraphicFramePr>
                <p:xfrm>
                  <a:off x="2800491" y="2404740"/>
                  <a:ext cx="6591018" cy="399613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r:id="rId4" imgW="3369994" imgH="2275058" progId="Visio.Drawing.11">
                          <p:embed/>
                        </p:oleObj>
                      </mc:Choice>
                      <mc:Fallback>
                        <p:oleObj r:id="rId4" imgW="3369994" imgH="2275058" progId="Visio.Drawing.11">
                          <p:embed/>
                          <p:pic>
                            <p:nvPicPr>
                              <p:cNvPr id="4" name="对象 3">
                                <a:extLst>
                                  <a:ext uri="{FF2B5EF4-FFF2-40B4-BE49-F238E27FC236}">
                                    <a16:creationId xmlns:a16="http://schemas.microsoft.com/office/drawing/2014/main" id="{5A14D3A4-7C20-6ABC-9F77-D15CD8B73B92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5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800491" y="2404740"/>
                                <a:ext cx="6591018" cy="3996135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7F609AE6-C6C3-0374-6D15-13618A95C7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11817" y="4960044"/>
                <a:ext cx="0" cy="171081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87BAC1B9-57A3-9B11-8520-0594FD683E55}"/>
                  </a:ext>
                </a:extLst>
              </p:cNvPr>
              <p:cNvSpPr/>
              <p:nvPr/>
            </p:nvSpPr>
            <p:spPr>
              <a:xfrm>
                <a:off x="3173505" y="5221885"/>
                <a:ext cx="245889" cy="47641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4DD8D061-5570-B973-D1CC-D3FE596CA5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11817" y="6662717"/>
                <a:ext cx="5506164" cy="814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E90B0A2C-3C54-9992-0CB2-C9A82D1EEA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7981" y="4456740"/>
                <a:ext cx="0" cy="2214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4ECADD62-2E1D-1FDC-CC8F-73C185C2DDDC}"/>
                      </a:ext>
                    </a:extLst>
                  </p:cNvPr>
                  <p:cNvSpPr txBox="1"/>
                  <p:nvPr/>
                </p:nvSpPr>
                <p:spPr>
                  <a:xfrm>
                    <a:off x="3450130" y="5563799"/>
                    <a:ext cx="832279" cy="92333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r>
                      <a:rPr lang="en-US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100</a:t>
                    </a:r>
                    <a:r>
                      <a:rPr lang="zh-CN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kΩ</a:t>
                    </a:r>
                    <a:endPara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endPara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4ECADD62-2E1D-1FDC-CC8F-73C185C2DD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50130" y="5563799"/>
                    <a:ext cx="832279" cy="92333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5839" r="-438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A7FA560D-49A8-8119-8542-E8D48742E39C}"/>
                  </a:ext>
                </a:extLst>
              </p:cNvPr>
              <p:cNvSpPr/>
              <p:nvPr/>
            </p:nvSpPr>
            <p:spPr>
              <a:xfrm>
                <a:off x="2800491" y="4787153"/>
                <a:ext cx="150177" cy="43473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F2DC601A-3D66-7A65-7957-B3541496EA0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017" y="4979813"/>
                <a:ext cx="1993137" cy="1133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32" name="图片 31">
                <a:extLst>
                  <a:ext uri="{FF2B5EF4-FFF2-40B4-BE49-F238E27FC236}">
                    <a16:creationId xmlns:a16="http://schemas.microsoft.com/office/drawing/2014/main" id="{A4430B3B-6D69-D809-02F9-66D55E7A7A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75220" y="4687572"/>
                <a:ext cx="264122" cy="633893"/>
              </a:xfrm>
              <a:prstGeom prst="rect">
                <a:avLst/>
              </a:prstGeom>
            </p:spPr>
          </p:pic>
          <p:pic>
            <p:nvPicPr>
              <p:cNvPr id="34" name="图片 33">
                <a:extLst>
                  <a:ext uri="{FF2B5EF4-FFF2-40B4-BE49-F238E27FC236}">
                    <a16:creationId xmlns:a16="http://schemas.microsoft.com/office/drawing/2014/main" id="{71B251E1-9376-5534-8B6F-63467D9812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28111" y="5224412"/>
                <a:ext cx="716717" cy="262213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6A55B576-066B-698E-D431-7CA18C8541CF}"/>
                      </a:ext>
                    </a:extLst>
                  </p:cNvPr>
                  <p:cNvSpPr txBox="1"/>
                  <p:nvPr/>
                </p:nvSpPr>
                <p:spPr>
                  <a:xfrm>
                    <a:off x="1767825" y="4917468"/>
                    <a:ext cx="559127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latin typeface="Times New Roman" panose="02020603050405020304" pitchFamily="18" charset="0"/>
                    </a:endParaRPr>
                  </a:p>
                  <a:p>
                    <a:endPara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6A55B576-066B-698E-D431-7CA18C8541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67825" y="4917468"/>
                    <a:ext cx="559127" cy="64633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3CC6DD13-AE03-9796-715D-11576AF4EA38}"/>
                </a:ext>
              </a:extLst>
            </p:cNvPr>
            <p:cNvSpPr/>
            <p:nvPr/>
          </p:nvSpPr>
          <p:spPr>
            <a:xfrm>
              <a:off x="8812716" y="3892675"/>
              <a:ext cx="86730" cy="8673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34005AB3-9589-4A2D-04A0-9E2E2FFC820E}"/>
                </a:ext>
              </a:extLst>
            </p:cNvPr>
            <p:cNvSpPr/>
            <p:nvPr/>
          </p:nvSpPr>
          <p:spPr>
            <a:xfrm>
              <a:off x="1057753" y="4415748"/>
              <a:ext cx="86730" cy="8673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78527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73615" y="431734"/>
            <a:ext cx="951009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  <a:tabLst>
                <a:tab pos="228600" algn="l"/>
              </a:tabLst>
            </a:pPr>
            <a:r>
              <a:rPr lang="en-US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  <a:r>
              <a:rPr lang="zh-CN" altLang="en-US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测量</a:t>
            </a:r>
            <a:r>
              <a:rPr lang="zh-CN" altLang="en-US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四阶高</a:t>
            </a:r>
            <a:r>
              <a:rPr lang="zh-CN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通</a:t>
            </a:r>
            <a:r>
              <a:rPr lang="zh-CN" altLang="en-US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滤波器</a:t>
            </a:r>
            <a:r>
              <a:rPr lang="zh-CN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特性曲线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341119" y="1636115"/>
            <a:ext cx="1484819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36245" y="1030161"/>
            <a:ext cx="10862231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900"/>
              </a:lnSpc>
              <a:tabLst>
                <a:tab pos="228600" algn="l"/>
              </a:tabLst>
            </a:pPr>
            <a:r>
              <a:rPr lang="zh-CN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保持</a:t>
            </a:r>
            <a:r>
              <a:rPr lang="en-US" altLang="zh-CN" sz="2800" kern="100" dirty="0" err="1">
                <a:latin typeface="仿宋" panose="02010609060101010101" pitchFamily="49" charset="-122"/>
                <a:ea typeface="仿宋" panose="02010609060101010101" pitchFamily="49" charset="-122"/>
              </a:rPr>
              <a:t>U</a:t>
            </a:r>
            <a:r>
              <a:rPr lang="en-US" altLang="zh-CN" sz="2800" kern="100" baseline="-25000" dirty="0" err="1">
                <a:latin typeface="仿宋" panose="02010609060101010101" pitchFamily="49" charset="-122"/>
                <a:ea typeface="仿宋" panose="02010609060101010101" pitchFamily="49" charset="-122"/>
              </a:rPr>
              <a:t>i</a:t>
            </a:r>
            <a:r>
              <a:rPr lang="en-US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=500mV</a:t>
            </a:r>
            <a:r>
              <a:rPr lang="zh-CN" altLang="en-US" sz="2800" dirty="0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zh-CN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改变输入信号频率依次测出</a:t>
            </a:r>
            <a:r>
              <a:rPr lang="en-US" altLang="zh-CN" sz="2800" kern="100" dirty="0" err="1">
                <a:latin typeface="仿宋" panose="02010609060101010101" pitchFamily="49" charset="-122"/>
                <a:ea typeface="仿宋" panose="02010609060101010101" pitchFamily="49" charset="-122"/>
              </a:rPr>
              <a:t>U</a:t>
            </a:r>
            <a:r>
              <a:rPr lang="en-US" altLang="zh-CN" sz="2800" kern="100" baseline="-25000" dirty="0" err="1">
                <a:latin typeface="仿宋" panose="02010609060101010101" pitchFamily="49" charset="-122"/>
                <a:ea typeface="仿宋" panose="02010609060101010101" pitchFamily="49" charset="-122"/>
              </a:rPr>
              <a:t>o</a:t>
            </a:r>
            <a:r>
              <a:rPr lang="zh-CN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值，求出</a:t>
            </a:r>
            <a:r>
              <a:rPr lang="en-US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A</a:t>
            </a:r>
            <a:r>
              <a:rPr lang="en-US" altLang="zh-CN" sz="2800" kern="100" baseline="-25000" dirty="0">
                <a:latin typeface="仿宋" panose="02010609060101010101" pitchFamily="49" charset="-122"/>
                <a:ea typeface="仿宋" panose="02010609060101010101" pitchFamily="49" charset="-122"/>
              </a:rPr>
              <a:t>U</a:t>
            </a:r>
            <a:r>
              <a:rPr lang="zh-CN" altLang="en-US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并画出幅频特性曲线</a:t>
            </a:r>
            <a:endParaRPr lang="zh-CN" altLang="zh-CN" sz="28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056509"/>
              </p:ext>
            </p:extLst>
          </p:nvPr>
        </p:nvGraphicFramePr>
        <p:xfrm>
          <a:off x="1077237" y="5181204"/>
          <a:ext cx="8430016" cy="145415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053752">
                  <a:extLst>
                    <a:ext uri="{9D8B030D-6E8A-4147-A177-3AD203B41FA5}">
                      <a16:colId xmlns:a16="http://schemas.microsoft.com/office/drawing/2014/main" val="46333191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501241264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1071812150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2779192173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1538445340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1252137365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3503453393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1816015225"/>
                    </a:ext>
                  </a:extLst>
                </a:gridCol>
              </a:tblGrid>
              <a:tr h="3533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f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i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（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HZ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）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50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100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200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300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400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4K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40K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532408"/>
                  </a:ext>
                </a:extLst>
              </a:tr>
              <a:tr h="5289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U</a:t>
                      </a:r>
                      <a:r>
                        <a:rPr lang="en-US" sz="1800" kern="100" baseline="-250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o</a:t>
                      </a:r>
                      <a:r>
                        <a:rPr lang="zh-CN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（</a:t>
                      </a: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V</a:t>
                      </a:r>
                      <a:r>
                        <a:rPr lang="zh-CN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）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425427"/>
                  </a:ext>
                </a:extLst>
              </a:tr>
              <a:tr h="57182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A</a:t>
                      </a:r>
                      <a:r>
                        <a:rPr lang="en-US" sz="1800" kern="100" baseline="-250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U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6"/>
                  </a:ext>
                </a:extLst>
              </a:tr>
            </a:tbl>
          </a:graphicData>
        </a:graphic>
      </p:graphicFrame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4502114" y="4777343"/>
            <a:ext cx="11293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1.3.4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966586" y="213475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0"/>
          <a:stretch/>
        </p:blipFill>
        <p:spPr bwMode="auto">
          <a:xfrm>
            <a:off x="1858131" y="1681834"/>
            <a:ext cx="7546616" cy="31345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1937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EDCAC-EFCB-C57C-FF3C-79D456678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组合 53">
            <a:extLst>
              <a:ext uri="{FF2B5EF4-FFF2-40B4-BE49-F238E27FC236}">
                <a16:creationId xmlns:a16="http://schemas.microsoft.com/office/drawing/2014/main" id="{3F1C27E1-C55D-946E-97AC-744EE1C03CC2}"/>
              </a:ext>
            </a:extLst>
          </p:cNvPr>
          <p:cNvGrpSpPr/>
          <p:nvPr/>
        </p:nvGrpSpPr>
        <p:grpSpPr>
          <a:xfrm>
            <a:off x="740253" y="2305943"/>
            <a:ext cx="11053896" cy="3646560"/>
            <a:chOff x="740253" y="2305943"/>
            <a:chExt cx="11053896" cy="3646560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4" name="对象 33">
                  <a:extLst>
                    <a:ext uri="{FF2B5EF4-FFF2-40B4-BE49-F238E27FC236}">
                      <a16:creationId xmlns:a16="http://schemas.microsoft.com/office/drawing/2014/main" id="{39523B54-0B9A-C685-E047-50E766197FB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166521094"/>
                    </p:ext>
                  </p:extLst>
                </p:nvPr>
              </p:nvGraphicFramePr>
              <p:xfrm>
                <a:off x="6882766" y="2305943"/>
                <a:ext cx="4911383" cy="3035941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r:id="rId2" imgW="3369994" imgH="2275058" progId="Visio.Drawing.11">
                        <p:embed/>
                      </p:oleObj>
                    </mc:Choice>
                    <mc:Fallback>
                      <p:oleObj r:id="rId2" imgW="3369994" imgH="2275058" progId="Visio.Drawing.11">
                        <p:embed/>
                        <p:pic>
                          <p:nvPicPr>
                            <p:cNvPr id="34" name="对象 33">
                              <a:extLst>
                                <a:ext uri="{FF2B5EF4-FFF2-40B4-BE49-F238E27FC236}">
                                  <a16:creationId xmlns:a16="http://schemas.microsoft.com/office/drawing/2014/main" id="{39523B54-0B9A-C685-E047-50E766197FB9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882766" y="2305943"/>
                              <a:ext cx="4911383" cy="3035941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34" name="对象 33">
                  <a:extLst>
                    <a:ext uri="{FF2B5EF4-FFF2-40B4-BE49-F238E27FC236}">
                      <a16:creationId xmlns:a16="http://schemas.microsoft.com/office/drawing/2014/main" id="{39523B54-0B9A-C685-E047-50E766197FB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166521094"/>
                    </p:ext>
                  </p:extLst>
                </p:nvPr>
              </p:nvGraphicFramePr>
              <p:xfrm>
                <a:off x="6882766" y="2305943"/>
                <a:ext cx="4911383" cy="3035941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r:id="rId4" imgW="3369994" imgH="2275058" progId="Visio.Drawing.11">
                        <p:embed/>
                      </p:oleObj>
                    </mc:Choice>
                    <mc:Fallback>
                      <p:oleObj r:id="rId4" imgW="3369994" imgH="2275058" progId="Visio.Drawing.11">
                        <p:embed/>
                        <p:pic>
                          <p:nvPicPr>
                            <p:cNvPr id="34" name="对象 33">
                              <a:extLst>
                                <a:ext uri="{FF2B5EF4-FFF2-40B4-BE49-F238E27FC236}">
                                  <a16:creationId xmlns:a16="http://schemas.microsoft.com/office/drawing/2014/main" id="{39523B54-0B9A-C685-E047-50E766197FB9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882766" y="2305943"/>
                              <a:ext cx="4911383" cy="3035941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96947B7-8486-AA71-BC6F-7EEB9847743F}"/>
                </a:ext>
              </a:extLst>
            </p:cNvPr>
            <p:cNvGrpSpPr/>
            <p:nvPr/>
          </p:nvGrpSpPr>
          <p:grpSpPr>
            <a:xfrm>
              <a:off x="740253" y="2711450"/>
              <a:ext cx="6238397" cy="3241053"/>
              <a:chOff x="1057753" y="1884040"/>
              <a:chExt cx="8371856" cy="4266119"/>
            </a:xfrm>
          </p:grpSpPr>
          <p:grpSp>
            <p:nvGrpSpPr>
              <p:cNvPr id="5" name="组合 4">
                <a:extLst>
                  <a:ext uri="{FF2B5EF4-FFF2-40B4-BE49-F238E27FC236}">
                    <a16:creationId xmlns:a16="http://schemas.microsoft.com/office/drawing/2014/main" id="{6D7C7FF8-1C8B-624A-656D-FC8F4128E137}"/>
                  </a:ext>
                </a:extLst>
              </p:cNvPr>
              <p:cNvGrpSpPr/>
              <p:nvPr/>
            </p:nvGrpSpPr>
            <p:grpSpPr>
              <a:xfrm>
                <a:off x="1101117" y="1884040"/>
                <a:ext cx="8328492" cy="4266119"/>
                <a:chOff x="1063017" y="2404740"/>
                <a:chExt cx="8328492" cy="426611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13" name="对象 12">
                      <a:extLst>
                        <a:ext uri="{FF2B5EF4-FFF2-40B4-BE49-F238E27FC236}">
                          <a16:creationId xmlns:a16="http://schemas.microsoft.com/office/drawing/2014/main" id="{F9FEC3AC-009B-3925-E4F2-1F5F122D4EF6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293052215"/>
                        </p:ext>
                      </p:extLst>
                    </p:nvPr>
                  </p:nvGraphicFramePr>
                  <p:xfrm>
                    <a:off x="2800491" y="2404740"/>
                    <a:ext cx="6591018" cy="3996135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r:id="rId4" imgW="3369994" imgH="2275058" progId="Visio.Drawing.11">
                            <p:embed/>
                          </p:oleObj>
                        </mc:Choice>
                        <mc:Fallback>
                          <p:oleObj r:id="rId4" imgW="3369994" imgH="2275058" progId="Visio.Drawing.11">
                            <p:embed/>
                            <p:pic>
                              <p:nvPicPr>
                                <p:cNvPr id="13" name="对象 12">
                                  <a:extLst>
                                    <a:ext uri="{FF2B5EF4-FFF2-40B4-BE49-F238E27FC236}">
                                      <a16:creationId xmlns:a16="http://schemas.microsoft.com/office/drawing/2014/main" id="{F9FEC3AC-009B-3925-E4F2-1F5F122D4EF6}"/>
                                    </a:ext>
                                  </a:extLst>
                                </p:cNvPr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3">
                                  <a:extLst>
                                    <a:ext uri="{28A0092B-C50C-407E-A947-70E740481C1C}">
                                      <a14:useLocalDpi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800491" y="2404740"/>
                                  <a:ext cx="6591018" cy="3996135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Choice>
              <mc:Fallback xmlns="">
                <p:graphicFrame>
                  <p:nvGraphicFramePr>
                    <p:cNvPr id="13" name="对象 12">
                      <a:extLst>
                        <a:ext uri="{FF2B5EF4-FFF2-40B4-BE49-F238E27FC236}">
                          <a16:creationId xmlns:a16="http://schemas.microsoft.com/office/drawing/2014/main" id="{F9FEC3AC-009B-3925-E4F2-1F5F122D4EF6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293052215"/>
                        </p:ext>
                      </p:extLst>
                    </p:nvPr>
                  </p:nvGraphicFramePr>
                  <p:xfrm>
                    <a:off x="2800491" y="2404740"/>
                    <a:ext cx="6591018" cy="3996135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r:id="rId4" imgW="3369994" imgH="2275058" progId="Visio.Drawing.11">
                            <p:embed/>
                          </p:oleObj>
                        </mc:Choice>
                        <mc:Fallback>
                          <p:oleObj r:id="rId4" imgW="3369994" imgH="2275058" progId="Visio.Drawing.11">
                            <p:embed/>
                            <p:pic>
                              <p:nvPicPr>
                                <p:cNvPr id="13" name="对象 12">
                                  <a:extLst>
                                    <a:ext uri="{FF2B5EF4-FFF2-40B4-BE49-F238E27FC236}">
                                      <a16:creationId xmlns:a16="http://schemas.microsoft.com/office/drawing/2014/main" id="{F9FEC3AC-009B-3925-E4F2-1F5F122D4EF6}"/>
                                    </a:ext>
                                  </a:extLst>
                                </p:cNvPr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5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800491" y="2404740"/>
                                  <a:ext cx="6591018" cy="3996135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Fallback>
            </mc:AlternateContent>
            <p:cxnSp>
              <p:nvCxnSpPr>
                <p:cNvPr id="14" name="直接连接符 13">
                  <a:extLst>
                    <a:ext uri="{FF2B5EF4-FFF2-40B4-BE49-F238E27FC236}">
                      <a16:creationId xmlns:a16="http://schemas.microsoft.com/office/drawing/2014/main" id="{8200D0A7-F5EC-DC6D-35CD-65B0263CC7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11817" y="4960044"/>
                  <a:ext cx="0" cy="171081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471FCB5F-2D3F-97A4-90B6-A4D525E109A2}"/>
                    </a:ext>
                  </a:extLst>
                </p:cNvPr>
                <p:cNvSpPr/>
                <p:nvPr/>
              </p:nvSpPr>
              <p:spPr>
                <a:xfrm>
                  <a:off x="3173505" y="5221885"/>
                  <a:ext cx="245889" cy="476410"/>
                </a:xfrm>
                <a:prstGeom prst="rect">
                  <a:avLst/>
                </a:prstGeom>
                <a:ln w="63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C0C73216-6F07-9754-E7FE-A6A20B20A9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1817" y="6662717"/>
                  <a:ext cx="5506164" cy="8142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0706CADC-1A45-3C5C-90D0-DD0BA1A6A8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17981" y="4456740"/>
                  <a:ext cx="0" cy="2214119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文本框 17">
                      <a:extLst>
                        <a:ext uri="{FF2B5EF4-FFF2-40B4-BE49-F238E27FC236}">
                          <a16:creationId xmlns:a16="http://schemas.microsoft.com/office/drawing/2014/main" id="{28B1DDC8-63A9-2027-6A2E-B8351BFD11F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50130" y="5563799"/>
                      <a:ext cx="832279" cy="92333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r>
                        <a:rPr lang="zh-CN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kΩ</a:t>
                      </a:r>
                      <a:endParaRPr lang="en-US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8" name="文本框 17">
                      <a:extLst>
                        <a:ext uri="{FF2B5EF4-FFF2-40B4-BE49-F238E27FC236}">
                          <a16:creationId xmlns:a16="http://schemas.microsoft.com/office/drawing/2014/main" id="{28B1DDC8-63A9-2027-6A2E-B8351BFD11F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50130" y="5563799"/>
                      <a:ext cx="832279" cy="92333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8911" r="-40594" b="-431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6B68BE38-61D6-1FDF-A019-E658EADBB979}"/>
                    </a:ext>
                  </a:extLst>
                </p:cNvPr>
                <p:cNvSpPr/>
                <p:nvPr/>
              </p:nvSpPr>
              <p:spPr>
                <a:xfrm>
                  <a:off x="2800491" y="4787153"/>
                  <a:ext cx="150177" cy="4347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0" name="直接连接符 19">
                  <a:extLst>
                    <a:ext uri="{FF2B5EF4-FFF2-40B4-BE49-F238E27FC236}">
                      <a16:creationId xmlns:a16="http://schemas.microsoft.com/office/drawing/2014/main" id="{7D2E953F-BC6B-0216-6333-66A78F228D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63017" y="4979813"/>
                  <a:ext cx="1993137" cy="11331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pic>
              <p:nvPicPr>
                <p:cNvPr id="21" name="图片 20">
                  <a:extLst>
                    <a:ext uri="{FF2B5EF4-FFF2-40B4-BE49-F238E27FC236}">
                      <a16:creationId xmlns:a16="http://schemas.microsoft.com/office/drawing/2014/main" id="{1085C374-EC0A-D3A4-06C9-799B877858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75220" y="4687572"/>
                  <a:ext cx="264122" cy="633893"/>
                </a:xfrm>
                <a:prstGeom prst="rect">
                  <a:avLst/>
                </a:prstGeom>
              </p:spPr>
            </p:pic>
            <p:pic>
              <p:nvPicPr>
                <p:cNvPr id="22" name="图片 21">
                  <a:extLst>
                    <a:ext uri="{FF2B5EF4-FFF2-40B4-BE49-F238E27FC236}">
                      <a16:creationId xmlns:a16="http://schemas.microsoft.com/office/drawing/2014/main" id="{FA3FD541-7FA5-C14A-8E1B-1179426E2F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16861" y="5364832"/>
                  <a:ext cx="716717" cy="262213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文本框 22">
                      <a:extLst>
                        <a:ext uri="{FF2B5EF4-FFF2-40B4-BE49-F238E27FC236}">
                          <a16:creationId xmlns:a16="http://schemas.microsoft.com/office/drawing/2014/main" id="{F7C2265D-18E6-43D1-6A93-200878D46F5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67825" y="4917468"/>
                      <a:ext cx="559127" cy="6463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b="0" dirty="0">
                        <a:latin typeface="Times New Roman" panose="02020603050405020304" pitchFamily="18" charset="0"/>
                      </a:endParaRPr>
                    </a:p>
                    <a:p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3" name="文本框 22">
                      <a:extLst>
                        <a:ext uri="{FF2B5EF4-FFF2-40B4-BE49-F238E27FC236}">
                          <a16:creationId xmlns:a16="http://schemas.microsoft.com/office/drawing/2014/main" id="{F7C2265D-18E6-43D1-6A93-200878D46F5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67825" y="4917468"/>
                      <a:ext cx="559127" cy="646331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F9E93E5B-FDC3-D875-D733-01F1698DFCE9}"/>
                  </a:ext>
                </a:extLst>
              </p:cNvPr>
              <p:cNvSpPr/>
              <p:nvPr/>
            </p:nvSpPr>
            <p:spPr>
              <a:xfrm>
                <a:off x="8812716" y="3892675"/>
                <a:ext cx="86730" cy="8673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D06DE12E-75E9-5E28-E058-9BC7866F17EF}"/>
                  </a:ext>
                </a:extLst>
              </p:cNvPr>
              <p:cNvSpPr/>
              <p:nvPr/>
            </p:nvSpPr>
            <p:spPr>
              <a:xfrm>
                <a:off x="1057753" y="4415748"/>
                <a:ext cx="86730" cy="8673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471FC90-7A69-F313-2114-149201BB2E3A}"/>
                </a:ext>
              </a:extLst>
            </p:cNvPr>
            <p:cNvSpPr/>
            <p:nvPr/>
          </p:nvSpPr>
          <p:spPr>
            <a:xfrm>
              <a:off x="8636000" y="4521415"/>
              <a:ext cx="343844" cy="2616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0CE62C1-AD53-DBD6-8A5F-7FA82472273E}"/>
                    </a:ext>
                  </a:extLst>
                </p:cNvPr>
                <p:cNvSpPr txBox="1"/>
                <p:nvPr/>
              </p:nvSpPr>
              <p:spPr>
                <a:xfrm>
                  <a:off x="8464141" y="4413562"/>
                  <a:ext cx="687561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0CE62C1-AD53-DBD6-8A5F-7FA8247227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64141" y="4413562"/>
                  <a:ext cx="687561" cy="6463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9B7F4DE4-E1B9-C579-4FFF-F075600CFD76}"/>
                </a:ext>
              </a:extLst>
            </p:cNvPr>
            <p:cNvSpPr/>
            <p:nvPr/>
          </p:nvSpPr>
          <p:spPr>
            <a:xfrm>
              <a:off x="7724204" y="4783096"/>
              <a:ext cx="196814" cy="1651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D78B4B34-3871-6F6E-4C95-D95085AF0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05497" y="4039834"/>
              <a:ext cx="196814" cy="481581"/>
            </a:xfrm>
            <a:prstGeom prst="rect">
              <a:avLst/>
            </a:prstGeom>
          </p:spPr>
        </p:pic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8F234472-7DB2-E3A0-698D-A64C953780A1}"/>
                </a:ext>
              </a:extLst>
            </p:cNvPr>
            <p:cNvSpPr/>
            <p:nvPr/>
          </p:nvSpPr>
          <p:spPr>
            <a:xfrm>
              <a:off x="7551255" y="4295020"/>
              <a:ext cx="196814" cy="1651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C773AA0-E96B-5213-07C7-61E1E10279DA}"/>
                </a:ext>
              </a:extLst>
            </p:cNvPr>
            <p:cNvCxnSpPr>
              <a:cxnSpLocks/>
            </p:cNvCxnSpPr>
            <p:nvPr/>
          </p:nvCxnSpPr>
          <p:spPr>
            <a:xfrm>
              <a:off x="8090102" y="4246837"/>
              <a:ext cx="0" cy="129973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ECCEB56C-DF36-18E5-1647-A94EB5E544DE}"/>
                </a:ext>
              </a:extLst>
            </p:cNvPr>
            <p:cNvSpPr/>
            <p:nvPr/>
          </p:nvSpPr>
          <p:spPr>
            <a:xfrm>
              <a:off x="7987037" y="4445762"/>
              <a:ext cx="183227" cy="361938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20EC51CE-416E-A4A4-7F2E-4F258AA386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90102" y="5540390"/>
              <a:ext cx="327113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0B45859B-BD0E-2A22-B360-83C89F868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361241" y="3859672"/>
              <a:ext cx="0" cy="168210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826A13AF-059C-C2D2-E56F-42151B42FD7E}"/>
                    </a:ext>
                  </a:extLst>
                </p:cNvPr>
                <p:cNvSpPr txBox="1"/>
                <p:nvPr/>
              </p:nvSpPr>
              <p:spPr>
                <a:xfrm>
                  <a:off x="7345457" y="4763527"/>
                  <a:ext cx="817853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100</a:t>
                  </a:r>
                  <a:r>
                    <a:rPr lang="zh-CN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kΩ</a:t>
                  </a:r>
                  <a:endPara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826A13AF-059C-C2D2-E56F-42151B42FD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5457" y="4763527"/>
                  <a:ext cx="817853" cy="923330"/>
                </a:xfrm>
                <a:prstGeom prst="rect">
                  <a:avLst/>
                </a:prstGeom>
                <a:blipFill>
                  <a:blip r:embed="rId11"/>
                  <a:stretch>
                    <a:fillRect l="-6716" r="-597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B50D2FD8-5080-FD26-7A5C-74A1E593D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68350" y="4543792"/>
              <a:ext cx="534071" cy="19920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C66C8447-FE0C-4807-B49B-E1CAF2D0DABF}"/>
                    </a:ext>
                  </a:extLst>
                </p:cNvPr>
                <p:cNvSpPr txBox="1"/>
                <p:nvPr/>
              </p:nvSpPr>
              <p:spPr>
                <a:xfrm>
                  <a:off x="6520580" y="4198249"/>
                  <a:ext cx="314583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latin typeface="Times New Roman" panose="02020603050405020304" pitchFamily="18" charset="0"/>
                  </a:endParaRPr>
                </a:p>
                <a:p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C66C8447-FE0C-4807-B49B-E1CAF2D0DA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0580" y="4198249"/>
                  <a:ext cx="314583" cy="646331"/>
                </a:xfrm>
                <a:prstGeom prst="rect">
                  <a:avLst/>
                </a:prstGeom>
                <a:blipFill>
                  <a:blip r:embed="rId12"/>
                  <a:stretch>
                    <a:fillRect r="-196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1D0344B6-DA33-6513-5076-2F8DEF309ABC}"/>
                    </a:ext>
                  </a:extLst>
                </p:cNvPr>
                <p:cNvSpPr txBox="1"/>
                <p:nvPr/>
              </p:nvSpPr>
              <p:spPr>
                <a:xfrm>
                  <a:off x="7401245" y="4175563"/>
                  <a:ext cx="545277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latin typeface="Times New Roman" panose="02020603050405020304" pitchFamily="18" charset="0"/>
                  </a:endParaRPr>
                </a:p>
                <a:p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1D0344B6-DA33-6513-5076-2F8DEF309A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1245" y="4175563"/>
                  <a:ext cx="545277" cy="6463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DE4FF37B-91A2-990D-4236-3E98BBC6B4CD}"/>
                </a:ext>
              </a:extLst>
            </p:cNvPr>
            <p:cNvSpPr/>
            <p:nvPr/>
          </p:nvSpPr>
          <p:spPr>
            <a:xfrm>
              <a:off x="2413000" y="4634837"/>
              <a:ext cx="63500" cy="635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E24B5178-90DA-F25A-2227-BE501EFFAF34}"/>
                </a:ext>
              </a:extLst>
            </p:cNvPr>
            <p:cNvSpPr/>
            <p:nvPr/>
          </p:nvSpPr>
          <p:spPr>
            <a:xfrm>
              <a:off x="3655299" y="4648835"/>
              <a:ext cx="63500" cy="635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C47A16C5-F3DB-7928-5D2E-A1CDF9AC1A02}"/>
                </a:ext>
              </a:extLst>
            </p:cNvPr>
            <p:cNvSpPr/>
            <p:nvPr/>
          </p:nvSpPr>
          <p:spPr>
            <a:xfrm>
              <a:off x="8067725" y="4229420"/>
              <a:ext cx="63500" cy="635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B49260DF-395B-1848-9FB6-05CC12DAA3BF}"/>
                </a:ext>
              </a:extLst>
            </p:cNvPr>
            <p:cNvSpPr/>
            <p:nvPr/>
          </p:nvSpPr>
          <p:spPr>
            <a:xfrm>
              <a:off x="8460964" y="4229420"/>
              <a:ext cx="63500" cy="635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78542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0832" y="523469"/>
            <a:ext cx="951009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  <a:tabLst>
                <a:tab pos="228600" algn="l"/>
              </a:tabLst>
            </a:pPr>
            <a:r>
              <a:rPr lang="en-US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5</a:t>
            </a:r>
            <a:r>
              <a:rPr lang="zh-CN" altLang="en-US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测量</a:t>
            </a:r>
            <a:r>
              <a:rPr lang="zh-CN" altLang="en-US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带</a:t>
            </a:r>
            <a:r>
              <a:rPr lang="zh-CN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通</a:t>
            </a:r>
            <a:r>
              <a:rPr lang="zh-CN" altLang="en-US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滤波器</a:t>
            </a:r>
            <a:r>
              <a:rPr lang="zh-CN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特性曲线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341119" y="1636115"/>
            <a:ext cx="1484819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73615" y="1067934"/>
            <a:ext cx="10824653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900"/>
              </a:lnSpc>
              <a:tabLst>
                <a:tab pos="228600" algn="l"/>
              </a:tabLst>
            </a:pPr>
            <a:r>
              <a:rPr lang="zh-CN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保持</a:t>
            </a:r>
            <a:r>
              <a:rPr lang="en-US" altLang="zh-CN" sz="2800" kern="100" dirty="0" err="1">
                <a:latin typeface="仿宋" panose="02010609060101010101" pitchFamily="49" charset="-122"/>
                <a:ea typeface="仿宋" panose="02010609060101010101" pitchFamily="49" charset="-122"/>
              </a:rPr>
              <a:t>U</a:t>
            </a:r>
            <a:r>
              <a:rPr lang="en-US" altLang="zh-CN" sz="2800" kern="100" baseline="-25000" dirty="0" err="1">
                <a:latin typeface="仿宋" panose="02010609060101010101" pitchFamily="49" charset="-122"/>
                <a:ea typeface="仿宋" panose="02010609060101010101" pitchFamily="49" charset="-122"/>
              </a:rPr>
              <a:t>i</a:t>
            </a:r>
            <a:r>
              <a:rPr lang="en-US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=500mV</a:t>
            </a:r>
            <a:r>
              <a:rPr lang="zh-CN" altLang="en-US" sz="2800" dirty="0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zh-CN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改变输入信号频率依次测出</a:t>
            </a:r>
            <a:r>
              <a:rPr lang="en-US" altLang="zh-CN" sz="2800" kern="100" dirty="0" err="1">
                <a:latin typeface="仿宋" panose="02010609060101010101" pitchFamily="49" charset="-122"/>
                <a:ea typeface="仿宋" panose="02010609060101010101" pitchFamily="49" charset="-122"/>
              </a:rPr>
              <a:t>U</a:t>
            </a:r>
            <a:r>
              <a:rPr lang="en-US" altLang="zh-CN" sz="2800" kern="100" baseline="-25000" dirty="0" err="1">
                <a:latin typeface="仿宋" panose="02010609060101010101" pitchFamily="49" charset="-122"/>
                <a:ea typeface="仿宋" panose="02010609060101010101" pitchFamily="49" charset="-122"/>
              </a:rPr>
              <a:t>o</a:t>
            </a:r>
            <a:r>
              <a:rPr lang="zh-CN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值，求出</a:t>
            </a:r>
            <a:r>
              <a:rPr lang="en-US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A</a:t>
            </a:r>
            <a:r>
              <a:rPr lang="en-US" altLang="zh-CN" sz="2800" kern="100" baseline="-25000" dirty="0">
                <a:latin typeface="仿宋" panose="02010609060101010101" pitchFamily="49" charset="-122"/>
                <a:ea typeface="仿宋" panose="02010609060101010101" pitchFamily="49" charset="-122"/>
              </a:rPr>
              <a:t>U</a:t>
            </a:r>
            <a:r>
              <a:rPr lang="zh-CN" altLang="en-US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并画出幅频特性曲线</a:t>
            </a:r>
            <a:endParaRPr lang="zh-CN" altLang="zh-CN" sz="28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077237" y="5231308"/>
          <a:ext cx="8430016" cy="145415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053752">
                  <a:extLst>
                    <a:ext uri="{9D8B030D-6E8A-4147-A177-3AD203B41FA5}">
                      <a16:colId xmlns:a16="http://schemas.microsoft.com/office/drawing/2014/main" val="46333191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501241264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1071812150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2779192173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1538445340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1252137365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3503453393"/>
                    </a:ext>
                  </a:extLst>
                </a:gridCol>
                <a:gridCol w="1053752">
                  <a:extLst>
                    <a:ext uri="{9D8B030D-6E8A-4147-A177-3AD203B41FA5}">
                      <a16:colId xmlns:a16="http://schemas.microsoft.com/office/drawing/2014/main" val="1816015225"/>
                    </a:ext>
                  </a:extLst>
                </a:gridCol>
              </a:tblGrid>
              <a:tr h="3533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f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i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（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HZ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）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50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100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200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300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400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4K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40K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532408"/>
                  </a:ext>
                </a:extLst>
              </a:tr>
              <a:tr h="5289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U</a:t>
                      </a:r>
                      <a:r>
                        <a:rPr lang="en-US" sz="1800" kern="100" baseline="-250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o</a:t>
                      </a:r>
                      <a:r>
                        <a:rPr lang="zh-CN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（</a:t>
                      </a: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V</a:t>
                      </a:r>
                      <a:r>
                        <a:rPr lang="zh-CN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）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425427"/>
                  </a:ext>
                </a:extLst>
              </a:tr>
              <a:tr h="57182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A</a:t>
                      </a:r>
                      <a:r>
                        <a:rPr lang="en-US" sz="1800" kern="100" baseline="-250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U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6"/>
                  </a:ext>
                </a:extLst>
              </a:tr>
            </a:tbl>
          </a:graphicData>
        </a:graphic>
      </p:graphicFrame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4502114" y="4689661"/>
            <a:ext cx="11293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1.3.5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966586" y="213475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1" name="图片 10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5"/>
          <a:stretch/>
        </p:blipFill>
        <p:spPr bwMode="auto">
          <a:xfrm>
            <a:off x="2091847" y="2004164"/>
            <a:ext cx="6584476" cy="28684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4431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08F79-D534-E793-9727-13827DE75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4DFFA31-3EFB-D001-D2C7-7D45E6880D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8766738"/>
              </p:ext>
            </p:extLst>
          </p:nvPr>
        </p:nvGraphicFramePr>
        <p:xfrm>
          <a:off x="5641475" y="1699171"/>
          <a:ext cx="5607950" cy="3760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369994" imgH="2300458" progId="Visio.Drawing.11">
                  <p:embed/>
                </p:oleObj>
              </mc:Choice>
              <mc:Fallback>
                <p:oleObj r:id="rId2" imgW="3369994" imgH="2300458" progId="Visio.Drawing.11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44DFFA31-3EFB-D001-D2C7-7D45E6880D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1475" y="1699171"/>
                        <a:ext cx="5607950" cy="37606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B9B7DF0-762C-5C36-1A8E-CAA9A57281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5908197"/>
              </p:ext>
            </p:extLst>
          </p:nvPr>
        </p:nvGraphicFramePr>
        <p:xfrm>
          <a:off x="509030" y="2364497"/>
          <a:ext cx="5287741" cy="33950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369994" imgH="2275058" progId="Visio.Drawing.11">
                  <p:embed/>
                </p:oleObj>
              </mc:Choice>
              <mc:Fallback>
                <p:oleObj r:id="rId4" imgW="3369994" imgH="2275058" progId="Visio.Drawing.11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CB9B7DF0-762C-5C36-1A8E-CAA9A57281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030" y="2364497"/>
                        <a:ext cx="5287741" cy="33950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3481C319-668D-E3FE-01D0-466AF49CFB20}"/>
              </a:ext>
            </a:extLst>
          </p:cNvPr>
          <p:cNvSpPr/>
          <p:nvPr/>
        </p:nvSpPr>
        <p:spPr>
          <a:xfrm>
            <a:off x="5625100" y="4062006"/>
            <a:ext cx="190913" cy="19295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67E705E-52A8-41E9-92DF-A9D4EA003AC8}"/>
              </a:ext>
            </a:extLst>
          </p:cNvPr>
          <p:cNvSpPr/>
          <p:nvPr/>
        </p:nvSpPr>
        <p:spPr>
          <a:xfrm>
            <a:off x="6395232" y="4254960"/>
            <a:ext cx="258982" cy="19295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52B85C5-B896-1B75-12BF-D293C17E3ACC}"/>
              </a:ext>
            </a:extLst>
          </p:cNvPr>
          <p:cNvSpPr/>
          <p:nvPr/>
        </p:nvSpPr>
        <p:spPr>
          <a:xfrm>
            <a:off x="7741432" y="4667710"/>
            <a:ext cx="354818" cy="25989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742AF43-0309-34BD-1352-7D52EF715004}"/>
                  </a:ext>
                </a:extLst>
              </p:cNvPr>
              <p:cNvSpPr txBox="1"/>
              <p:nvPr/>
            </p:nvSpPr>
            <p:spPr>
              <a:xfrm>
                <a:off x="7632717" y="4512498"/>
                <a:ext cx="54527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b="0" dirty="0">
                  <a:latin typeface="Times New Roman" panose="02020603050405020304" pitchFamily="18" charset="0"/>
                </a:endParaRPr>
              </a:p>
              <a:p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742AF43-0309-34BD-1352-7D52EF715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717" y="4512498"/>
                <a:ext cx="545277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33C1898-BDF3-EEED-017A-8D27931E93AC}"/>
                  </a:ext>
                </a:extLst>
              </p:cNvPr>
              <p:cNvSpPr txBox="1"/>
              <p:nvPr/>
            </p:nvSpPr>
            <p:spPr>
              <a:xfrm>
                <a:off x="6363523" y="3649643"/>
                <a:ext cx="6042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33C1898-BDF3-EEED-017A-8D27931E9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3523" y="3649643"/>
                <a:ext cx="604204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D16F0A41-8734-A633-4076-79C5FC99D906}"/>
              </a:ext>
            </a:extLst>
          </p:cNvPr>
          <p:cNvCxnSpPr>
            <a:cxnSpLocks/>
          </p:cNvCxnSpPr>
          <p:nvPr/>
        </p:nvCxnSpPr>
        <p:spPr>
          <a:xfrm flipH="1">
            <a:off x="5625100" y="4106478"/>
            <a:ext cx="238625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椭圆 21">
            <a:extLst>
              <a:ext uri="{FF2B5EF4-FFF2-40B4-BE49-F238E27FC236}">
                <a16:creationId xmlns:a16="http://schemas.microsoft.com/office/drawing/2014/main" id="{9572C504-3142-7DA5-587A-DF506AC941EB}"/>
              </a:ext>
            </a:extLst>
          </p:cNvPr>
          <p:cNvSpPr/>
          <p:nvPr/>
        </p:nvSpPr>
        <p:spPr>
          <a:xfrm>
            <a:off x="2236935" y="4512498"/>
            <a:ext cx="50944" cy="5394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2D9EB92F-3E5E-BDAF-A9F6-A0220EE8E1AD}"/>
              </a:ext>
            </a:extLst>
          </p:cNvPr>
          <p:cNvSpPr/>
          <p:nvPr/>
        </p:nvSpPr>
        <p:spPr>
          <a:xfrm>
            <a:off x="7467525" y="4082743"/>
            <a:ext cx="50944" cy="5394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FB5BAA72-9F94-62DB-B603-1ED88D52D15B}"/>
              </a:ext>
            </a:extLst>
          </p:cNvPr>
          <p:cNvSpPr/>
          <p:nvPr/>
        </p:nvSpPr>
        <p:spPr>
          <a:xfrm>
            <a:off x="10756825" y="3579505"/>
            <a:ext cx="50944" cy="5394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793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14528" y="231648"/>
            <a:ext cx="3755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latin typeface="仿宋" panose="02010609060101010101" pitchFamily="49" charset="-122"/>
                <a:ea typeface="仿宋" panose="02010609060101010101" pitchFamily="49" charset="-122"/>
              </a:rPr>
              <a:t>四、思考题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12064" y="1255776"/>
            <a:ext cx="110215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800" dirty="0">
                <a:latin typeface="仿宋" panose="02010609060101010101" pitchFamily="49" charset="-122"/>
                <a:ea typeface="仿宋" panose="02010609060101010101" pitchFamily="49" charset="-122"/>
              </a:rPr>
              <a:t>、无源滤波器的负载对输出会有什么样的影响？</a:t>
            </a:r>
            <a:endParaRPr lang="en-US" altLang="zh-CN" sz="28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2800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800" dirty="0">
                <a:latin typeface="仿宋" panose="02010609060101010101" pitchFamily="49" charset="-122"/>
                <a:ea typeface="仿宋" panose="02010609060101010101" pitchFamily="49" charset="-122"/>
              </a:rPr>
              <a:t>、观察一阶、二阶四阶高通滤波器的幅频特性曲线的转折区波形有什么不同？为什么会有这样的不同？</a:t>
            </a:r>
            <a:endParaRPr lang="en-US" altLang="zh-CN" sz="28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zh-CN" altLang="en-US" sz="28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1422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561</Words>
  <Application>Microsoft Office PowerPoint</Application>
  <PresentationFormat>宽屏</PresentationFormat>
  <Paragraphs>174</Paragraphs>
  <Slides>14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等线</vt:lpstr>
      <vt:lpstr>等线 Light</vt:lpstr>
      <vt:lpstr>仿宋</vt:lpstr>
      <vt:lpstr>Arial</vt:lpstr>
      <vt:lpstr>Cambria Math</vt:lpstr>
      <vt:lpstr>Times New Roman</vt:lpstr>
      <vt:lpstr>Office 主题​​</vt:lpstr>
      <vt:lpstr>Visio.Drawing.11</vt:lpstr>
      <vt:lpstr>实验三  有源滤波器 </vt:lpstr>
      <vt:lpstr>一、实验目的： </vt:lpstr>
      <vt:lpstr>二、实验原理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有源滤波器 </dc:title>
  <dc:creator>LENOVO</dc:creator>
  <cp:lastModifiedBy>744311194@qq.com</cp:lastModifiedBy>
  <cp:revision>28</cp:revision>
  <dcterms:created xsi:type="dcterms:W3CDTF">2024-05-17T02:09:23Z</dcterms:created>
  <dcterms:modified xsi:type="dcterms:W3CDTF">2026-06-22T12:05:29Z</dcterms:modified>
</cp:coreProperties>
</file>