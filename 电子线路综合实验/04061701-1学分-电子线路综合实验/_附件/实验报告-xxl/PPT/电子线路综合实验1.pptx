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4"/>
  </p:notesMasterIdLst>
  <p:handoutMasterIdLst>
    <p:handoutMasterId r:id="rId25"/>
  </p:handoutMasterIdLst>
  <p:sldIdLst>
    <p:sldId id="267" r:id="rId2"/>
    <p:sldId id="268" r:id="rId3"/>
    <p:sldId id="289" r:id="rId4"/>
    <p:sldId id="256" r:id="rId5"/>
    <p:sldId id="257" r:id="rId6"/>
    <p:sldId id="258" r:id="rId7"/>
    <p:sldId id="290" r:id="rId8"/>
    <p:sldId id="259" r:id="rId9"/>
    <p:sldId id="260" r:id="rId10"/>
    <p:sldId id="287" r:id="rId11"/>
    <p:sldId id="288" r:id="rId12"/>
    <p:sldId id="282" r:id="rId13"/>
    <p:sldId id="263" r:id="rId14"/>
    <p:sldId id="272" r:id="rId15"/>
    <p:sldId id="291" r:id="rId16"/>
    <p:sldId id="292" r:id="rId17"/>
    <p:sldId id="273" r:id="rId18"/>
    <p:sldId id="271" r:id="rId19"/>
    <p:sldId id="262" r:id="rId20"/>
    <p:sldId id="266" r:id="rId21"/>
    <p:sldId id="264" r:id="rId22"/>
    <p:sldId id="265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D8D9A-99BE-403A-B3E8-68D2AD40C8B3}" v="89" dt="2026-06-22T09:30:01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undo custSel addSld modSld modMainMaster">
      <pc:chgData name="744311194@qq.com" userId="e2a28223f2085f4b" providerId="LiveId" clId="{93EAE7B5-FDEE-48D0-B65C-03455E3B8632}" dt="2026-06-22T09:30:01.941" v="316" actId="478"/>
      <pc:docMkLst>
        <pc:docMk/>
      </pc:docMkLst>
      <pc:sldChg chg="delSp modSp mod">
        <pc:chgData name="744311194@qq.com" userId="e2a28223f2085f4b" providerId="LiveId" clId="{93EAE7B5-FDEE-48D0-B65C-03455E3B8632}" dt="2026-06-22T09:30:01.941" v="316" actId="478"/>
        <pc:sldMkLst>
          <pc:docMk/>
          <pc:sldMk cId="1827097246" sldId="258"/>
        </pc:sldMkLst>
        <pc:spChg chg="del">
          <ac:chgData name="744311194@qq.com" userId="e2a28223f2085f4b" providerId="LiveId" clId="{93EAE7B5-FDEE-48D0-B65C-03455E3B8632}" dt="2026-06-22T09:29:58.076" v="314" actId="478"/>
          <ac:spMkLst>
            <pc:docMk/>
            <pc:sldMk cId="1827097246" sldId="258"/>
            <ac:spMk id="2" creationId="{00000000-0000-0000-0000-000000000000}"/>
          </ac:spMkLst>
        </pc:spChg>
        <pc:spChg chg="del mod">
          <ac:chgData name="744311194@qq.com" userId="e2a28223f2085f4b" providerId="LiveId" clId="{93EAE7B5-FDEE-48D0-B65C-03455E3B8632}" dt="2026-06-22T09:30:01.941" v="316" actId="478"/>
          <ac:spMkLst>
            <pc:docMk/>
            <pc:sldMk cId="1827097246" sldId="258"/>
            <ac:spMk id="5" creationId="{00000000-0000-0000-0000-000000000000}"/>
          </ac:spMkLst>
        </pc:spChg>
        <pc:graphicFrameChg chg="mod">
          <ac:chgData name="744311194@qq.com" userId="e2a28223f2085f4b" providerId="LiveId" clId="{93EAE7B5-FDEE-48D0-B65C-03455E3B8632}" dt="2026-06-15T11:17:25.966" v="0" actId="1076"/>
          <ac:graphicFrameMkLst>
            <pc:docMk/>
            <pc:sldMk cId="1827097246" sldId="258"/>
            <ac:graphicFrameMk id="6" creationId="{00000000-0000-0000-0000-000000000000}"/>
          </ac:graphicFrameMkLst>
        </pc:graphicFrameChg>
      </pc:sldChg>
      <pc:sldChg chg="modSp mod">
        <pc:chgData name="744311194@qq.com" userId="e2a28223f2085f4b" providerId="LiveId" clId="{93EAE7B5-FDEE-48D0-B65C-03455E3B8632}" dt="2026-06-15T12:02:33.140" v="146" actId="1076"/>
        <pc:sldMkLst>
          <pc:docMk/>
          <pc:sldMk cId="799778785" sldId="260"/>
        </pc:sldMkLst>
        <pc:spChg chg="mod">
          <ac:chgData name="744311194@qq.com" userId="e2a28223f2085f4b" providerId="LiveId" clId="{93EAE7B5-FDEE-48D0-B65C-03455E3B8632}" dt="2026-06-15T12:02:33.140" v="146" actId="1076"/>
          <ac:spMkLst>
            <pc:docMk/>
            <pc:sldMk cId="799778785" sldId="260"/>
            <ac:spMk id="3" creationId="{00000000-0000-0000-0000-000000000000}"/>
          </ac:spMkLst>
        </pc:spChg>
      </pc:sldChg>
      <pc:sldChg chg="modSp mod">
        <pc:chgData name="744311194@qq.com" userId="e2a28223f2085f4b" providerId="LiveId" clId="{93EAE7B5-FDEE-48D0-B65C-03455E3B8632}" dt="2026-06-15T12:38:08.580" v="147" actId="1076"/>
        <pc:sldMkLst>
          <pc:docMk/>
          <pc:sldMk cId="358932204" sldId="282"/>
        </pc:sldMkLst>
        <pc:spChg chg="mod">
          <ac:chgData name="744311194@qq.com" userId="e2a28223f2085f4b" providerId="LiveId" clId="{93EAE7B5-FDEE-48D0-B65C-03455E3B8632}" dt="2026-06-15T12:38:08.580" v="147" actId="1076"/>
          <ac:spMkLst>
            <pc:docMk/>
            <pc:sldMk cId="358932204" sldId="282"/>
            <ac:spMk id="2" creationId="{00000000-0000-0000-0000-000000000000}"/>
          </ac:spMkLst>
        </pc:spChg>
      </pc:sldChg>
      <pc:sldChg chg="addSp delSp modSp add mod setBg">
        <pc:chgData name="744311194@qq.com" userId="e2a28223f2085f4b" providerId="LiveId" clId="{93EAE7B5-FDEE-48D0-B65C-03455E3B8632}" dt="2026-06-15T11:26:22.419" v="144" actId="14100"/>
        <pc:sldMkLst>
          <pc:docMk/>
          <pc:sldMk cId="3111243886" sldId="290"/>
        </pc:sldMkLst>
        <pc:spChg chg="add mod">
          <ac:chgData name="744311194@qq.com" userId="e2a28223f2085f4b" providerId="LiveId" clId="{93EAE7B5-FDEE-48D0-B65C-03455E3B8632}" dt="2026-06-15T11:25:26.329" v="142" actId="164"/>
          <ac:spMkLst>
            <pc:docMk/>
            <pc:sldMk cId="3111243886" sldId="290"/>
            <ac:spMk id="4" creationId="{EF5861AA-8C27-B60F-D312-549AC013E788}"/>
          </ac:spMkLst>
        </pc:spChg>
        <pc:spChg chg="add mod">
          <ac:chgData name="744311194@qq.com" userId="e2a28223f2085f4b" providerId="LiveId" clId="{93EAE7B5-FDEE-48D0-B65C-03455E3B8632}" dt="2026-06-15T11:25:26.329" v="142" actId="164"/>
          <ac:spMkLst>
            <pc:docMk/>
            <pc:sldMk cId="3111243886" sldId="290"/>
            <ac:spMk id="8" creationId="{F1E066E3-79DE-198F-F07A-52DD86888179}"/>
          </ac:spMkLst>
        </pc:spChg>
        <pc:spChg chg="add mod">
          <ac:chgData name="744311194@qq.com" userId="e2a28223f2085f4b" providerId="LiveId" clId="{93EAE7B5-FDEE-48D0-B65C-03455E3B8632}" dt="2026-06-15T11:25:26.329" v="142" actId="164"/>
          <ac:spMkLst>
            <pc:docMk/>
            <pc:sldMk cId="3111243886" sldId="290"/>
            <ac:spMk id="9" creationId="{48EDE9F2-99BC-87BA-A2ED-2F5BE06581D3}"/>
          </ac:spMkLst>
        </pc:spChg>
        <pc:spChg chg="add mod">
          <ac:chgData name="744311194@qq.com" userId="e2a28223f2085f4b" providerId="LiveId" clId="{93EAE7B5-FDEE-48D0-B65C-03455E3B8632}" dt="2026-06-15T11:24:36.363" v="123" actId="1076"/>
          <ac:spMkLst>
            <pc:docMk/>
            <pc:sldMk cId="3111243886" sldId="290"/>
            <ac:spMk id="10" creationId="{4D3720F1-DF7B-F6FD-AD88-4D2DF1454A91}"/>
          </ac:spMkLst>
        </pc:spChg>
        <pc:spChg chg="add mod">
          <ac:chgData name="744311194@qq.com" userId="e2a28223f2085f4b" providerId="LiveId" clId="{93EAE7B5-FDEE-48D0-B65C-03455E3B8632}" dt="2026-06-15T11:25:26.329" v="142" actId="164"/>
          <ac:spMkLst>
            <pc:docMk/>
            <pc:sldMk cId="3111243886" sldId="290"/>
            <ac:spMk id="12" creationId="{2E9F1F61-8D1A-EAD7-874E-C791F3F0EC37}"/>
          </ac:spMkLst>
        </pc:spChg>
        <pc:spChg chg="add mod">
          <ac:chgData name="744311194@qq.com" userId="e2a28223f2085f4b" providerId="LiveId" clId="{93EAE7B5-FDEE-48D0-B65C-03455E3B8632}" dt="2026-06-15T11:19:37.233" v="51"/>
          <ac:spMkLst>
            <pc:docMk/>
            <pc:sldMk cId="3111243886" sldId="290"/>
            <ac:spMk id="13" creationId="{3EB59C14-9B8B-814F-1EF6-4555A95E8CD8}"/>
          </ac:spMkLst>
        </pc:spChg>
        <pc:spChg chg="add mod">
          <ac:chgData name="744311194@qq.com" userId="e2a28223f2085f4b" providerId="LiveId" clId="{93EAE7B5-FDEE-48D0-B65C-03455E3B8632}" dt="2026-06-15T11:20:16.500" v="67" actId="1076"/>
          <ac:spMkLst>
            <pc:docMk/>
            <pc:sldMk cId="3111243886" sldId="290"/>
            <ac:spMk id="14" creationId="{2E896AD4-5141-D9FD-C9F6-6BAD0D62BD7F}"/>
          </ac:spMkLst>
        </pc:spChg>
        <pc:spChg chg="add mod">
          <ac:chgData name="744311194@qq.com" userId="e2a28223f2085f4b" providerId="LiveId" clId="{93EAE7B5-FDEE-48D0-B65C-03455E3B8632}" dt="2026-06-15T11:25:26.329" v="142" actId="164"/>
          <ac:spMkLst>
            <pc:docMk/>
            <pc:sldMk cId="3111243886" sldId="290"/>
            <ac:spMk id="15" creationId="{823FD1A1-EE9D-04EC-37F0-41B4CF1CFBC0}"/>
          </ac:spMkLst>
        </pc:spChg>
        <pc:spChg chg="add mod">
          <ac:chgData name="744311194@qq.com" userId="e2a28223f2085f4b" providerId="LiveId" clId="{93EAE7B5-FDEE-48D0-B65C-03455E3B8632}" dt="2026-06-15T11:26:05.719" v="143" actId="17032"/>
          <ac:spMkLst>
            <pc:docMk/>
            <pc:sldMk cId="3111243886" sldId="290"/>
            <ac:spMk id="18" creationId="{040BFB57-4E49-5733-92CF-D995EB236E37}"/>
          </ac:spMkLst>
        </pc:spChg>
        <pc:spChg chg="add mod">
          <ac:chgData name="744311194@qq.com" userId="e2a28223f2085f4b" providerId="LiveId" clId="{93EAE7B5-FDEE-48D0-B65C-03455E3B8632}" dt="2026-06-15T11:26:05.719" v="143" actId="17032"/>
          <ac:spMkLst>
            <pc:docMk/>
            <pc:sldMk cId="3111243886" sldId="290"/>
            <ac:spMk id="19" creationId="{B4ACCA8D-8017-7FCF-4606-FFF7792DA236}"/>
          </ac:spMkLst>
        </pc:spChg>
        <pc:spChg chg="add mod">
          <ac:chgData name="744311194@qq.com" userId="e2a28223f2085f4b" providerId="LiveId" clId="{93EAE7B5-FDEE-48D0-B65C-03455E3B8632}" dt="2026-06-15T11:26:22.419" v="144" actId="14100"/>
          <ac:spMkLst>
            <pc:docMk/>
            <pc:sldMk cId="3111243886" sldId="290"/>
            <ac:spMk id="24" creationId="{A4AAECBC-CD51-7F35-1C50-846E4B2AAE72}"/>
          </ac:spMkLst>
        </pc:spChg>
        <pc:spChg chg="add mod">
          <ac:chgData name="744311194@qq.com" userId="e2a28223f2085f4b" providerId="LiveId" clId="{93EAE7B5-FDEE-48D0-B65C-03455E3B8632}" dt="2026-06-15T11:26:22.419" v="144" actId="14100"/>
          <ac:spMkLst>
            <pc:docMk/>
            <pc:sldMk cId="3111243886" sldId="290"/>
            <ac:spMk id="25" creationId="{7086EC36-4EB4-80DE-02F1-6CA6FFF3DF41}"/>
          </ac:spMkLst>
        </pc:spChg>
        <pc:spChg chg="add mod">
          <ac:chgData name="744311194@qq.com" userId="e2a28223f2085f4b" providerId="LiveId" clId="{93EAE7B5-FDEE-48D0-B65C-03455E3B8632}" dt="2026-06-15T11:25:26.329" v="142" actId="164"/>
          <ac:spMkLst>
            <pc:docMk/>
            <pc:sldMk cId="3111243886" sldId="290"/>
            <ac:spMk id="26" creationId="{348A347E-30C4-8F27-F575-0A3B9F3A7AC5}"/>
          </ac:spMkLst>
        </pc:spChg>
        <pc:spChg chg="add del mod">
          <ac:chgData name="744311194@qq.com" userId="e2a28223f2085f4b" providerId="LiveId" clId="{93EAE7B5-FDEE-48D0-B65C-03455E3B8632}" dt="2026-06-15T11:25:26.329" v="142" actId="164"/>
          <ac:spMkLst>
            <pc:docMk/>
            <pc:sldMk cId="3111243886" sldId="290"/>
            <ac:spMk id="27" creationId="{4B3BA7E4-92C2-E111-B563-361A125A688E}"/>
          </ac:spMkLst>
        </pc:spChg>
        <pc:spChg chg="add mod">
          <ac:chgData name="744311194@qq.com" userId="e2a28223f2085f4b" providerId="LiveId" clId="{93EAE7B5-FDEE-48D0-B65C-03455E3B8632}" dt="2026-06-15T11:26:05.719" v="143" actId="17032"/>
          <ac:spMkLst>
            <pc:docMk/>
            <pc:sldMk cId="3111243886" sldId="290"/>
            <ac:spMk id="28" creationId="{7D04467A-7C2D-3962-5684-05DF15053443}"/>
          </ac:spMkLst>
        </pc:spChg>
      </pc:sldChg>
      <pc:sldChg chg="addSp delSp modSp add mod">
        <pc:chgData name="744311194@qq.com" userId="e2a28223f2085f4b" providerId="LiveId" clId="{93EAE7B5-FDEE-48D0-B65C-03455E3B8632}" dt="2026-06-15T14:13:32.876" v="313" actId="1076"/>
        <pc:sldMkLst>
          <pc:docMk/>
          <pc:sldMk cId="2164930014" sldId="291"/>
        </pc:sldMkLst>
        <pc:spChg chg="add mod">
          <ac:chgData name="744311194@qq.com" userId="e2a28223f2085f4b" providerId="LiveId" clId="{93EAE7B5-FDEE-48D0-B65C-03455E3B8632}" dt="2026-06-15T13:02:15.906" v="222" actId="164"/>
          <ac:spMkLst>
            <pc:docMk/>
            <pc:sldMk cId="2164930014" sldId="291"/>
            <ac:spMk id="4" creationId="{42821716-6EAC-0509-D591-0A7C4A049286}"/>
          </ac:spMkLst>
        </pc:spChg>
        <pc:spChg chg="add mod">
          <ac:chgData name="744311194@qq.com" userId="e2a28223f2085f4b" providerId="LiveId" clId="{93EAE7B5-FDEE-48D0-B65C-03455E3B8632}" dt="2026-06-15T13:02:15.906" v="222" actId="164"/>
          <ac:spMkLst>
            <pc:docMk/>
            <pc:sldMk cId="2164930014" sldId="291"/>
            <ac:spMk id="5" creationId="{06B204BD-3E0D-739A-4198-D1DCEC00CDC6}"/>
          </ac:spMkLst>
        </pc:spChg>
        <pc:spChg chg="add mod">
          <ac:chgData name="744311194@qq.com" userId="e2a28223f2085f4b" providerId="LiveId" clId="{93EAE7B5-FDEE-48D0-B65C-03455E3B8632}" dt="2026-06-15T13:02:15.906" v="222" actId="164"/>
          <ac:spMkLst>
            <pc:docMk/>
            <pc:sldMk cId="2164930014" sldId="291"/>
            <ac:spMk id="7" creationId="{255B6F93-16CC-7155-219D-F859D6698FA9}"/>
          </ac:spMkLst>
        </pc:spChg>
        <pc:spChg chg="add mod">
          <ac:chgData name="744311194@qq.com" userId="e2a28223f2085f4b" providerId="LiveId" clId="{93EAE7B5-FDEE-48D0-B65C-03455E3B8632}" dt="2026-06-15T13:02:15.906" v="222" actId="164"/>
          <ac:spMkLst>
            <pc:docMk/>
            <pc:sldMk cId="2164930014" sldId="291"/>
            <ac:spMk id="8" creationId="{79899C11-C8CC-5C56-BF2B-5A29890823C4}"/>
          </ac:spMkLst>
        </pc:spChg>
        <pc:spChg chg="add mod">
          <ac:chgData name="744311194@qq.com" userId="e2a28223f2085f4b" providerId="LiveId" clId="{93EAE7B5-FDEE-48D0-B65C-03455E3B8632}" dt="2026-06-15T13:02:15.906" v="222" actId="164"/>
          <ac:spMkLst>
            <pc:docMk/>
            <pc:sldMk cId="2164930014" sldId="291"/>
            <ac:spMk id="12" creationId="{8D1394D7-4CC7-460D-0431-2DFF0A982F9E}"/>
          </ac:spMkLst>
        </pc:spChg>
        <pc:spChg chg="add mod">
          <ac:chgData name="744311194@qq.com" userId="e2a28223f2085f4b" providerId="LiveId" clId="{93EAE7B5-FDEE-48D0-B65C-03455E3B8632}" dt="2026-06-15T13:02:15.906" v="222" actId="164"/>
          <ac:spMkLst>
            <pc:docMk/>
            <pc:sldMk cId="2164930014" sldId="291"/>
            <ac:spMk id="15" creationId="{B54DDB8A-6FD5-E21A-6A0E-B85879085803}"/>
          </ac:spMkLst>
        </pc:spChg>
        <pc:spChg chg="add mod">
          <ac:chgData name="744311194@qq.com" userId="e2a28223f2085f4b" providerId="LiveId" clId="{93EAE7B5-FDEE-48D0-B65C-03455E3B8632}" dt="2026-06-15T13:02:15.906" v="222" actId="164"/>
          <ac:spMkLst>
            <pc:docMk/>
            <pc:sldMk cId="2164930014" sldId="291"/>
            <ac:spMk id="16" creationId="{9DA454B3-03FF-2982-621D-7870A9AAFA58}"/>
          </ac:spMkLst>
        </pc:spChg>
        <pc:spChg chg="add mod">
          <ac:chgData name="744311194@qq.com" userId="e2a28223f2085f4b" providerId="LiveId" clId="{93EAE7B5-FDEE-48D0-B65C-03455E3B8632}" dt="2026-06-15T13:04:21.722" v="275" actId="1076"/>
          <ac:spMkLst>
            <pc:docMk/>
            <pc:sldMk cId="2164930014" sldId="291"/>
            <ac:spMk id="17" creationId="{30B7344F-D57C-C83A-B647-261D30FBF7D8}"/>
          </ac:spMkLst>
        </pc:spChg>
        <pc:spChg chg="mod topLvl">
          <ac:chgData name="744311194@qq.com" userId="e2a28223f2085f4b" providerId="LiveId" clId="{93EAE7B5-FDEE-48D0-B65C-03455E3B8632}" dt="2026-06-15T13:03:23.438" v="246" actId="165"/>
          <ac:spMkLst>
            <pc:docMk/>
            <pc:sldMk cId="2164930014" sldId="291"/>
            <ac:spMk id="20" creationId="{76D4CC41-E9E8-1127-7EE7-4C540032FB40}"/>
          </ac:spMkLst>
        </pc:spChg>
        <pc:spChg chg="mod topLvl">
          <ac:chgData name="744311194@qq.com" userId="e2a28223f2085f4b" providerId="LiveId" clId="{93EAE7B5-FDEE-48D0-B65C-03455E3B8632}" dt="2026-06-15T13:03:23.438" v="246" actId="165"/>
          <ac:spMkLst>
            <pc:docMk/>
            <pc:sldMk cId="2164930014" sldId="291"/>
            <ac:spMk id="21" creationId="{A878BA9C-190A-D82F-36B7-ECD880E575C9}"/>
          </ac:spMkLst>
        </pc:spChg>
        <pc:spChg chg="mod topLvl">
          <ac:chgData name="744311194@qq.com" userId="e2a28223f2085f4b" providerId="LiveId" clId="{93EAE7B5-FDEE-48D0-B65C-03455E3B8632}" dt="2026-06-15T13:03:23.438" v="246" actId="165"/>
          <ac:spMkLst>
            <pc:docMk/>
            <pc:sldMk cId="2164930014" sldId="291"/>
            <ac:spMk id="22" creationId="{CA095D38-E589-E01F-E22B-DBB7A2B7A9A2}"/>
          </ac:spMkLst>
        </pc:spChg>
        <pc:spChg chg="mod topLvl">
          <ac:chgData name="744311194@qq.com" userId="e2a28223f2085f4b" providerId="LiveId" clId="{93EAE7B5-FDEE-48D0-B65C-03455E3B8632}" dt="2026-06-15T13:03:23.438" v="246" actId="165"/>
          <ac:spMkLst>
            <pc:docMk/>
            <pc:sldMk cId="2164930014" sldId="291"/>
            <ac:spMk id="23" creationId="{12DABD34-AEBC-8473-23E7-DB864F820D71}"/>
          </ac:spMkLst>
        </pc:spChg>
        <pc:spChg chg="mod topLvl">
          <ac:chgData name="744311194@qq.com" userId="e2a28223f2085f4b" providerId="LiveId" clId="{93EAE7B5-FDEE-48D0-B65C-03455E3B8632}" dt="2026-06-15T13:03:23.438" v="246" actId="165"/>
          <ac:spMkLst>
            <pc:docMk/>
            <pc:sldMk cId="2164930014" sldId="291"/>
            <ac:spMk id="24" creationId="{22838CC7-04C1-1CA8-B910-3B2A441CC31F}"/>
          </ac:spMkLst>
        </pc:spChg>
        <pc:spChg chg="mod topLvl">
          <ac:chgData name="744311194@qq.com" userId="e2a28223f2085f4b" providerId="LiveId" clId="{93EAE7B5-FDEE-48D0-B65C-03455E3B8632}" dt="2026-06-15T13:03:53.529" v="262"/>
          <ac:spMkLst>
            <pc:docMk/>
            <pc:sldMk cId="2164930014" sldId="291"/>
            <ac:spMk id="26" creationId="{C08FD132-0E1D-25B7-D15E-5F8FC14FEA99}"/>
          </ac:spMkLst>
        </pc:spChg>
        <pc:spChg chg="mod topLvl">
          <ac:chgData name="744311194@qq.com" userId="e2a28223f2085f4b" providerId="LiveId" clId="{93EAE7B5-FDEE-48D0-B65C-03455E3B8632}" dt="2026-06-15T13:04:31.566" v="278" actId="1076"/>
          <ac:spMkLst>
            <pc:docMk/>
            <pc:sldMk cId="2164930014" sldId="291"/>
            <ac:spMk id="27" creationId="{521B0983-827E-BD24-504B-7BFDD4245D7A}"/>
          </ac:spMkLst>
        </pc:spChg>
        <pc:spChg chg="mod">
          <ac:chgData name="744311194@qq.com" userId="e2a28223f2085f4b" providerId="LiveId" clId="{93EAE7B5-FDEE-48D0-B65C-03455E3B8632}" dt="2026-06-15T13:02:43.745" v="233"/>
          <ac:spMkLst>
            <pc:docMk/>
            <pc:sldMk cId="2164930014" sldId="291"/>
            <ac:spMk id="29" creationId="{4124898F-1D38-3C24-8ED5-8707E888287D}"/>
          </ac:spMkLst>
        </pc:spChg>
        <pc:spChg chg="mod">
          <ac:chgData name="744311194@qq.com" userId="e2a28223f2085f4b" providerId="LiveId" clId="{93EAE7B5-FDEE-48D0-B65C-03455E3B8632}" dt="2026-06-15T13:02:43.745" v="233"/>
          <ac:spMkLst>
            <pc:docMk/>
            <pc:sldMk cId="2164930014" sldId="291"/>
            <ac:spMk id="30" creationId="{A1E2D8CD-D93F-6C2D-6F7A-289DEAEEBA39}"/>
          </ac:spMkLst>
        </pc:spChg>
        <pc:spChg chg="mod">
          <ac:chgData name="744311194@qq.com" userId="e2a28223f2085f4b" providerId="LiveId" clId="{93EAE7B5-FDEE-48D0-B65C-03455E3B8632}" dt="2026-06-15T13:02:43.745" v="233"/>
          <ac:spMkLst>
            <pc:docMk/>
            <pc:sldMk cId="2164930014" sldId="291"/>
            <ac:spMk id="31" creationId="{E3EB9790-BCF6-B67A-D27A-5899321C7BA9}"/>
          </ac:spMkLst>
        </pc:spChg>
        <pc:spChg chg="mod">
          <ac:chgData name="744311194@qq.com" userId="e2a28223f2085f4b" providerId="LiveId" clId="{93EAE7B5-FDEE-48D0-B65C-03455E3B8632}" dt="2026-06-15T13:02:43.745" v="233"/>
          <ac:spMkLst>
            <pc:docMk/>
            <pc:sldMk cId="2164930014" sldId="291"/>
            <ac:spMk id="32" creationId="{DF8DAF57-1BBE-898B-6336-3EF12984FC45}"/>
          </ac:spMkLst>
        </pc:spChg>
        <pc:spChg chg="mod">
          <ac:chgData name="744311194@qq.com" userId="e2a28223f2085f4b" providerId="LiveId" clId="{93EAE7B5-FDEE-48D0-B65C-03455E3B8632}" dt="2026-06-15T13:02:43.745" v="233"/>
          <ac:spMkLst>
            <pc:docMk/>
            <pc:sldMk cId="2164930014" sldId="291"/>
            <ac:spMk id="34" creationId="{D821FF31-B8AB-4A67-4A22-8B37D538E1AB}"/>
          </ac:spMkLst>
        </pc:spChg>
        <pc:spChg chg="mod">
          <ac:chgData name="744311194@qq.com" userId="e2a28223f2085f4b" providerId="LiveId" clId="{93EAE7B5-FDEE-48D0-B65C-03455E3B8632}" dt="2026-06-15T13:03:49.584" v="258" actId="1076"/>
          <ac:spMkLst>
            <pc:docMk/>
            <pc:sldMk cId="2164930014" sldId="291"/>
            <ac:spMk id="36" creationId="{E411D4F3-B0EB-2D19-C546-BA77387553A2}"/>
          </ac:spMkLst>
        </pc:spChg>
        <pc:spChg chg="add mod">
          <ac:chgData name="744311194@qq.com" userId="e2a28223f2085f4b" providerId="LiveId" clId="{93EAE7B5-FDEE-48D0-B65C-03455E3B8632}" dt="2026-06-15T14:13:16.161" v="305"/>
          <ac:spMkLst>
            <pc:docMk/>
            <pc:sldMk cId="2164930014" sldId="291"/>
            <ac:spMk id="38" creationId="{1E32D3E7-7A90-0C32-D3F6-F63CBA88522F}"/>
          </ac:spMkLst>
        </pc:spChg>
        <pc:spChg chg="add mod">
          <ac:chgData name="744311194@qq.com" userId="e2a28223f2085f4b" providerId="LiveId" clId="{93EAE7B5-FDEE-48D0-B65C-03455E3B8632}" dt="2026-06-15T14:13:32.876" v="313" actId="1076"/>
          <ac:spMkLst>
            <pc:docMk/>
            <pc:sldMk cId="2164930014" sldId="291"/>
            <ac:spMk id="40" creationId="{BF01FC6B-B1D3-161D-C12B-EB3E7C4F40DC}"/>
          </ac:spMkLst>
        </pc:spChg>
        <pc:grpChg chg="add mod">
          <ac:chgData name="744311194@qq.com" userId="e2a28223f2085f4b" providerId="LiveId" clId="{93EAE7B5-FDEE-48D0-B65C-03455E3B8632}" dt="2026-06-15T13:02:19.046" v="223" actId="1076"/>
          <ac:grpSpMkLst>
            <pc:docMk/>
            <pc:sldMk cId="2164930014" sldId="291"/>
            <ac:grpSpMk id="18" creationId="{6FB93A35-7EFA-CCB7-1ECA-FE337DC7BC7A}"/>
          </ac:grpSpMkLst>
        </pc:grpChg>
        <pc:grpChg chg="add mod">
          <ac:chgData name="744311194@qq.com" userId="e2a28223f2085f4b" providerId="LiveId" clId="{93EAE7B5-FDEE-48D0-B65C-03455E3B8632}" dt="2026-06-15T13:02:43.745" v="233"/>
          <ac:grpSpMkLst>
            <pc:docMk/>
            <pc:sldMk cId="2164930014" sldId="291"/>
            <ac:grpSpMk id="28" creationId="{2DA42748-2176-1662-70F0-3EE42845B78C}"/>
          </ac:grpSpMkLst>
        </pc:grpChg>
      </pc:sldChg>
      <pc:sldChg chg="addSp delSp modSp add mod">
        <pc:chgData name="744311194@qq.com" userId="e2a28223f2085f4b" providerId="LiveId" clId="{93EAE7B5-FDEE-48D0-B65C-03455E3B8632}" dt="2026-06-15T14:09:44.247" v="304" actId="1076"/>
        <pc:sldMkLst>
          <pc:docMk/>
          <pc:sldMk cId="433347147" sldId="292"/>
        </pc:sldMkLst>
        <pc:spChg chg="add 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2" creationId="{756E3151-10FE-2530-506F-2C92A9A5217A}"/>
          </ac:spMkLst>
        </pc:spChg>
        <pc:spChg chg="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20" creationId="{0C391B1C-28D6-87C8-CF9A-06532F6AB206}"/>
          </ac:spMkLst>
        </pc:spChg>
        <pc:spChg chg="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21" creationId="{AE87E0FC-68BA-0088-9439-3CB77D03A774}"/>
          </ac:spMkLst>
        </pc:spChg>
        <pc:spChg chg="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22" creationId="{936268A7-02E8-5F40-CCA4-1F3A24358DAE}"/>
          </ac:spMkLst>
        </pc:spChg>
        <pc:spChg chg="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23" creationId="{A7D72F28-CED7-2B98-1EFC-B61D678CFEB1}"/>
          </ac:spMkLst>
        </pc:spChg>
        <pc:spChg chg="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24" creationId="{CADBC451-476B-5B1B-69E8-1E8A064A3204}"/>
          </ac:spMkLst>
        </pc:spChg>
        <pc:spChg chg="mod">
          <ac:chgData name="744311194@qq.com" userId="e2a28223f2085f4b" providerId="LiveId" clId="{93EAE7B5-FDEE-48D0-B65C-03455E3B8632}" dt="2026-06-15T14:08:38.749" v="295" actId="164"/>
          <ac:spMkLst>
            <pc:docMk/>
            <pc:sldMk cId="433347147" sldId="292"/>
            <ac:spMk id="26" creationId="{C0486BAA-478B-159A-BA21-8098CD6D55F9}"/>
          </ac:spMkLst>
        </pc:spChg>
        <pc:spChg chg="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29" creationId="{FE2948D3-8291-5E18-D482-7D617B7B5D22}"/>
          </ac:spMkLst>
        </pc:spChg>
        <pc:spChg chg="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30" creationId="{511BD0E3-4914-0DE7-6E07-AC68CB5F4946}"/>
          </ac:spMkLst>
        </pc:spChg>
        <pc:spChg chg="mod">
          <ac:chgData name="744311194@qq.com" userId="e2a28223f2085f4b" providerId="LiveId" clId="{93EAE7B5-FDEE-48D0-B65C-03455E3B8632}" dt="2026-06-15T14:09:44.247" v="304" actId="1076"/>
          <ac:spMkLst>
            <pc:docMk/>
            <pc:sldMk cId="433347147" sldId="292"/>
            <ac:spMk id="31" creationId="{590CB37E-AFEB-94F9-01D5-D82B20999F5E}"/>
          </ac:spMkLst>
        </pc:spChg>
        <pc:spChg chg="mod">
          <ac:chgData name="744311194@qq.com" userId="e2a28223f2085f4b" providerId="LiveId" clId="{93EAE7B5-FDEE-48D0-B65C-03455E3B8632}" dt="2026-06-15T14:09:39.364" v="302"/>
          <ac:spMkLst>
            <pc:docMk/>
            <pc:sldMk cId="433347147" sldId="292"/>
            <ac:spMk id="32" creationId="{DD2FAE98-D6A2-8ACB-467B-65D2A6D2DA48}"/>
          </ac:spMkLst>
        </pc:spChg>
        <pc:spChg chg="mod">
          <ac:chgData name="744311194@qq.com" userId="e2a28223f2085f4b" providerId="LiveId" clId="{93EAE7B5-FDEE-48D0-B65C-03455E3B8632}" dt="2026-06-15T14:07:44.542" v="284"/>
          <ac:spMkLst>
            <pc:docMk/>
            <pc:sldMk cId="433347147" sldId="292"/>
            <ac:spMk id="34" creationId="{78D3115A-903F-E89B-7559-531B3C36C45E}"/>
          </ac:spMkLst>
        </pc:spChg>
        <pc:spChg chg="mod">
          <ac:chgData name="744311194@qq.com" userId="e2a28223f2085f4b" providerId="LiveId" clId="{93EAE7B5-FDEE-48D0-B65C-03455E3B8632}" dt="2026-06-15T14:07:44.542" v="284"/>
          <ac:spMkLst>
            <pc:docMk/>
            <pc:sldMk cId="433347147" sldId="292"/>
            <ac:spMk id="36" creationId="{8E8EC019-1433-9E31-4BDF-AFAF662BA9A9}"/>
          </ac:spMkLst>
        </pc:spChg>
        <pc:grpChg chg="add mod">
          <ac:chgData name="744311194@qq.com" userId="e2a28223f2085f4b" providerId="LiveId" clId="{93EAE7B5-FDEE-48D0-B65C-03455E3B8632}" dt="2026-06-15T14:08:38.749" v="295" actId="164"/>
          <ac:grpSpMkLst>
            <pc:docMk/>
            <pc:sldMk cId="433347147" sldId="292"/>
            <ac:grpSpMk id="3" creationId="{322F9B71-B6CD-EED1-2066-5AE8439F4074}"/>
          </ac:grpSpMkLst>
        </pc:grpChg>
        <pc:grpChg chg="mod">
          <ac:chgData name="744311194@qq.com" userId="e2a28223f2085f4b" providerId="LiveId" clId="{93EAE7B5-FDEE-48D0-B65C-03455E3B8632}" dt="2026-06-15T14:08:38.749" v="295" actId="164"/>
          <ac:grpSpMkLst>
            <pc:docMk/>
            <pc:sldMk cId="433347147" sldId="292"/>
            <ac:grpSpMk id="28" creationId="{8B8F5C04-8613-17A5-0ACC-C34A1B56AAD9}"/>
          </ac:grpSpMkLst>
        </pc:grpChg>
      </pc:sldChg>
      <pc:sldMasterChg chg="setBg modSldLayout">
        <pc:chgData name="744311194@qq.com" userId="e2a28223f2085f4b" providerId="LiveId" clId="{93EAE7B5-FDEE-48D0-B65C-03455E3B8632}" dt="2026-06-15T11:18:03.515" v="7"/>
        <pc:sldMasterMkLst>
          <pc:docMk/>
          <pc:sldMasterMk cId="952026004" sldId="2147483726"/>
        </pc:sldMasterMkLst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1219633264" sldId="2147483727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2257258036" sldId="2147483728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2384114738" sldId="2147483729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2489346336" sldId="2147483730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521862252" sldId="2147483731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1336093426" sldId="2147483732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4242076151" sldId="2147483733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2962432878" sldId="2147483734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1196798801" sldId="2147483735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3381527193" sldId="2147483736"/>
          </pc:sldLayoutMkLst>
        </pc:sldLayoutChg>
        <pc:sldLayoutChg chg="setBg">
          <pc:chgData name="744311194@qq.com" userId="e2a28223f2085f4b" providerId="LiveId" clId="{93EAE7B5-FDEE-48D0-B65C-03455E3B8632}" dt="2026-06-15T11:18:03.515" v="7"/>
          <pc:sldLayoutMkLst>
            <pc:docMk/>
            <pc:sldMasterMk cId="952026004" sldId="2147483726"/>
            <pc:sldLayoutMk cId="2096797898" sldId="214748373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南京理工大学电工电子实验中心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0B86A-3BA5-4EA5-BC8E-A5A26F41BDD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0D74D-E5EF-43DF-BDD0-0252CC7FF4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7971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南京理工大学电工电子实验中心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A61F1-0D68-4A1B-9534-D2B4F1EB601A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71609-307D-40A2-A166-F61B8F24F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6184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63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5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11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346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8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093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7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43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9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527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79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2FB59-C155-408D-AED2-CC5DC84A3122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05CE2-2C10-4341-B1A1-167CFDFEF1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02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15440" y="1893072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课 程 介 绍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15440" y="1760175"/>
            <a:ext cx="9144000" cy="1655762"/>
          </a:xfrm>
        </p:spPr>
        <p:txBody>
          <a:bodyPr/>
          <a:lstStyle/>
          <a:p>
            <a:r>
              <a:rPr lang="zh-CN" altLang="en-US" sz="6600" b="1" dirty="0">
                <a:latin typeface="仿宋" panose="02010609060101010101" pitchFamily="49" charset="-122"/>
                <a:ea typeface="仿宋" panose="02010609060101010101" pitchFamily="49" charset="-122"/>
              </a:rPr>
              <a:t>电子线路综合实验</a:t>
            </a:r>
            <a:endParaRPr lang="en-US" altLang="zh-CN" sz="6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66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309" y="100901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课程培养目标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7309" y="1335024"/>
            <a:ext cx="11782696" cy="4750499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ts val="3000"/>
              </a:lnSpc>
            </a:pPr>
            <a:r>
              <a:rPr lang="en-US" altLang="zh-CN" sz="9600" dirty="0"/>
              <a:t>1</a:t>
            </a:r>
            <a:r>
              <a:rPr lang="zh-CN" altLang="en-US" sz="9600" dirty="0"/>
              <a:t>、</a:t>
            </a:r>
            <a:r>
              <a:rPr lang="zh-CN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通过实验基本掌握常用仪器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，如</a:t>
            </a:r>
            <a:r>
              <a:rPr lang="zh-CN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示波器，信号源，直流稳压源，交流毫伏表，万用表的使用方法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9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、掌握电子电路的基本测试技术，如信号主要参数的测试；放大电路静态参数和动态参数的测试；数字逻辑电路的逻辑与时序功能等。</a:t>
            </a:r>
            <a:endParaRPr lang="en-US" altLang="zh-CN" sz="9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、正确处理实验数据，写出符合要求的实验报告。</a:t>
            </a:r>
            <a:endParaRPr lang="en-US" altLang="zh-CN" sz="9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、能够设计正确的测试方案，结合实验需要，正确完成实验方案。</a:t>
            </a:r>
            <a:endParaRPr lang="en-US" altLang="zh-CN" sz="9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、学会查阅电子器件手册和查询电子器件相关资料。</a:t>
            </a:r>
            <a:endParaRPr lang="en-US" altLang="zh-CN" sz="9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、初步学会分析和排除实验故障方法。</a:t>
            </a:r>
            <a:endParaRPr lang="en-US" altLang="zh-CN" sz="9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、初步学会利用软件对电子电路进行仿真，分析和辅助设计。</a:t>
            </a:r>
            <a:endParaRPr lang="en-US" altLang="zh-CN" sz="9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、根据实际需求设计小型电子系统，测试验证并达到设计目标。</a:t>
            </a:r>
            <a:endParaRPr lang="en-US" altLang="zh-CN" sz="9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9600" dirty="0">
                <a:latin typeface="仿宋" panose="02010609060101010101" pitchFamily="49" charset="-122"/>
                <a:ea typeface="仿宋" panose="02010609060101010101" pitchFamily="49" charset="-122"/>
              </a:rPr>
              <a:t>9</a:t>
            </a:r>
            <a:r>
              <a:rPr lang="zh-CN" altLang="en-US" sz="9600" dirty="0">
                <a:latin typeface="仿宋" panose="02010609060101010101" pitchFamily="49" charset="-122"/>
                <a:ea typeface="仿宋" panose="02010609060101010101" pitchFamily="49" charset="-122"/>
              </a:rPr>
              <a:t>、劳动要求：实验结束后必需将自己实验台面、桌内及地面清理干净，为下节课营造一个 美好环境。</a:t>
            </a:r>
          </a:p>
        </p:txBody>
      </p:sp>
    </p:spTree>
    <p:extLst>
      <p:ext uri="{BB962C8B-B14F-4D97-AF65-F5344CB8AC3E}">
        <p14:creationId xmlns:p14="http://schemas.microsoft.com/office/powerpoint/2010/main" val="412145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、硬件搭接电路</a:t>
            </a:r>
            <a:endParaRPr lang="en-US" altLang="zh-CN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、软件仿真部分</a:t>
            </a:r>
          </a:p>
        </p:txBody>
      </p:sp>
    </p:spTree>
    <p:extLst>
      <p:ext uri="{BB962C8B-B14F-4D97-AF65-F5344CB8AC3E}">
        <p14:creationId xmlns:p14="http://schemas.microsoft.com/office/powerpoint/2010/main" val="385302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66672" y="2001711"/>
            <a:ext cx="9601200" cy="1303337"/>
          </a:xfrm>
        </p:spPr>
        <p:txBody>
          <a:bodyPr>
            <a:normAutofit/>
          </a:bodyPr>
          <a:lstStyle/>
          <a:p>
            <a:r>
              <a:rPr lang="zh-CN" altLang="zh-CN" sz="60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实验一</a:t>
            </a:r>
            <a:r>
              <a:rPr lang="en-US" altLang="zh-CN" sz="6000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zh-CN" sz="6000" b="1" dirty="0">
                <a:latin typeface="仿宋" panose="02010609060101010101" pitchFamily="49" charset="-122"/>
                <a:ea typeface="仿宋" panose="02010609060101010101" pitchFamily="49" charset="-122"/>
              </a:rPr>
              <a:t>常用仪器的使用</a:t>
            </a:r>
            <a:endParaRPr lang="zh-CN" altLang="zh-CN" sz="6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38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35159" y="349472"/>
            <a:ext cx="1002088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+mj-ea"/>
              <a:buAutoNum type="ea1JpnKorPlain"/>
              <a:tabLst>
                <a:tab pos="2667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实验目的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学习示波器，信号源，直流稳压源，交流毫伏表，万用表的使用方法。</a:t>
            </a:r>
          </a:p>
          <a:p>
            <a:pPr lvl="0">
              <a:lnSpc>
                <a:spcPct val="15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通过实验基本掌握常用仪器的使用及电信号定量测量</a:t>
            </a:r>
            <a:r>
              <a:rPr lang="zh-CN" altLang="zh-CN" dirty="0"/>
              <a:t>。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22967" y="1909946"/>
            <a:ext cx="1175684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二、</a:t>
            </a:r>
            <a:r>
              <a:rPr lang="zh-CN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预习要求</a:t>
            </a:r>
            <a:endParaRPr lang="zh-CN" altLang="zh-CN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认真阅读实验指导书常用仪器介绍部分，初步了解仪器面板主要旋钮的功能，及其主要用途。</a:t>
            </a:r>
          </a:p>
          <a:p>
            <a:pPr lvl="0">
              <a:lnSpc>
                <a:spcPct val="15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明确实验内容与实验步骤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35159" y="4024418"/>
            <a:ext cx="11756841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三、</a:t>
            </a: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实验原理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在电子技术实验中，常用仪器常用来定性定量地测量和分析电信号的波形和值，从中掌握电路的性能及工作情况，它们在测试电路中的相互关系如图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1.1.1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所示。接线时应注意，因大多数电子仪器的两个测量端点是不对称的，为了防止外界干扰，各仪器的公共地端应连接在一起，称为“共地”。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27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074345"/>
              </p:ext>
            </p:extLst>
          </p:nvPr>
        </p:nvGraphicFramePr>
        <p:xfrm>
          <a:off x="1050925" y="438150"/>
          <a:ext cx="10287000" cy="565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79392" imgH="2071116" progId="SmartDraw.2">
                  <p:embed/>
                </p:oleObj>
              </mc:Choice>
              <mc:Fallback>
                <p:oleObj r:id="rId2" imgW="4279392" imgH="2071116" progId="SmartDraw.2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38150"/>
                        <a:ext cx="10287000" cy="5657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3908241" y="6210300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常用电子仪器在实验电路中的互相关系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709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B133-BA07-791F-04EA-43D730ED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EBD6D1AF-18E1-04FD-D1B2-12687AD0B00B}"/>
              </a:ext>
            </a:extLst>
          </p:cNvPr>
          <p:cNvGrpSpPr/>
          <p:nvPr/>
        </p:nvGrpSpPr>
        <p:grpSpPr>
          <a:xfrm>
            <a:off x="348613" y="743805"/>
            <a:ext cx="11136360" cy="5658359"/>
            <a:chOff x="348613" y="743805"/>
            <a:chExt cx="11136360" cy="565835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F5861AA-8C27-B60F-D312-549AC013E788}"/>
                </a:ext>
              </a:extLst>
            </p:cNvPr>
            <p:cNvSpPr/>
            <p:nvPr/>
          </p:nvSpPr>
          <p:spPr>
            <a:xfrm>
              <a:off x="4514849" y="743805"/>
              <a:ext cx="2777491" cy="10275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宋体" panose="02010600030101010101" pitchFamily="2" charset="-122"/>
                  <a:ea typeface="宋体" panose="02010600030101010101" pitchFamily="2" charset="-122"/>
                </a:rPr>
                <a:t>直流稳压电源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1E066E3-79DE-198F-F07A-52DD86888179}"/>
                </a:ext>
              </a:extLst>
            </p:cNvPr>
            <p:cNvSpPr/>
            <p:nvPr/>
          </p:nvSpPr>
          <p:spPr>
            <a:xfrm>
              <a:off x="4514849" y="2915233"/>
              <a:ext cx="2777491" cy="10275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宋体" panose="02010600030101010101" pitchFamily="2" charset="-122"/>
                  <a:ea typeface="宋体" panose="02010600030101010101" pitchFamily="2" charset="-122"/>
                </a:rPr>
                <a:t>测试电路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8EDE9F2-99BC-87BA-A2ED-2F5BE06581D3}"/>
                </a:ext>
              </a:extLst>
            </p:cNvPr>
            <p:cNvSpPr/>
            <p:nvPr/>
          </p:nvSpPr>
          <p:spPr>
            <a:xfrm>
              <a:off x="348613" y="2915233"/>
              <a:ext cx="2777491" cy="10275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宋体" panose="02010600030101010101" pitchFamily="2" charset="-122"/>
                  <a:ea typeface="宋体" panose="02010600030101010101" pitchFamily="2" charset="-122"/>
                </a:rPr>
                <a:t>信号源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D3720F1-DF7B-F6FD-AD88-4D2DF1454A91}"/>
                </a:ext>
              </a:extLst>
            </p:cNvPr>
            <p:cNvSpPr/>
            <p:nvPr/>
          </p:nvSpPr>
          <p:spPr>
            <a:xfrm>
              <a:off x="8707482" y="2917542"/>
              <a:ext cx="2777491" cy="10275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宋体" panose="02010600030101010101" pitchFamily="2" charset="-122"/>
                  <a:ea typeface="宋体" panose="02010600030101010101" pitchFamily="2" charset="-122"/>
                </a:rPr>
                <a:t>示波器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E9F1F61-8D1A-EAD7-874E-C791F3F0EC37}"/>
                </a:ext>
              </a:extLst>
            </p:cNvPr>
            <p:cNvSpPr/>
            <p:nvPr/>
          </p:nvSpPr>
          <p:spPr>
            <a:xfrm>
              <a:off x="2366009" y="4814670"/>
              <a:ext cx="2777491" cy="10275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宋体" panose="02010600030101010101" pitchFamily="2" charset="-122"/>
                  <a:ea typeface="宋体" panose="02010600030101010101" pitchFamily="2" charset="-122"/>
                </a:rPr>
                <a:t>万用表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EB59C14-9B8B-814F-1EF6-4555A95E8CD8}"/>
                </a:ext>
              </a:extLst>
            </p:cNvPr>
            <p:cNvSpPr/>
            <p:nvPr/>
          </p:nvSpPr>
          <p:spPr>
            <a:xfrm>
              <a:off x="6628312" y="4814670"/>
              <a:ext cx="2777491" cy="10275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宋体" panose="02010600030101010101" pitchFamily="2" charset="-122"/>
                  <a:ea typeface="宋体" panose="02010600030101010101" pitchFamily="2" charset="-122"/>
                </a:rPr>
                <a:t>毫伏表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E896AD4-5141-D9FD-C9F6-6BAD0D62BD7F}"/>
                </a:ext>
              </a:extLst>
            </p:cNvPr>
            <p:cNvSpPr txBox="1"/>
            <p:nvPr/>
          </p:nvSpPr>
          <p:spPr>
            <a:xfrm>
              <a:off x="2933699" y="5786332"/>
              <a:ext cx="1642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静态测量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23FD1A1-EE9D-04EC-37F0-41B4CF1CFBC0}"/>
                </a:ext>
              </a:extLst>
            </p:cNvPr>
            <p:cNvSpPr txBox="1"/>
            <p:nvPr/>
          </p:nvSpPr>
          <p:spPr>
            <a:xfrm>
              <a:off x="7292340" y="5878944"/>
              <a:ext cx="1642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动态测量</a:t>
              </a:r>
            </a:p>
          </p:txBody>
        </p:sp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040BFB57-4E49-5733-92CF-D995EB236E37}"/>
                </a:ext>
              </a:extLst>
            </p:cNvPr>
            <p:cNvSpPr/>
            <p:nvPr/>
          </p:nvSpPr>
          <p:spPr>
            <a:xfrm>
              <a:off x="3329940" y="3373113"/>
              <a:ext cx="1070609" cy="289560"/>
            </a:xfrm>
            <a:prstGeom prst="right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B4ACCA8D-8017-7FCF-4606-FFF7792DA236}"/>
                </a:ext>
              </a:extLst>
            </p:cNvPr>
            <p:cNvSpPr/>
            <p:nvPr/>
          </p:nvSpPr>
          <p:spPr>
            <a:xfrm>
              <a:off x="7406640" y="3373113"/>
              <a:ext cx="1070609" cy="289560"/>
            </a:xfrm>
            <a:prstGeom prst="right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箭头: 手杖形 23">
              <a:extLst>
                <a:ext uri="{FF2B5EF4-FFF2-40B4-BE49-F238E27FC236}">
                  <a16:creationId xmlns:a16="http://schemas.microsoft.com/office/drawing/2014/main" id="{A4AAECBC-CD51-7F35-1C50-846E4B2AAE72}"/>
                </a:ext>
              </a:extLst>
            </p:cNvPr>
            <p:cNvSpPr/>
            <p:nvPr/>
          </p:nvSpPr>
          <p:spPr>
            <a:xfrm rot="16200000" flipH="1" flipV="1">
              <a:off x="4481224" y="4397401"/>
              <a:ext cx="1642692" cy="733426"/>
            </a:xfrm>
            <a:prstGeom prst="uturn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箭头: 手杖形 24">
              <a:extLst>
                <a:ext uri="{FF2B5EF4-FFF2-40B4-BE49-F238E27FC236}">
                  <a16:creationId xmlns:a16="http://schemas.microsoft.com/office/drawing/2014/main" id="{7086EC36-4EB4-80DE-02F1-6CA6FFF3DF41}"/>
                </a:ext>
              </a:extLst>
            </p:cNvPr>
            <p:cNvSpPr/>
            <p:nvPr/>
          </p:nvSpPr>
          <p:spPr>
            <a:xfrm rot="5400000" flipV="1">
              <a:off x="5635658" y="4397400"/>
              <a:ext cx="1642692" cy="733426"/>
            </a:xfrm>
            <a:prstGeom prst="uturn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48A347E-30C4-8F27-F575-0A3B9F3A7AC5}"/>
                </a:ext>
              </a:extLst>
            </p:cNvPr>
            <p:cNvSpPr txBox="1"/>
            <p:nvPr/>
          </p:nvSpPr>
          <p:spPr>
            <a:xfrm>
              <a:off x="3128008" y="2967335"/>
              <a:ext cx="16421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实验信号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B3BA7E4-92C2-E111-B563-361A125A688E}"/>
                </a:ext>
              </a:extLst>
            </p:cNvPr>
            <p:cNvSpPr txBox="1"/>
            <p:nvPr/>
          </p:nvSpPr>
          <p:spPr>
            <a:xfrm>
              <a:off x="7292340" y="2988546"/>
              <a:ext cx="16421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输出波形</a:t>
              </a:r>
            </a:p>
          </p:txBody>
        </p:sp>
        <p:sp>
          <p:nvSpPr>
            <p:cNvPr id="28" name="箭头: 下 27">
              <a:extLst>
                <a:ext uri="{FF2B5EF4-FFF2-40B4-BE49-F238E27FC236}">
                  <a16:creationId xmlns:a16="http://schemas.microsoft.com/office/drawing/2014/main" id="{7D04467A-7C2D-3962-5684-05DF15053443}"/>
                </a:ext>
              </a:extLst>
            </p:cNvPr>
            <p:cNvSpPr/>
            <p:nvPr/>
          </p:nvSpPr>
          <p:spPr>
            <a:xfrm>
              <a:off x="5751194" y="1886465"/>
              <a:ext cx="304797" cy="922020"/>
            </a:xfrm>
            <a:prstGeom prst="down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1243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5072" y="316992"/>
            <a:ext cx="11996928" cy="3683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500"/>
              </a:lnSpc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仪器的主要用途：</a:t>
            </a:r>
          </a:p>
          <a:p>
            <a:pPr marL="342900" lvl="0" indent="-342900" algn="just">
              <a:lnSpc>
                <a:spcPts val="3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直流稳压电源：为测试电路提供能源；</a:t>
            </a:r>
          </a:p>
          <a:p>
            <a:pPr marL="342900" lvl="0" indent="-342900" algn="just">
              <a:lnSpc>
                <a:spcPts val="3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信号源：为测试电路提供各种频率与幅度的输入信号；</a:t>
            </a:r>
          </a:p>
          <a:p>
            <a:pPr marL="342900" lvl="0" indent="-342900" algn="just">
              <a:lnSpc>
                <a:spcPts val="3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示波器：测试观察电路个点的波形，监视电路的工作状态，定量测定波形的周期、幅值、相位等；</a:t>
            </a:r>
          </a:p>
          <a:p>
            <a:pPr marL="342900" lvl="0" indent="-342900" algn="just">
              <a:lnSpc>
                <a:spcPts val="3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毫伏表：用来测定电路输入、输出等处正弦信号有效值；</a:t>
            </a:r>
          </a:p>
          <a:p>
            <a:pPr marL="342900" lvl="0" indent="-342900" algn="just">
              <a:lnSpc>
                <a:spcPts val="3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万用表：用来测量电路静态工作点及直流信号的值，还可用来测量电子元器件的好坏、电阻值和电路及导线的通断等。</a:t>
            </a:r>
          </a:p>
        </p:txBody>
      </p:sp>
      <p:sp>
        <p:nvSpPr>
          <p:cNvPr id="5" name="矩形 4"/>
          <p:cNvSpPr/>
          <p:nvPr/>
        </p:nvSpPr>
        <p:spPr>
          <a:xfrm>
            <a:off x="195072" y="4119884"/>
            <a:ext cx="10978896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四、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实验仪器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数字存储示波器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低频信号源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交流毫伏表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双路直流稳压电源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万用表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</a:t>
            </a:r>
            <a:r>
              <a:rPr lang="zh-CN" altLang="zh-CN" sz="2400" kern="100" dirty="0">
                <a:latin typeface="楷体" panose="02010609060101010101" pitchFamily="49" charset="-122"/>
                <a:ea typeface="楷体" panose="02010609060101010101" pitchFamily="49" charset="-122"/>
              </a:rPr>
              <a:t>一块</a:t>
            </a:r>
          </a:p>
        </p:txBody>
      </p:sp>
    </p:spTree>
    <p:extLst>
      <p:ext uri="{BB962C8B-B14F-4D97-AF65-F5344CB8AC3E}">
        <p14:creationId xmlns:p14="http://schemas.microsoft.com/office/powerpoint/2010/main" val="1109856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9241" y="452366"/>
            <a:ext cx="40046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五、</a:t>
            </a:r>
            <a:r>
              <a:rPr lang="zh-CN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实验内容及步骤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6996" y="1037141"/>
            <a:ext cx="4004622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示波器操作</a:t>
            </a: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垂直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控制区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（以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CH1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为例）</a:t>
            </a:r>
          </a:p>
          <a:p>
            <a:pPr indent="228600" algn="just"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“垂直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位移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”旋钮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POSITION)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：旋转该按钮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所在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通道波形在屏幕上下移动。按下该按钮，波形回到屏幕垂直位置中间。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28600" algn="just">
              <a:spcAft>
                <a:spcPts val="0"/>
              </a:spcAft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垂直档位旋钮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(SCALE):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调节该按钮波形显示幅度会增大或减小。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28600" algn="just">
              <a:spcAft>
                <a:spcPts val="0"/>
              </a:spcAft>
            </a:pPr>
            <a:endParaRPr lang="zh-CN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endParaRPr lang="zh-CN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39963" y="-829101"/>
            <a:ext cx="4478186" cy="762589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09241" y="4674328"/>
            <a:ext cx="1016116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水平设置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“水平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位移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”旋钮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POSITION)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：旋转该按钮在屏幕左右移动通道波形。按下该旋钮，波形回到屏幕水平位置中间。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水平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时基旋钮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(SCALE):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调节该旋钮波形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水平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扩展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或压缩波形。</a:t>
            </a:r>
          </a:p>
          <a:p>
            <a:pPr indent="200025" algn="just">
              <a:spcAft>
                <a:spcPts val="0"/>
              </a:spcAft>
            </a:pPr>
            <a:endParaRPr lang="zh-CN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977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715" y="0"/>
            <a:ext cx="79645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660" y="0"/>
            <a:ext cx="7402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5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17693"/>
            <a:ext cx="540105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自动设置</a:t>
            </a: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按“自动设置”按钮，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示波器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可以自动调整垂直刻度、水平刻度和触发设置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直至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获得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最合适的稳定的波形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显示。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触发设置</a:t>
            </a:r>
          </a:p>
          <a:p>
            <a:pPr indent="228600" algn="just">
              <a:lnSpc>
                <a:spcPct val="150000"/>
              </a:lnSpc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自动设置不是万能的，当有波形流动或叠加等不稳定情况时，我们就需要调整触发设置，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按下“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TRIG MENU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”键，显示触发菜单，常采用边沿触发，注意选择</a:t>
            </a:r>
            <a:r>
              <a:rPr lang="zh-CN" altLang="zh-CN" sz="2400" kern="1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触发信号源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等，调节触发电平到最佳位置，就可以定量地显示出稳定的波形。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855822" y="-865197"/>
            <a:ext cx="3905794" cy="676656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748527" y="4846494"/>
            <a:ext cx="612038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注意：</a:t>
            </a:r>
            <a:r>
              <a:rPr lang="zh-CN" altLang="en-US" dirty="0"/>
              <a:t>示波器显示波形高度不能小于两大格，水平方向不能小于两个周期，否则读取波形的各种参数误差很大。</a:t>
            </a:r>
            <a:endParaRPr lang="en-US" altLang="zh-CN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动手试一试</a:t>
            </a:r>
            <a:r>
              <a:rPr lang="zh-CN" altLang="en-US" dirty="0"/>
              <a:t>：你用示波器可以有几种方法来测量波形的峰峰值和频率？</a:t>
            </a:r>
          </a:p>
        </p:txBody>
      </p:sp>
    </p:spTree>
    <p:extLst>
      <p:ext uri="{BB962C8B-B14F-4D97-AF65-F5344CB8AC3E}">
        <p14:creationId xmlns:p14="http://schemas.microsoft.com/office/powerpoint/2010/main" val="358932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2879" y="143179"/>
            <a:ext cx="10972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稳压电源操作</a:t>
            </a: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lang="zh-CN" altLang="zh-CN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报告要求 ：画出两种情况连线示意图（</a:t>
            </a:r>
            <a:r>
              <a:rPr lang="en-US" altLang="zh-CN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+6V</a:t>
            </a:r>
            <a:r>
              <a:rPr lang="zh-CN" altLang="zh-CN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、±</a:t>
            </a:r>
            <a:r>
              <a:rPr lang="en-US" altLang="zh-CN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12V</a:t>
            </a:r>
            <a:r>
              <a:rPr lang="zh-CN" altLang="zh-CN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zh-CN" sz="2400" kern="1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2879" y="634924"/>
            <a:ext cx="11887201" cy="173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lnSpc>
                <a:spcPts val="3200"/>
              </a:lnSpc>
              <a:spcAft>
                <a:spcPts val="0"/>
              </a:spcAft>
            </a:pPr>
            <a:r>
              <a:rPr lang="en-US" altLang="zh-CN" sz="2400" kern="1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双路直流稳压电源，具有稳压恒流工作状态，且可随负载自动切换，两路电源具有串联主从工作功能，左电源为主，右电源为从工作，输出电压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0-32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伏，电流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0-3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安培，此功能在输出正、负对称电源时使用，除此之外也可作单电源使用仪器，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仪器每个通道各配有一块电压表和电流表，实时显示当前输出电压和电流。</a:t>
            </a:r>
            <a:endParaRPr lang="zh-CN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6067" y="617851"/>
            <a:ext cx="4286423" cy="778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57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1104" y="2857486"/>
            <a:ext cx="108021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输出正负对称电源的调整与测量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输出±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12V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为例：按下串接跟踪键（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SERIES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），使左右两路电源处于主从跟踪状态，调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主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电源（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VOLTAGE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12V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从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路电源将以“从”的方式同步跟踪至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12V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（即主从工作方式），此时左右两顶端点接线柱分别为电源的正负电源输出端，串接点位公共地。</a:t>
            </a:r>
          </a:p>
        </p:txBody>
      </p:sp>
      <p:sp>
        <p:nvSpPr>
          <p:cNvPr id="3" name="矩形 2"/>
          <p:cNvSpPr/>
          <p:nvPr/>
        </p:nvSpPr>
        <p:spPr>
          <a:xfrm>
            <a:off x="451104" y="421391"/>
            <a:ext cx="109362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eriod"/>
              <a:tabLst>
                <a:tab pos="228600" algn="l"/>
              </a:tabLst>
            </a:pPr>
            <a:r>
              <a:rPr lang="zh-CN" altLang="zh-CN" sz="24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单电源输出的调整与测量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输出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+6V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为例，调节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主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路（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VOLTAGE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旋钮观察电压表数值，使其输出为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6V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，用万用表“直流电压”档测定输出接线柱正负端电压值。</a:t>
            </a:r>
            <a:r>
              <a:rPr lang="zh-CN" altLang="zh-CN" sz="2400" b="1" kern="1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b="1" kern="1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GND</a:t>
            </a:r>
            <a:r>
              <a:rPr lang="zh-CN" altLang="zh-CN" sz="2400" b="1" kern="1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端为机壳，使用时可不接）。</a:t>
            </a:r>
            <a:endParaRPr lang="zh-CN" altLang="zh-CN" sz="2400" kern="1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 </a:t>
            </a:r>
            <a:endParaRPr lang="zh-CN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4935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9B7F-ACF6-6FC6-775C-9853676A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6FB93A35-7EFA-CCB7-1ECA-FE337DC7BC7A}"/>
              </a:ext>
            </a:extLst>
          </p:cNvPr>
          <p:cNvGrpSpPr/>
          <p:nvPr/>
        </p:nvGrpSpPr>
        <p:grpSpPr>
          <a:xfrm>
            <a:off x="771604" y="265082"/>
            <a:ext cx="3727721" cy="5161509"/>
            <a:chOff x="1993365" y="49929"/>
            <a:chExt cx="3727721" cy="5161509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2821716-6EAC-0509-D591-0A7C4A049286}"/>
                </a:ext>
              </a:extLst>
            </p:cNvPr>
            <p:cNvSpPr/>
            <p:nvPr/>
          </p:nvSpPr>
          <p:spPr>
            <a:xfrm>
              <a:off x="2273194" y="1242009"/>
              <a:ext cx="937452" cy="9374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i="0" dirty="0">
                  <a:latin typeface="+mj-lt"/>
                </a:rPr>
                <a:t>+</a:t>
              </a:r>
              <a:endParaRPr lang="zh-CN" altLang="en-US" sz="4000" dirty="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06B204BD-3E0D-739A-4198-D1DCEC00CDC6}"/>
                </a:ext>
              </a:extLst>
            </p:cNvPr>
            <p:cNvSpPr/>
            <p:nvPr/>
          </p:nvSpPr>
          <p:spPr>
            <a:xfrm>
              <a:off x="4332515" y="1242009"/>
              <a:ext cx="937452" cy="9374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/>
                <a:t>-</a:t>
              </a:r>
              <a:endParaRPr lang="zh-CN" altLang="en-US" sz="40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55B6F93-16CC-7155-219D-F859D6698FA9}"/>
                </a:ext>
              </a:extLst>
            </p:cNvPr>
            <p:cNvSpPr txBox="1"/>
            <p:nvPr/>
          </p:nvSpPr>
          <p:spPr>
            <a:xfrm>
              <a:off x="3350238" y="49929"/>
              <a:ext cx="126658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6V</a:t>
              </a:r>
              <a:endPara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79899C11-C8CC-5C56-BF2B-5A29890823C4}"/>
                </a:ext>
              </a:extLst>
            </p:cNvPr>
            <p:cNvSpPr/>
            <p:nvPr/>
          </p:nvSpPr>
          <p:spPr>
            <a:xfrm rot="16200000">
              <a:off x="3445009" y="-114223"/>
              <a:ext cx="653143" cy="2059321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箭头: 下 11">
              <a:extLst>
                <a:ext uri="{FF2B5EF4-FFF2-40B4-BE49-F238E27FC236}">
                  <a16:creationId xmlns:a16="http://schemas.microsoft.com/office/drawing/2014/main" id="{8D1394D7-4CC7-460D-0431-2DFF0A982F9E}"/>
                </a:ext>
              </a:extLst>
            </p:cNvPr>
            <p:cNvSpPr/>
            <p:nvPr/>
          </p:nvSpPr>
          <p:spPr>
            <a:xfrm>
              <a:off x="2431357" y="2255298"/>
              <a:ext cx="621125" cy="1878922"/>
            </a:xfrm>
            <a:prstGeom prst="down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B54DDB8A-6FD5-E21A-6A0E-B85879085803}"/>
                </a:ext>
              </a:extLst>
            </p:cNvPr>
            <p:cNvSpPr/>
            <p:nvPr/>
          </p:nvSpPr>
          <p:spPr>
            <a:xfrm>
              <a:off x="4490678" y="2255298"/>
              <a:ext cx="621125" cy="1878922"/>
            </a:xfrm>
            <a:prstGeom prst="down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DA454B3-03FF-2982-621D-7870A9AAFA58}"/>
                </a:ext>
              </a:extLst>
            </p:cNvPr>
            <p:cNvSpPr txBox="1"/>
            <p:nvPr/>
          </p:nvSpPr>
          <p:spPr>
            <a:xfrm>
              <a:off x="1993365" y="4134220"/>
              <a:ext cx="21182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输出</a:t>
              </a:r>
              <a:r>
                <a:rPr lang="en-US" altLang="zh-CN" sz="3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6V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0B7344F-D57C-C83A-B647-261D30FBF7D8}"/>
                </a:ext>
              </a:extLst>
            </p:cNvPr>
            <p:cNvSpPr txBox="1"/>
            <p:nvPr/>
          </p:nvSpPr>
          <p:spPr>
            <a:xfrm>
              <a:off x="3899112" y="4134220"/>
              <a:ext cx="182197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GND</a:t>
              </a:r>
            </a:p>
            <a:p>
              <a:pPr algn="ctr"/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零电位点</a:t>
              </a:r>
            </a:p>
          </p:txBody>
        </p:sp>
      </p:grpSp>
      <p:sp>
        <p:nvSpPr>
          <p:cNvPr id="20" name="椭圆 19">
            <a:extLst>
              <a:ext uri="{FF2B5EF4-FFF2-40B4-BE49-F238E27FC236}">
                <a16:creationId xmlns:a16="http://schemas.microsoft.com/office/drawing/2014/main" id="{76D4CC41-E9E8-1127-7EE7-4C540032FB40}"/>
              </a:ext>
            </a:extLst>
          </p:cNvPr>
          <p:cNvSpPr/>
          <p:nvPr/>
        </p:nvSpPr>
        <p:spPr>
          <a:xfrm>
            <a:off x="4981178" y="1457162"/>
            <a:ext cx="937452" cy="93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000" i="0" dirty="0">
                <a:latin typeface="+mj-lt"/>
              </a:rPr>
              <a:t>+</a:t>
            </a:r>
            <a:endParaRPr lang="zh-CN" altLang="en-US" sz="40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878BA9C-190A-D82F-36B7-ECD880E575C9}"/>
              </a:ext>
            </a:extLst>
          </p:cNvPr>
          <p:cNvSpPr/>
          <p:nvPr/>
        </p:nvSpPr>
        <p:spPr>
          <a:xfrm>
            <a:off x="7040499" y="1457162"/>
            <a:ext cx="937452" cy="93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000" dirty="0"/>
              <a:t>-</a:t>
            </a:r>
            <a:endParaRPr lang="zh-CN" altLang="en-US" sz="4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095D38-E589-E01F-E22B-DBB7A2B7A9A2}"/>
              </a:ext>
            </a:extLst>
          </p:cNvPr>
          <p:cNvSpPr txBox="1"/>
          <p:nvPr/>
        </p:nvSpPr>
        <p:spPr>
          <a:xfrm>
            <a:off x="6058222" y="265082"/>
            <a:ext cx="12665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12V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右大括号 22">
            <a:extLst>
              <a:ext uri="{FF2B5EF4-FFF2-40B4-BE49-F238E27FC236}">
                <a16:creationId xmlns:a16="http://schemas.microsoft.com/office/drawing/2014/main" id="{12DABD34-AEBC-8473-23E7-DB864F820D71}"/>
              </a:ext>
            </a:extLst>
          </p:cNvPr>
          <p:cNvSpPr/>
          <p:nvPr/>
        </p:nvSpPr>
        <p:spPr>
          <a:xfrm rot="16200000">
            <a:off x="6152993" y="100930"/>
            <a:ext cx="653143" cy="2059321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22838CC7-04C1-1CA8-B910-3B2A441CC31F}"/>
              </a:ext>
            </a:extLst>
          </p:cNvPr>
          <p:cNvSpPr/>
          <p:nvPr/>
        </p:nvSpPr>
        <p:spPr>
          <a:xfrm>
            <a:off x="5139341" y="2470451"/>
            <a:ext cx="621125" cy="1878922"/>
          </a:xfrm>
          <a:prstGeom prst="down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08FD132-0E1D-25B7-D15E-5F8FC14FEA99}"/>
              </a:ext>
            </a:extLst>
          </p:cNvPr>
          <p:cNvSpPr txBox="1"/>
          <p:nvPr/>
        </p:nvSpPr>
        <p:spPr>
          <a:xfrm>
            <a:off x="4701349" y="4349373"/>
            <a:ext cx="2118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+12V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1B0983-827E-BD24-504B-7BFDD4245D7A}"/>
              </a:ext>
            </a:extLst>
          </p:cNvPr>
          <p:cNvSpPr txBox="1"/>
          <p:nvPr/>
        </p:nvSpPr>
        <p:spPr>
          <a:xfrm>
            <a:off x="7276675" y="3864763"/>
            <a:ext cx="16026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GND</a:t>
            </a:r>
          </a:p>
          <a:p>
            <a:pPr algn="ctr"/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公共零电位点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DA42748-2176-1662-70F0-3EE42845B78C}"/>
              </a:ext>
            </a:extLst>
          </p:cNvPr>
          <p:cNvGrpSpPr/>
          <p:nvPr/>
        </p:nvGrpSpPr>
        <p:grpSpPr>
          <a:xfrm>
            <a:off x="8145402" y="265082"/>
            <a:ext cx="3683632" cy="4622900"/>
            <a:chOff x="2273194" y="49929"/>
            <a:chExt cx="3683632" cy="46229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124898F-1D38-3C24-8ED5-8707E888287D}"/>
                </a:ext>
              </a:extLst>
            </p:cNvPr>
            <p:cNvSpPr/>
            <p:nvPr/>
          </p:nvSpPr>
          <p:spPr>
            <a:xfrm>
              <a:off x="2273194" y="1242009"/>
              <a:ext cx="937452" cy="9374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i="0" dirty="0">
                  <a:latin typeface="+mj-lt"/>
                </a:rPr>
                <a:t>+</a:t>
              </a:r>
              <a:endParaRPr lang="zh-CN" altLang="en-US" sz="4000" dirty="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1E2D8CD-D93F-6C2D-6F7A-289DEAEEBA39}"/>
                </a:ext>
              </a:extLst>
            </p:cNvPr>
            <p:cNvSpPr/>
            <p:nvPr/>
          </p:nvSpPr>
          <p:spPr>
            <a:xfrm>
              <a:off x="4332515" y="1242009"/>
              <a:ext cx="937452" cy="9374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/>
                <a:t>-</a:t>
              </a:r>
              <a:endParaRPr lang="zh-CN" altLang="en-US" sz="4000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3EB9790-BCF6-B67A-D27A-5899321C7BA9}"/>
                </a:ext>
              </a:extLst>
            </p:cNvPr>
            <p:cNvSpPr txBox="1"/>
            <p:nvPr/>
          </p:nvSpPr>
          <p:spPr>
            <a:xfrm>
              <a:off x="3350238" y="49929"/>
              <a:ext cx="126658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12V</a:t>
              </a:r>
              <a:endPara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右大括号 31">
              <a:extLst>
                <a:ext uri="{FF2B5EF4-FFF2-40B4-BE49-F238E27FC236}">
                  <a16:creationId xmlns:a16="http://schemas.microsoft.com/office/drawing/2014/main" id="{DF8DAF57-1BBE-898B-6336-3EF12984FC45}"/>
                </a:ext>
              </a:extLst>
            </p:cNvPr>
            <p:cNvSpPr/>
            <p:nvPr/>
          </p:nvSpPr>
          <p:spPr>
            <a:xfrm rot="16200000">
              <a:off x="3445009" y="-114223"/>
              <a:ext cx="653143" cy="2059321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D821FF31-B8AB-4A67-4A22-8B37D538E1AB}"/>
                </a:ext>
              </a:extLst>
            </p:cNvPr>
            <p:cNvSpPr/>
            <p:nvPr/>
          </p:nvSpPr>
          <p:spPr>
            <a:xfrm>
              <a:off x="4490678" y="2255298"/>
              <a:ext cx="621125" cy="1878922"/>
            </a:xfrm>
            <a:prstGeom prst="down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411D4F3-B0EB-2D19-C546-BA77387553A2}"/>
                </a:ext>
              </a:extLst>
            </p:cNvPr>
            <p:cNvSpPr txBox="1"/>
            <p:nvPr/>
          </p:nvSpPr>
          <p:spPr>
            <a:xfrm>
              <a:off x="3935023" y="4088054"/>
              <a:ext cx="20218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输出</a:t>
              </a:r>
              <a:r>
                <a:rPr lang="en-US" altLang="zh-CN" sz="3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-12V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1E32D3E7-7A90-0C32-D3F6-F63CBA88522F}"/>
              </a:ext>
            </a:extLst>
          </p:cNvPr>
          <p:cNvSpPr/>
          <p:nvPr/>
        </p:nvSpPr>
        <p:spPr>
          <a:xfrm rot="5400000" flipV="1">
            <a:off x="7735105" y="2256559"/>
            <a:ext cx="653143" cy="95441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下 39">
            <a:extLst>
              <a:ext uri="{FF2B5EF4-FFF2-40B4-BE49-F238E27FC236}">
                <a16:creationId xmlns:a16="http://schemas.microsoft.com/office/drawing/2014/main" id="{BF01FC6B-B1D3-161D-C12B-EB3E7C4F40DC}"/>
              </a:ext>
            </a:extLst>
          </p:cNvPr>
          <p:cNvSpPr/>
          <p:nvPr/>
        </p:nvSpPr>
        <p:spPr>
          <a:xfrm>
            <a:off x="7751113" y="3072922"/>
            <a:ext cx="621125" cy="957544"/>
          </a:xfrm>
          <a:prstGeom prst="down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4930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9F37-6965-861A-614A-FF6907D5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22F9B71-B6CD-EED1-2066-5AE8439F4074}"/>
              </a:ext>
            </a:extLst>
          </p:cNvPr>
          <p:cNvGrpSpPr/>
          <p:nvPr/>
        </p:nvGrpSpPr>
        <p:grpSpPr>
          <a:xfrm>
            <a:off x="4701349" y="253537"/>
            <a:ext cx="7127685" cy="5619330"/>
            <a:chOff x="4701349" y="253537"/>
            <a:chExt cx="7127685" cy="5619330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C391B1C-28D6-87C8-CF9A-06532F6AB206}"/>
                </a:ext>
              </a:extLst>
            </p:cNvPr>
            <p:cNvSpPr/>
            <p:nvPr/>
          </p:nvSpPr>
          <p:spPr>
            <a:xfrm>
              <a:off x="4981178" y="1457162"/>
              <a:ext cx="937452" cy="9374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i="0" dirty="0">
                  <a:latin typeface="+mj-lt"/>
                </a:rPr>
                <a:t>+</a:t>
              </a:r>
              <a:endParaRPr lang="zh-CN" altLang="en-US" sz="4000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AE87E0FC-68BA-0088-9439-3CB77D03A774}"/>
                </a:ext>
              </a:extLst>
            </p:cNvPr>
            <p:cNvSpPr/>
            <p:nvPr/>
          </p:nvSpPr>
          <p:spPr>
            <a:xfrm>
              <a:off x="7040499" y="1457162"/>
              <a:ext cx="937452" cy="93745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dirty="0"/>
                <a:t>-</a:t>
              </a:r>
              <a:endParaRPr lang="zh-CN" altLang="en-US" sz="40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36268A7-02E8-5F40-CCA4-1F3A24358DAE}"/>
                </a:ext>
              </a:extLst>
            </p:cNvPr>
            <p:cNvSpPr txBox="1"/>
            <p:nvPr/>
          </p:nvSpPr>
          <p:spPr>
            <a:xfrm>
              <a:off x="5918630" y="265081"/>
              <a:ext cx="137992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7.5V</a:t>
              </a:r>
              <a:endPara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右大括号 22">
              <a:extLst>
                <a:ext uri="{FF2B5EF4-FFF2-40B4-BE49-F238E27FC236}">
                  <a16:creationId xmlns:a16="http://schemas.microsoft.com/office/drawing/2014/main" id="{A7D72F28-CED7-2B98-1EFC-B61D678CFEB1}"/>
                </a:ext>
              </a:extLst>
            </p:cNvPr>
            <p:cNvSpPr/>
            <p:nvPr/>
          </p:nvSpPr>
          <p:spPr>
            <a:xfrm rot="16200000">
              <a:off x="6152993" y="100930"/>
              <a:ext cx="653143" cy="2059321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箭头: 下 23">
              <a:extLst>
                <a:ext uri="{FF2B5EF4-FFF2-40B4-BE49-F238E27FC236}">
                  <a16:creationId xmlns:a16="http://schemas.microsoft.com/office/drawing/2014/main" id="{CADBC451-476B-5B1B-69E8-1E8A064A3204}"/>
                </a:ext>
              </a:extLst>
            </p:cNvPr>
            <p:cNvSpPr/>
            <p:nvPr/>
          </p:nvSpPr>
          <p:spPr>
            <a:xfrm>
              <a:off x="5139341" y="2470451"/>
              <a:ext cx="621125" cy="1878922"/>
            </a:xfrm>
            <a:prstGeom prst="down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0486BAA-478B-159A-BA21-8098CD6D55F9}"/>
                </a:ext>
              </a:extLst>
            </p:cNvPr>
            <p:cNvSpPr txBox="1"/>
            <p:nvPr/>
          </p:nvSpPr>
          <p:spPr>
            <a:xfrm>
              <a:off x="4701349" y="4349373"/>
              <a:ext cx="21182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输出</a:t>
              </a:r>
              <a:r>
                <a:rPr lang="en-US" altLang="zh-CN" sz="3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+15V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8B8F5C04-8613-17A5-0ACC-C34A1B56AAD9}"/>
                </a:ext>
              </a:extLst>
            </p:cNvPr>
            <p:cNvGrpSpPr/>
            <p:nvPr/>
          </p:nvGrpSpPr>
          <p:grpSpPr>
            <a:xfrm>
              <a:off x="8145402" y="253537"/>
              <a:ext cx="3683632" cy="5619330"/>
              <a:chOff x="2273194" y="38384"/>
              <a:chExt cx="3683632" cy="5619330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E2948D3-8291-5E18-D482-7D617B7B5D22}"/>
                  </a:ext>
                </a:extLst>
              </p:cNvPr>
              <p:cNvSpPr/>
              <p:nvPr/>
            </p:nvSpPr>
            <p:spPr>
              <a:xfrm>
                <a:off x="2273194" y="1242009"/>
                <a:ext cx="937452" cy="93745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0" i="0" dirty="0">
                    <a:latin typeface="+mj-lt"/>
                  </a:rPr>
                  <a:t>+</a:t>
                </a:r>
                <a:endParaRPr lang="zh-CN" altLang="en-US" sz="4000" dirty="0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511BD0E3-4914-0DE7-6E07-AC68CB5F4946}"/>
                  </a:ext>
                </a:extLst>
              </p:cNvPr>
              <p:cNvSpPr/>
              <p:nvPr/>
            </p:nvSpPr>
            <p:spPr>
              <a:xfrm>
                <a:off x="4332515" y="1242009"/>
                <a:ext cx="937452" cy="93745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0" dirty="0"/>
                  <a:t>-</a:t>
                </a:r>
                <a:endParaRPr lang="zh-CN" altLang="en-US" sz="4000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90CB37E-AFEB-94F9-01D5-D82B20999F5E}"/>
                  </a:ext>
                </a:extLst>
              </p:cNvPr>
              <p:cNvSpPr txBox="1"/>
              <p:nvPr/>
            </p:nvSpPr>
            <p:spPr>
              <a:xfrm>
                <a:off x="3245061" y="38384"/>
                <a:ext cx="137992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7.5V</a:t>
                </a:r>
                <a:endParaRPr lang="zh-CN" alt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右大括号 31">
                <a:extLst>
                  <a:ext uri="{FF2B5EF4-FFF2-40B4-BE49-F238E27FC236}">
                    <a16:creationId xmlns:a16="http://schemas.microsoft.com/office/drawing/2014/main" id="{DD2FAE98-D6A2-8ACB-467B-65D2A6D2DA48}"/>
                  </a:ext>
                </a:extLst>
              </p:cNvPr>
              <p:cNvSpPr/>
              <p:nvPr/>
            </p:nvSpPr>
            <p:spPr>
              <a:xfrm rot="16200000">
                <a:off x="3445009" y="-114223"/>
                <a:ext cx="653143" cy="2059321"/>
              </a:xfrm>
              <a:prstGeom prst="rightBrac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箭头: 下 33">
                <a:extLst>
                  <a:ext uri="{FF2B5EF4-FFF2-40B4-BE49-F238E27FC236}">
                    <a16:creationId xmlns:a16="http://schemas.microsoft.com/office/drawing/2014/main" id="{78D3115A-903F-E89B-7559-531B3C36C45E}"/>
                  </a:ext>
                </a:extLst>
              </p:cNvPr>
              <p:cNvSpPr/>
              <p:nvPr/>
            </p:nvSpPr>
            <p:spPr>
              <a:xfrm>
                <a:off x="4490678" y="2255298"/>
                <a:ext cx="621125" cy="1878922"/>
              </a:xfrm>
              <a:prstGeom prst="downArrow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E8EC019-1433-9E31-4BDF-AFAF662BA9A9}"/>
                  </a:ext>
                </a:extLst>
              </p:cNvPr>
              <p:cNvSpPr txBox="1"/>
              <p:nvPr/>
            </p:nvSpPr>
            <p:spPr>
              <a:xfrm>
                <a:off x="3935023" y="4088054"/>
                <a:ext cx="202180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GND</a:t>
                </a:r>
              </a:p>
              <a:p>
                <a:pPr algn="ctr"/>
                <a:r>
                  <a:rPr lang="zh-CN" altLang="en-US" sz="3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公共零电位点</a:t>
                </a:r>
              </a:p>
            </p:txBody>
          </p:sp>
        </p:grpSp>
        <p:sp>
          <p:nvSpPr>
            <p:cNvPr id="2" name="右大括号 1">
              <a:extLst>
                <a:ext uri="{FF2B5EF4-FFF2-40B4-BE49-F238E27FC236}">
                  <a16:creationId xmlns:a16="http://schemas.microsoft.com/office/drawing/2014/main" id="{756E3151-10FE-2530-506F-2C92A9A5217A}"/>
                </a:ext>
              </a:extLst>
            </p:cNvPr>
            <p:cNvSpPr/>
            <p:nvPr/>
          </p:nvSpPr>
          <p:spPr>
            <a:xfrm rot="5400000" flipV="1">
              <a:off x="7735105" y="2256559"/>
              <a:ext cx="653143" cy="954418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33347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0488" y="0"/>
            <a:ext cx="28777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、毫伏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表的使用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812" y="0"/>
            <a:ext cx="4929188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523220"/>
            <a:ext cx="653491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表头刻度盘上共刻有四条刻度。第一条刻度和第二条刻度为测量交流电压有效值的专用刻度，第三条和第四条为测量分贝值的刻度。当量程开关分别选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1mV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10mV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100mV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10V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100V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档时，就从第一条刻度读数；当量程开关分别选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3mV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30mV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300mV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30V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300V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时，应从第二条刻度读数（</a:t>
            </a:r>
            <a:r>
              <a:rPr lang="zh-CN" altLang="en-US"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逢</a:t>
            </a:r>
            <a:r>
              <a:rPr lang="en-US" altLang="zh-CN"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就从第一条刻度读数，逢</a:t>
            </a:r>
            <a:r>
              <a:rPr lang="en-US" altLang="zh-CN"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从第二刻度读数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）。例如：将量程开关置“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1V”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档，就从第一条刻度读数。若指针指的数字是在第一条刻度的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0.7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处，其实际测量值为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0.7V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；若量程开关置“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3V”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档，就从第二条刻度读数。若指针指在第二条刻度的“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2”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处，其实际测量值为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2V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。以上举例说明，当量程开关选在哪个档位，比如，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档位，此时毫伏表可以测量外电路中电压的范围是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～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，满刻度的最大值也就是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84773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3692" y="0"/>
            <a:ext cx="12048308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信号源操作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信号源幅值的调整与测定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将信号频率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调定在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1KHZ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，然后调节幅度，是输出有效值（毫伏表或示波器测量值）按表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1.1.1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变化的正弦波波形，同时用示波器定量测定其输出电压对应的峰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峰值，填表记录测量结果。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2000548"/>
            <a:ext cx="10896600" cy="485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81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8221"/>
              </p:ext>
            </p:extLst>
          </p:nvPr>
        </p:nvGraphicFramePr>
        <p:xfrm>
          <a:off x="719327" y="699548"/>
          <a:ext cx="10680192" cy="216557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502092">
                  <a:extLst>
                    <a:ext uri="{9D8B030D-6E8A-4147-A177-3AD203B41FA5}">
                      <a16:colId xmlns:a16="http://schemas.microsoft.com/office/drawing/2014/main" val="2059161621"/>
                    </a:ext>
                  </a:extLst>
                </a:gridCol>
                <a:gridCol w="1579695">
                  <a:extLst>
                    <a:ext uri="{9D8B030D-6E8A-4147-A177-3AD203B41FA5}">
                      <a16:colId xmlns:a16="http://schemas.microsoft.com/office/drawing/2014/main" val="497421959"/>
                    </a:ext>
                  </a:extLst>
                </a:gridCol>
                <a:gridCol w="1579695">
                  <a:extLst>
                    <a:ext uri="{9D8B030D-6E8A-4147-A177-3AD203B41FA5}">
                      <a16:colId xmlns:a16="http://schemas.microsoft.com/office/drawing/2014/main" val="1792596867"/>
                    </a:ext>
                  </a:extLst>
                </a:gridCol>
                <a:gridCol w="2509355">
                  <a:extLst>
                    <a:ext uri="{9D8B030D-6E8A-4147-A177-3AD203B41FA5}">
                      <a16:colId xmlns:a16="http://schemas.microsoft.com/office/drawing/2014/main" val="955220304"/>
                    </a:ext>
                  </a:extLst>
                </a:gridCol>
                <a:gridCol w="2509355">
                  <a:extLst>
                    <a:ext uri="{9D8B030D-6E8A-4147-A177-3AD203B41FA5}">
                      <a16:colId xmlns:a16="http://schemas.microsoft.com/office/drawing/2014/main" val="3796257372"/>
                    </a:ext>
                  </a:extLst>
                </a:gridCol>
              </a:tblGrid>
              <a:tr h="43311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输入</a:t>
                      </a:r>
                      <a:r>
                        <a:rPr lang="en-US" sz="1050" kern="100" dirty="0" err="1">
                          <a:effectLst/>
                        </a:rPr>
                        <a:t>V</a:t>
                      </a:r>
                      <a:r>
                        <a:rPr lang="en-US" sz="1050" kern="100" baseline="-25000" dirty="0" err="1">
                          <a:effectLst/>
                        </a:rPr>
                        <a:t>ipp</a:t>
                      </a:r>
                      <a:r>
                        <a:rPr lang="zh-CN" sz="1050" kern="100" dirty="0">
                          <a:effectLst/>
                        </a:rPr>
                        <a:t>（</a:t>
                      </a:r>
                      <a:r>
                        <a:rPr lang="en-US" sz="1050" kern="100" dirty="0">
                          <a:effectLst/>
                        </a:rPr>
                        <a:t>V)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峰—峰波形高度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输出</a:t>
                      </a:r>
                      <a:r>
                        <a:rPr lang="en-US" sz="1050" kern="100" dirty="0" err="1">
                          <a:effectLst/>
                        </a:rPr>
                        <a:t>V</a:t>
                      </a:r>
                      <a:r>
                        <a:rPr lang="en-US" sz="1050" kern="100" baseline="-25000" dirty="0" err="1">
                          <a:effectLst/>
                        </a:rPr>
                        <a:t>opp</a:t>
                      </a:r>
                      <a:r>
                        <a:rPr lang="zh-CN" sz="1050" kern="100" dirty="0">
                          <a:effectLst/>
                        </a:rPr>
                        <a:t>（</a:t>
                      </a:r>
                      <a:r>
                        <a:rPr lang="en-US" sz="1050" kern="100" dirty="0">
                          <a:effectLst/>
                        </a:rPr>
                        <a:t>V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有效值电压</a:t>
                      </a:r>
                      <a:r>
                        <a:rPr lang="en-US" sz="1050" kern="100" dirty="0">
                          <a:effectLst/>
                        </a:rPr>
                        <a:t>V</a:t>
                      </a:r>
                      <a:r>
                        <a:rPr lang="en-US" sz="1050" kern="100" baseline="-25000" dirty="0">
                          <a:effectLst/>
                        </a:rPr>
                        <a:t>o</a:t>
                      </a:r>
                      <a:r>
                        <a:rPr lang="zh-CN" sz="1050" kern="100" dirty="0">
                          <a:effectLst/>
                        </a:rPr>
                        <a:t>（</a:t>
                      </a:r>
                      <a:r>
                        <a:rPr lang="en-US" sz="1050" kern="100" dirty="0">
                          <a:effectLst/>
                        </a:rPr>
                        <a:t>V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113573"/>
                  </a:ext>
                </a:extLst>
              </a:tr>
              <a:tr h="43311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伏</a:t>
                      </a:r>
                      <a:r>
                        <a:rPr lang="en-US" sz="1050" kern="100" dirty="0">
                          <a:effectLst/>
                        </a:rPr>
                        <a:t>/</a:t>
                      </a:r>
                      <a:r>
                        <a:rPr lang="zh-CN" sz="1050" kern="100" dirty="0">
                          <a:effectLst/>
                        </a:rPr>
                        <a:t>格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格数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947131"/>
                  </a:ext>
                </a:extLst>
              </a:tr>
              <a:tr h="433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604807"/>
                  </a:ext>
                </a:extLst>
              </a:tr>
              <a:tr h="433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76477"/>
                  </a:ext>
                </a:extLst>
              </a:tr>
              <a:tr h="4331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0.05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86616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913376" y="257660"/>
            <a:ext cx="1682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1.1.1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19327" y="3078772"/>
            <a:ext cx="106801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信号源频率的调整与测定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调整信号源幅度用示波器观察使输出峰—峰值为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5V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，并保持不变，按表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1.1.2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调定信号源频率，用示波器定量测定其频率并与调定值进行比较。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606815"/>
              </p:ext>
            </p:extLst>
          </p:nvPr>
        </p:nvGraphicFramePr>
        <p:xfrm>
          <a:off x="719327" y="4657342"/>
          <a:ext cx="10680192" cy="199949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69421">
                  <a:extLst>
                    <a:ext uri="{9D8B030D-6E8A-4147-A177-3AD203B41FA5}">
                      <a16:colId xmlns:a16="http://schemas.microsoft.com/office/drawing/2014/main" val="3695339794"/>
                    </a:ext>
                  </a:extLst>
                </a:gridCol>
                <a:gridCol w="2879967">
                  <a:extLst>
                    <a:ext uri="{9D8B030D-6E8A-4147-A177-3AD203B41FA5}">
                      <a16:colId xmlns:a16="http://schemas.microsoft.com/office/drawing/2014/main" val="1214818629"/>
                    </a:ext>
                  </a:extLst>
                </a:gridCol>
                <a:gridCol w="2707019">
                  <a:extLst>
                    <a:ext uri="{9D8B030D-6E8A-4147-A177-3AD203B41FA5}">
                      <a16:colId xmlns:a16="http://schemas.microsoft.com/office/drawing/2014/main" val="595809208"/>
                    </a:ext>
                  </a:extLst>
                </a:gridCol>
                <a:gridCol w="2423785">
                  <a:extLst>
                    <a:ext uri="{9D8B030D-6E8A-4147-A177-3AD203B41FA5}">
                      <a16:colId xmlns:a16="http://schemas.microsoft.com/office/drawing/2014/main" val="3336302113"/>
                    </a:ext>
                  </a:extLst>
                </a:gridCol>
              </a:tblGrid>
              <a:tr h="4998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信号频率（</a:t>
                      </a:r>
                      <a:r>
                        <a:rPr lang="en-US" sz="1050" kern="100" dirty="0">
                          <a:effectLst/>
                        </a:rPr>
                        <a:t>KHZ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秒</a:t>
                      </a:r>
                      <a:r>
                        <a:rPr lang="en-US" sz="1050" kern="100">
                          <a:effectLst/>
                        </a:rPr>
                        <a:t>/</a:t>
                      </a:r>
                      <a:r>
                        <a:rPr lang="zh-CN" sz="1050" kern="100">
                          <a:effectLst/>
                        </a:rPr>
                        <a:t>格（每格时间）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一个周期占水平格数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频率</a:t>
                      </a:r>
                      <a:r>
                        <a:rPr lang="en-US" sz="1050" kern="100">
                          <a:effectLst/>
                        </a:rPr>
                        <a:t>f=1/T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229186"/>
                  </a:ext>
                </a:extLst>
              </a:tr>
              <a:tr h="4998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91436"/>
                  </a:ext>
                </a:extLst>
              </a:tr>
              <a:tr h="4998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084045"/>
                  </a:ext>
                </a:extLst>
              </a:tr>
              <a:tr h="4998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08019"/>
                  </a:ext>
                </a:extLst>
              </a:tr>
            </a:tbl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523232" y="4295748"/>
            <a:ext cx="24627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1.1.2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02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0144" y="206500"/>
            <a:ext cx="439260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万用表的使用</a:t>
            </a:r>
          </a:p>
          <a:p>
            <a:pPr indent="228600" algn="just">
              <a:spcAft>
                <a:spcPts val="0"/>
              </a:spcAft>
            </a:pPr>
            <a:r>
              <a:rPr lang="en-US" altLang="zh-CN" sz="2400" kern="1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zh-CN" sz="2400" kern="100" dirty="0">
                <a:latin typeface="楷体" panose="02010609060101010101" pitchFamily="49" charset="-122"/>
                <a:ea typeface="楷体" panose="02010609060101010101" pitchFamily="49" charset="-122"/>
              </a:rPr>
              <a:t>万用表是电子技术实验中必不可少的工具，应用范围及其广泛，除用来测量电压、电流、电阻外还可用来对器件好坏、优劣的判别，本实验在此不作一一介绍，只对常用二、三极管的性能好坏的判断作一简单的介绍，根据常用普通的二、三极管材料的不同有硅、锗之分，根据二极管的单向导电性及正反电阻的差异，通过正反向电阻的测量即可判别其好坏。</a:t>
            </a: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endParaRPr lang="zh-CN" altLang="zh-CN" sz="2400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组装电路原则</a:t>
            </a:r>
            <a:r>
              <a:rPr lang="zh-CN" altLang="zh-CN" sz="2400" kern="1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应尽量按照电路的形式和顺序布线。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786" y="487680"/>
            <a:ext cx="2848053" cy="580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06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72197" y="1024991"/>
            <a:ext cx="10241280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ts val="4500"/>
              </a:lnSpc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六、</a:t>
            </a:r>
            <a:r>
              <a:rPr lang="zh-CN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思考题</a:t>
            </a:r>
            <a:endParaRPr lang="en-US" altLang="zh-CN" sz="32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在实验中常用示波器观察信号源波形，连接时导线红、黑俩接头可以颠倒相接吗？为什么？</a:t>
            </a:r>
          </a:p>
          <a:p>
            <a:pPr lvl="0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测量中示波器测得的正弦波峰—峰值大于交流毫伏表测得的示值，你知道为什么吗？</a:t>
            </a:r>
          </a:p>
          <a:p>
            <a:pPr lvl="0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交流毫伏表能测量直流电压吗？它在其工作频率范围内用来测量正弦交流信号的什么数值？万用表交流电压档能测量任何频率的交流信号吗？</a:t>
            </a:r>
          </a:p>
          <a:p>
            <a:pPr lvl="0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某双路稳压电源，每路安全输出最大电压值为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10V,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现要求输出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+15V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电位点，画出此情况连线示意图。</a:t>
            </a:r>
          </a:p>
          <a:p>
            <a:pPr lvl="0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用示波器观察信号波形时，为了使（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）波形清晰，（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）亮度适中，（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）波形稳定，（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）移动波形位置，（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）改变波形个数，（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）改变波形高度，（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）同时可显示两个信号波形，需要分别调整哪些旋钮？</a:t>
            </a: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endParaRPr lang="zh-CN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>
              <a:lnSpc>
                <a:spcPts val="4500"/>
              </a:lnSpc>
              <a:spcAft>
                <a:spcPts val="0"/>
              </a:spcAft>
              <a:tabLst>
                <a:tab pos="266700" algn="l"/>
              </a:tabLst>
            </a:pP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009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59536" y="1078993"/>
            <a:ext cx="8284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七、</a:t>
            </a:r>
            <a:r>
              <a:rPr lang="zh-CN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实验报告</a:t>
            </a:r>
            <a:r>
              <a:rPr lang="en-US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整理实验结果，回答思考题</a:t>
            </a:r>
          </a:p>
        </p:txBody>
      </p:sp>
    </p:spTree>
    <p:extLst>
      <p:ext uri="{BB962C8B-B14F-4D97-AF65-F5344CB8AC3E}">
        <p14:creationId xmlns:p14="http://schemas.microsoft.com/office/powerpoint/2010/main" val="358889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2104</TotalTime>
  <Words>1808</Words>
  <Application>Microsoft Office PowerPoint</Application>
  <PresentationFormat>宽屏</PresentationFormat>
  <Paragraphs>153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等线</vt:lpstr>
      <vt:lpstr>等线 Light</vt:lpstr>
      <vt:lpstr>仿宋</vt:lpstr>
      <vt:lpstr>楷体</vt:lpstr>
      <vt:lpstr>宋体</vt:lpstr>
      <vt:lpstr>Arial</vt:lpstr>
      <vt:lpstr>Times New Roman</vt:lpstr>
      <vt:lpstr>Office 主题​​</vt:lpstr>
      <vt:lpstr>SmartDraw.2</vt:lpstr>
      <vt:lpstr>课 程 介 绍</vt:lpstr>
      <vt:lpstr>课程培养目标</vt:lpstr>
      <vt:lpstr>实验内容</vt:lpstr>
      <vt:lpstr>实验一  常用仪器的使用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实验二  基本放大电路 </dc:title>
  <dc:creator>LENOVO</dc:creator>
  <cp:lastModifiedBy>744311194@qq.com</cp:lastModifiedBy>
  <cp:revision>99</cp:revision>
  <dcterms:created xsi:type="dcterms:W3CDTF">2022-03-25T07:10:49Z</dcterms:created>
  <dcterms:modified xsi:type="dcterms:W3CDTF">2026-06-22T09:30:08Z</dcterms:modified>
</cp:coreProperties>
</file>