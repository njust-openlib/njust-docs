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82" r:id="rId4"/>
    <p:sldId id="266" r:id="rId5"/>
    <p:sldId id="269" r:id="rId6"/>
    <p:sldId id="283" r:id="rId7"/>
    <p:sldId id="268" r:id="rId8"/>
    <p:sldId id="276" r:id="rId9"/>
    <p:sldId id="281" r:id="rId10"/>
    <p:sldId id="277" r:id="rId11"/>
    <p:sldId id="260" r:id="rId12"/>
    <p:sldId id="270" r:id="rId13"/>
    <p:sldId id="261" r:id="rId14"/>
    <p:sldId id="262" r:id="rId15"/>
    <p:sldId id="271" r:id="rId16"/>
    <p:sldId id="267" r:id="rId17"/>
    <p:sldId id="264" r:id="rId18"/>
    <p:sldId id="26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B24C8D-DDE0-4F9F-94DF-65DCC42A4C3C}" v="121" dt="2026-06-22T10:04:52.1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undo custSel addSld modSld modMainMaster">
      <pc:chgData name="744311194@qq.com" userId="e2a28223f2085f4b" providerId="LiveId" clId="{93EAE7B5-FDEE-48D0-B65C-03455E3B8632}" dt="2026-06-22T10:04:52.124" v="210" actId="478"/>
      <pc:docMkLst>
        <pc:docMk/>
      </pc:docMkLst>
      <pc:sldChg chg="delSp">
        <pc:chgData name="744311194@qq.com" userId="e2a28223f2085f4b" providerId="LiveId" clId="{93EAE7B5-FDEE-48D0-B65C-03455E3B8632}" dt="2026-06-22T10:04:52.124" v="210" actId="478"/>
        <pc:sldMkLst>
          <pc:docMk/>
          <pc:sldMk cId="3272088884" sldId="268"/>
        </pc:sldMkLst>
        <pc:spChg chg="del">
          <ac:chgData name="744311194@qq.com" userId="e2a28223f2085f4b" providerId="LiveId" clId="{93EAE7B5-FDEE-48D0-B65C-03455E3B8632}" dt="2026-06-22T10:04:44.659" v="208" actId="478"/>
          <ac:spMkLst>
            <pc:docMk/>
            <pc:sldMk cId="3272088884" sldId="268"/>
            <ac:spMk id="5" creationId="{00000000-0000-0000-0000-000000000000}"/>
          </ac:spMkLst>
        </pc:spChg>
        <pc:spChg chg="del">
          <ac:chgData name="744311194@qq.com" userId="e2a28223f2085f4b" providerId="LiveId" clId="{93EAE7B5-FDEE-48D0-B65C-03455E3B8632}" dt="2026-06-22T10:04:47.122" v="209" actId="478"/>
          <ac:spMkLst>
            <pc:docMk/>
            <pc:sldMk cId="3272088884" sldId="268"/>
            <ac:spMk id="7" creationId="{00000000-0000-0000-0000-000000000000}"/>
          </ac:spMkLst>
        </pc:spChg>
        <pc:spChg chg="del">
          <ac:chgData name="744311194@qq.com" userId="e2a28223f2085f4b" providerId="LiveId" clId="{93EAE7B5-FDEE-48D0-B65C-03455E3B8632}" dt="2026-06-22T10:04:52.124" v="210" actId="478"/>
          <ac:spMkLst>
            <pc:docMk/>
            <pc:sldMk cId="3272088884" sldId="268"/>
            <ac:spMk id="11" creationId="{00000000-0000-0000-0000-000000000000}"/>
          </ac:spMkLst>
        </pc:spChg>
      </pc:sldChg>
      <pc:sldChg chg="addSp delSp modSp add mod setBg">
        <pc:chgData name="744311194@qq.com" userId="e2a28223f2085f4b" providerId="LiveId" clId="{93EAE7B5-FDEE-48D0-B65C-03455E3B8632}" dt="2026-06-15T14:21:41.015" v="11" actId="1076"/>
        <pc:sldMkLst>
          <pc:docMk/>
          <pc:sldMk cId="2602345860" sldId="282"/>
        </pc:sldMkLst>
        <pc:graphicFrameChg chg="mod">
          <ac:chgData name="744311194@qq.com" userId="e2a28223f2085f4b" providerId="LiveId" clId="{93EAE7B5-FDEE-48D0-B65C-03455E3B8632}" dt="2026-06-15T14:21:41.015" v="11" actId="1076"/>
          <ac:graphicFrameMkLst>
            <pc:docMk/>
            <pc:sldMk cId="2602345860" sldId="282"/>
            <ac:graphicFrameMk id="4" creationId="{C6A84ECD-F4F7-38BA-A5CC-5A6A98786180}"/>
          </ac:graphicFrameMkLst>
        </pc:graphicFrameChg>
      </pc:sldChg>
      <pc:sldChg chg="addSp delSp modSp add mod delAnim">
        <pc:chgData name="744311194@qq.com" userId="e2a28223f2085f4b" providerId="LiveId" clId="{93EAE7B5-FDEE-48D0-B65C-03455E3B8632}" dt="2026-06-15T14:46:21.400" v="207" actId="1076"/>
        <pc:sldMkLst>
          <pc:docMk/>
          <pc:sldMk cId="3151409678" sldId="283"/>
        </pc:sldMkLst>
        <pc:spChg chg="mod">
          <ac:chgData name="744311194@qq.com" userId="e2a28223f2085f4b" providerId="LiveId" clId="{93EAE7B5-FDEE-48D0-B65C-03455E3B8632}" dt="2026-06-15T14:45:42.554" v="196" actId="164"/>
          <ac:spMkLst>
            <pc:docMk/>
            <pc:sldMk cId="3151409678" sldId="283"/>
            <ac:spMk id="7" creationId="{29198DA1-BF47-F375-7F59-F080006AF259}"/>
          </ac:spMkLst>
        </pc:spChg>
        <pc:spChg chg="add mod">
          <ac:chgData name="744311194@qq.com" userId="e2a28223f2085f4b" providerId="LiveId" clId="{93EAE7B5-FDEE-48D0-B65C-03455E3B8632}" dt="2026-06-15T14:45:42.554" v="196" actId="164"/>
          <ac:spMkLst>
            <pc:docMk/>
            <pc:sldMk cId="3151409678" sldId="283"/>
            <ac:spMk id="22" creationId="{288106BD-989B-F1CA-5C4B-B60B1890D6EB}"/>
          </ac:spMkLst>
        </pc:spChg>
        <pc:spChg chg="add mod">
          <ac:chgData name="744311194@qq.com" userId="e2a28223f2085f4b" providerId="LiveId" clId="{93EAE7B5-FDEE-48D0-B65C-03455E3B8632}" dt="2026-06-15T14:38:11.265" v="45" actId="1076"/>
          <ac:spMkLst>
            <pc:docMk/>
            <pc:sldMk cId="3151409678" sldId="283"/>
            <ac:spMk id="23" creationId="{79227097-379E-AED2-5A56-B4D8FA9CFCFD}"/>
          </ac:spMkLst>
        </pc:spChg>
        <pc:spChg chg="add mod">
          <ac:chgData name="744311194@qq.com" userId="e2a28223f2085f4b" providerId="LiveId" clId="{93EAE7B5-FDEE-48D0-B65C-03455E3B8632}" dt="2026-06-15T14:38:15.230" v="47" actId="1076"/>
          <ac:spMkLst>
            <pc:docMk/>
            <pc:sldMk cId="3151409678" sldId="283"/>
            <ac:spMk id="24" creationId="{F648639B-5528-D5DE-A237-4370A25C95C5}"/>
          </ac:spMkLst>
        </pc:spChg>
        <pc:spChg chg="add mod">
          <ac:chgData name="744311194@qq.com" userId="e2a28223f2085f4b" providerId="LiveId" clId="{93EAE7B5-FDEE-48D0-B65C-03455E3B8632}" dt="2026-06-15T14:39:15.249" v="61" actId="1076"/>
          <ac:spMkLst>
            <pc:docMk/>
            <pc:sldMk cId="3151409678" sldId="283"/>
            <ac:spMk id="28" creationId="{730BF520-923F-8A62-731B-FCFDD2E15BC1}"/>
          </ac:spMkLst>
        </pc:spChg>
        <pc:spChg chg="add mod">
          <ac:chgData name="744311194@qq.com" userId="e2a28223f2085f4b" providerId="LiveId" clId="{93EAE7B5-FDEE-48D0-B65C-03455E3B8632}" dt="2026-06-15T14:45:42.554" v="196" actId="164"/>
          <ac:spMkLst>
            <pc:docMk/>
            <pc:sldMk cId="3151409678" sldId="283"/>
            <ac:spMk id="31" creationId="{E8E27F4C-D309-FFFC-0782-947B41C47BD2}"/>
          </ac:spMkLst>
        </pc:spChg>
        <pc:spChg chg="add mod">
          <ac:chgData name="744311194@qq.com" userId="e2a28223f2085f4b" providerId="LiveId" clId="{93EAE7B5-FDEE-48D0-B65C-03455E3B8632}" dt="2026-06-15T14:45:42.554" v="196" actId="164"/>
          <ac:spMkLst>
            <pc:docMk/>
            <pc:sldMk cId="3151409678" sldId="283"/>
            <ac:spMk id="32" creationId="{7BF2108C-D73F-E60B-5CCC-D5005B2C5BFB}"/>
          </ac:spMkLst>
        </pc:spChg>
        <pc:spChg chg="add mod">
          <ac:chgData name="744311194@qq.com" userId="e2a28223f2085f4b" providerId="LiveId" clId="{93EAE7B5-FDEE-48D0-B65C-03455E3B8632}" dt="2026-06-15T14:45:42.554" v="196" actId="164"/>
          <ac:spMkLst>
            <pc:docMk/>
            <pc:sldMk cId="3151409678" sldId="283"/>
            <ac:spMk id="33" creationId="{FF95C5E0-50A1-57F4-71F4-A5A72F43DF9A}"/>
          </ac:spMkLst>
        </pc:spChg>
        <pc:spChg chg="add mod">
          <ac:chgData name="744311194@qq.com" userId="e2a28223f2085f4b" providerId="LiveId" clId="{93EAE7B5-FDEE-48D0-B65C-03455E3B8632}" dt="2026-06-15T14:45:42.554" v="196" actId="164"/>
          <ac:spMkLst>
            <pc:docMk/>
            <pc:sldMk cId="3151409678" sldId="283"/>
            <ac:spMk id="37" creationId="{25DCAFA1-DDBF-38AA-4E01-C43A142433E8}"/>
          </ac:spMkLst>
        </pc:spChg>
        <pc:spChg chg="add mod">
          <ac:chgData name="744311194@qq.com" userId="e2a28223f2085f4b" providerId="LiveId" clId="{93EAE7B5-FDEE-48D0-B65C-03455E3B8632}" dt="2026-06-15T14:45:42.554" v="196" actId="164"/>
          <ac:spMkLst>
            <pc:docMk/>
            <pc:sldMk cId="3151409678" sldId="283"/>
            <ac:spMk id="38" creationId="{EFAE81A8-136D-62D2-8BEA-CE62CF1B433F}"/>
          </ac:spMkLst>
        </pc:spChg>
        <pc:spChg chg="add mod">
          <ac:chgData name="744311194@qq.com" userId="e2a28223f2085f4b" providerId="LiveId" clId="{93EAE7B5-FDEE-48D0-B65C-03455E3B8632}" dt="2026-06-15T14:45:42.554" v="196" actId="164"/>
          <ac:spMkLst>
            <pc:docMk/>
            <pc:sldMk cId="3151409678" sldId="283"/>
            <ac:spMk id="39" creationId="{7881A9EE-4FFC-7B28-A2D7-EE8B1DCD3439}"/>
          </ac:spMkLst>
        </pc:spChg>
        <pc:spChg chg="add mod">
          <ac:chgData name="744311194@qq.com" userId="e2a28223f2085f4b" providerId="LiveId" clId="{93EAE7B5-FDEE-48D0-B65C-03455E3B8632}" dt="2026-06-15T14:45:42.554" v="196" actId="164"/>
          <ac:spMkLst>
            <pc:docMk/>
            <pc:sldMk cId="3151409678" sldId="283"/>
            <ac:spMk id="40" creationId="{467494F3-7349-3D7C-71ED-F706D17B7AD4}"/>
          </ac:spMkLst>
        </pc:spChg>
        <pc:spChg chg="add mod">
          <ac:chgData name="744311194@qq.com" userId="e2a28223f2085f4b" providerId="LiveId" clId="{93EAE7B5-FDEE-48D0-B65C-03455E3B8632}" dt="2026-06-15T14:43:32.057" v="152" actId="114"/>
          <ac:spMkLst>
            <pc:docMk/>
            <pc:sldMk cId="3151409678" sldId="283"/>
            <ac:spMk id="42" creationId="{427A3761-9DA1-0B92-6A72-4D8870E24BCE}"/>
          </ac:spMkLst>
        </pc:spChg>
        <pc:spChg chg="add mod">
          <ac:chgData name="744311194@qq.com" userId="e2a28223f2085f4b" providerId="LiveId" clId="{93EAE7B5-FDEE-48D0-B65C-03455E3B8632}" dt="2026-06-15T14:46:14.702" v="206" actId="164"/>
          <ac:spMkLst>
            <pc:docMk/>
            <pc:sldMk cId="3151409678" sldId="283"/>
            <ac:spMk id="44" creationId="{D85D674F-60D0-C949-834F-50F85059CECF}"/>
          </ac:spMkLst>
        </pc:spChg>
        <pc:spChg chg="add mod">
          <ac:chgData name="744311194@qq.com" userId="e2a28223f2085f4b" providerId="LiveId" clId="{93EAE7B5-FDEE-48D0-B65C-03455E3B8632}" dt="2026-06-15T14:46:14.702" v="206" actId="164"/>
          <ac:spMkLst>
            <pc:docMk/>
            <pc:sldMk cId="3151409678" sldId="283"/>
            <ac:spMk id="45" creationId="{A63A0BE4-3801-6C04-932D-6CA57804A47F}"/>
          </ac:spMkLst>
        </pc:spChg>
        <pc:spChg chg="add mod">
          <ac:chgData name="744311194@qq.com" userId="e2a28223f2085f4b" providerId="LiveId" clId="{93EAE7B5-FDEE-48D0-B65C-03455E3B8632}" dt="2026-06-15T14:45:10.670" v="193" actId="553"/>
          <ac:spMkLst>
            <pc:docMk/>
            <pc:sldMk cId="3151409678" sldId="283"/>
            <ac:spMk id="49" creationId="{7AEE73CF-6B29-1757-195E-C63486656D7B}"/>
          </ac:spMkLst>
        </pc:spChg>
        <pc:spChg chg="add mod">
          <ac:chgData name="744311194@qq.com" userId="e2a28223f2085f4b" providerId="LiveId" clId="{93EAE7B5-FDEE-48D0-B65C-03455E3B8632}" dt="2026-06-15T14:45:42.554" v="196" actId="164"/>
          <ac:spMkLst>
            <pc:docMk/>
            <pc:sldMk cId="3151409678" sldId="283"/>
            <ac:spMk id="50" creationId="{2088E389-650A-77D8-0ABF-61FA169F7336}"/>
          </ac:spMkLst>
        </pc:spChg>
        <pc:spChg chg="add mod">
          <ac:chgData name="744311194@qq.com" userId="e2a28223f2085f4b" providerId="LiveId" clId="{93EAE7B5-FDEE-48D0-B65C-03455E3B8632}" dt="2026-06-15T14:45:10.670" v="193" actId="553"/>
          <ac:spMkLst>
            <pc:docMk/>
            <pc:sldMk cId="3151409678" sldId="283"/>
            <ac:spMk id="51" creationId="{315AD64B-A70A-4E3D-4F2A-0350E8D139C3}"/>
          </ac:spMkLst>
        </pc:spChg>
        <pc:spChg chg="add mod">
          <ac:chgData name="744311194@qq.com" userId="e2a28223f2085f4b" providerId="LiveId" clId="{93EAE7B5-FDEE-48D0-B65C-03455E3B8632}" dt="2026-06-15T14:45:05.933" v="192" actId="552"/>
          <ac:spMkLst>
            <pc:docMk/>
            <pc:sldMk cId="3151409678" sldId="283"/>
            <ac:spMk id="52" creationId="{E9F42742-ABC2-B48F-446A-89A48A0B2C75}"/>
          </ac:spMkLst>
        </pc:spChg>
        <pc:grpChg chg="mod">
          <ac:chgData name="744311194@qq.com" userId="e2a28223f2085f4b" providerId="LiveId" clId="{93EAE7B5-FDEE-48D0-B65C-03455E3B8632}" dt="2026-06-15T14:46:14.702" v="206" actId="164"/>
          <ac:grpSpMkLst>
            <pc:docMk/>
            <pc:sldMk cId="3151409678" sldId="283"/>
            <ac:grpSpMk id="53" creationId="{25330E54-C506-2A39-77A1-BA57C60F0740}"/>
          </ac:grpSpMkLst>
        </pc:grpChg>
        <pc:grpChg chg="add mod">
          <ac:chgData name="744311194@qq.com" userId="e2a28223f2085f4b" providerId="LiveId" clId="{93EAE7B5-FDEE-48D0-B65C-03455E3B8632}" dt="2026-06-15T14:46:21.400" v="207" actId="1076"/>
          <ac:grpSpMkLst>
            <pc:docMk/>
            <pc:sldMk cId="3151409678" sldId="283"/>
            <ac:grpSpMk id="83" creationId="{5FD6055E-5079-C936-F3B0-6E6DFC59743A}"/>
          </ac:grpSpMkLst>
        </pc:grpChg>
        <pc:picChg chg="mod">
          <ac:chgData name="744311194@qq.com" userId="e2a28223f2085f4b" providerId="LiveId" clId="{93EAE7B5-FDEE-48D0-B65C-03455E3B8632}" dt="2026-06-15T14:45:59.333" v="202" actId="1076"/>
          <ac:picMkLst>
            <pc:docMk/>
            <pc:sldMk cId="3151409678" sldId="283"/>
            <ac:picMk id="5" creationId="{D8B31B13-E4AC-6B5E-177F-C7AB1D165DA0}"/>
          </ac:picMkLst>
        </pc:picChg>
        <pc:cxnChg chg="add mod">
          <ac:chgData name="744311194@qq.com" userId="e2a28223f2085f4b" providerId="LiveId" clId="{93EAE7B5-FDEE-48D0-B65C-03455E3B8632}" dt="2026-06-15T14:37:17.286" v="25" actId="14100"/>
          <ac:cxnSpMkLst>
            <pc:docMk/>
            <pc:sldMk cId="3151409678" sldId="283"/>
            <ac:cxnSpMk id="10" creationId="{FB185765-142D-E52A-3BCC-8F7A61DE0C2A}"/>
          </ac:cxnSpMkLst>
        </pc:cxnChg>
        <pc:cxnChg chg="add mod">
          <ac:chgData name="744311194@qq.com" userId="e2a28223f2085f4b" providerId="LiveId" clId="{93EAE7B5-FDEE-48D0-B65C-03455E3B8632}" dt="2026-06-15T14:37:21.516" v="27" actId="14100"/>
          <ac:cxnSpMkLst>
            <pc:docMk/>
            <pc:sldMk cId="3151409678" sldId="283"/>
            <ac:cxnSpMk id="12" creationId="{4E3DF139-A71F-6A52-7703-DC964DB856ED}"/>
          </ac:cxnSpMkLst>
        </pc:cxnChg>
        <pc:cxnChg chg="add mod">
          <ac:chgData name="744311194@qq.com" userId="e2a28223f2085f4b" providerId="LiveId" clId="{93EAE7B5-FDEE-48D0-B65C-03455E3B8632}" dt="2026-06-15T14:37:30.832" v="30" actId="1076"/>
          <ac:cxnSpMkLst>
            <pc:docMk/>
            <pc:sldMk cId="3151409678" sldId="283"/>
            <ac:cxnSpMk id="17" creationId="{6FB79CFF-D7F4-A4CC-5BB8-688C8648C807}"/>
          </ac:cxnSpMkLst>
        </pc:cxnChg>
        <pc:cxnChg chg="add mod">
          <ac:chgData name="744311194@qq.com" userId="e2a28223f2085f4b" providerId="LiveId" clId="{93EAE7B5-FDEE-48D0-B65C-03455E3B8632}" dt="2026-06-15T14:37:33.888" v="32" actId="1076"/>
          <ac:cxnSpMkLst>
            <pc:docMk/>
            <pc:sldMk cId="3151409678" sldId="283"/>
            <ac:cxnSpMk id="18" creationId="{42001DEA-2734-341C-B265-53CC304C09EE}"/>
          </ac:cxnSpMkLst>
        </pc:cxnChg>
        <pc:cxnChg chg="add mod">
          <ac:chgData name="744311194@qq.com" userId="e2a28223f2085f4b" providerId="LiveId" clId="{93EAE7B5-FDEE-48D0-B65C-03455E3B8632}" dt="2026-06-15T14:37:43.291" v="36" actId="1076"/>
          <ac:cxnSpMkLst>
            <pc:docMk/>
            <pc:sldMk cId="3151409678" sldId="283"/>
            <ac:cxnSpMk id="19" creationId="{70499F19-01C8-E095-009E-346A7F1F3FBA}"/>
          </ac:cxnSpMkLst>
        </pc:cxnChg>
        <pc:cxnChg chg="add mod">
          <ac:chgData name="744311194@qq.com" userId="e2a28223f2085f4b" providerId="LiveId" clId="{93EAE7B5-FDEE-48D0-B65C-03455E3B8632}" dt="2026-06-15T14:37:39.329" v="35" actId="1076"/>
          <ac:cxnSpMkLst>
            <pc:docMk/>
            <pc:sldMk cId="3151409678" sldId="283"/>
            <ac:cxnSpMk id="20" creationId="{0B56EF96-9EFD-55F0-3D03-0F12154B18C4}"/>
          </ac:cxnSpMkLst>
        </pc:cxnChg>
        <pc:cxnChg chg="add mod">
          <ac:chgData name="744311194@qq.com" userId="e2a28223f2085f4b" providerId="LiveId" clId="{93EAE7B5-FDEE-48D0-B65C-03455E3B8632}" dt="2026-06-15T14:38:19.001" v="49" actId="1076"/>
          <ac:cxnSpMkLst>
            <pc:docMk/>
            <pc:sldMk cId="3151409678" sldId="283"/>
            <ac:cxnSpMk id="25" creationId="{50BF3C30-3476-D17E-E42E-71FAC90417CE}"/>
          </ac:cxnSpMkLst>
        </pc:cxnChg>
        <pc:cxnChg chg="add mod">
          <ac:chgData name="744311194@qq.com" userId="e2a28223f2085f4b" providerId="LiveId" clId="{93EAE7B5-FDEE-48D0-B65C-03455E3B8632}" dt="2026-06-15T14:40:38.945" v="80" actId="14100"/>
          <ac:cxnSpMkLst>
            <pc:docMk/>
            <pc:sldMk cId="3151409678" sldId="283"/>
            <ac:cxnSpMk id="26" creationId="{AEE4638A-929E-ED7D-5424-9994A9511135}"/>
          </ac:cxnSpMkLst>
        </pc:cxnChg>
        <pc:cxnChg chg="add mod">
          <ac:chgData name="744311194@qq.com" userId="e2a28223f2085f4b" providerId="LiveId" clId="{93EAE7B5-FDEE-48D0-B65C-03455E3B8632}" dt="2026-06-15T14:39:21.885" v="63" actId="13822"/>
          <ac:cxnSpMkLst>
            <pc:docMk/>
            <pc:sldMk cId="3151409678" sldId="283"/>
            <ac:cxnSpMk id="30" creationId="{14E26943-3E5B-D082-3D28-64BD89DA40E8}"/>
          </ac:cxnSpMkLst>
        </pc:cxnChg>
        <pc:cxnChg chg="add mod">
          <ac:chgData name="744311194@qq.com" userId="e2a28223f2085f4b" providerId="LiveId" clId="{93EAE7B5-FDEE-48D0-B65C-03455E3B8632}" dt="2026-06-15T14:44:25.177" v="177" actId="1076"/>
          <ac:cxnSpMkLst>
            <pc:docMk/>
            <pc:sldMk cId="3151409678" sldId="283"/>
            <ac:cxnSpMk id="47" creationId="{3C025000-FE40-2381-92C3-645144246B6C}"/>
          </ac:cxnSpMkLst>
        </pc:cxnChg>
        <pc:cxnChg chg="add mod">
          <ac:chgData name="744311194@qq.com" userId="e2a28223f2085f4b" providerId="LiveId" clId="{93EAE7B5-FDEE-48D0-B65C-03455E3B8632}" dt="2026-06-15T14:44:31.435" v="180" actId="1076"/>
          <ac:cxnSpMkLst>
            <pc:docMk/>
            <pc:sldMk cId="3151409678" sldId="283"/>
            <ac:cxnSpMk id="48" creationId="{753C9705-E882-A67A-7938-853C97DDD3F5}"/>
          </ac:cxnSpMkLst>
        </pc:cxnChg>
      </pc:sldChg>
      <pc:sldMasterChg chg="setBg modSldLayout">
        <pc:chgData name="744311194@qq.com" userId="e2a28223f2085f4b" providerId="LiveId" clId="{93EAE7B5-FDEE-48D0-B65C-03455E3B8632}" dt="2026-06-15T14:21:20.089" v="5"/>
        <pc:sldMasterMkLst>
          <pc:docMk/>
          <pc:sldMasterMk cId="952026004" sldId="2147483726"/>
        </pc:sldMasterMkLst>
        <pc:sldLayoutChg chg="setBg">
          <pc:chgData name="744311194@qq.com" userId="e2a28223f2085f4b" providerId="LiveId" clId="{93EAE7B5-FDEE-48D0-B65C-03455E3B8632}" dt="2026-06-15T14:21:20.089" v="5"/>
          <pc:sldLayoutMkLst>
            <pc:docMk/>
            <pc:sldMasterMk cId="952026004" sldId="2147483726"/>
            <pc:sldLayoutMk cId="1219633264" sldId="2147483727"/>
          </pc:sldLayoutMkLst>
        </pc:sldLayoutChg>
        <pc:sldLayoutChg chg="setBg">
          <pc:chgData name="744311194@qq.com" userId="e2a28223f2085f4b" providerId="LiveId" clId="{93EAE7B5-FDEE-48D0-B65C-03455E3B8632}" dt="2026-06-15T14:21:20.089" v="5"/>
          <pc:sldLayoutMkLst>
            <pc:docMk/>
            <pc:sldMasterMk cId="952026004" sldId="2147483726"/>
            <pc:sldLayoutMk cId="2257258036" sldId="2147483728"/>
          </pc:sldLayoutMkLst>
        </pc:sldLayoutChg>
        <pc:sldLayoutChg chg="setBg">
          <pc:chgData name="744311194@qq.com" userId="e2a28223f2085f4b" providerId="LiveId" clId="{93EAE7B5-FDEE-48D0-B65C-03455E3B8632}" dt="2026-06-15T14:21:20.089" v="5"/>
          <pc:sldLayoutMkLst>
            <pc:docMk/>
            <pc:sldMasterMk cId="952026004" sldId="2147483726"/>
            <pc:sldLayoutMk cId="2384114738" sldId="2147483729"/>
          </pc:sldLayoutMkLst>
        </pc:sldLayoutChg>
        <pc:sldLayoutChg chg="setBg">
          <pc:chgData name="744311194@qq.com" userId="e2a28223f2085f4b" providerId="LiveId" clId="{93EAE7B5-FDEE-48D0-B65C-03455E3B8632}" dt="2026-06-15T14:21:20.089" v="5"/>
          <pc:sldLayoutMkLst>
            <pc:docMk/>
            <pc:sldMasterMk cId="952026004" sldId="2147483726"/>
            <pc:sldLayoutMk cId="2489346336" sldId="2147483730"/>
          </pc:sldLayoutMkLst>
        </pc:sldLayoutChg>
        <pc:sldLayoutChg chg="setBg">
          <pc:chgData name="744311194@qq.com" userId="e2a28223f2085f4b" providerId="LiveId" clId="{93EAE7B5-FDEE-48D0-B65C-03455E3B8632}" dt="2026-06-15T14:21:20.089" v="5"/>
          <pc:sldLayoutMkLst>
            <pc:docMk/>
            <pc:sldMasterMk cId="952026004" sldId="2147483726"/>
            <pc:sldLayoutMk cId="521862252" sldId="2147483731"/>
          </pc:sldLayoutMkLst>
        </pc:sldLayoutChg>
        <pc:sldLayoutChg chg="setBg">
          <pc:chgData name="744311194@qq.com" userId="e2a28223f2085f4b" providerId="LiveId" clId="{93EAE7B5-FDEE-48D0-B65C-03455E3B8632}" dt="2026-06-15T14:21:20.089" v="5"/>
          <pc:sldLayoutMkLst>
            <pc:docMk/>
            <pc:sldMasterMk cId="952026004" sldId="2147483726"/>
            <pc:sldLayoutMk cId="1336093426" sldId="2147483732"/>
          </pc:sldLayoutMkLst>
        </pc:sldLayoutChg>
        <pc:sldLayoutChg chg="setBg">
          <pc:chgData name="744311194@qq.com" userId="e2a28223f2085f4b" providerId="LiveId" clId="{93EAE7B5-FDEE-48D0-B65C-03455E3B8632}" dt="2026-06-15T14:21:20.089" v="5"/>
          <pc:sldLayoutMkLst>
            <pc:docMk/>
            <pc:sldMasterMk cId="952026004" sldId="2147483726"/>
            <pc:sldLayoutMk cId="4242076151" sldId="2147483733"/>
          </pc:sldLayoutMkLst>
        </pc:sldLayoutChg>
        <pc:sldLayoutChg chg="setBg">
          <pc:chgData name="744311194@qq.com" userId="e2a28223f2085f4b" providerId="LiveId" clId="{93EAE7B5-FDEE-48D0-B65C-03455E3B8632}" dt="2026-06-15T14:21:20.089" v="5"/>
          <pc:sldLayoutMkLst>
            <pc:docMk/>
            <pc:sldMasterMk cId="952026004" sldId="2147483726"/>
            <pc:sldLayoutMk cId="2962432878" sldId="2147483734"/>
          </pc:sldLayoutMkLst>
        </pc:sldLayoutChg>
        <pc:sldLayoutChg chg="setBg">
          <pc:chgData name="744311194@qq.com" userId="e2a28223f2085f4b" providerId="LiveId" clId="{93EAE7B5-FDEE-48D0-B65C-03455E3B8632}" dt="2026-06-15T14:21:20.089" v="5"/>
          <pc:sldLayoutMkLst>
            <pc:docMk/>
            <pc:sldMasterMk cId="952026004" sldId="2147483726"/>
            <pc:sldLayoutMk cId="1196798801" sldId="2147483735"/>
          </pc:sldLayoutMkLst>
        </pc:sldLayoutChg>
        <pc:sldLayoutChg chg="setBg">
          <pc:chgData name="744311194@qq.com" userId="e2a28223f2085f4b" providerId="LiveId" clId="{93EAE7B5-FDEE-48D0-B65C-03455E3B8632}" dt="2026-06-15T14:21:20.089" v="5"/>
          <pc:sldLayoutMkLst>
            <pc:docMk/>
            <pc:sldMasterMk cId="952026004" sldId="2147483726"/>
            <pc:sldLayoutMk cId="3381527193" sldId="2147483736"/>
          </pc:sldLayoutMkLst>
        </pc:sldLayoutChg>
        <pc:sldLayoutChg chg="setBg">
          <pc:chgData name="744311194@qq.com" userId="e2a28223f2085f4b" providerId="LiveId" clId="{93EAE7B5-FDEE-48D0-B65C-03455E3B8632}" dt="2026-06-15T14:21:20.089" v="5"/>
          <pc:sldLayoutMkLst>
            <pc:docMk/>
            <pc:sldMasterMk cId="952026004" sldId="2147483726"/>
            <pc:sldLayoutMk cId="2096797898" sldId="214748373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南京理工大学电工电子实验中心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0B86A-3BA5-4EA5-BC8E-A5A26F41BDD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0D74D-E5EF-43DF-BDD0-0252CC7FF4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7971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南京理工大学电工电子实验中心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A61F1-0D68-4A1B-9534-D2B4F1EB601A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71609-307D-40A2-A166-F61B8F24F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6184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1508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6999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63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5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11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346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86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093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7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43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79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527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79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02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4" Type="http://schemas.openxmlformats.org/officeDocument/2006/relationships/image" Target="../media/image4.emf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670304" y="1770063"/>
            <a:ext cx="10521696" cy="1303337"/>
          </a:xfrm>
        </p:spPr>
        <p:txBody>
          <a:bodyPr>
            <a:noAutofit/>
          </a:bodyPr>
          <a:lstStyle/>
          <a:p>
            <a:r>
              <a:rPr lang="zh-CN" altLang="zh-CN" sz="60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实验</a:t>
            </a:r>
            <a:r>
              <a:rPr lang="zh-CN" altLang="en-US" sz="60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一</a:t>
            </a:r>
            <a:r>
              <a:rPr lang="en-US" altLang="zh-CN" sz="60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zh-CN" sz="60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基本放大电路</a:t>
            </a:r>
            <a:br>
              <a:rPr lang="zh-CN" altLang="zh-CN" sz="6000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endParaRPr lang="zh-CN" altLang="en-US" sz="6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8386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49036" y="281966"/>
            <a:ext cx="11301588" cy="3085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+mj-ea"/>
              <a:buAutoNum type="ea1JpnKorPlain"/>
              <a:tabLst>
                <a:tab pos="266700" algn="l"/>
              </a:tabLs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实验目的</a:t>
            </a:r>
            <a:endParaRPr lang="zh-CN" altLang="zh-CN" sz="32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lvl="0" indent="-342900" algn="just">
              <a:lnSpc>
                <a:spcPts val="39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学习基本放大电路静态工作点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电压放大倍数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、输入输出阻抗及频率响应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的调整与测试方法。</a:t>
            </a:r>
          </a:p>
          <a:p>
            <a:pPr marL="342900" lvl="0" indent="-342900" algn="just">
              <a:lnSpc>
                <a:spcPts val="39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观察静态工作点，负载电阻改变对电路工作状态，输出波形及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en-US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V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的影响</a:t>
            </a:r>
            <a:endParaRPr lang="en-US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 algn="just">
              <a:lnSpc>
                <a:spcPts val="3900"/>
              </a:lnSpc>
              <a:spcAft>
                <a:spcPts val="0"/>
              </a:spcAft>
              <a:tabLst>
                <a:tab pos="228600" algn="l"/>
              </a:tabLst>
            </a:pPr>
            <a:endParaRPr lang="en-US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lvl="0" indent="-342900" algn="just">
              <a:lnSpc>
                <a:spcPts val="39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endParaRPr lang="zh-CN" altLang="zh-CN" sz="2400" kern="1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41772" y="2212143"/>
            <a:ext cx="10020887" cy="108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66700" algn="l"/>
              </a:tabLst>
            </a:pPr>
            <a:r>
              <a:rPr lang="zh-CN" altLang="en-US" sz="32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</a:t>
            </a:r>
            <a:r>
              <a:rPr kumimoji="0" lang="zh-CN" altLang="en-US" sz="3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3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实验原理及电路</a:t>
            </a:r>
            <a:endParaRPr lang="en-US" altLang="zh-CN" sz="3200" b="1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</a:pPr>
            <a:endParaRPr kumimoji="0" lang="zh-CN" altLang="en-US" sz="2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006235"/>
              </p:ext>
            </p:extLst>
          </p:nvPr>
        </p:nvGraphicFramePr>
        <p:xfrm>
          <a:off x="2180428" y="2950138"/>
          <a:ext cx="8450455" cy="358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58712" imgH="2569464" progId="SmartDraw.2">
                  <p:embed/>
                </p:oleObj>
              </mc:Choice>
              <mc:Fallback>
                <p:oleObj r:id="rId2" imgW="6458712" imgH="2569464" progId="SmartDraw.2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428" y="2950138"/>
                        <a:ext cx="8450455" cy="3586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588571" y="6488668"/>
            <a:ext cx="7042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762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1.2.1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共射基本放大电路                      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1.2.2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放大器输出特性    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4380" y="2754599"/>
            <a:ext cx="21107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、静态分析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72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E3E65-C537-D37D-1515-F17922012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6A84ECD-F4F7-38BA-A5CC-5A6A98786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139155"/>
              </p:ext>
            </p:extLst>
          </p:nvPr>
        </p:nvGraphicFramePr>
        <p:xfrm>
          <a:off x="2524242" y="2043053"/>
          <a:ext cx="8450455" cy="358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58712" imgH="2569464" progId="SmartDraw.2">
                  <p:embed/>
                </p:oleObj>
              </mc:Choice>
              <mc:Fallback>
                <p:oleObj r:id="rId2" imgW="6458712" imgH="2569464" progId="SmartDraw.2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6A84ECD-F4F7-38BA-A5CC-5A6A987861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242" y="2043053"/>
                        <a:ext cx="8450455" cy="3586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9FC69E2C-EB83-A534-EE69-9426C2E8A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8571" y="6488668"/>
            <a:ext cx="7042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762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1.2.1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共射基本放大电路                      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1.2.2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放大器输出特性    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34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Untitled-1"/>
          <p:cNvPicPr>
            <a:picLocks noChangeAspect="1" noChangeArrowheads="1"/>
          </p:cNvPicPr>
          <p:nvPr/>
        </p:nvPicPr>
        <p:blipFill>
          <a:blip r:embed="rId3">
            <a:lum bright="-18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" y="85344"/>
            <a:ext cx="6010656" cy="6071616"/>
          </a:xfrm>
          <a:prstGeom prst="rect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Untitled-1"/>
          <p:cNvPicPr>
            <a:picLocks noChangeAspect="1" noChangeArrowheads="1"/>
          </p:cNvPicPr>
          <p:nvPr/>
        </p:nvPicPr>
        <p:blipFill>
          <a:blip r:embed="rId4">
            <a:lum bright="-12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072" y="85344"/>
            <a:ext cx="5937504" cy="6071616"/>
          </a:xfrm>
          <a:prstGeom prst="rect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48384" y="6272637"/>
            <a:ext cx="87294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76225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1.2.3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截止失真</a:t>
            </a:r>
            <a:r>
              <a:rPr lang="zh-CN" altLang="en-US" dirty="0">
                <a:latin typeface="Arial" panose="020B0604020202020204" pitchFamily="34" charset="0"/>
              </a:rPr>
              <a:t>                                                   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1.2.4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饱和失真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90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288580"/>
              </p:ext>
            </p:extLst>
          </p:nvPr>
        </p:nvGraphicFramePr>
        <p:xfrm>
          <a:off x="278950" y="0"/>
          <a:ext cx="4293050" cy="773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98600" imgH="444240" progId="Equation.3">
                  <p:embed/>
                </p:oleObj>
              </mc:Choice>
              <mc:Fallback>
                <p:oleObj name="公式" r:id="rId3" imgW="2298600" imgH="444240" progId="Equation.3">
                  <p:embed/>
                  <p:pic>
                    <p:nvPicPr>
                      <p:cNvPr id="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50" y="0"/>
                        <a:ext cx="4293050" cy="773567"/>
                      </a:xfrm>
                      <a:prstGeom prst="rect">
                        <a:avLst/>
                      </a:prstGeom>
                      <a:solidFill>
                        <a:srgbClr val="FFFDA7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0" y="4986528"/>
                <a:ext cx="6621683" cy="20942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sz="2400" kern="100" dirty="0"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电路的电压放大倍数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𝑏𝑒</m:t>
                            </m:r>
                          </m:sub>
                        </m:sSub>
                      </m:den>
                    </m:f>
                  </m:oMath>
                </a14:m>
                <a:endParaRPr lang="zh-CN" altLang="zh-CN" sz="2400" kern="1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zh-CN" altLang="en-US" sz="2400" kern="1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当三极管及各个电阻参数选定以后，电压放大倍数主要取决去静态工作点参数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𝐶𝑄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。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𝐶𝑄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增加，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𝑏𝑒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减小，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增加</a:t>
                </a:r>
                <a:endParaRPr lang="zh-CN" altLang="zh-CN" sz="24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86528"/>
                <a:ext cx="6621683" cy="2094228"/>
              </a:xfrm>
              <a:prstGeom prst="rect">
                <a:avLst/>
              </a:prstGeom>
              <a:blipFill>
                <a:blip r:embed="rId6"/>
                <a:stretch>
                  <a:fillRect l="-1381" r="-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78950" y="858744"/>
            <a:ext cx="18870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、动态分析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870" y="1320409"/>
            <a:ext cx="4658810" cy="366611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161839" y="5079898"/>
                <a:ext cx="3139899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输入阻抗</a:t>
                </a:r>
                <a:r>
                  <a:rPr lang="en-US" altLang="zh-CN" sz="2400" kern="1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  </a:t>
                </a:r>
                <a:r>
                  <a:rPr lang="en-US" altLang="zh-CN" sz="2400" b="1" kern="1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𝑏𝑒</m:t>
                        </m:r>
                      </m:sub>
                    </m:sSub>
                  </m:oMath>
                </a14:m>
                <a:endParaRPr lang="zh-CN" altLang="zh-CN" sz="2400" dirty="0"/>
              </a:p>
              <a:p>
                <a:pPr algn="just"/>
                <a:r>
                  <a:rPr lang="zh-CN" altLang="en-US" sz="2400" kern="1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输出阻抗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zh-CN" altLang="zh-CN" sz="2400" dirty="0"/>
              </a:p>
              <a:p>
                <a:pPr algn="just">
                  <a:spcAft>
                    <a:spcPts val="0"/>
                  </a:spcAft>
                </a:pPr>
                <a:endParaRPr lang="zh-CN" altLang="zh-CN" sz="2400" kern="1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839" y="5079898"/>
                <a:ext cx="3139899" cy="1200329"/>
              </a:xfrm>
              <a:prstGeom prst="rect">
                <a:avLst/>
              </a:prstGeom>
              <a:blipFill>
                <a:blip r:embed="rId8"/>
                <a:stretch>
                  <a:fillRect l="-3107" t="-6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6104709" y="2985832"/>
            <a:ext cx="5050971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zh-CN" altLang="zh-CN" dirty="0"/>
          </a:p>
          <a:p>
            <a:pPr algn="just"/>
            <a:endParaRPr lang="zh-CN" altLang="zh-CN" dirty="0"/>
          </a:p>
          <a:p>
            <a:pPr algn="just"/>
            <a:endParaRPr lang="zh-CN" altLang="zh-CN" dirty="0"/>
          </a:p>
          <a:p>
            <a:pPr algn="just">
              <a:spcAft>
                <a:spcPts val="0"/>
              </a:spcAft>
            </a:pPr>
            <a:endParaRPr lang="zh-CN" altLang="zh-CN" sz="2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0384" y="1413779"/>
            <a:ext cx="5682807" cy="36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5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DB818-F8B5-7FEF-780E-79D740EBE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B31B13-E4AC-6B5E-177F-C7AB1D165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40" y="1517184"/>
            <a:ext cx="4658810" cy="366611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grpSp>
        <p:nvGrpSpPr>
          <p:cNvPr id="83" name="组合 82">
            <a:extLst>
              <a:ext uri="{FF2B5EF4-FFF2-40B4-BE49-F238E27FC236}">
                <a16:creationId xmlns:a16="http://schemas.microsoft.com/office/drawing/2014/main" id="{5FD6055E-5079-C936-F3B0-6E6DFC59743A}"/>
              </a:ext>
            </a:extLst>
          </p:cNvPr>
          <p:cNvGrpSpPr/>
          <p:nvPr/>
        </p:nvGrpSpPr>
        <p:grpSpPr>
          <a:xfrm>
            <a:off x="2879582" y="2409567"/>
            <a:ext cx="9995695" cy="3419750"/>
            <a:chOff x="3157559" y="858744"/>
            <a:chExt cx="9995695" cy="34197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85D674F-60D0-C949-834F-50F85059CECF}"/>
                    </a:ext>
                  </a:extLst>
                </p:cNvPr>
                <p:cNvSpPr txBox="1"/>
                <p:nvPr/>
              </p:nvSpPr>
              <p:spPr>
                <a:xfrm>
                  <a:off x="3157559" y="2060368"/>
                  <a:ext cx="6097218" cy="3779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85D674F-60D0-C949-834F-50F85059C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559" y="2060368"/>
                  <a:ext cx="6097218" cy="37798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63A0BE4-3801-6C04-932D-6CA57804A47F}"/>
                    </a:ext>
                  </a:extLst>
                </p:cNvPr>
                <p:cNvSpPr txBox="1"/>
                <p:nvPr/>
              </p:nvSpPr>
              <p:spPr>
                <a:xfrm>
                  <a:off x="7056036" y="2052550"/>
                  <a:ext cx="6097218" cy="3779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𝑜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63A0BE4-3801-6C04-932D-6CA57804A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6036" y="2052550"/>
                  <a:ext cx="6097218" cy="37798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25330E54-C506-2A39-77A1-BA57C60F0740}"/>
                </a:ext>
              </a:extLst>
            </p:cNvPr>
            <p:cNvGrpSpPr/>
            <p:nvPr/>
          </p:nvGrpSpPr>
          <p:grpSpPr>
            <a:xfrm>
              <a:off x="6000122" y="858744"/>
              <a:ext cx="5203894" cy="3419750"/>
              <a:chOff x="5951786" y="858744"/>
              <a:chExt cx="5203894" cy="3419750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9198DA1-BF47-F375-7F59-F080006AF259}"/>
                  </a:ext>
                </a:extLst>
              </p:cNvPr>
              <p:cNvSpPr/>
              <p:nvPr/>
            </p:nvSpPr>
            <p:spPr>
              <a:xfrm>
                <a:off x="6104709" y="2985832"/>
                <a:ext cx="5050971" cy="1292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endParaRPr lang="zh-CN" altLang="zh-CN" dirty="0"/>
              </a:p>
              <a:p>
                <a:pPr algn="just"/>
                <a:endParaRPr lang="zh-CN" altLang="zh-CN" dirty="0"/>
              </a:p>
              <a:p>
                <a:pPr algn="just"/>
                <a:endParaRPr lang="zh-CN" altLang="zh-CN" dirty="0"/>
              </a:p>
              <a:p>
                <a:pPr algn="just">
                  <a:spcAft>
                    <a:spcPts val="0"/>
                  </a:spcAft>
                </a:pPr>
                <a:endParaRPr lang="zh-CN" altLang="zh-CN" sz="2400" kern="1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FB185765-142D-E52A-3BCC-8F7A61DE0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4709" y="1426464"/>
                <a:ext cx="169329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4E3DF139-A71F-6A52-7703-DC964DB856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6300" y="1426464"/>
                <a:ext cx="173108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FB79CFF-D7F4-A4CC-5BB8-688C8648C80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127351" y="2273111"/>
                <a:ext cx="169329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42001DEA-2734-341C-B265-53CC304C09E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946828" y="2273111"/>
                <a:ext cx="169329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70499F19-01C8-E095-009E-346A7F1F3FB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547637" y="2273111"/>
                <a:ext cx="169329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0B56EF96-9EFD-55F0-3D03-0F12154B18C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627317" y="2273111"/>
                <a:ext cx="169329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88106BD-989B-F1CA-5C4B-B60B1890D6EB}"/>
                  </a:ext>
                </a:extLst>
              </p:cNvPr>
              <p:cNvSpPr/>
              <p:nvPr/>
            </p:nvSpPr>
            <p:spPr>
              <a:xfrm>
                <a:off x="6873156" y="2059860"/>
                <a:ext cx="182880" cy="5340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9227097-379E-AED2-5A56-B4D8FA9CFCFD}"/>
                  </a:ext>
                </a:extLst>
              </p:cNvPr>
              <p:cNvSpPr/>
              <p:nvPr/>
            </p:nvSpPr>
            <p:spPr>
              <a:xfrm>
                <a:off x="7711438" y="2059860"/>
                <a:ext cx="182880" cy="5340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F648639B-5528-D5DE-A237-4370A25C95C5}"/>
                  </a:ext>
                </a:extLst>
              </p:cNvPr>
              <p:cNvSpPr/>
              <p:nvPr/>
            </p:nvSpPr>
            <p:spPr>
              <a:xfrm>
                <a:off x="9302844" y="2059860"/>
                <a:ext cx="182880" cy="5340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50BF3C30-3476-D17E-E42E-71FAC9041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6299" y="3122988"/>
                <a:ext cx="173108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AEE4638A-929E-ED7D-5424-9994A95111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2386" y="3119758"/>
                <a:ext cx="2411578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菱形 27">
                <a:extLst>
                  <a:ext uri="{FF2B5EF4-FFF2-40B4-BE49-F238E27FC236}">
                    <a16:creationId xmlns:a16="http://schemas.microsoft.com/office/drawing/2014/main" id="{730BF520-923F-8A62-731B-FCFDD2E15BC1}"/>
                  </a:ext>
                </a:extLst>
              </p:cNvPr>
              <p:cNvSpPr/>
              <p:nvPr/>
            </p:nvSpPr>
            <p:spPr>
              <a:xfrm>
                <a:off x="8262258" y="1967483"/>
                <a:ext cx="408081" cy="740690"/>
              </a:xfrm>
              <a:prstGeom prst="diamon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14E26943-3E5B-D082-3D28-64BD89DA40E8}"/>
                  </a:ext>
                </a:extLst>
              </p:cNvPr>
              <p:cNvCxnSpPr>
                <a:stCxn id="28" idx="1"/>
                <a:endCxn id="28" idx="3"/>
              </p:cNvCxnSpPr>
              <p:nvPr/>
            </p:nvCxnSpPr>
            <p:spPr>
              <a:xfrm>
                <a:off x="8262258" y="2337828"/>
                <a:ext cx="408081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8E27F4C-D309-FFFC-0782-947B41C47BD2}"/>
                  </a:ext>
                </a:extLst>
              </p:cNvPr>
              <p:cNvSpPr txBox="1"/>
              <p:nvPr/>
            </p:nvSpPr>
            <p:spPr>
              <a:xfrm>
                <a:off x="6641682" y="1089575"/>
                <a:ext cx="365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BF2108C-D73F-E60B-5CCC-D5005B2C5BFB}"/>
                  </a:ext>
                </a:extLst>
              </p:cNvPr>
              <p:cNvSpPr txBox="1"/>
              <p:nvPr/>
            </p:nvSpPr>
            <p:spPr>
              <a:xfrm>
                <a:off x="9376697" y="1135743"/>
                <a:ext cx="365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F95C5E0-50A1-57F4-71F4-A5A72F43DF9A}"/>
                  </a:ext>
                </a:extLst>
              </p:cNvPr>
              <p:cNvSpPr txBox="1"/>
              <p:nvPr/>
            </p:nvSpPr>
            <p:spPr>
              <a:xfrm>
                <a:off x="7987939" y="2729791"/>
                <a:ext cx="365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25DCAFA1-DDBF-38AA-4E01-C43A142433E8}"/>
                      </a:ext>
                    </a:extLst>
                  </p:cNvPr>
                  <p:cNvSpPr txBox="1"/>
                  <p:nvPr/>
                </p:nvSpPr>
                <p:spPr>
                  <a:xfrm>
                    <a:off x="6429146" y="2129465"/>
                    <a:ext cx="365760" cy="923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25DCAFA1-DDBF-38AA-4E01-C43A142433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29146" y="2129465"/>
                    <a:ext cx="365760" cy="92333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EFAE81A8-136D-62D2-8BEA-CE62CF1B433F}"/>
                      </a:ext>
                    </a:extLst>
                  </p:cNvPr>
                  <p:cNvSpPr txBox="1"/>
                  <p:nvPr/>
                </p:nvSpPr>
                <p:spPr>
                  <a:xfrm>
                    <a:off x="8869512" y="2129465"/>
                    <a:ext cx="365760" cy="923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EFAE81A8-136D-62D2-8BEA-CE62CF1B43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69512" y="2129465"/>
                    <a:ext cx="365760" cy="92333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5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7881A9EE-4FFC-7B28-A2D7-EE8B1DCD3439}"/>
                      </a:ext>
                    </a:extLst>
                  </p:cNvPr>
                  <p:cNvSpPr txBox="1"/>
                  <p:nvPr/>
                </p:nvSpPr>
                <p:spPr>
                  <a:xfrm>
                    <a:off x="7255209" y="2129465"/>
                    <a:ext cx="365760" cy="14773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𝑏𝑒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7881A9EE-4FFC-7B28-A2D7-EE8B1DCD34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55209" y="2129465"/>
                    <a:ext cx="365760" cy="147732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3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467494F3-7349-3D7C-71ED-F706D17B7AD4}"/>
                      </a:ext>
                    </a:extLst>
                  </p:cNvPr>
                  <p:cNvSpPr txBox="1"/>
                  <p:nvPr/>
                </p:nvSpPr>
                <p:spPr>
                  <a:xfrm>
                    <a:off x="7101841" y="903379"/>
                    <a:ext cx="365760" cy="17629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en-US" altLang="zh-CN" b="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467494F3-7349-3D7C-71ED-F706D17B7A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1841" y="903379"/>
                    <a:ext cx="365760" cy="176298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427A3761-9DA1-0B92-6A72-4D8870E24BCE}"/>
                      </a:ext>
                    </a:extLst>
                  </p:cNvPr>
                  <p:cNvSpPr txBox="1"/>
                  <p:nvPr/>
                </p:nvSpPr>
                <p:spPr>
                  <a:xfrm>
                    <a:off x="8353699" y="858744"/>
                    <a:ext cx="945489" cy="4247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𝐶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= 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zh-CN" altLang="en-US" i="1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427A3761-9DA1-0B92-6A72-4D8870E24B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53699" y="858744"/>
                    <a:ext cx="945489" cy="4247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2258" b="-1142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3C025000-FE40-2381-92C3-645144246B6C}"/>
                  </a:ext>
                </a:extLst>
              </p:cNvPr>
              <p:cNvCxnSpPr/>
              <p:nvPr/>
            </p:nvCxnSpPr>
            <p:spPr>
              <a:xfrm>
                <a:off x="6988730" y="1320409"/>
                <a:ext cx="655402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>
                <a:extLst>
                  <a:ext uri="{FF2B5EF4-FFF2-40B4-BE49-F238E27FC236}">
                    <a16:creationId xmlns:a16="http://schemas.microsoft.com/office/drawing/2014/main" id="{753C9705-E882-A67A-7938-853C97DDD3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28015" y="1308232"/>
                <a:ext cx="655402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AEE73CF-6B29-1757-195E-C63486656D7B}"/>
                  </a:ext>
                </a:extLst>
              </p:cNvPr>
              <p:cNvSpPr txBox="1"/>
              <p:nvPr/>
            </p:nvSpPr>
            <p:spPr>
              <a:xfrm>
                <a:off x="5951786" y="1463330"/>
                <a:ext cx="2884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088E389-650A-77D8-0ABF-61FA169F7336}"/>
                  </a:ext>
                </a:extLst>
              </p:cNvPr>
              <p:cNvSpPr txBox="1"/>
              <p:nvPr/>
            </p:nvSpPr>
            <p:spPr>
              <a:xfrm>
                <a:off x="9995516" y="1487237"/>
                <a:ext cx="2884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15AD64B-A70A-4E3D-4F2A-0350E8D139C3}"/>
                  </a:ext>
                </a:extLst>
              </p:cNvPr>
              <p:cNvSpPr txBox="1"/>
              <p:nvPr/>
            </p:nvSpPr>
            <p:spPr>
              <a:xfrm>
                <a:off x="5951786" y="2729791"/>
                <a:ext cx="2884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-</a:t>
                </a:r>
                <a:endParaRPr lang="zh-CN" altLang="en-US" dirty="0"/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9F42742-ABC2-B48F-446A-89A48A0B2C75}"/>
                  </a:ext>
                </a:extLst>
              </p:cNvPr>
              <p:cNvSpPr txBox="1"/>
              <p:nvPr/>
            </p:nvSpPr>
            <p:spPr>
              <a:xfrm>
                <a:off x="9995516" y="2756886"/>
                <a:ext cx="2884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-</a:t>
                </a:r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140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197502"/>
              </p:ext>
            </p:extLst>
          </p:nvPr>
        </p:nvGraphicFramePr>
        <p:xfrm>
          <a:off x="1463457" y="5445739"/>
          <a:ext cx="3770335" cy="1283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90700" imgH="609600" progId="Equation.3">
                  <p:embed/>
                </p:oleObj>
              </mc:Choice>
              <mc:Fallback>
                <p:oleObj r:id="rId3" imgW="1790700" imgH="6096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457" y="5445739"/>
                        <a:ext cx="3770335" cy="12835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794626" y="501494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输入阻抗</a:t>
            </a:r>
          </a:p>
        </p:txBody>
      </p:sp>
      <p:sp>
        <p:nvSpPr>
          <p:cNvPr id="10" name="矩形 9"/>
          <p:cNvSpPr/>
          <p:nvPr/>
        </p:nvSpPr>
        <p:spPr>
          <a:xfrm>
            <a:off x="7962207" y="496928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输出阻抗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653320"/>
              </p:ext>
            </p:extLst>
          </p:nvPr>
        </p:nvGraphicFramePr>
        <p:xfrm>
          <a:off x="7493661" y="5644851"/>
          <a:ext cx="2045088" cy="953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77900" imgH="457200" progId="Equation.3">
                  <p:embed/>
                </p:oleObj>
              </mc:Choice>
              <mc:Fallback>
                <p:oleObj r:id="rId5" imgW="977900" imgH="45720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661" y="5644851"/>
                        <a:ext cx="2045088" cy="9530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13984" y="985110"/>
            <a:ext cx="102713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f=1KHz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的正弦信号，在输出电压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Vo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不失真的情况下，用交流毫伏表测出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各变量值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76193" y="395936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阻抗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测量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2028825"/>
            <a:ext cx="102870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088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566" y="436651"/>
            <a:ext cx="6229350" cy="2562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94" y="3286822"/>
            <a:ext cx="6229350" cy="285774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398" y="3286822"/>
            <a:ext cx="4572396" cy="258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3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690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1141213"/>
            <a:ext cx="6857999" cy="914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68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59655" y="1761715"/>
            <a:ext cx="10846191" cy="362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45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静态工作点调整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与测试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调整双路直流稳压电源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=6V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，并接入电路。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）粗调：粗调本电路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CEQ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3.7V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左右，此时，可由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CQ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CEQ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/R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计算得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CQ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1.5mA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左右；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2949" y="427791"/>
            <a:ext cx="3892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  <a:tabLst>
                <a:tab pos="266700" algn="l"/>
              </a:tabLs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三、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实验内容及步骤</a:t>
            </a:r>
            <a:endParaRPr lang="zh-CN" altLang="zh-CN" sz="32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9778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>
                <a:spLocks noChangeArrowheads="1"/>
              </p:cNvSpPr>
              <p:nvPr/>
            </p:nvSpPr>
            <p:spPr bwMode="auto">
              <a:xfrm>
                <a:off x="661181" y="289366"/>
                <a:ext cx="10747717" cy="32547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indent="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6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6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6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6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6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6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6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6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6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R="0" lvl="0" indent="0" defTabSz="914400" rtl="0" eaLnBrk="0" fontAlgn="base" latinLnBrk="0" hangingPunct="0">
                  <a:lnSpc>
                    <a:spcPts val="45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>
                    <a:tab pos="228600" algn="l"/>
                  </a:tabLst>
                </a:pPr>
                <a:r>
                  <a:rPr kumimoji="0" lang="en-US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zh-CN" altLang="en-US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观察静态工作点</a:t>
                </a:r>
                <a:r>
                  <a:rPr kumimoji="0" lang="en-US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0" lang="zh-CN" altLang="en-US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变化对输出波形的影响</a:t>
                </a:r>
                <a:endPara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ts val="4500"/>
                  </a:lnSpc>
                </a:pPr>
                <a:r>
                  <a:rPr lang="zh-CN" altLang="zh-CN" sz="2400" dirty="0"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调低频信号源频率</a:t>
                </a:r>
                <a:r>
                  <a:rPr lang="en-US" altLang="zh-CN" sz="2400" dirty="0"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f=1KHz</a:t>
                </a:r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𝑚𝑉</m:t>
                    </m:r>
                  </m:oMath>
                </a14:m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（有效值）。渐渐加大输入信号</a:t>
                </a:r>
                <a:r>
                  <a:rPr lang="en-US" altLang="zh-CN" sz="2400" dirty="0"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baseline="-30000" dirty="0"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幅度</a:t>
                </a:r>
                <a:r>
                  <a:rPr lang="en-US" altLang="zh-CN" sz="2400" dirty="0"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采用增大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kumimoji="0" lang="en-US" altLang="zh-CN" sz="24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W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或减小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kumimoji="0" lang="en-US" altLang="zh-CN" sz="24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W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的阻值，移动工作点到要求的位置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按表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1.2.1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记录实验现象。（注意：测量静态值必须拆除输入信号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24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仿宋" panose="02010609060101010101" pitchFamily="49" charset="-122"/>
                    <a:ea typeface="仿宋" panose="02010609060101010101" pitchFamily="49" charset="-122"/>
                    <a:cs typeface="Times New Roman" panose="02020603050405020304" pitchFamily="18" charset="0"/>
                  </a:rPr>
                  <a:t>）。找到本电路合适的静态工作点并记录下来。</a:t>
                </a:r>
                <a:endParaRPr kumimoji="0" lang="zh-CN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marR="0" lvl="0" indent="22860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28600" algn="l"/>
                  </a:tabLst>
                </a:pP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</a:t>
                </a:r>
                <a:r>
                  <a:rPr kumimoji="0" lang="en-US" altLang="zh-CN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1.2.1</a:t>
                </a:r>
                <a:endPara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1181" y="289366"/>
                <a:ext cx="10747717" cy="3254737"/>
              </a:xfrm>
              <a:prstGeom prst="rect">
                <a:avLst/>
              </a:prstGeom>
              <a:blipFill>
                <a:blip r:embed="rId2"/>
                <a:stretch>
                  <a:fillRect l="-1134" b="-26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725049"/>
              </p:ext>
            </p:extLst>
          </p:nvPr>
        </p:nvGraphicFramePr>
        <p:xfrm>
          <a:off x="1624817" y="3455638"/>
          <a:ext cx="8820444" cy="268692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205111">
                  <a:extLst>
                    <a:ext uri="{9D8B030D-6E8A-4147-A177-3AD203B41FA5}">
                      <a16:colId xmlns:a16="http://schemas.microsoft.com/office/drawing/2014/main" val="3716913318"/>
                    </a:ext>
                  </a:extLst>
                </a:gridCol>
                <a:gridCol w="2205111">
                  <a:extLst>
                    <a:ext uri="{9D8B030D-6E8A-4147-A177-3AD203B41FA5}">
                      <a16:colId xmlns:a16="http://schemas.microsoft.com/office/drawing/2014/main" val="2403720367"/>
                    </a:ext>
                  </a:extLst>
                </a:gridCol>
                <a:gridCol w="2205111">
                  <a:extLst>
                    <a:ext uri="{9D8B030D-6E8A-4147-A177-3AD203B41FA5}">
                      <a16:colId xmlns:a16="http://schemas.microsoft.com/office/drawing/2014/main" val="652566150"/>
                    </a:ext>
                  </a:extLst>
                </a:gridCol>
                <a:gridCol w="2205111">
                  <a:extLst>
                    <a:ext uri="{9D8B030D-6E8A-4147-A177-3AD203B41FA5}">
                      <a16:colId xmlns:a16="http://schemas.microsoft.com/office/drawing/2014/main" val="512934361"/>
                    </a:ext>
                  </a:extLst>
                </a:gridCol>
              </a:tblGrid>
              <a:tr h="5373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R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W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 (K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Ω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)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静态工作点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波形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失真性质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354884"/>
                  </a:ext>
                </a:extLst>
              </a:tr>
              <a:tr h="10747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（增大、减小）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CEQ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=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2V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 I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CQ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=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  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819811"/>
                  </a:ext>
                </a:extLst>
              </a:tr>
              <a:tr h="10747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（增大、减小）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CEQ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=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4.5V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 I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CQ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=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  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1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236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70671" y="-153770"/>
            <a:ext cx="10494499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800" b="1" u="none" strike="noStrike" cap="none" normalizeH="0" dirty="0">
                <a:ln>
                  <a:noFill/>
                </a:ln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800" b="1" u="none" strike="noStrike" cap="none" normalizeH="0" dirty="0">
                <a:ln>
                  <a:noFill/>
                </a:ln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800" b="1" u="none" strike="noStrike" cap="none" normalizeH="0" dirty="0">
                <a:ln>
                  <a:noFill/>
                </a:ln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测交流电压放大倍数</a:t>
            </a:r>
            <a:endParaRPr kumimoji="0" lang="zh-CN" altLang="zh-CN" sz="2800" b="1" u="none" strike="noStrike" cap="none" normalizeH="0" dirty="0">
              <a:ln>
                <a:noFill/>
              </a:ln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>
              <a:lnSpc>
                <a:spcPct val="200000"/>
              </a:lnSpc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在静态工作点合适的情况下，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信号源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频率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f=1KHz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，有效值为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10mV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的信号。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）将信号源输出接入实验电路输入端，按表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1.2.2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改变输入信号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测出对应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值，填表记录测量结果（括号内为最大且不失真输出幅值时所对应的输入电压值）。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11680" y="4332421"/>
            <a:ext cx="7723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1.2.1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712925"/>
              </p:ext>
            </p:extLst>
          </p:nvPr>
        </p:nvGraphicFramePr>
        <p:xfrm>
          <a:off x="3024555" y="4202246"/>
          <a:ext cx="8127108" cy="217761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031479">
                  <a:extLst>
                    <a:ext uri="{9D8B030D-6E8A-4147-A177-3AD203B41FA5}">
                      <a16:colId xmlns:a16="http://schemas.microsoft.com/office/drawing/2014/main" val="188812356"/>
                    </a:ext>
                  </a:extLst>
                </a:gridCol>
                <a:gridCol w="2031479">
                  <a:extLst>
                    <a:ext uri="{9D8B030D-6E8A-4147-A177-3AD203B41FA5}">
                      <a16:colId xmlns:a16="http://schemas.microsoft.com/office/drawing/2014/main" val="3973248322"/>
                    </a:ext>
                  </a:extLst>
                </a:gridCol>
                <a:gridCol w="2031479">
                  <a:extLst>
                    <a:ext uri="{9D8B030D-6E8A-4147-A177-3AD203B41FA5}">
                      <a16:colId xmlns:a16="http://schemas.microsoft.com/office/drawing/2014/main" val="1573060003"/>
                    </a:ext>
                  </a:extLst>
                </a:gridCol>
                <a:gridCol w="2032671">
                  <a:extLst>
                    <a:ext uri="{9D8B030D-6E8A-4147-A177-3AD203B41FA5}">
                      <a16:colId xmlns:a16="http://schemas.microsoft.com/office/drawing/2014/main" val="3752833600"/>
                    </a:ext>
                  </a:extLst>
                </a:gridCol>
              </a:tblGrid>
              <a:tr h="3160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en-US" sz="1800" b="0" i="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i</a:t>
                      </a: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(mV)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en-US" sz="1800" b="0" i="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o</a:t>
                      </a: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(mV)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en-US" sz="1800" b="0" i="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= V</a:t>
                      </a:r>
                      <a:r>
                        <a:rPr lang="en-US" sz="1800" b="0" i="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o</a:t>
                      </a: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/V</a:t>
                      </a:r>
                      <a:r>
                        <a:rPr lang="en-US" sz="1800" b="0" i="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i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输出波形（定性）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847807"/>
                  </a:ext>
                </a:extLst>
              </a:tr>
              <a:tr h="4653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10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808666"/>
                  </a:ext>
                </a:extLst>
              </a:tr>
              <a:tr h="4653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15</a:t>
                      </a:r>
                      <a:endParaRPr lang="zh-CN" sz="1800" b="0" i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001917"/>
                  </a:ext>
                </a:extLst>
              </a:tr>
              <a:tr h="4653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20</a:t>
                      </a:r>
                      <a:endParaRPr lang="zh-CN" sz="1800" b="0" i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35006"/>
                  </a:ext>
                </a:extLst>
              </a:tr>
              <a:tr h="4653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      </a:t>
                      </a:r>
                      <a:r>
                        <a:rPr lang="zh-CN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i="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最大不失真输出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8055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873261" y="6379859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1.2.2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9923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7113" y="547932"/>
            <a:ext cx="10972801" cy="2146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defTabSz="914400" rtl="0" eaLnBrk="0" fontAlgn="base" latinLnBrk="0" hangingPunct="0">
              <a:lnSpc>
                <a:spcPts val="45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观察负载电阻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8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变化对电压放大倍数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的影响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2286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按表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1.2.3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输入信号分别测出空载和带载时所对应的输出电压值（有效值），注意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观察变化对电压放大倍数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的影响。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933487"/>
              </p:ext>
            </p:extLst>
          </p:nvPr>
        </p:nvGraphicFramePr>
        <p:xfrm>
          <a:off x="2426677" y="3344872"/>
          <a:ext cx="7413672" cy="280074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853418">
                  <a:extLst>
                    <a:ext uri="{9D8B030D-6E8A-4147-A177-3AD203B41FA5}">
                      <a16:colId xmlns:a16="http://schemas.microsoft.com/office/drawing/2014/main" val="3659149873"/>
                    </a:ext>
                  </a:extLst>
                </a:gridCol>
                <a:gridCol w="1853418">
                  <a:extLst>
                    <a:ext uri="{9D8B030D-6E8A-4147-A177-3AD203B41FA5}">
                      <a16:colId xmlns:a16="http://schemas.microsoft.com/office/drawing/2014/main" val="2997740789"/>
                    </a:ext>
                  </a:extLst>
                </a:gridCol>
                <a:gridCol w="1853418">
                  <a:extLst>
                    <a:ext uri="{9D8B030D-6E8A-4147-A177-3AD203B41FA5}">
                      <a16:colId xmlns:a16="http://schemas.microsoft.com/office/drawing/2014/main" val="2935207050"/>
                    </a:ext>
                  </a:extLst>
                </a:gridCol>
                <a:gridCol w="1853418">
                  <a:extLst>
                    <a:ext uri="{9D8B030D-6E8A-4147-A177-3AD203B41FA5}">
                      <a16:colId xmlns:a16="http://schemas.microsoft.com/office/drawing/2014/main" val="2780193912"/>
                    </a:ext>
                  </a:extLst>
                </a:gridCol>
              </a:tblGrid>
              <a:tr h="9335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 (K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</a:rPr>
                        <a:t>Ω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(mV)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(mV)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569761"/>
                  </a:ext>
                </a:extLst>
              </a:tr>
              <a:tr h="9335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</a:rPr>
                        <a:t>∞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（有效值）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0084"/>
                  </a:ext>
                </a:extLst>
              </a:tr>
              <a:tr h="9335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1.5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（有效值）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510691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5254618" y="2598502"/>
            <a:ext cx="1107997" cy="5648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28600"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1.2.3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08202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007596"/>
                  </p:ext>
                </p:extLst>
              </p:nvPr>
            </p:nvGraphicFramePr>
            <p:xfrm>
              <a:off x="744585" y="2272938"/>
              <a:ext cx="10032274" cy="258644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525130">
                      <a:extLst>
                        <a:ext uri="{9D8B030D-6E8A-4147-A177-3AD203B41FA5}">
                          <a16:colId xmlns:a16="http://schemas.microsoft.com/office/drawing/2014/main" val="3685725905"/>
                        </a:ext>
                      </a:extLst>
                    </a:gridCol>
                    <a:gridCol w="1391569">
                      <a:extLst>
                        <a:ext uri="{9D8B030D-6E8A-4147-A177-3AD203B41FA5}">
                          <a16:colId xmlns:a16="http://schemas.microsoft.com/office/drawing/2014/main" val="3535763951"/>
                        </a:ext>
                      </a:extLst>
                    </a:gridCol>
                    <a:gridCol w="1172786">
                      <a:extLst>
                        <a:ext uri="{9D8B030D-6E8A-4147-A177-3AD203B41FA5}">
                          <a16:colId xmlns:a16="http://schemas.microsoft.com/office/drawing/2014/main" val="3723570455"/>
                        </a:ext>
                      </a:extLst>
                    </a:gridCol>
                    <a:gridCol w="1048129">
                      <a:extLst>
                        <a:ext uri="{9D8B030D-6E8A-4147-A177-3AD203B41FA5}">
                          <a16:colId xmlns:a16="http://schemas.microsoft.com/office/drawing/2014/main" val="539284372"/>
                        </a:ext>
                      </a:extLst>
                    </a:gridCol>
                    <a:gridCol w="1236385">
                      <a:extLst>
                        <a:ext uri="{9D8B030D-6E8A-4147-A177-3AD203B41FA5}">
                          <a16:colId xmlns:a16="http://schemas.microsoft.com/office/drawing/2014/main" val="3585520938"/>
                        </a:ext>
                      </a:extLst>
                    </a:gridCol>
                    <a:gridCol w="1373762">
                      <a:extLst>
                        <a:ext uri="{9D8B030D-6E8A-4147-A177-3AD203B41FA5}">
                          <a16:colId xmlns:a16="http://schemas.microsoft.com/office/drawing/2014/main" val="1288461664"/>
                        </a:ext>
                      </a:extLst>
                    </a:gridCol>
                    <a:gridCol w="1144800">
                      <a:extLst>
                        <a:ext uri="{9D8B030D-6E8A-4147-A177-3AD203B41FA5}">
                          <a16:colId xmlns:a16="http://schemas.microsoft.com/office/drawing/2014/main" val="1606986816"/>
                        </a:ext>
                      </a:extLst>
                    </a:gridCol>
                    <a:gridCol w="1139713">
                      <a:extLst>
                        <a:ext uri="{9D8B030D-6E8A-4147-A177-3AD203B41FA5}">
                          <a16:colId xmlns:a16="http://schemas.microsoft.com/office/drawing/2014/main" val="1669710276"/>
                        </a:ext>
                      </a:extLst>
                    </a:gridCol>
                  </a:tblGrid>
                  <a:tr h="686409">
                    <a:tc gridSpan="4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输入阻抗</a:t>
                          </a:r>
                          <a:r>
                            <a:rPr lang="en-US" sz="1800" kern="100" dirty="0" err="1">
                              <a:effectLst/>
                            </a:rPr>
                            <a:t>Ri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输出阻抗</a:t>
                          </a:r>
                          <a:r>
                            <a:rPr lang="en-US" sz="1800" kern="100" dirty="0">
                              <a:effectLst/>
                            </a:rPr>
                            <a:t>Ro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7289958"/>
                      </a:ext>
                    </a:extLst>
                  </a:tr>
                  <a:tr h="7238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zh-CN" altLang="zh-CN" sz="1800" b="1" i="1" kern="1200" smtClean="0">
                                      <a:solidFill>
                                        <a:schemeClr val="lt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b="1" i="1" kern="1200">
                                      <a:solidFill>
                                        <a:schemeClr val="lt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800" b="1" i="1" kern="1200">
                                      <a:solidFill>
                                        <a:schemeClr val="lt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800" b="1" i="1" kern="1200">
                                      <a:solidFill>
                                        <a:schemeClr val="lt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sz="1800" kern="100" dirty="0">
                              <a:effectLst/>
                            </a:rPr>
                            <a:t>（</a:t>
                          </a:r>
                          <a:r>
                            <a:rPr lang="en-US" sz="1800" kern="100" dirty="0">
                              <a:effectLst/>
                            </a:rPr>
                            <a:t>mV</a:t>
                          </a:r>
                          <a:r>
                            <a:rPr lang="zh-CN" sz="1800" kern="100" dirty="0">
                              <a:effectLst/>
                            </a:rPr>
                            <a:t>）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</a:rPr>
                            <a:t>Vi(mV)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zh-CN" altLang="zh-CN" sz="18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𝑜</m:t>
                                  </m:r>
                                </m:sub>
                                <m:sup>
                                  <m:r>
                                    <a:rPr lang="en-US" altLang="zh-CN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1800" kern="100" dirty="0">
                              <a:effectLst/>
                            </a:rPr>
                            <a:t>(V</a:t>
                          </a:r>
                          <a:r>
                            <a:rPr lang="zh-CN" altLang="zh-CN" sz="1800" kern="100" dirty="0">
                              <a:effectLst/>
                            </a:rPr>
                            <a:t>）</a:t>
                          </a:r>
                          <a:endParaRPr lang="zh-CN" altLang="zh-CN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</a:rPr>
                            <a:t>V</a:t>
                          </a:r>
                          <a:r>
                            <a:rPr lang="en-US" sz="1800" kern="100" baseline="-25000" dirty="0">
                              <a:effectLst/>
                            </a:rPr>
                            <a:t>o</a:t>
                          </a:r>
                          <a:r>
                            <a:rPr lang="en-US" sz="1800" kern="100" baseline="30000" dirty="0">
                              <a:effectLst/>
                            </a:rPr>
                            <a:t> </a:t>
                          </a:r>
                          <a:r>
                            <a:rPr lang="en-US" sz="1800" kern="100" dirty="0">
                              <a:effectLst/>
                            </a:rPr>
                            <a:t>(V</a:t>
                          </a:r>
                          <a:r>
                            <a:rPr lang="zh-CN" sz="1800" kern="100" dirty="0">
                              <a:effectLst/>
                            </a:rPr>
                            <a:t>）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</a:rPr>
                            <a:t>Ro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6022428"/>
                      </a:ext>
                    </a:extLst>
                  </a:tr>
                  <a:tr h="542868">
                    <a:tc row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(30mV)</a:t>
                          </a:r>
                          <a:endParaRPr lang="zh-CN" sz="18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indent="200025" algn="just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 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测量值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计算值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 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 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测量值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计算值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0830773"/>
                      </a:ext>
                    </a:extLst>
                  </a:tr>
                  <a:tr h="633345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indent="200025" algn="just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 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 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23181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007596"/>
                  </p:ext>
                </p:extLst>
              </p:nvPr>
            </p:nvGraphicFramePr>
            <p:xfrm>
              <a:off x="744585" y="2272938"/>
              <a:ext cx="10032274" cy="258644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525130">
                      <a:extLst>
                        <a:ext uri="{9D8B030D-6E8A-4147-A177-3AD203B41FA5}">
                          <a16:colId xmlns:a16="http://schemas.microsoft.com/office/drawing/2014/main" val="3685725905"/>
                        </a:ext>
                      </a:extLst>
                    </a:gridCol>
                    <a:gridCol w="1391569">
                      <a:extLst>
                        <a:ext uri="{9D8B030D-6E8A-4147-A177-3AD203B41FA5}">
                          <a16:colId xmlns:a16="http://schemas.microsoft.com/office/drawing/2014/main" val="3535763951"/>
                        </a:ext>
                      </a:extLst>
                    </a:gridCol>
                    <a:gridCol w="1172786">
                      <a:extLst>
                        <a:ext uri="{9D8B030D-6E8A-4147-A177-3AD203B41FA5}">
                          <a16:colId xmlns:a16="http://schemas.microsoft.com/office/drawing/2014/main" val="3723570455"/>
                        </a:ext>
                      </a:extLst>
                    </a:gridCol>
                    <a:gridCol w="1048129">
                      <a:extLst>
                        <a:ext uri="{9D8B030D-6E8A-4147-A177-3AD203B41FA5}">
                          <a16:colId xmlns:a16="http://schemas.microsoft.com/office/drawing/2014/main" val="539284372"/>
                        </a:ext>
                      </a:extLst>
                    </a:gridCol>
                    <a:gridCol w="1236385">
                      <a:extLst>
                        <a:ext uri="{9D8B030D-6E8A-4147-A177-3AD203B41FA5}">
                          <a16:colId xmlns:a16="http://schemas.microsoft.com/office/drawing/2014/main" val="3585520938"/>
                        </a:ext>
                      </a:extLst>
                    </a:gridCol>
                    <a:gridCol w="1373762">
                      <a:extLst>
                        <a:ext uri="{9D8B030D-6E8A-4147-A177-3AD203B41FA5}">
                          <a16:colId xmlns:a16="http://schemas.microsoft.com/office/drawing/2014/main" val="1288461664"/>
                        </a:ext>
                      </a:extLst>
                    </a:gridCol>
                    <a:gridCol w="1144800">
                      <a:extLst>
                        <a:ext uri="{9D8B030D-6E8A-4147-A177-3AD203B41FA5}">
                          <a16:colId xmlns:a16="http://schemas.microsoft.com/office/drawing/2014/main" val="1606986816"/>
                        </a:ext>
                      </a:extLst>
                    </a:gridCol>
                    <a:gridCol w="1139713">
                      <a:extLst>
                        <a:ext uri="{9D8B030D-6E8A-4147-A177-3AD203B41FA5}">
                          <a16:colId xmlns:a16="http://schemas.microsoft.com/office/drawing/2014/main" val="1669710276"/>
                        </a:ext>
                      </a:extLst>
                    </a:gridCol>
                  </a:tblGrid>
                  <a:tr h="686409">
                    <a:tc gridSpan="4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输入阻抗</a:t>
                          </a:r>
                          <a:r>
                            <a:rPr lang="en-US" sz="1800" kern="100" dirty="0" err="1">
                              <a:effectLst/>
                            </a:rPr>
                            <a:t>Ri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输出阻抗</a:t>
                          </a:r>
                          <a:r>
                            <a:rPr lang="en-US" sz="1800" kern="100" dirty="0">
                              <a:effectLst/>
                            </a:rPr>
                            <a:t>Ro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7289958"/>
                      </a:ext>
                    </a:extLst>
                  </a:tr>
                  <a:tr h="7238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00" t="-95798" r="-560400" b="-1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</a:rPr>
                            <a:t>Vi(mV)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31868" t="-95798" r="-221978" b="-16470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15764" t="-95798" r="-298030" b="-1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</a:rPr>
                            <a:t>V</a:t>
                          </a:r>
                          <a:r>
                            <a:rPr lang="en-US" sz="1800" kern="100" baseline="-25000" dirty="0">
                              <a:effectLst/>
                            </a:rPr>
                            <a:t>o</a:t>
                          </a:r>
                          <a:r>
                            <a:rPr lang="en-US" sz="1800" kern="100" baseline="30000" dirty="0">
                              <a:effectLst/>
                            </a:rPr>
                            <a:t> </a:t>
                          </a:r>
                          <a:r>
                            <a:rPr lang="en-US" sz="1800" kern="100" dirty="0">
                              <a:effectLst/>
                            </a:rPr>
                            <a:t>(V</a:t>
                          </a:r>
                          <a:r>
                            <a:rPr lang="zh-CN" sz="1800" kern="100" dirty="0">
                              <a:effectLst/>
                            </a:rPr>
                            <a:t>）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 dirty="0" smtClean="0">
                              <a:effectLst/>
                            </a:rPr>
                            <a:t>Ro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6022428"/>
                      </a:ext>
                    </a:extLst>
                  </a:tr>
                  <a:tr h="542868">
                    <a:tc row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(30mV)</a:t>
                          </a:r>
                          <a:endParaRPr lang="zh-CN" sz="18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indent="200025" algn="just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 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测量值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计算值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 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 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测量值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计算值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0830773"/>
                      </a:ext>
                    </a:extLst>
                  </a:tr>
                  <a:tr h="633345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indent="200025" algn="just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 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 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23181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矩形 5"/>
          <p:cNvSpPr/>
          <p:nvPr/>
        </p:nvSpPr>
        <p:spPr>
          <a:xfrm>
            <a:off x="1439486" y="739925"/>
            <a:ext cx="31229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阻抗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测量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9474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48972" y="1187271"/>
            <a:ext cx="9158068" cy="4298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ts val="4000"/>
              </a:lnSpc>
              <a:spcAft>
                <a:spcPts val="0"/>
              </a:spcAft>
              <a:tabLst>
                <a:tab pos="266700" algn="l"/>
              </a:tabLs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四、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实验仪器</a:t>
            </a:r>
            <a:endParaRPr lang="en-US" altLang="zh-CN" sz="3200" b="1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数字存储示波器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低频信号源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交流毫伏表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双路直流稳压电源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万用表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 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一块</a:t>
            </a:r>
          </a:p>
        </p:txBody>
      </p:sp>
    </p:spTree>
    <p:extLst>
      <p:ext uri="{BB962C8B-B14F-4D97-AF65-F5344CB8AC3E}">
        <p14:creationId xmlns:p14="http://schemas.microsoft.com/office/powerpoint/2010/main" val="3560305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72197" y="1024991"/>
            <a:ext cx="10241280" cy="4131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ts val="4500"/>
              </a:lnSpc>
              <a:spcAft>
                <a:spcPts val="0"/>
              </a:spcAft>
              <a:tabLst>
                <a:tab pos="266700" algn="l"/>
              </a:tabLs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五、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思考题</a:t>
            </a:r>
            <a:endParaRPr lang="zh-CN" altLang="zh-CN" sz="32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lvl="0" indent="-342900" algn="just">
              <a:lnSpc>
                <a:spcPts val="4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</a:rPr>
              <a:t>为什么信号源输出电压幅度在接入被测电路后可能发生变化？其变化程度与什么因素有关？</a:t>
            </a:r>
          </a:p>
          <a:p>
            <a:pPr marL="342900" lvl="0" indent="-342900" algn="just">
              <a:lnSpc>
                <a:spcPts val="4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</a:rPr>
              <a:t>通常希望放大器的输入电阻高一些好，还是低一些好？对输出电阻呢？</a:t>
            </a:r>
          </a:p>
          <a:p>
            <a:pPr marL="342900" lvl="0" indent="-342900" algn="just">
              <a:lnSpc>
                <a:spcPts val="4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</a:rPr>
              <a:t>发现输出波形失真，是否说明静态工作点一定不合适？</a:t>
            </a:r>
          </a:p>
          <a:p>
            <a:pPr marL="342900" lvl="0" indent="-342900" algn="just">
              <a:lnSpc>
                <a:spcPts val="4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</a:rPr>
              <a:t>什么叫非线性失真，你能画一下非线性失真输出波形吗？</a:t>
            </a:r>
          </a:p>
          <a:p>
            <a:pPr marL="342900" lvl="0" indent="-342900" algn="just">
              <a:lnSpc>
                <a:spcPts val="4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</a:rPr>
              <a:t>实验电路中基极电阻是否可以不接？为什么？怎么样才能测量其阻值？</a:t>
            </a:r>
          </a:p>
        </p:txBody>
      </p:sp>
    </p:spTree>
    <p:extLst>
      <p:ext uri="{BB962C8B-B14F-4D97-AF65-F5344CB8AC3E}">
        <p14:creationId xmlns:p14="http://schemas.microsoft.com/office/powerpoint/2010/main" val="58009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59536" y="1078993"/>
            <a:ext cx="82844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66700" algn="l"/>
              </a:tabLs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六、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实验报告</a:t>
            </a:r>
            <a:r>
              <a:rPr lang="en-US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endParaRPr lang="zh-CN" altLang="zh-CN" sz="32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整理实验结果，回答思考题</a:t>
            </a:r>
          </a:p>
        </p:txBody>
      </p:sp>
    </p:spTree>
    <p:extLst>
      <p:ext uri="{BB962C8B-B14F-4D97-AF65-F5344CB8AC3E}">
        <p14:creationId xmlns:p14="http://schemas.microsoft.com/office/powerpoint/2010/main" val="358889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1365</TotalTime>
  <Words>731</Words>
  <Application>Microsoft Office PowerPoint</Application>
  <PresentationFormat>宽屏</PresentationFormat>
  <Paragraphs>135</Paragraphs>
  <Slides>18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等线</vt:lpstr>
      <vt:lpstr>等线 Light</vt:lpstr>
      <vt:lpstr>仿宋</vt:lpstr>
      <vt:lpstr>Arial</vt:lpstr>
      <vt:lpstr>Cambria Math</vt:lpstr>
      <vt:lpstr>Times New Roman</vt:lpstr>
      <vt:lpstr>Office 主题​​</vt:lpstr>
      <vt:lpstr>SmartDraw.2</vt:lpstr>
      <vt:lpstr>公式</vt:lpstr>
      <vt:lpstr>Equation.3</vt:lpstr>
      <vt:lpstr>实验一  基本放大电路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实验二  基本放大电路 </dc:title>
  <dc:creator>LENOVO</dc:creator>
  <cp:lastModifiedBy>744311194@qq.com</cp:lastModifiedBy>
  <cp:revision>89</cp:revision>
  <dcterms:created xsi:type="dcterms:W3CDTF">2022-03-25T07:10:49Z</dcterms:created>
  <dcterms:modified xsi:type="dcterms:W3CDTF">2026-06-22T10:04:55Z</dcterms:modified>
</cp:coreProperties>
</file>