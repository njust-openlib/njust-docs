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4" r:id="rId6"/>
    <p:sldId id="261" r:id="rId7"/>
    <p:sldId id="262" r:id="rId8"/>
    <p:sldId id="271" r:id="rId9"/>
    <p:sldId id="275" r:id="rId10"/>
    <p:sldId id="276" r:id="rId11"/>
    <p:sldId id="264" r:id="rId12"/>
    <p:sldId id="270" r:id="rId13"/>
    <p:sldId id="269" r:id="rId14"/>
    <p:sldId id="273" r:id="rId15"/>
    <p:sldId id="277" r:id="rId16"/>
    <p:sldId id="272" r:id="rId17"/>
    <p:sldId id="268" r:id="rId18"/>
    <p:sldId id="266" r:id="rId19"/>
    <p:sldId id="26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256BFE-04CD-477C-8E4F-419C4A8B30EB}" v="412" dt="2026-06-22T11:34:08.3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744311194@qq.com" userId="e2a28223f2085f4b" providerId="LiveId" clId="{93EAE7B5-FDEE-48D0-B65C-03455E3B8632}"/>
    <pc:docChg chg="undo custSel addSld delSld modSld sldOrd modMainMaster">
      <pc:chgData name="744311194@qq.com" userId="e2a28223f2085f4b" providerId="LiveId" clId="{93EAE7B5-FDEE-48D0-B65C-03455E3B8632}" dt="2026-06-22T11:34:08.313" v="929" actId="478"/>
      <pc:docMkLst>
        <pc:docMk/>
      </pc:docMkLst>
      <pc:sldChg chg="setBg">
        <pc:chgData name="744311194@qq.com" userId="e2a28223f2085f4b" providerId="LiveId" clId="{93EAE7B5-FDEE-48D0-B65C-03455E3B8632}" dt="2026-06-16T13:31:17.148" v="2"/>
        <pc:sldMkLst>
          <pc:docMk/>
          <pc:sldMk cId="900033740" sldId="256"/>
        </pc:sldMkLst>
      </pc:sldChg>
      <pc:sldChg chg="setBg">
        <pc:chgData name="744311194@qq.com" userId="e2a28223f2085f4b" providerId="LiveId" clId="{93EAE7B5-FDEE-48D0-B65C-03455E3B8632}" dt="2026-06-16T13:31:17.148" v="2"/>
        <pc:sldMkLst>
          <pc:docMk/>
          <pc:sldMk cId="3386583554" sldId="257"/>
        </pc:sldMkLst>
      </pc:sldChg>
      <pc:sldChg chg="delSp setBg">
        <pc:chgData name="744311194@qq.com" userId="e2a28223f2085f4b" providerId="LiveId" clId="{93EAE7B5-FDEE-48D0-B65C-03455E3B8632}" dt="2026-06-22T11:34:08.313" v="929" actId="478"/>
        <pc:sldMkLst>
          <pc:docMk/>
          <pc:sldMk cId="2494396262" sldId="258"/>
        </pc:sldMkLst>
        <pc:spChg chg="del">
          <ac:chgData name="744311194@qq.com" userId="e2a28223f2085f4b" providerId="LiveId" clId="{93EAE7B5-FDEE-48D0-B65C-03455E3B8632}" dt="2026-06-22T11:34:00.346" v="927" actId="478"/>
          <ac:spMkLst>
            <pc:docMk/>
            <pc:sldMk cId="2494396262" sldId="258"/>
            <ac:spMk id="2" creationId="{00000000-0000-0000-0000-000000000000}"/>
          </ac:spMkLst>
        </pc:spChg>
        <pc:spChg chg="del">
          <ac:chgData name="744311194@qq.com" userId="e2a28223f2085f4b" providerId="LiveId" clId="{93EAE7B5-FDEE-48D0-B65C-03455E3B8632}" dt="2026-06-22T11:34:08.313" v="929" actId="478"/>
          <ac:spMkLst>
            <pc:docMk/>
            <pc:sldMk cId="2494396262" sldId="258"/>
            <ac:spMk id="4" creationId="{00000000-0000-0000-0000-000000000000}"/>
          </ac:spMkLst>
        </pc:spChg>
        <pc:spChg chg="del">
          <ac:chgData name="744311194@qq.com" userId="e2a28223f2085f4b" providerId="LiveId" clId="{93EAE7B5-FDEE-48D0-B65C-03455E3B8632}" dt="2026-06-22T11:34:07.296" v="928" actId="478"/>
          <ac:spMkLst>
            <pc:docMk/>
            <pc:sldMk cId="2494396262" sldId="258"/>
            <ac:spMk id="10" creationId="{00000000-0000-0000-0000-000000000000}"/>
          </ac:spMkLst>
        </pc:spChg>
      </pc:sldChg>
      <pc:sldChg chg="setBg">
        <pc:chgData name="744311194@qq.com" userId="e2a28223f2085f4b" providerId="LiveId" clId="{93EAE7B5-FDEE-48D0-B65C-03455E3B8632}" dt="2026-06-16T13:31:17.148" v="2"/>
        <pc:sldMkLst>
          <pc:docMk/>
          <pc:sldMk cId="3485233310" sldId="259"/>
        </pc:sldMkLst>
      </pc:sldChg>
      <pc:sldChg chg="addSp delSp modSp mod ord setBg">
        <pc:chgData name="744311194@qq.com" userId="e2a28223f2085f4b" providerId="LiveId" clId="{93EAE7B5-FDEE-48D0-B65C-03455E3B8632}" dt="2026-06-16T14:55:10.506" v="287"/>
        <pc:sldMkLst>
          <pc:docMk/>
          <pc:sldMk cId="1764645638" sldId="261"/>
        </pc:sldMkLst>
        <pc:spChg chg="mod">
          <ac:chgData name="744311194@qq.com" userId="e2a28223f2085f4b" providerId="LiveId" clId="{93EAE7B5-FDEE-48D0-B65C-03455E3B8632}" dt="2026-06-16T14:53:29.034" v="262" actId="164"/>
          <ac:spMkLst>
            <pc:docMk/>
            <pc:sldMk cId="1764645638" sldId="261"/>
            <ac:spMk id="3" creationId="{00000000-0000-0000-0000-000000000000}"/>
          </ac:spMkLst>
        </pc:spChg>
        <pc:spChg chg="add mod">
          <ac:chgData name="744311194@qq.com" userId="e2a28223f2085f4b" providerId="LiveId" clId="{93EAE7B5-FDEE-48D0-B65C-03455E3B8632}" dt="2026-06-16T14:45:46.496" v="76" actId="164"/>
          <ac:spMkLst>
            <pc:docMk/>
            <pc:sldMk cId="1764645638" sldId="261"/>
            <ac:spMk id="4" creationId="{9CD84F40-5CB3-3484-A93F-373F2AC2609D}"/>
          </ac:spMkLst>
        </pc:spChg>
        <pc:spChg chg="add mod">
          <ac:chgData name="744311194@qq.com" userId="e2a28223f2085f4b" providerId="LiveId" clId="{93EAE7B5-FDEE-48D0-B65C-03455E3B8632}" dt="2026-06-16T14:53:54.480" v="273" actId="164"/>
          <ac:spMkLst>
            <pc:docMk/>
            <pc:sldMk cId="1764645638" sldId="261"/>
            <ac:spMk id="5" creationId="{8BE0D7C2-0230-5108-22FF-2D42ABF26051}"/>
          </ac:spMkLst>
        </pc:spChg>
        <pc:spChg chg="add mod">
          <ac:chgData name="744311194@qq.com" userId="e2a28223f2085f4b" providerId="LiveId" clId="{93EAE7B5-FDEE-48D0-B65C-03455E3B8632}" dt="2026-06-16T14:54:30.481" v="285" actId="1582"/>
          <ac:spMkLst>
            <pc:docMk/>
            <pc:sldMk cId="1764645638" sldId="261"/>
            <ac:spMk id="17" creationId="{A9EA9D88-4248-A3D2-8D04-75BD95D38EBA}"/>
          </ac:spMkLst>
        </pc:spChg>
        <pc:spChg chg="add mod">
          <ac:chgData name="744311194@qq.com" userId="e2a28223f2085f4b" providerId="LiveId" clId="{93EAE7B5-FDEE-48D0-B65C-03455E3B8632}" dt="2026-06-16T14:54:30.481" v="285" actId="1582"/>
          <ac:spMkLst>
            <pc:docMk/>
            <pc:sldMk cId="1764645638" sldId="261"/>
            <ac:spMk id="18" creationId="{2E53373B-B767-7323-6D80-26A0BCB4B126}"/>
          </ac:spMkLst>
        </pc:spChg>
        <pc:spChg chg="add mod">
          <ac:chgData name="744311194@qq.com" userId="e2a28223f2085f4b" providerId="LiveId" clId="{93EAE7B5-FDEE-48D0-B65C-03455E3B8632}" dt="2026-06-16T14:53:54.480" v="273" actId="164"/>
          <ac:spMkLst>
            <pc:docMk/>
            <pc:sldMk cId="1764645638" sldId="261"/>
            <ac:spMk id="21" creationId="{14E8DB88-F54C-2ABA-A271-C22C2E13A0C9}"/>
          </ac:spMkLst>
        </pc:spChg>
        <pc:spChg chg="add del mod">
          <ac:chgData name="744311194@qq.com" userId="e2a28223f2085f4b" providerId="LiveId" clId="{93EAE7B5-FDEE-48D0-B65C-03455E3B8632}" dt="2026-06-16T14:53:51.756" v="271" actId="20577"/>
          <ac:spMkLst>
            <pc:docMk/>
            <pc:sldMk cId="1764645638" sldId="261"/>
            <ac:spMk id="22" creationId="{2E50900C-837E-E9EA-06A4-27FE42FB57AA}"/>
          </ac:spMkLst>
        </pc:spChg>
        <pc:spChg chg="add mod">
          <ac:chgData name="744311194@qq.com" userId="e2a28223f2085f4b" providerId="LiveId" clId="{93EAE7B5-FDEE-48D0-B65C-03455E3B8632}" dt="2026-06-16T14:53:51.756" v="271" actId="20577"/>
          <ac:spMkLst>
            <pc:docMk/>
            <pc:sldMk cId="1764645638" sldId="261"/>
            <ac:spMk id="30" creationId="{D529B073-55E5-2B52-7A59-A9D1179633B8}"/>
          </ac:spMkLst>
        </pc:spChg>
        <pc:spChg chg="add mod">
          <ac:chgData name="744311194@qq.com" userId="e2a28223f2085f4b" providerId="LiveId" clId="{93EAE7B5-FDEE-48D0-B65C-03455E3B8632}" dt="2026-06-16T14:54:15.818" v="280" actId="164"/>
          <ac:spMkLst>
            <pc:docMk/>
            <pc:sldMk cId="1764645638" sldId="261"/>
            <ac:spMk id="58" creationId="{E764C5AC-6789-37E3-7B09-9306F59F74CC}"/>
          </ac:spMkLst>
        </pc:spChg>
        <pc:spChg chg="add mod">
          <ac:chgData name="744311194@qq.com" userId="e2a28223f2085f4b" providerId="LiveId" clId="{93EAE7B5-FDEE-48D0-B65C-03455E3B8632}" dt="2026-06-16T14:53:54.480" v="273" actId="164"/>
          <ac:spMkLst>
            <pc:docMk/>
            <pc:sldMk cId="1764645638" sldId="261"/>
            <ac:spMk id="60" creationId="{E8CC69F1-098B-9717-917C-6D41BBDB1F20}"/>
          </ac:spMkLst>
        </pc:spChg>
        <pc:spChg chg="add mod">
          <ac:chgData name="744311194@qq.com" userId="e2a28223f2085f4b" providerId="LiveId" clId="{93EAE7B5-FDEE-48D0-B65C-03455E3B8632}" dt="2026-06-16T14:54:15.818" v="280" actId="164"/>
          <ac:spMkLst>
            <pc:docMk/>
            <pc:sldMk cId="1764645638" sldId="261"/>
            <ac:spMk id="61" creationId="{1D969360-A340-DF1D-518B-E19B454858F9}"/>
          </ac:spMkLst>
        </pc:spChg>
        <pc:spChg chg="add mod">
          <ac:chgData name="744311194@qq.com" userId="e2a28223f2085f4b" providerId="LiveId" clId="{93EAE7B5-FDEE-48D0-B65C-03455E3B8632}" dt="2026-06-16T14:54:15.818" v="280" actId="164"/>
          <ac:spMkLst>
            <pc:docMk/>
            <pc:sldMk cId="1764645638" sldId="261"/>
            <ac:spMk id="62" creationId="{712DA9F1-3C07-B920-1FAF-0F930356A413}"/>
          </ac:spMkLst>
        </pc:spChg>
        <pc:spChg chg="add mod">
          <ac:chgData name="744311194@qq.com" userId="e2a28223f2085f4b" providerId="LiveId" clId="{93EAE7B5-FDEE-48D0-B65C-03455E3B8632}" dt="2026-06-16T14:54:15.818" v="280" actId="164"/>
          <ac:spMkLst>
            <pc:docMk/>
            <pc:sldMk cId="1764645638" sldId="261"/>
            <ac:spMk id="63" creationId="{5DC85B27-B730-F07A-DCAE-365CF44A1F8C}"/>
          </ac:spMkLst>
        </pc:spChg>
        <pc:spChg chg="add mod">
          <ac:chgData name="744311194@qq.com" userId="e2a28223f2085f4b" providerId="LiveId" clId="{93EAE7B5-FDEE-48D0-B65C-03455E3B8632}" dt="2026-06-16T14:54:15.818" v="280" actId="164"/>
          <ac:spMkLst>
            <pc:docMk/>
            <pc:sldMk cId="1764645638" sldId="261"/>
            <ac:spMk id="64" creationId="{31C586F5-84A3-A61A-C15E-2E567F7E961E}"/>
          </ac:spMkLst>
        </pc:spChg>
        <pc:spChg chg="add mod">
          <ac:chgData name="744311194@qq.com" userId="e2a28223f2085f4b" providerId="LiveId" clId="{93EAE7B5-FDEE-48D0-B65C-03455E3B8632}" dt="2026-06-16T14:54:20.026" v="283" actId="164"/>
          <ac:spMkLst>
            <pc:docMk/>
            <pc:sldMk cId="1764645638" sldId="261"/>
            <ac:spMk id="65" creationId="{2221332D-D5F3-0D09-3E12-5BB817F429F1}"/>
          </ac:spMkLst>
        </pc:spChg>
        <pc:spChg chg="add mod">
          <ac:chgData name="744311194@qq.com" userId="e2a28223f2085f4b" providerId="LiveId" clId="{93EAE7B5-FDEE-48D0-B65C-03455E3B8632}" dt="2026-06-16T14:54:15.818" v="280" actId="164"/>
          <ac:spMkLst>
            <pc:docMk/>
            <pc:sldMk cId="1764645638" sldId="261"/>
            <ac:spMk id="66" creationId="{8E4C9D48-9125-B1B1-D7BC-D9B7077A6BB4}"/>
          </ac:spMkLst>
        </pc:spChg>
        <pc:spChg chg="add mod">
          <ac:chgData name="744311194@qq.com" userId="e2a28223f2085f4b" providerId="LiveId" clId="{93EAE7B5-FDEE-48D0-B65C-03455E3B8632}" dt="2026-06-16T14:54:15.818" v="280" actId="164"/>
          <ac:spMkLst>
            <pc:docMk/>
            <pc:sldMk cId="1764645638" sldId="261"/>
            <ac:spMk id="67" creationId="{DAE393AE-9995-7BDB-796A-AEC533251564}"/>
          </ac:spMkLst>
        </pc:spChg>
        <pc:spChg chg="add mod">
          <ac:chgData name="744311194@qq.com" userId="e2a28223f2085f4b" providerId="LiveId" clId="{93EAE7B5-FDEE-48D0-B65C-03455E3B8632}" dt="2026-06-16T14:53:52.645" v="272" actId="1076"/>
          <ac:spMkLst>
            <pc:docMk/>
            <pc:sldMk cId="1764645638" sldId="261"/>
            <ac:spMk id="68" creationId="{1E291E8E-13CA-C09C-D8E6-362A0CBEB994}"/>
          </ac:spMkLst>
        </pc:spChg>
        <pc:spChg chg="add mod">
          <ac:chgData name="744311194@qq.com" userId="e2a28223f2085f4b" providerId="LiveId" clId="{93EAE7B5-FDEE-48D0-B65C-03455E3B8632}" dt="2026-06-16T14:54:15.818" v="280" actId="164"/>
          <ac:spMkLst>
            <pc:docMk/>
            <pc:sldMk cId="1764645638" sldId="261"/>
            <ac:spMk id="69" creationId="{9AEABFE1-197D-0610-1E8C-2A5051CBFE95}"/>
          </ac:spMkLst>
        </pc:spChg>
        <pc:spChg chg="add mod">
          <ac:chgData name="744311194@qq.com" userId="e2a28223f2085f4b" providerId="LiveId" clId="{93EAE7B5-FDEE-48D0-B65C-03455E3B8632}" dt="2026-06-16T14:54:15.818" v="280" actId="164"/>
          <ac:spMkLst>
            <pc:docMk/>
            <pc:sldMk cId="1764645638" sldId="261"/>
            <ac:spMk id="70" creationId="{03A5DE9E-5D60-0546-DC17-6CCD07A679A7}"/>
          </ac:spMkLst>
        </pc:spChg>
        <pc:spChg chg="add mod">
          <ac:chgData name="744311194@qq.com" userId="e2a28223f2085f4b" providerId="LiveId" clId="{93EAE7B5-FDEE-48D0-B65C-03455E3B8632}" dt="2026-06-16T14:54:15.818" v="280" actId="164"/>
          <ac:spMkLst>
            <pc:docMk/>
            <pc:sldMk cId="1764645638" sldId="261"/>
            <ac:spMk id="71" creationId="{F09D9438-40FD-CE57-BAFD-0701746DBFFE}"/>
          </ac:spMkLst>
        </pc:spChg>
        <pc:grpChg chg="add mod">
          <ac:chgData name="744311194@qq.com" userId="e2a28223f2085f4b" providerId="LiveId" clId="{93EAE7B5-FDEE-48D0-B65C-03455E3B8632}" dt="2026-06-16T14:45:46.496" v="76" actId="164"/>
          <ac:grpSpMkLst>
            <pc:docMk/>
            <pc:sldMk cId="1764645638" sldId="261"/>
            <ac:grpSpMk id="16" creationId="{B0E5CA05-A310-3964-9788-9FD30692DB05}"/>
          </ac:grpSpMkLst>
        </pc:grpChg>
        <pc:grpChg chg="add mod">
          <ac:chgData name="744311194@qq.com" userId="e2a28223f2085f4b" providerId="LiveId" clId="{93EAE7B5-FDEE-48D0-B65C-03455E3B8632}" dt="2026-06-16T14:45:46.496" v="76" actId="164"/>
          <ac:grpSpMkLst>
            <pc:docMk/>
            <pc:sldMk cId="1764645638" sldId="261"/>
            <ac:grpSpMk id="19" creationId="{1784B30E-0029-DC3B-875C-710B5B5E2B5F}"/>
          </ac:grpSpMkLst>
        </pc:grpChg>
        <pc:grpChg chg="add mod">
          <ac:chgData name="744311194@qq.com" userId="e2a28223f2085f4b" providerId="LiveId" clId="{93EAE7B5-FDEE-48D0-B65C-03455E3B8632}" dt="2026-06-16T14:47:32.359" v="105" actId="164"/>
          <ac:grpSpMkLst>
            <pc:docMk/>
            <pc:sldMk cId="1764645638" sldId="261"/>
            <ac:grpSpMk id="23" creationId="{FAA57053-E953-4D22-59B8-2C81F94740F0}"/>
          </ac:grpSpMkLst>
        </pc:grpChg>
        <pc:grpChg chg="add mod">
          <ac:chgData name="744311194@qq.com" userId="e2a28223f2085f4b" providerId="LiveId" clId="{93EAE7B5-FDEE-48D0-B65C-03455E3B8632}" dt="2026-06-16T14:47:32.359" v="105" actId="164"/>
          <ac:grpSpMkLst>
            <pc:docMk/>
            <pc:sldMk cId="1764645638" sldId="261"/>
            <ac:grpSpMk id="47" creationId="{89422B05-8445-5271-DA72-079357E02288}"/>
          </ac:grpSpMkLst>
        </pc:grpChg>
        <pc:grpChg chg="mod">
          <ac:chgData name="744311194@qq.com" userId="e2a28223f2085f4b" providerId="LiveId" clId="{93EAE7B5-FDEE-48D0-B65C-03455E3B8632}" dt="2026-06-16T14:54:20.026" v="283" actId="164"/>
          <ac:grpSpMkLst>
            <pc:docMk/>
            <pc:sldMk cId="1764645638" sldId="261"/>
            <ac:grpSpMk id="73" creationId="{D09FE8E5-1D5C-A23C-1F63-A08BA82ED6DC}"/>
          </ac:grpSpMkLst>
        </pc:grpChg>
        <pc:grpChg chg="add mod">
          <ac:chgData name="744311194@qq.com" userId="e2a28223f2085f4b" providerId="LiveId" clId="{93EAE7B5-FDEE-48D0-B65C-03455E3B8632}" dt="2026-06-16T14:54:21.752" v="284" actId="1076"/>
          <ac:grpSpMkLst>
            <pc:docMk/>
            <pc:sldMk cId="1764645638" sldId="261"/>
            <ac:grpSpMk id="107" creationId="{36138D26-B32F-A2BF-F5A4-D7B8953A7C3B}"/>
          </ac:grpSpMkLst>
        </pc:grpChg>
        <pc:cxnChg chg="add mod">
          <ac:chgData name="744311194@qq.com" userId="e2a28223f2085f4b" providerId="LiveId" clId="{93EAE7B5-FDEE-48D0-B65C-03455E3B8632}" dt="2026-06-16T14:43:32.947" v="32" actId="164"/>
          <ac:cxnSpMkLst>
            <pc:docMk/>
            <pc:sldMk cId="1764645638" sldId="261"/>
            <ac:cxnSpMk id="12" creationId="{24524840-F1D2-078B-74B1-D529BC007F36}"/>
          </ac:cxnSpMkLst>
        </pc:cxnChg>
        <pc:cxnChg chg="add mod">
          <ac:chgData name="744311194@qq.com" userId="e2a28223f2085f4b" providerId="LiveId" clId="{93EAE7B5-FDEE-48D0-B65C-03455E3B8632}" dt="2026-06-16T14:46:33.787" v="83" actId="14100"/>
          <ac:cxnSpMkLst>
            <pc:docMk/>
            <pc:sldMk cId="1764645638" sldId="261"/>
            <ac:cxnSpMk id="27" creationId="{053AC9EE-0248-FF8F-E65D-13189AD4623A}"/>
          </ac:cxnSpMkLst>
        </pc:cxnChg>
        <pc:cxnChg chg="add mod">
          <ac:chgData name="744311194@qq.com" userId="e2a28223f2085f4b" providerId="LiveId" clId="{93EAE7B5-FDEE-48D0-B65C-03455E3B8632}" dt="2026-06-16T14:47:03.391" v="92" actId="14100"/>
          <ac:cxnSpMkLst>
            <pc:docMk/>
            <pc:sldMk cId="1764645638" sldId="261"/>
            <ac:cxnSpMk id="29" creationId="{66E23293-805B-A5F2-9B46-3BEFD2070082}"/>
          </ac:cxnSpMkLst>
        </pc:cxnChg>
        <pc:cxnChg chg="add mod">
          <ac:chgData name="744311194@qq.com" userId="e2a28223f2085f4b" providerId="LiveId" clId="{93EAE7B5-FDEE-48D0-B65C-03455E3B8632}" dt="2026-06-16T14:47:13.500" v="96" actId="14100"/>
          <ac:cxnSpMkLst>
            <pc:docMk/>
            <pc:sldMk cId="1764645638" sldId="261"/>
            <ac:cxnSpMk id="33" creationId="{182C7783-90E4-F49D-8186-7259832F74E2}"/>
          </ac:cxnSpMkLst>
        </pc:cxnChg>
        <pc:cxnChg chg="add mod">
          <ac:chgData name="744311194@qq.com" userId="e2a28223f2085f4b" providerId="LiveId" clId="{93EAE7B5-FDEE-48D0-B65C-03455E3B8632}" dt="2026-06-16T14:47:21.640" v="99" actId="1076"/>
          <ac:cxnSpMkLst>
            <pc:docMk/>
            <pc:sldMk cId="1764645638" sldId="261"/>
            <ac:cxnSpMk id="35" creationId="{6F572C18-C6D8-D940-77F2-A8C8827535DB}"/>
          </ac:cxnSpMkLst>
        </pc:cxnChg>
        <pc:cxnChg chg="add mod">
          <ac:chgData name="744311194@qq.com" userId="e2a28223f2085f4b" providerId="LiveId" clId="{93EAE7B5-FDEE-48D0-B65C-03455E3B8632}" dt="2026-06-16T14:47:59.416" v="110" actId="1076"/>
          <ac:cxnSpMkLst>
            <pc:docMk/>
            <pc:sldMk cId="1764645638" sldId="261"/>
            <ac:cxnSpMk id="48" creationId="{93EF7850-0205-E3BD-A42C-60A9872392CC}"/>
          </ac:cxnSpMkLst>
        </pc:cxnChg>
        <pc:cxnChg chg="add mod">
          <ac:chgData name="744311194@qq.com" userId="e2a28223f2085f4b" providerId="LiveId" clId="{93EAE7B5-FDEE-48D0-B65C-03455E3B8632}" dt="2026-06-16T14:48:11.817" v="115" actId="14100"/>
          <ac:cxnSpMkLst>
            <pc:docMk/>
            <pc:sldMk cId="1764645638" sldId="261"/>
            <ac:cxnSpMk id="50" creationId="{E02755D1-1998-E0EC-474B-DF8D35802230}"/>
          </ac:cxnSpMkLst>
        </pc:cxnChg>
        <pc:cxnChg chg="add mod">
          <ac:chgData name="744311194@qq.com" userId="e2a28223f2085f4b" providerId="LiveId" clId="{93EAE7B5-FDEE-48D0-B65C-03455E3B8632}" dt="2026-06-16T14:48:23.511" v="119" actId="14100"/>
          <ac:cxnSpMkLst>
            <pc:docMk/>
            <pc:sldMk cId="1764645638" sldId="261"/>
            <ac:cxnSpMk id="54" creationId="{10AAA257-AC1C-20F2-5CB5-D01B560FCDFF}"/>
          </ac:cxnSpMkLst>
        </pc:cxnChg>
        <pc:cxnChg chg="add mod">
          <ac:chgData name="744311194@qq.com" userId="e2a28223f2085f4b" providerId="LiveId" clId="{93EAE7B5-FDEE-48D0-B65C-03455E3B8632}" dt="2026-06-16T14:48:27.845" v="121" actId="1076"/>
          <ac:cxnSpMkLst>
            <pc:docMk/>
            <pc:sldMk cId="1764645638" sldId="261"/>
            <ac:cxnSpMk id="56" creationId="{EBD506AC-7E63-5257-8489-D708F707723F}"/>
          </ac:cxnSpMkLst>
        </pc:cxnChg>
      </pc:sldChg>
      <pc:sldChg chg="setBg">
        <pc:chgData name="744311194@qq.com" userId="e2a28223f2085f4b" providerId="LiveId" clId="{93EAE7B5-FDEE-48D0-B65C-03455E3B8632}" dt="2026-06-16T13:31:17.148" v="2"/>
        <pc:sldMkLst>
          <pc:docMk/>
          <pc:sldMk cId="2526440271" sldId="262"/>
        </pc:sldMkLst>
      </pc:sldChg>
      <pc:sldChg chg="setBg">
        <pc:chgData name="744311194@qq.com" userId="e2a28223f2085f4b" providerId="LiveId" clId="{93EAE7B5-FDEE-48D0-B65C-03455E3B8632}" dt="2026-06-16T13:31:17.148" v="2"/>
        <pc:sldMkLst>
          <pc:docMk/>
          <pc:sldMk cId="3409696890" sldId="264"/>
        </pc:sldMkLst>
      </pc:sldChg>
      <pc:sldChg chg="setBg">
        <pc:chgData name="744311194@qq.com" userId="e2a28223f2085f4b" providerId="LiveId" clId="{93EAE7B5-FDEE-48D0-B65C-03455E3B8632}" dt="2026-06-16T13:31:17.148" v="2"/>
        <pc:sldMkLst>
          <pc:docMk/>
          <pc:sldMk cId="2894612031" sldId="266"/>
        </pc:sldMkLst>
      </pc:sldChg>
      <pc:sldChg chg="setBg">
        <pc:chgData name="744311194@qq.com" userId="e2a28223f2085f4b" providerId="LiveId" clId="{93EAE7B5-FDEE-48D0-B65C-03455E3B8632}" dt="2026-06-16T13:31:17.148" v="2"/>
        <pc:sldMkLst>
          <pc:docMk/>
          <pc:sldMk cId="4266925836" sldId="267"/>
        </pc:sldMkLst>
      </pc:sldChg>
      <pc:sldChg chg="setBg">
        <pc:chgData name="744311194@qq.com" userId="e2a28223f2085f4b" providerId="LiveId" clId="{93EAE7B5-FDEE-48D0-B65C-03455E3B8632}" dt="2026-06-16T13:31:17.148" v="2"/>
        <pc:sldMkLst>
          <pc:docMk/>
          <pc:sldMk cId="2442453298" sldId="268"/>
        </pc:sldMkLst>
      </pc:sldChg>
      <pc:sldChg chg="setBg">
        <pc:chgData name="744311194@qq.com" userId="e2a28223f2085f4b" providerId="LiveId" clId="{93EAE7B5-FDEE-48D0-B65C-03455E3B8632}" dt="2026-06-16T13:31:17.148" v="2"/>
        <pc:sldMkLst>
          <pc:docMk/>
          <pc:sldMk cId="1515344772" sldId="269"/>
        </pc:sldMkLst>
      </pc:sldChg>
      <pc:sldChg chg="addSp delSp modSp mod setBg">
        <pc:chgData name="744311194@qq.com" userId="e2a28223f2085f4b" providerId="LiveId" clId="{93EAE7B5-FDEE-48D0-B65C-03455E3B8632}" dt="2026-06-17T12:50:18.426" v="926" actId="1076"/>
        <pc:sldMkLst>
          <pc:docMk/>
          <pc:sldMk cId="701104730" sldId="270"/>
        </pc:sldMkLst>
        <pc:graphicFrameChg chg="mod">
          <ac:chgData name="744311194@qq.com" userId="e2a28223f2085f4b" providerId="LiveId" clId="{93EAE7B5-FDEE-48D0-B65C-03455E3B8632}" dt="2026-06-17T12:50:18.426" v="926" actId="1076"/>
          <ac:graphicFrameMkLst>
            <pc:docMk/>
            <pc:sldMk cId="701104730" sldId="270"/>
            <ac:graphicFrameMk id="2" creationId="{00000000-0000-0000-0000-000000000000}"/>
          </ac:graphicFrameMkLst>
        </pc:graphicFrameChg>
        <pc:graphicFrameChg chg="add del">
          <ac:chgData name="744311194@qq.com" userId="e2a28223f2085f4b" providerId="LiveId" clId="{93EAE7B5-FDEE-48D0-B65C-03455E3B8632}" dt="2026-06-16T14:21:45.213" v="5" actId="21"/>
          <ac:graphicFrameMkLst>
            <pc:docMk/>
            <pc:sldMk cId="701104730" sldId="270"/>
            <ac:graphicFrameMk id="5" creationId="{00000000-0000-0000-0000-000000000000}"/>
          </ac:graphicFrameMkLst>
        </pc:graphicFrameChg>
      </pc:sldChg>
      <pc:sldChg chg="addSp delSp modSp mod setBg">
        <pc:chgData name="744311194@qq.com" userId="e2a28223f2085f4b" providerId="LiveId" clId="{93EAE7B5-FDEE-48D0-B65C-03455E3B8632}" dt="2026-06-16T14:58:40.265" v="333" actId="1076"/>
        <pc:sldMkLst>
          <pc:docMk/>
          <pc:sldMk cId="1472401112" sldId="271"/>
        </pc:sldMkLst>
        <pc:picChg chg="add mod">
          <ac:chgData name="744311194@qq.com" userId="e2a28223f2085f4b" providerId="LiveId" clId="{93EAE7B5-FDEE-48D0-B65C-03455E3B8632}" dt="2026-06-16T14:58:40.265" v="333" actId="1076"/>
          <ac:picMkLst>
            <pc:docMk/>
            <pc:sldMk cId="1472401112" sldId="271"/>
            <ac:picMk id="3" creationId="{F1BA9161-CC13-B4B2-E4C9-C49862E4AFCE}"/>
          </ac:picMkLst>
        </pc:picChg>
      </pc:sldChg>
      <pc:sldChg chg="setBg">
        <pc:chgData name="744311194@qq.com" userId="e2a28223f2085f4b" providerId="LiveId" clId="{93EAE7B5-FDEE-48D0-B65C-03455E3B8632}" dt="2026-06-16T13:31:17.148" v="2"/>
        <pc:sldMkLst>
          <pc:docMk/>
          <pc:sldMk cId="3292751074" sldId="272"/>
        </pc:sldMkLst>
      </pc:sldChg>
      <pc:sldChg chg="addSp delSp modSp add mod">
        <pc:chgData name="744311194@qq.com" userId="e2a28223f2085f4b" providerId="LiveId" clId="{93EAE7B5-FDEE-48D0-B65C-03455E3B8632}" dt="2026-06-16T16:16:06.355" v="853" actId="164"/>
        <pc:sldMkLst>
          <pc:docMk/>
          <pc:sldMk cId="3448809405" sldId="273"/>
        </pc:sldMkLst>
        <pc:spChg chg="mod">
          <ac:chgData name="744311194@qq.com" userId="e2a28223f2085f4b" providerId="LiveId" clId="{93EAE7B5-FDEE-48D0-B65C-03455E3B8632}" dt="2026-06-16T16:04:44.694" v="724" actId="571"/>
          <ac:spMkLst>
            <pc:docMk/>
            <pc:sldMk cId="3448809405" sldId="273"/>
            <ac:spMk id="76" creationId="{D601107C-476F-377F-2330-764008E6DF1E}"/>
          </ac:spMkLst>
        </pc:spChg>
        <pc:spChg chg="mod">
          <ac:chgData name="744311194@qq.com" userId="e2a28223f2085f4b" providerId="LiveId" clId="{93EAE7B5-FDEE-48D0-B65C-03455E3B8632}" dt="2026-06-16T15:15:32.203" v="568" actId="1076"/>
          <ac:spMkLst>
            <pc:docMk/>
            <pc:sldMk cId="3448809405" sldId="273"/>
            <ac:spMk id="89" creationId="{C413975B-FBF7-A534-C2F0-20AD11A4060C}"/>
          </ac:spMkLst>
        </pc:spChg>
        <pc:spChg chg="mod">
          <ac:chgData name="744311194@qq.com" userId="e2a28223f2085f4b" providerId="LiveId" clId="{93EAE7B5-FDEE-48D0-B65C-03455E3B8632}" dt="2026-06-16T15:14:50.786" v="562" actId="20577"/>
          <ac:spMkLst>
            <pc:docMk/>
            <pc:sldMk cId="3448809405" sldId="273"/>
            <ac:spMk id="90" creationId="{E446B7B7-3837-1AC5-FC0C-3FAE5729EC50}"/>
          </ac:spMkLst>
        </pc:spChg>
        <pc:spChg chg="mod">
          <ac:chgData name="744311194@qq.com" userId="e2a28223f2085f4b" providerId="LiveId" clId="{93EAE7B5-FDEE-48D0-B65C-03455E3B8632}" dt="2026-06-16T16:04:44.694" v="724" actId="571"/>
          <ac:spMkLst>
            <pc:docMk/>
            <pc:sldMk cId="3448809405" sldId="273"/>
            <ac:spMk id="91" creationId="{555464C2-4D6F-F2C5-F505-CEBC3C1BB021}"/>
          </ac:spMkLst>
        </pc:spChg>
        <pc:spChg chg="mod">
          <ac:chgData name="744311194@qq.com" userId="e2a28223f2085f4b" providerId="LiveId" clId="{93EAE7B5-FDEE-48D0-B65C-03455E3B8632}" dt="2026-06-16T15:16:52.910" v="596" actId="1076"/>
          <ac:spMkLst>
            <pc:docMk/>
            <pc:sldMk cId="3448809405" sldId="273"/>
            <ac:spMk id="93" creationId="{2505B90B-FEAE-C9EC-612F-88A5EEFE228D}"/>
          </ac:spMkLst>
        </pc:spChg>
        <pc:spChg chg="mod">
          <ac:chgData name="744311194@qq.com" userId="e2a28223f2085f4b" providerId="LiveId" clId="{93EAE7B5-FDEE-48D0-B65C-03455E3B8632}" dt="2026-06-16T15:16:43.974" v="594" actId="1076"/>
          <ac:spMkLst>
            <pc:docMk/>
            <pc:sldMk cId="3448809405" sldId="273"/>
            <ac:spMk id="95" creationId="{FFFA0917-2582-DB1E-01A1-2790A4B90A0F}"/>
          </ac:spMkLst>
        </pc:spChg>
        <pc:spChg chg="mod">
          <ac:chgData name="744311194@qq.com" userId="e2a28223f2085f4b" providerId="LiveId" clId="{93EAE7B5-FDEE-48D0-B65C-03455E3B8632}" dt="2026-06-16T16:04:44.694" v="724" actId="571"/>
          <ac:spMkLst>
            <pc:docMk/>
            <pc:sldMk cId="3448809405" sldId="273"/>
            <ac:spMk id="96" creationId="{9027ABCF-40B0-01AE-A7C8-CA7C8E1D4706}"/>
          </ac:spMkLst>
        </pc:spChg>
        <pc:spChg chg="mod">
          <ac:chgData name="744311194@qq.com" userId="e2a28223f2085f4b" providerId="LiveId" clId="{93EAE7B5-FDEE-48D0-B65C-03455E3B8632}" dt="2026-06-16T16:04:44.694" v="724" actId="571"/>
          <ac:spMkLst>
            <pc:docMk/>
            <pc:sldMk cId="3448809405" sldId="273"/>
            <ac:spMk id="98" creationId="{D4EDBDB8-66A2-02A5-A044-AD378D3823B9}"/>
          </ac:spMkLst>
        </pc:spChg>
        <pc:spChg chg="mod">
          <ac:chgData name="744311194@qq.com" userId="e2a28223f2085f4b" providerId="LiveId" clId="{93EAE7B5-FDEE-48D0-B65C-03455E3B8632}" dt="2026-06-16T16:04:44.694" v="724" actId="571"/>
          <ac:spMkLst>
            <pc:docMk/>
            <pc:sldMk cId="3448809405" sldId="273"/>
            <ac:spMk id="100" creationId="{2289BA96-2515-E322-B459-186C125E4DCE}"/>
          </ac:spMkLst>
        </pc:spChg>
        <pc:spChg chg="mod">
          <ac:chgData name="744311194@qq.com" userId="e2a28223f2085f4b" providerId="LiveId" clId="{93EAE7B5-FDEE-48D0-B65C-03455E3B8632}" dt="2026-06-16T16:04:44.694" v="724" actId="571"/>
          <ac:spMkLst>
            <pc:docMk/>
            <pc:sldMk cId="3448809405" sldId="273"/>
            <ac:spMk id="101" creationId="{6A3A7F5D-9FD5-54AA-4B9C-F36B316FB52B}"/>
          </ac:spMkLst>
        </pc:spChg>
        <pc:spChg chg="mod">
          <ac:chgData name="744311194@qq.com" userId="e2a28223f2085f4b" providerId="LiveId" clId="{93EAE7B5-FDEE-48D0-B65C-03455E3B8632}" dt="2026-06-16T16:04:44.694" v="724" actId="571"/>
          <ac:spMkLst>
            <pc:docMk/>
            <pc:sldMk cId="3448809405" sldId="273"/>
            <ac:spMk id="105" creationId="{F4A909F4-F9FD-4864-B552-9DE87A23B49A}"/>
          </ac:spMkLst>
        </pc:spChg>
        <pc:spChg chg="mod">
          <ac:chgData name="744311194@qq.com" userId="e2a28223f2085f4b" providerId="LiveId" clId="{93EAE7B5-FDEE-48D0-B65C-03455E3B8632}" dt="2026-06-16T16:04:44.694" v="724" actId="571"/>
          <ac:spMkLst>
            <pc:docMk/>
            <pc:sldMk cId="3448809405" sldId="273"/>
            <ac:spMk id="106" creationId="{4EB57BCC-7B9F-F38C-94A7-1A68CC51D87E}"/>
          </ac:spMkLst>
        </pc:spChg>
        <pc:spChg chg="mod">
          <ac:chgData name="744311194@qq.com" userId="e2a28223f2085f4b" providerId="LiveId" clId="{93EAE7B5-FDEE-48D0-B65C-03455E3B8632}" dt="2026-06-16T16:04:44.694" v="724" actId="571"/>
          <ac:spMkLst>
            <pc:docMk/>
            <pc:sldMk cId="3448809405" sldId="273"/>
            <ac:spMk id="108" creationId="{FDF93A5C-38FB-7E65-C4AD-1A0044548B4B}"/>
          </ac:spMkLst>
        </pc:spChg>
        <pc:spChg chg="add mod">
          <ac:chgData name="744311194@qq.com" userId="e2a28223f2085f4b" providerId="LiveId" clId="{93EAE7B5-FDEE-48D0-B65C-03455E3B8632}" dt="2026-06-16T16:16:01.899" v="850" actId="164"/>
          <ac:spMkLst>
            <pc:docMk/>
            <pc:sldMk cId="3448809405" sldId="273"/>
            <ac:spMk id="110" creationId="{FD70D8B1-C2B5-104A-7DF1-6E65059CE563}"/>
          </ac:spMkLst>
        </pc:spChg>
        <pc:spChg chg="add mod">
          <ac:chgData name="744311194@qq.com" userId="e2a28223f2085f4b" providerId="LiveId" clId="{93EAE7B5-FDEE-48D0-B65C-03455E3B8632}" dt="2026-06-16T16:16:01.899" v="850" actId="164"/>
          <ac:spMkLst>
            <pc:docMk/>
            <pc:sldMk cId="3448809405" sldId="273"/>
            <ac:spMk id="111" creationId="{CA7FB54C-BBC0-59B0-0C54-0F8BE2125A1F}"/>
          </ac:spMkLst>
        </pc:spChg>
        <pc:spChg chg="add mod">
          <ac:chgData name="744311194@qq.com" userId="e2a28223f2085f4b" providerId="LiveId" clId="{93EAE7B5-FDEE-48D0-B65C-03455E3B8632}" dt="2026-06-16T16:16:01.899" v="850" actId="164"/>
          <ac:spMkLst>
            <pc:docMk/>
            <pc:sldMk cId="3448809405" sldId="273"/>
            <ac:spMk id="124" creationId="{3B7718A1-15BD-50F2-DDC0-C44668101359}"/>
          </ac:spMkLst>
        </pc:spChg>
        <pc:spChg chg="add mod">
          <ac:chgData name="744311194@qq.com" userId="e2a28223f2085f4b" providerId="LiveId" clId="{93EAE7B5-FDEE-48D0-B65C-03455E3B8632}" dt="2026-06-16T16:16:06.355" v="853" actId="164"/>
          <ac:spMkLst>
            <pc:docMk/>
            <pc:sldMk cId="3448809405" sldId="273"/>
            <ac:spMk id="125" creationId="{EA2E42A2-9734-D24E-A856-01DA50A0B036}"/>
          </ac:spMkLst>
        </pc:spChg>
        <pc:spChg chg="add mod">
          <ac:chgData name="744311194@qq.com" userId="e2a28223f2085f4b" providerId="LiveId" clId="{93EAE7B5-FDEE-48D0-B65C-03455E3B8632}" dt="2026-06-16T16:16:01.899" v="850" actId="164"/>
          <ac:spMkLst>
            <pc:docMk/>
            <pc:sldMk cId="3448809405" sldId="273"/>
            <ac:spMk id="129" creationId="{A573FF40-CE3D-ABE6-35FE-4BF4B2514685}"/>
          </ac:spMkLst>
        </pc:spChg>
        <pc:spChg chg="add mod">
          <ac:chgData name="744311194@qq.com" userId="e2a28223f2085f4b" providerId="LiveId" clId="{93EAE7B5-FDEE-48D0-B65C-03455E3B8632}" dt="2026-06-16T16:16:01.899" v="850" actId="164"/>
          <ac:spMkLst>
            <pc:docMk/>
            <pc:sldMk cId="3448809405" sldId="273"/>
            <ac:spMk id="130" creationId="{1A0992BB-3D6C-3FA9-4570-74AE38EC52D5}"/>
          </ac:spMkLst>
        </pc:spChg>
        <pc:spChg chg="add mod">
          <ac:chgData name="744311194@qq.com" userId="e2a28223f2085f4b" providerId="LiveId" clId="{93EAE7B5-FDEE-48D0-B65C-03455E3B8632}" dt="2026-06-16T16:16:01.899" v="850" actId="164"/>
          <ac:spMkLst>
            <pc:docMk/>
            <pc:sldMk cId="3448809405" sldId="273"/>
            <ac:spMk id="131" creationId="{63672AF9-4D28-D4F6-38E1-9D11F2EA8934}"/>
          </ac:spMkLst>
        </pc:spChg>
        <pc:spChg chg="add mod">
          <ac:chgData name="744311194@qq.com" userId="e2a28223f2085f4b" providerId="LiveId" clId="{93EAE7B5-FDEE-48D0-B65C-03455E3B8632}" dt="2026-06-16T15:20:42.373" v="676" actId="571"/>
          <ac:spMkLst>
            <pc:docMk/>
            <pc:sldMk cId="3448809405" sldId="273"/>
            <ac:spMk id="132" creationId="{A0CED3C1-D5E1-9F24-6983-4B9EF534393E}"/>
          </ac:spMkLst>
        </pc:spChg>
        <pc:spChg chg="add mod">
          <ac:chgData name="744311194@qq.com" userId="e2a28223f2085f4b" providerId="LiveId" clId="{93EAE7B5-FDEE-48D0-B65C-03455E3B8632}" dt="2026-06-16T15:20:42.373" v="676" actId="571"/>
          <ac:spMkLst>
            <pc:docMk/>
            <pc:sldMk cId="3448809405" sldId="273"/>
            <ac:spMk id="133" creationId="{EBC24819-DD52-16AE-2308-9FB1662D8360}"/>
          </ac:spMkLst>
        </pc:spChg>
        <pc:spChg chg="add mod">
          <ac:chgData name="744311194@qq.com" userId="e2a28223f2085f4b" providerId="LiveId" clId="{93EAE7B5-FDEE-48D0-B65C-03455E3B8632}" dt="2026-06-16T16:16:01.899" v="850" actId="164"/>
          <ac:spMkLst>
            <pc:docMk/>
            <pc:sldMk cId="3448809405" sldId="273"/>
            <ac:spMk id="145" creationId="{E7FD9FAF-49E5-9AF3-B4A4-390D79DA4159}"/>
          </ac:spMkLst>
        </pc:spChg>
        <pc:spChg chg="add mod">
          <ac:chgData name="744311194@qq.com" userId="e2a28223f2085f4b" providerId="LiveId" clId="{93EAE7B5-FDEE-48D0-B65C-03455E3B8632}" dt="2026-06-16T16:16:01.899" v="850" actId="164"/>
          <ac:spMkLst>
            <pc:docMk/>
            <pc:sldMk cId="3448809405" sldId="273"/>
            <ac:spMk id="146" creationId="{2528513E-A676-BDCA-2140-397FBDEBA235}"/>
          </ac:spMkLst>
        </pc:spChg>
        <pc:spChg chg="add mod">
          <ac:chgData name="744311194@qq.com" userId="e2a28223f2085f4b" providerId="LiveId" clId="{93EAE7B5-FDEE-48D0-B65C-03455E3B8632}" dt="2026-06-16T16:05:18.486" v="735" actId="20577"/>
          <ac:spMkLst>
            <pc:docMk/>
            <pc:sldMk cId="3448809405" sldId="273"/>
            <ac:spMk id="151" creationId="{D96A2467-A7B8-A60F-351E-72FFC7BD64D8}"/>
          </ac:spMkLst>
        </pc:spChg>
        <pc:spChg chg="add mod">
          <ac:chgData name="744311194@qq.com" userId="e2a28223f2085f4b" providerId="LiveId" clId="{93EAE7B5-FDEE-48D0-B65C-03455E3B8632}" dt="2026-06-16T16:07:33.685" v="776" actId="1076"/>
          <ac:spMkLst>
            <pc:docMk/>
            <pc:sldMk cId="3448809405" sldId="273"/>
            <ac:spMk id="153" creationId="{C6708AC1-C614-7D54-96AC-F8F52D71A1C8}"/>
          </ac:spMkLst>
        </pc:spChg>
        <pc:spChg chg="add mod">
          <ac:chgData name="744311194@qq.com" userId="e2a28223f2085f4b" providerId="LiveId" clId="{93EAE7B5-FDEE-48D0-B65C-03455E3B8632}" dt="2026-06-16T16:07:30.090" v="775" actId="1076"/>
          <ac:spMkLst>
            <pc:docMk/>
            <pc:sldMk cId="3448809405" sldId="273"/>
            <ac:spMk id="154" creationId="{B2DBA149-82A6-2503-22E0-2C9DFA0FF009}"/>
          </ac:spMkLst>
        </pc:spChg>
        <pc:spChg chg="add mod">
          <ac:chgData name="744311194@qq.com" userId="e2a28223f2085f4b" providerId="LiveId" clId="{93EAE7B5-FDEE-48D0-B65C-03455E3B8632}" dt="2026-06-16T16:08:30.845" v="779" actId="1076"/>
          <ac:spMkLst>
            <pc:docMk/>
            <pc:sldMk cId="3448809405" sldId="273"/>
            <ac:spMk id="155" creationId="{6A216205-7013-BDD1-EA71-3452BCC1777A}"/>
          </ac:spMkLst>
        </pc:spChg>
        <pc:spChg chg="add mod">
          <ac:chgData name="744311194@qq.com" userId="e2a28223f2085f4b" providerId="LiveId" clId="{93EAE7B5-FDEE-48D0-B65C-03455E3B8632}" dt="2026-06-16T16:06:28.240" v="755" actId="1076"/>
          <ac:spMkLst>
            <pc:docMk/>
            <pc:sldMk cId="3448809405" sldId="273"/>
            <ac:spMk id="156" creationId="{59DF8F53-95A5-BFC2-BEBD-10EC9CD95A2C}"/>
          </ac:spMkLst>
        </pc:spChg>
        <pc:spChg chg="add mod">
          <ac:chgData name="744311194@qq.com" userId="e2a28223f2085f4b" providerId="LiveId" clId="{93EAE7B5-FDEE-48D0-B65C-03455E3B8632}" dt="2026-06-16T16:07:23.232" v="774" actId="1076"/>
          <ac:spMkLst>
            <pc:docMk/>
            <pc:sldMk cId="3448809405" sldId="273"/>
            <ac:spMk id="157" creationId="{928D4AC5-9FDC-F0B9-D53A-4F308B2DC2DF}"/>
          </ac:spMkLst>
        </pc:spChg>
        <pc:grpChg chg="mod topLvl">
          <ac:chgData name="744311194@qq.com" userId="e2a28223f2085f4b" providerId="LiveId" clId="{93EAE7B5-FDEE-48D0-B65C-03455E3B8632}" dt="2026-06-16T16:16:01.899" v="850" actId="164"/>
          <ac:grpSpMkLst>
            <pc:docMk/>
            <pc:sldMk cId="3448809405" sldId="273"/>
            <ac:grpSpMk id="73" creationId="{E34D28B4-B13A-41B0-0D54-D1FE3D17B733}"/>
          </ac:grpSpMkLst>
        </pc:grpChg>
        <pc:grpChg chg="add mod">
          <ac:chgData name="744311194@qq.com" userId="e2a28223f2085f4b" providerId="LiveId" clId="{93EAE7B5-FDEE-48D0-B65C-03455E3B8632}" dt="2026-06-16T16:16:01.899" v="850" actId="164"/>
          <ac:grpSpMkLst>
            <pc:docMk/>
            <pc:sldMk cId="3448809405" sldId="273"/>
            <ac:grpSpMk id="139" creationId="{97AB0249-26C9-7CF2-25F4-7930392E7782}"/>
          </ac:grpSpMkLst>
        </pc:grpChg>
        <pc:grpChg chg="mod">
          <ac:chgData name="744311194@qq.com" userId="e2a28223f2085f4b" providerId="LiveId" clId="{93EAE7B5-FDEE-48D0-B65C-03455E3B8632}" dt="2026-06-16T16:16:06.355" v="853" actId="164"/>
          <ac:grpSpMkLst>
            <pc:docMk/>
            <pc:sldMk cId="3448809405" sldId="273"/>
            <ac:grpSpMk id="195" creationId="{A3EB30FD-B5CE-E469-7AC2-6CC7CA49E443}"/>
          </ac:grpSpMkLst>
        </pc:grpChg>
        <pc:grpChg chg="add mod">
          <ac:chgData name="744311194@qq.com" userId="e2a28223f2085f4b" providerId="LiveId" clId="{93EAE7B5-FDEE-48D0-B65C-03455E3B8632}" dt="2026-06-16T16:16:06.355" v="853" actId="164"/>
          <ac:grpSpMkLst>
            <pc:docMk/>
            <pc:sldMk cId="3448809405" sldId="273"/>
            <ac:grpSpMk id="246" creationId="{C1C2263F-5BB1-B213-13F3-CF1A8ED137F5}"/>
          </ac:grpSpMkLst>
        </pc:grpChg>
        <pc:cxnChg chg="mod">
          <ac:chgData name="744311194@qq.com" userId="e2a28223f2085f4b" providerId="LiveId" clId="{93EAE7B5-FDEE-48D0-B65C-03455E3B8632}" dt="2026-06-16T15:16:48.799" v="595" actId="14100"/>
          <ac:cxnSpMkLst>
            <pc:docMk/>
            <pc:sldMk cId="3448809405" sldId="273"/>
            <ac:cxnSpMk id="79" creationId="{88A7ABF8-CEB7-36B1-87DD-14E3C9F82601}"/>
          </ac:cxnSpMkLst>
        </pc:cxnChg>
        <pc:cxnChg chg="mod">
          <ac:chgData name="744311194@qq.com" userId="e2a28223f2085f4b" providerId="LiveId" clId="{93EAE7B5-FDEE-48D0-B65C-03455E3B8632}" dt="2026-06-16T15:15:35.448" v="569" actId="14100"/>
          <ac:cxnSpMkLst>
            <pc:docMk/>
            <pc:sldMk cId="3448809405" sldId="273"/>
            <ac:cxnSpMk id="82" creationId="{CEF20C3F-83B8-F761-1B76-9FF68562DF6B}"/>
          </ac:cxnSpMkLst>
        </pc:cxnChg>
        <pc:cxnChg chg="mod">
          <ac:chgData name="744311194@qq.com" userId="e2a28223f2085f4b" providerId="LiveId" clId="{93EAE7B5-FDEE-48D0-B65C-03455E3B8632}" dt="2026-06-16T15:15:46.477" v="572" actId="14100"/>
          <ac:cxnSpMkLst>
            <pc:docMk/>
            <pc:sldMk cId="3448809405" sldId="273"/>
            <ac:cxnSpMk id="83" creationId="{DE956D78-047D-D06A-4904-D198E790058E}"/>
          </ac:cxnSpMkLst>
        </pc:cxnChg>
        <pc:cxnChg chg="mod">
          <ac:chgData name="744311194@qq.com" userId="e2a28223f2085f4b" providerId="LiveId" clId="{93EAE7B5-FDEE-48D0-B65C-03455E3B8632}" dt="2026-06-16T15:15:32.203" v="568" actId="1076"/>
          <ac:cxnSpMkLst>
            <pc:docMk/>
            <pc:sldMk cId="3448809405" sldId="273"/>
            <ac:cxnSpMk id="85" creationId="{D5CC9F08-98B1-CAF4-2149-6678B41EC785}"/>
          </ac:cxnSpMkLst>
        </pc:cxnChg>
        <pc:cxnChg chg="mod">
          <ac:chgData name="744311194@qq.com" userId="e2a28223f2085f4b" providerId="LiveId" clId="{93EAE7B5-FDEE-48D0-B65C-03455E3B8632}" dt="2026-06-16T15:15:32.203" v="568" actId="1076"/>
          <ac:cxnSpMkLst>
            <pc:docMk/>
            <pc:sldMk cId="3448809405" sldId="273"/>
            <ac:cxnSpMk id="86" creationId="{4B74D718-00C3-5F97-3312-EBB4B02486FB}"/>
          </ac:cxnSpMkLst>
        </pc:cxnChg>
        <pc:cxnChg chg="add mod">
          <ac:chgData name="744311194@qq.com" userId="e2a28223f2085f4b" providerId="LiveId" clId="{93EAE7B5-FDEE-48D0-B65C-03455E3B8632}" dt="2026-06-16T15:16:59.966" v="598" actId="14100"/>
          <ac:cxnSpMkLst>
            <pc:docMk/>
            <pc:sldMk cId="3448809405" sldId="273"/>
            <ac:cxnSpMk id="114" creationId="{DC1CD9E4-AB85-08E8-6FCF-1345882BB7FE}"/>
          </ac:cxnSpMkLst>
        </pc:cxnChg>
        <pc:cxnChg chg="add mod">
          <ac:chgData name="744311194@qq.com" userId="e2a28223f2085f4b" providerId="LiveId" clId="{93EAE7B5-FDEE-48D0-B65C-03455E3B8632}" dt="2026-06-16T15:17:14.322" v="603" actId="14100"/>
          <ac:cxnSpMkLst>
            <pc:docMk/>
            <pc:sldMk cId="3448809405" sldId="273"/>
            <ac:cxnSpMk id="116" creationId="{B847BC8B-C7E9-31AD-EB0D-BEA885239FB4}"/>
          </ac:cxnSpMkLst>
        </pc:cxnChg>
        <pc:cxnChg chg="add mod">
          <ac:chgData name="744311194@qq.com" userId="e2a28223f2085f4b" providerId="LiveId" clId="{93EAE7B5-FDEE-48D0-B65C-03455E3B8632}" dt="2026-06-16T15:17:52.331" v="617" actId="14100"/>
          <ac:cxnSpMkLst>
            <pc:docMk/>
            <pc:sldMk cId="3448809405" sldId="273"/>
            <ac:cxnSpMk id="126" creationId="{15BCD418-95D9-004F-34AB-71EBB31EF423}"/>
          </ac:cxnSpMkLst>
        </pc:cxnChg>
        <pc:cxnChg chg="add mod">
          <ac:chgData name="744311194@qq.com" userId="e2a28223f2085f4b" providerId="LiveId" clId="{93EAE7B5-FDEE-48D0-B65C-03455E3B8632}" dt="2026-06-16T15:17:49.657" v="616" actId="1076"/>
          <ac:cxnSpMkLst>
            <pc:docMk/>
            <pc:sldMk cId="3448809405" sldId="273"/>
            <ac:cxnSpMk id="127" creationId="{8246453E-FF28-B5D4-7920-C3FC624EE210}"/>
          </ac:cxnSpMkLst>
        </pc:cxnChg>
        <pc:cxnChg chg="add mod">
          <ac:chgData name="744311194@qq.com" userId="e2a28223f2085f4b" providerId="LiveId" clId="{93EAE7B5-FDEE-48D0-B65C-03455E3B8632}" dt="2026-06-16T15:20:42.373" v="676" actId="571"/>
          <ac:cxnSpMkLst>
            <pc:docMk/>
            <pc:sldMk cId="3448809405" sldId="273"/>
            <ac:cxnSpMk id="134" creationId="{A0DEADCF-EC8E-DF5C-3487-DD5B1B4D4D6B}"/>
          </ac:cxnSpMkLst>
        </pc:cxnChg>
        <pc:cxnChg chg="add mod">
          <ac:chgData name="744311194@qq.com" userId="e2a28223f2085f4b" providerId="LiveId" clId="{93EAE7B5-FDEE-48D0-B65C-03455E3B8632}" dt="2026-06-16T15:20:42.373" v="676" actId="571"/>
          <ac:cxnSpMkLst>
            <pc:docMk/>
            <pc:sldMk cId="3448809405" sldId="273"/>
            <ac:cxnSpMk id="136" creationId="{22161022-8867-8561-D071-45C968B58BE5}"/>
          </ac:cxnSpMkLst>
        </pc:cxnChg>
        <pc:cxnChg chg="add mod">
          <ac:chgData name="744311194@qq.com" userId="e2a28223f2085f4b" providerId="LiveId" clId="{93EAE7B5-FDEE-48D0-B65C-03455E3B8632}" dt="2026-06-16T15:20:42.373" v="676" actId="571"/>
          <ac:cxnSpMkLst>
            <pc:docMk/>
            <pc:sldMk cId="3448809405" sldId="273"/>
            <ac:cxnSpMk id="138" creationId="{81499CD4-04EF-06FC-D75F-47DD834571FA}"/>
          </ac:cxnSpMkLst>
        </pc:cxnChg>
        <pc:cxnChg chg="add del mod">
          <ac:chgData name="744311194@qq.com" userId="e2a28223f2085f4b" providerId="LiveId" clId="{93EAE7B5-FDEE-48D0-B65C-03455E3B8632}" dt="2026-06-16T16:04:21.325" v="718" actId="1582"/>
          <ac:cxnSpMkLst>
            <pc:docMk/>
            <pc:sldMk cId="3448809405" sldId="273"/>
            <ac:cxnSpMk id="147" creationId="{EA26A9EF-AD5C-1078-CC69-870DC3C67492}"/>
          </ac:cxnSpMkLst>
        </pc:cxnChg>
        <pc:cxnChg chg="add del mod">
          <ac:chgData name="744311194@qq.com" userId="e2a28223f2085f4b" providerId="LiveId" clId="{93EAE7B5-FDEE-48D0-B65C-03455E3B8632}" dt="2026-06-16T16:04:21.325" v="718" actId="1582"/>
          <ac:cxnSpMkLst>
            <pc:docMk/>
            <pc:sldMk cId="3448809405" sldId="273"/>
            <ac:cxnSpMk id="149" creationId="{E19814BD-9563-16C4-5D41-2A7405305F50}"/>
          </ac:cxnSpMkLst>
        </pc:cxnChg>
        <pc:cxnChg chg="add mod">
          <ac:chgData name="744311194@qq.com" userId="e2a28223f2085f4b" providerId="LiveId" clId="{93EAE7B5-FDEE-48D0-B65C-03455E3B8632}" dt="2026-06-16T16:08:25.766" v="777" actId="1076"/>
          <ac:cxnSpMkLst>
            <pc:docMk/>
            <pc:sldMk cId="3448809405" sldId="273"/>
            <ac:cxnSpMk id="158" creationId="{CC72C033-F81E-1CB3-69A8-53C38FCA52F8}"/>
          </ac:cxnSpMkLst>
        </pc:cxnChg>
        <pc:cxnChg chg="add mod">
          <ac:chgData name="744311194@qq.com" userId="e2a28223f2085f4b" providerId="LiveId" clId="{93EAE7B5-FDEE-48D0-B65C-03455E3B8632}" dt="2026-06-16T16:08:35.790" v="780" actId="1076"/>
          <ac:cxnSpMkLst>
            <pc:docMk/>
            <pc:sldMk cId="3448809405" sldId="273"/>
            <ac:cxnSpMk id="160" creationId="{979F076D-0E2D-0909-863A-D9F778DA27A6}"/>
          </ac:cxnSpMkLst>
        </pc:cxnChg>
        <pc:cxnChg chg="add mod">
          <ac:chgData name="744311194@qq.com" userId="e2a28223f2085f4b" providerId="LiveId" clId="{93EAE7B5-FDEE-48D0-B65C-03455E3B8632}" dt="2026-06-16T16:07:14.830" v="771" actId="1076"/>
          <ac:cxnSpMkLst>
            <pc:docMk/>
            <pc:sldMk cId="3448809405" sldId="273"/>
            <ac:cxnSpMk id="161" creationId="{71B2F226-7E04-FC65-9457-DF4F2A572B59}"/>
          </ac:cxnSpMkLst>
        </pc:cxnChg>
        <pc:cxnChg chg="add mod">
          <ac:chgData name="744311194@qq.com" userId="e2a28223f2085f4b" providerId="LiveId" clId="{93EAE7B5-FDEE-48D0-B65C-03455E3B8632}" dt="2026-06-16T16:08:28.240" v="778" actId="1076"/>
          <ac:cxnSpMkLst>
            <pc:docMk/>
            <pc:sldMk cId="3448809405" sldId="273"/>
            <ac:cxnSpMk id="163" creationId="{A8AACF6F-8CE2-9FE2-45FF-44D8767648BE}"/>
          </ac:cxnSpMkLst>
        </pc:cxnChg>
      </pc:sldChg>
      <pc:sldChg chg="add">
        <pc:chgData name="744311194@qq.com" userId="e2a28223f2085f4b" providerId="LiveId" clId="{93EAE7B5-FDEE-48D0-B65C-03455E3B8632}" dt="2026-06-16T14:42:21.109" v="15"/>
        <pc:sldMkLst>
          <pc:docMk/>
          <pc:sldMk cId="3391335586" sldId="274"/>
        </pc:sldMkLst>
      </pc:sldChg>
      <pc:sldChg chg="addSp delSp modSp add mod">
        <pc:chgData name="744311194@qq.com" userId="e2a28223f2085f4b" providerId="LiveId" clId="{93EAE7B5-FDEE-48D0-B65C-03455E3B8632}" dt="2026-06-16T16:12:49.658" v="792" actId="478"/>
        <pc:sldMkLst>
          <pc:docMk/>
          <pc:sldMk cId="2007918528" sldId="275"/>
        </pc:sldMkLst>
        <pc:spChg chg="add mod">
          <ac:chgData name="744311194@qq.com" userId="e2a28223f2085f4b" providerId="LiveId" clId="{93EAE7B5-FDEE-48D0-B65C-03455E3B8632}" dt="2026-06-16T14:56:43.992" v="312" actId="164"/>
          <ac:spMkLst>
            <pc:docMk/>
            <pc:sldMk cId="2007918528" sldId="275"/>
            <ac:spMk id="9" creationId="{FD187279-958B-E69B-D484-102B3B5FBB1D}"/>
          </ac:spMkLst>
        </pc:spChg>
        <pc:spChg chg="add mod">
          <ac:chgData name="744311194@qq.com" userId="e2a28223f2085f4b" providerId="LiveId" clId="{93EAE7B5-FDEE-48D0-B65C-03455E3B8632}" dt="2026-06-16T14:56:43.992" v="312" actId="164"/>
          <ac:spMkLst>
            <pc:docMk/>
            <pc:sldMk cId="2007918528" sldId="275"/>
            <ac:spMk id="10" creationId="{29579691-C617-EC30-B3CD-A1A5859D6958}"/>
          </ac:spMkLst>
        </pc:spChg>
        <pc:spChg chg="add del mod">
          <ac:chgData name="744311194@qq.com" userId="e2a28223f2085f4b" providerId="LiveId" clId="{93EAE7B5-FDEE-48D0-B65C-03455E3B8632}" dt="2026-06-16T14:56:05.470" v="305" actId="1076"/>
          <ac:spMkLst>
            <pc:docMk/>
            <pc:sldMk cId="2007918528" sldId="275"/>
            <ac:spMk id="60" creationId="{B82D32DA-E58E-3853-E4A1-0E06B83D7C25}"/>
          </ac:spMkLst>
        </pc:spChg>
        <pc:spChg chg="mod">
          <ac:chgData name="744311194@qq.com" userId="e2a28223f2085f4b" providerId="LiveId" clId="{93EAE7B5-FDEE-48D0-B65C-03455E3B8632}" dt="2026-06-16T14:57:11.829" v="327"/>
          <ac:spMkLst>
            <pc:docMk/>
            <pc:sldMk cId="2007918528" sldId="275"/>
            <ac:spMk id="64" creationId="{23FFED60-4C3A-F64D-8993-67DD7E4D7160}"/>
          </ac:spMkLst>
        </pc:spChg>
        <pc:grpChg chg="add mod">
          <ac:chgData name="744311194@qq.com" userId="e2a28223f2085f4b" providerId="LiveId" clId="{93EAE7B5-FDEE-48D0-B65C-03455E3B8632}" dt="2026-06-16T14:56:43.992" v="312" actId="164"/>
          <ac:grpSpMkLst>
            <pc:docMk/>
            <pc:sldMk cId="2007918528" sldId="275"/>
            <ac:grpSpMk id="11" creationId="{420EAD7F-1F67-5036-ACF4-E9FC9E59BEE7}"/>
          </ac:grpSpMkLst>
        </pc:grpChg>
        <pc:grpChg chg="mod">
          <ac:chgData name="744311194@qq.com" userId="e2a28223f2085f4b" providerId="LiveId" clId="{93EAE7B5-FDEE-48D0-B65C-03455E3B8632}" dt="2026-06-16T14:56:43.992" v="312" actId="164"/>
          <ac:grpSpMkLst>
            <pc:docMk/>
            <pc:sldMk cId="2007918528" sldId="275"/>
            <ac:grpSpMk id="107" creationId="{B701BAA6-6B6A-34B4-75DD-2A847DC7011C}"/>
          </ac:grpSpMkLst>
        </pc:grpChg>
      </pc:sldChg>
      <pc:sldChg chg="addSp delSp modSp add mod">
        <pc:chgData name="744311194@qq.com" userId="e2a28223f2085f4b" providerId="LiveId" clId="{93EAE7B5-FDEE-48D0-B65C-03455E3B8632}" dt="2026-06-16T16:16:20.159" v="857" actId="1076"/>
        <pc:sldMkLst>
          <pc:docMk/>
          <pc:sldMk cId="1951551127" sldId="276"/>
        </pc:sldMkLst>
        <pc:spChg chg="add mod">
          <ac:chgData name="744311194@qq.com" userId="e2a28223f2085f4b" providerId="LiveId" clId="{93EAE7B5-FDEE-48D0-B65C-03455E3B8632}" dt="2026-06-16T16:16:18.427" v="856" actId="164"/>
          <ac:spMkLst>
            <pc:docMk/>
            <pc:sldMk cId="1951551127" sldId="276"/>
            <ac:spMk id="2" creationId="{AAD1D17B-4E0B-75B3-8EA2-0068E40DF7BD}"/>
          </ac:spMkLst>
        </pc:spChg>
        <pc:spChg chg="add mod">
          <ac:chgData name="744311194@qq.com" userId="e2a28223f2085f4b" providerId="LiveId" clId="{93EAE7B5-FDEE-48D0-B65C-03455E3B8632}" dt="2026-06-16T16:16:18.427" v="856" actId="164"/>
          <ac:spMkLst>
            <pc:docMk/>
            <pc:sldMk cId="1951551127" sldId="276"/>
            <ac:spMk id="6" creationId="{71584333-8D64-D2CB-D2D0-1336974C6582}"/>
          </ac:spMkLst>
        </pc:spChg>
        <pc:spChg chg="mod">
          <ac:chgData name="744311194@qq.com" userId="e2a28223f2085f4b" providerId="LiveId" clId="{93EAE7B5-FDEE-48D0-B65C-03455E3B8632}" dt="2026-06-16T16:15:04.777" v="823" actId="164"/>
          <ac:spMkLst>
            <pc:docMk/>
            <pc:sldMk cId="1951551127" sldId="276"/>
            <ac:spMk id="9" creationId="{210D4226-8927-9DA2-C010-3A84D7A42EA8}"/>
          </ac:spMkLst>
        </pc:spChg>
        <pc:spChg chg="mod">
          <ac:chgData name="744311194@qq.com" userId="e2a28223f2085f4b" providerId="LiveId" clId="{93EAE7B5-FDEE-48D0-B65C-03455E3B8632}" dt="2026-06-16T16:15:04.777" v="823" actId="164"/>
          <ac:spMkLst>
            <pc:docMk/>
            <pc:sldMk cId="1951551127" sldId="276"/>
            <ac:spMk id="18" creationId="{925F4DB2-EB7F-7167-24AF-3F1BA6299139}"/>
          </ac:spMkLst>
        </pc:spChg>
        <pc:spChg chg="mod">
          <ac:chgData name="744311194@qq.com" userId="e2a28223f2085f4b" providerId="LiveId" clId="{93EAE7B5-FDEE-48D0-B65C-03455E3B8632}" dt="2026-06-16T16:15:04.777" v="823" actId="164"/>
          <ac:spMkLst>
            <pc:docMk/>
            <pc:sldMk cId="1951551127" sldId="276"/>
            <ac:spMk id="62" creationId="{6AB90950-84D2-6E99-802B-FA464F54DF02}"/>
          </ac:spMkLst>
        </pc:spChg>
        <pc:spChg chg="mod">
          <ac:chgData name="744311194@qq.com" userId="e2a28223f2085f4b" providerId="LiveId" clId="{93EAE7B5-FDEE-48D0-B65C-03455E3B8632}" dt="2026-06-16T16:15:04.777" v="823" actId="164"/>
          <ac:spMkLst>
            <pc:docMk/>
            <pc:sldMk cId="1951551127" sldId="276"/>
            <ac:spMk id="63" creationId="{B6D0B20A-BEF5-6BA5-D1E9-907033D47F65}"/>
          </ac:spMkLst>
        </pc:spChg>
        <pc:spChg chg="mod ord">
          <ac:chgData name="744311194@qq.com" userId="e2a28223f2085f4b" providerId="LiveId" clId="{93EAE7B5-FDEE-48D0-B65C-03455E3B8632}" dt="2026-06-16T16:15:07.041" v="829" actId="170"/>
          <ac:spMkLst>
            <pc:docMk/>
            <pc:sldMk cId="1951551127" sldId="276"/>
            <ac:spMk id="64" creationId="{9BC93EDF-D215-6346-8497-3BDEF352FE8D}"/>
          </ac:spMkLst>
        </pc:spChg>
        <pc:spChg chg="mod">
          <ac:chgData name="744311194@qq.com" userId="e2a28223f2085f4b" providerId="LiveId" clId="{93EAE7B5-FDEE-48D0-B65C-03455E3B8632}" dt="2026-06-16T16:15:04.777" v="823" actId="164"/>
          <ac:spMkLst>
            <pc:docMk/>
            <pc:sldMk cId="1951551127" sldId="276"/>
            <ac:spMk id="66" creationId="{EB3C5BBD-8FA7-FEDF-45A2-B788D9B3AB67}"/>
          </ac:spMkLst>
        </pc:spChg>
        <pc:spChg chg="mod">
          <ac:chgData name="744311194@qq.com" userId="e2a28223f2085f4b" providerId="LiveId" clId="{93EAE7B5-FDEE-48D0-B65C-03455E3B8632}" dt="2026-06-16T16:15:04.777" v="823" actId="164"/>
          <ac:spMkLst>
            <pc:docMk/>
            <pc:sldMk cId="1951551127" sldId="276"/>
            <ac:spMk id="67" creationId="{8E9C8869-3BA2-D965-7FA8-BD4608932EF1}"/>
          </ac:spMkLst>
        </pc:spChg>
        <pc:spChg chg="mod">
          <ac:chgData name="744311194@qq.com" userId="e2a28223f2085f4b" providerId="LiveId" clId="{93EAE7B5-FDEE-48D0-B65C-03455E3B8632}" dt="2026-06-16T16:15:04.777" v="823" actId="164"/>
          <ac:spMkLst>
            <pc:docMk/>
            <pc:sldMk cId="1951551127" sldId="276"/>
            <ac:spMk id="69" creationId="{63D5EF4F-F62A-AA42-90C6-A695AE280865}"/>
          </ac:spMkLst>
        </pc:spChg>
        <pc:spChg chg="mod">
          <ac:chgData name="744311194@qq.com" userId="e2a28223f2085f4b" providerId="LiveId" clId="{93EAE7B5-FDEE-48D0-B65C-03455E3B8632}" dt="2026-06-16T16:15:04.777" v="823" actId="164"/>
          <ac:spMkLst>
            <pc:docMk/>
            <pc:sldMk cId="1951551127" sldId="276"/>
            <ac:spMk id="71" creationId="{1452CE7A-D0CA-7E03-052C-73DD69068AC6}"/>
          </ac:spMkLst>
        </pc:spChg>
        <pc:grpChg chg="mod">
          <ac:chgData name="744311194@qq.com" userId="e2a28223f2085f4b" providerId="LiveId" clId="{93EAE7B5-FDEE-48D0-B65C-03455E3B8632}" dt="2026-06-16T16:16:18.427" v="856" actId="164"/>
          <ac:grpSpMkLst>
            <pc:docMk/>
            <pc:sldMk cId="1951551127" sldId="276"/>
            <ac:grpSpMk id="11" creationId="{445EED24-F6E0-8356-ADDE-63168192EB2A}"/>
          </ac:grpSpMkLst>
        </pc:grpChg>
        <pc:grpChg chg="add mod">
          <ac:chgData name="744311194@qq.com" userId="e2a28223f2085f4b" providerId="LiveId" clId="{93EAE7B5-FDEE-48D0-B65C-03455E3B8632}" dt="2026-06-16T16:16:20.159" v="857" actId="1076"/>
          <ac:grpSpMkLst>
            <pc:docMk/>
            <pc:sldMk cId="1951551127" sldId="276"/>
            <ac:grpSpMk id="95" creationId="{D8ED5EF9-54CA-A7EC-894F-D9680A1ECAAD}"/>
          </ac:grpSpMkLst>
        </pc:grpChg>
        <pc:cxnChg chg="add mod ord">
          <ac:chgData name="744311194@qq.com" userId="e2a28223f2085f4b" providerId="LiveId" clId="{93EAE7B5-FDEE-48D0-B65C-03455E3B8632}" dt="2026-06-16T16:16:18.427" v="856" actId="164"/>
          <ac:cxnSpMkLst>
            <pc:docMk/>
            <pc:sldMk cId="1951551127" sldId="276"/>
            <ac:cxnSpMk id="7" creationId="{050DADBB-F3B3-18D6-D538-0B232C276C02}"/>
          </ac:cxnSpMkLst>
        </pc:cxnChg>
        <pc:cxnChg chg="mod">
          <ac:chgData name="744311194@qq.com" userId="e2a28223f2085f4b" providerId="LiveId" clId="{93EAE7B5-FDEE-48D0-B65C-03455E3B8632}" dt="2026-06-16T14:59:30.142" v="348" actId="14100"/>
          <ac:cxnSpMkLst>
            <pc:docMk/>
            <pc:sldMk cId="1951551127" sldId="276"/>
            <ac:cxnSpMk id="33" creationId="{F356F7B9-98A7-1B82-CC31-9BEA0D5A45AB}"/>
          </ac:cxnSpMkLst>
        </pc:cxnChg>
        <pc:cxnChg chg="mod">
          <ac:chgData name="744311194@qq.com" userId="e2a28223f2085f4b" providerId="LiveId" clId="{93EAE7B5-FDEE-48D0-B65C-03455E3B8632}" dt="2026-06-16T14:59:11.183" v="344" actId="14100"/>
          <ac:cxnSpMkLst>
            <pc:docMk/>
            <pc:sldMk cId="1951551127" sldId="276"/>
            <ac:cxnSpMk id="48" creationId="{3EE7074C-FFB0-3FEC-F1EF-0D3E377A3882}"/>
          </ac:cxnSpMkLst>
        </pc:cxnChg>
        <pc:cxnChg chg="mod">
          <ac:chgData name="744311194@qq.com" userId="e2a28223f2085f4b" providerId="LiveId" clId="{93EAE7B5-FDEE-48D0-B65C-03455E3B8632}" dt="2026-06-16T14:59:23.389" v="347" actId="14100"/>
          <ac:cxnSpMkLst>
            <pc:docMk/>
            <pc:sldMk cId="1951551127" sldId="276"/>
            <ac:cxnSpMk id="50" creationId="{38369818-4F2F-BA0C-93B9-A229F0B17FE5}"/>
          </ac:cxnSpMkLst>
        </pc:cxnChg>
      </pc:sldChg>
      <pc:sldChg chg="addSp delSp modSp add mod ord">
        <pc:chgData name="744311194@qq.com" userId="e2a28223f2085f4b" providerId="LiveId" clId="{93EAE7B5-FDEE-48D0-B65C-03455E3B8632}" dt="2026-06-16T16:29:23.097" v="924" actId="20577"/>
        <pc:sldMkLst>
          <pc:docMk/>
          <pc:sldMk cId="2843814954" sldId="277"/>
        </pc:sldMkLst>
        <pc:spChg chg="mod">
          <ac:chgData name="744311194@qq.com" userId="e2a28223f2085f4b" providerId="LiveId" clId="{93EAE7B5-FDEE-48D0-B65C-03455E3B8632}" dt="2026-06-16T15:04:36.609" v="401" actId="114"/>
          <ac:spMkLst>
            <pc:docMk/>
            <pc:sldMk cId="2843814954" sldId="277"/>
            <ac:spMk id="92" creationId="{E025080F-D85F-C5B1-60A4-D782B87518EE}"/>
          </ac:spMkLst>
        </pc:spChg>
        <pc:spChg chg="mod">
          <ac:chgData name="744311194@qq.com" userId="e2a28223f2085f4b" providerId="LiveId" clId="{93EAE7B5-FDEE-48D0-B65C-03455E3B8632}" dt="2026-06-16T15:05:47.194" v="421" actId="1076"/>
          <ac:spMkLst>
            <pc:docMk/>
            <pc:sldMk cId="2843814954" sldId="277"/>
            <ac:spMk id="93" creationId="{4A4463B7-1C45-562D-A48B-82A53E1E158F}"/>
          </ac:spMkLst>
        </pc:spChg>
        <pc:spChg chg="mod">
          <ac:chgData name="744311194@qq.com" userId="e2a28223f2085f4b" providerId="LiveId" clId="{93EAE7B5-FDEE-48D0-B65C-03455E3B8632}" dt="2026-06-16T15:09:25.720" v="482" actId="1076"/>
          <ac:spMkLst>
            <pc:docMk/>
            <pc:sldMk cId="2843814954" sldId="277"/>
            <ac:spMk id="94" creationId="{0EC46113-FF9D-1D6B-87C8-7DDF039A76E7}"/>
          </ac:spMkLst>
        </pc:spChg>
        <pc:spChg chg="mod">
          <ac:chgData name="744311194@qq.com" userId="e2a28223f2085f4b" providerId="LiveId" clId="{93EAE7B5-FDEE-48D0-B65C-03455E3B8632}" dt="2026-06-16T16:18:10.720" v="884" actId="255"/>
          <ac:spMkLst>
            <pc:docMk/>
            <pc:sldMk cId="2843814954" sldId="277"/>
            <ac:spMk id="95" creationId="{40D7E8F3-1877-553E-7A65-0FA07C1960D5}"/>
          </ac:spMkLst>
        </pc:spChg>
        <pc:spChg chg="mod">
          <ac:chgData name="744311194@qq.com" userId="e2a28223f2085f4b" providerId="LiveId" clId="{93EAE7B5-FDEE-48D0-B65C-03455E3B8632}" dt="2026-06-16T15:03:21.787" v="371" actId="20577"/>
          <ac:spMkLst>
            <pc:docMk/>
            <pc:sldMk cId="2843814954" sldId="277"/>
            <ac:spMk id="96" creationId="{54A8CEB7-31B7-B916-DB84-DBD83C62CE2E}"/>
          </ac:spMkLst>
        </pc:spChg>
        <pc:spChg chg="mod">
          <ac:chgData name="744311194@qq.com" userId="e2a28223f2085f4b" providerId="LiveId" clId="{93EAE7B5-FDEE-48D0-B65C-03455E3B8632}" dt="2026-06-16T16:23:12.616" v="910" actId="20577"/>
          <ac:spMkLst>
            <pc:docMk/>
            <pc:sldMk cId="2843814954" sldId="277"/>
            <ac:spMk id="97" creationId="{939D3A7C-42A7-FF07-42CB-3A2687D04E2D}"/>
          </ac:spMkLst>
        </pc:spChg>
        <pc:spChg chg="mod">
          <ac:chgData name="744311194@qq.com" userId="e2a28223f2085f4b" providerId="LiveId" clId="{93EAE7B5-FDEE-48D0-B65C-03455E3B8632}" dt="2026-06-16T16:18:10.720" v="884" actId="255"/>
          <ac:spMkLst>
            <pc:docMk/>
            <pc:sldMk cId="2843814954" sldId="277"/>
            <ac:spMk id="101" creationId="{0D67438E-E2A5-E339-D7EF-5740D1108388}"/>
          </ac:spMkLst>
        </pc:spChg>
        <pc:spChg chg="mod">
          <ac:chgData name="744311194@qq.com" userId="e2a28223f2085f4b" providerId="LiveId" clId="{93EAE7B5-FDEE-48D0-B65C-03455E3B8632}" dt="2026-06-16T16:22:52.202" v="905" actId="1076"/>
          <ac:spMkLst>
            <pc:docMk/>
            <pc:sldMk cId="2843814954" sldId="277"/>
            <ac:spMk id="102" creationId="{7E39F666-6543-3E5D-0DAE-DFAA90240834}"/>
          </ac:spMkLst>
        </pc:spChg>
        <pc:spChg chg="mod">
          <ac:chgData name="744311194@qq.com" userId="e2a28223f2085f4b" providerId="LiveId" clId="{93EAE7B5-FDEE-48D0-B65C-03455E3B8632}" dt="2026-06-16T15:04:36.609" v="401" actId="114"/>
          <ac:spMkLst>
            <pc:docMk/>
            <pc:sldMk cId="2843814954" sldId="277"/>
            <ac:spMk id="104" creationId="{71AF774A-885A-49E0-C5B5-4FD22A99E90F}"/>
          </ac:spMkLst>
        </pc:spChg>
        <pc:spChg chg="mod">
          <ac:chgData name="744311194@qq.com" userId="e2a28223f2085f4b" providerId="LiveId" clId="{93EAE7B5-FDEE-48D0-B65C-03455E3B8632}" dt="2026-06-16T16:22:55.503" v="906" actId="1076"/>
          <ac:spMkLst>
            <pc:docMk/>
            <pc:sldMk cId="2843814954" sldId="277"/>
            <ac:spMk id="109" creationId="{56F14DE9-EDAB-7A2B-6A7B-C060B4D568DB}"/>
          </ac:spMkLst>
        </pc:spChg>
        <pc:spChg chg="mod">
          <ac:chgData name="744311194@qq.com" userId="e2a28223f2085f4b" providerId="LiveId" clId="{93EAE7B5-FDEE-48D0-B65C-03455E3B8632}" dt="2026-06-16T15:04:36.609" v="401" actId="114"/>
          <ac:spMkLst>
            <pc:docMk/>
            <pc:sldMk cId="2843814954" sldId="277"/>
            <ac:spMk id="112" creationId="{78EDAF0A-9904-6114-C466-2F43792E4D45}"/>
          </ac:spMkLst>
        </pc:spChg>
        <pc:spChg chg="add mod">
          <ac:chgData name="744311194@qq.com" userId="e2a28223f2085f4b" providerId="LiveId" clId="{93EAE7B5-FDEE-48D0-B65C-03455E3B8632}" dt="2026-06-16T15:13:32.351" v="539" actId="164"/>
          <ac:spMkLst>
            <pc:docMk/>
            <pc:sldMk cId="2843814954" sldId="277"/>
            <ac:spMk id="150" creationId="{7DE02B0C-636E-4D77-D469-6759757873BD}"/>
          </ac:spMkLst>
        </pc:spChg>
        <pc:spChg chg="add mod">
          <ac:chgData name="744311194@qq.com" userId="e2a28223f2085f4b" providerId="LiveId" clId="{93EAE7B5-FDEE-48D0-B65C-03455E3B8632}" dt="2026-06-16T15:13:32.351" v="539" actId="164"/>
          <ac:spMkLst>
            <pc:docMk/>
            <pc:sldMk cId="2843814954" sldId="277"/>
            <ac:spMk id="151" creationId="{D206E5C0-A5D0-555F-0EA7-27AC1C9F0F3E}"/>
          </ac:spMkLst>
        </pc:spChg>
        <pc:spChg chg="add mod">
          <ac:chgData name="744311194@qq.com" userId="e2a28223f2085f4b" providerId="LiveId" clId="{93EAE7B5-FDEE-48D0-B65C-03455E3B8632}" dt="2026-06-16T15:13:32.351" v="539" actId="164"/>
          <ac:spMkLst>
            <pc:docMk/>
            <pc:sldMk cId="2843814954" sldId="277"/>
            <ac:spMk id="160" creationId="{3C07AA72-8579-11CD-3C76-C8D5E269B6A3}"/>
          </ac:spMkLst>
        </pc:spChg>
        <pc:spChg chg="add del mod">
          <ac:chgData name="744311194@qq.com" userId="e2a28223f2085f4b" providerId="LiveId" clId="{93EAE7B5-FDEE-48D0-B65C-03455E3B8632}" dt="2026-06-16T15:07:07.307" v="438" actId="478"/>
          <ac:spMkLst>
            <pc:docMk/>
            <pc:sldMk cId="2843814954" sldId="277"/>
            <ac:spMk id="203" creationId="{761EF694-5801-15D8-1B4B-B2922D826933}"/>
          </ac:spMkLst>
        </pc:spChg>
        <pc:spChg chg="mod ord">
          <ac:chgData name="744311194@qq.com" userId="e2a28223f2085f4b" providerId="LiveId" clId="{93EAE7B5-FDEE-48D0-B65C-03455E3B8632}" dt="2026-06-16T15:07:08.151" v="439" actId="171"/>
          <ac:spMkLst>
            <pc:docMk/>
            <pc:sldMk cId="2843814954" sldId="277"/>
            <ac:spMk id="204" creationId="{A7692B52-BA09-A52D-F894-24183B1B19A5}"/>
          </ac:spMkLst>
        </pc:spChg>
        <pc:spChg chg="mod ord">
          <ac:chgData name="744311194@qq.com" userId="e2a28223f2085f4b" providerId="LiveId" clId="{93EAE7B5-FDEE-48D0-B65C-03455E3B8632}" dt="2026-06-16T15:07:08.151" v="439" actId="171"/>
          <ac:spMkLst>
            <pc:docMk/>
            <pc:sldMk cId="2843814954" sldId="277"/>
            <ac:spMk id="205" creationId="{4ECB5997-C3EE-61E4-6DD5-531657FD5665}"/>
          </ac:spMkLst>
        </pc:spChg>
        <pc:spChg chg="mod">
          <ac:chgData name="744311194@qq.com" userId="e2a28223f2085f4b" providerId="LiveId" clId="{93EAE7B5-FDEE-48D0-B65C-03455E3B8632}" dt="2026-06-16T15:09:04.453" v="477"/>
          <ac:spMkLst>
            <pc:docMk/>
            <pc:sldMk cId="2843814954" sldId="277"/>
            <ac:spMk id="214" creationId="{DDE3A5DB-EE81-FDF5-AF62-A99D3CE433F9}"/>
          </ac:spMkLst>
        </pc:spChg>
        <pc:spChg chg="mod">
          <ac:chgData name="744311194@qq.com" userId="e2a28223f2085f4b" providerId="LiveId" clId="{93EAE7B5-FDEE-48D0-B65C-03455E3B8632}" dt="2026-06-16T15:09:04.453" v="477"/>
          <ac:spMkLst>
            <pc:docMk/>
            <pc:sldMk cId="2843814954" sldId="277"/>
            <ac:spMk id="215" creationId="{3D425BD7-BD4E-028F-B8A5-902487924ED1}"/>
          </ac:spMkLst>
        </pc:spChg>
        <pc:spChg chg="mod">
          <ac:chgData name="744311194@qq.com" userId="e2a28223f2085f4b" providerId="LiveId" clId="{93EAE7B5-FDEE-48D0-B65C-03455E3B8632}" dt="2026-06-16T15:09:04.453" v="477"/>
          <ac:spMkLst>
            <pc:docMk/>
            <pc:sldMk cId="2843814954" sldId="277"/>
            <ac:spMk id="216" creationId="{67E07F5F-DA70-4EFB-CB9F-AE1867389550}"/>
          </ac:spMkLst>
        </pc:spChg>
        <pc:spChg chg="add mod">
          <ac:chgData name="744311194@qq.com" userId="e2a28223f2085f4b" providerId="LiveId" clId="{93EAE7B5-FDEE-48D0-B65C-03455E3B8632}" dt="2026-06-16T15:13:32.351" v="539" actId="164"/>
          <ac:spMkLst>
            <pc:docMk/>
            <pc:sldMk cId="2843814954" sldId="277"/>
            <ac:spMk id="217" creationId="{07DF5F39-8008-6F01-06C9-A6214996D84B}"/>
          </ac:spMkLst>
        </pc:spChg>
        <pc:spChg chg="add mod">
          <ac:chgData name="744311194@qq.com" userId="e2a28223f2085f4b" providerId="LiveId" clId="{93EAE7B5-FDEE-48D0-B65C-03455E3B8632}" dt="2026-06-16T16:21:22.155" v="901" actId="14100"/>
          <ac:spMkLst>
            <pc:docMk/>
            <pc:sldMk cId="2843814954" sldId="277"/>
            <ac:spMk id="218" creationId="{DD15A718-866A-12BD-46C1-F7E27D105157}"/>
          </ac:spMkLst>
        </pc:spChg>
        <pc:spChg chg="add mod">
          <ac:chgData name="744311194@qq.com" userId="e2a28223f2085f4b" providerId="LiveId" clId="{93EAE7B5-FDEE-48D0-B65C-03455E3B8632}" dt="2026-06-16T15:13:32.351" v="539" actId="164"/>
          <ac:spMkLst>
            <pc:docMk/>
            <pc:sldMk cId="2843814954" sldId="277"/>
            <ac:spMk id="219" creationId="{8A4C3333-CAB0-47FD-FD0E-7A395C941641}"/>
          </ac:spMkLst>
        </pc:spChg>
        <pc:spChg chg="add mod">
          <ac:chgData name="744311194@qq.com" userId="e2a28223f2085f4b" providerId="LiveId" clId="{93EAE7B5-FDEE-48D0-B65C-03455E3B8632}" dt="2026-06-16T15:13:32.351" v="539" actId="164"/>
          <ac:spMkLst>
            <pc:docMk/>
            <pc:sldMk cId="2843814954" sldId="277"/>
            <ac:spMk id="220" creationId="{4D11E93B-AD35-0CAA-41A2-C7A652A3E67E}"/>
          </ac:spMkLst>
        </pc:spChg>
        <pc:spChg chg="add mod">
          <ac:chgData name="744311194@qq.com" userId="e2a28223f2085f4b" providerId="LiveId" clId="{93EAE7B5-FDEE-48D0-B65C-03455E3B8632}" dt="2026-06-16T16:18:10.720" v="884" actId="255"/>
          <ac:spMkLst>
            <pc:docMk/>
            <pc:sldMk cId="2843814954" sldId="277"/>
            <ac:spMk id="256" creationId="{3D34181B-67FC-A4C5-667C-BA79978925FB}"/>
          </ac:spMkLst>
        </pc:spChg>
        <pc:spChg chg="add mod">
          <ac:chgData name="744311194@qq.com" userId="e2a28223f2085f4b" providerId="LiveId" clId="{93EAE7B5-FDEE-48D0-B65C-03455E3B8632}" dt="2026-06-16T15:13:32.351" v="539" actId="164"/>
          <ac:spMkLst>
            <pc:docMk/>
            <pc:sldMk cId="2843814954" sldId="277"/>
            <ac:spMk id="263" creationId="{BAB8F9ED-E479-B4FC-0426-E776AB6D3DE4}"/>
          </ac:spMkLst>
        </pc:spChg>
        <pc:spChg chg="add mod">
          <ac:chgData name="744311194@qq.com" userId="e2a28223f2085f4b" providerId="LiveId" clId="{93EAE7B5-FDEE-48D0-B65C-03455E3B8632}" dt="2026-06-16T15:13:32.351" v="539" actId="164"/>
          <ac:spMkLst>
            <pc:docMk/>
            <pc:sldMk cId="2843814954" sldId="277"/>
            <ac:spMk id="264" creationId="{BBAE5EB0-E8F1-6F65-E8A8-800D8E97DA9E}"/>
          </ac:spMkLst>
        </pc:spChg>
        <pc:spChg chg="add mod">
          <ac:chgData name="744311194@qq.com" userId="e2a28223f2085f4b" providerId="LiveId" clId="{93EAE7B5-FDEE-48D0-B65C-03455E3B8632}" dt="2026-06-16T15:13:32.351" v="539" actId="164"/>
          <ac:spMkLst>
            <pc:docMk/>
            <pc:sldMk cId="2843814954" sldId="277"/>
            <ac:spMk id="265" creationId="{38DE5E08-CEB8-2903-C275-00708DAF818A}"/>
          </ac:spMkLst>
        </pc:spChg>
        <pc:spChg chg="mod">
          <ac:chgData name="744311194@qq.com" userId="e2a28223f2085f4b" providerId="LiveId" clId="{93EAE7B5-FDEE-48D0-B65C-03455E3B8632}" dt="2026-06-16T16:23:25.404" v="917" actId="20577"/>
          <ac:spMkLst>
            <pc:docMk/>
            <pc:sldMk cId="2843814954" sldId="277"/>
            <ac:spMk id="307" creationId="{B81F1C81-B826-D656-53A9-754DC978E6CE}"/>
          </ac:spMkLst>
        </pc:spChg>
        <pc:spChg chg="mod">
          <ac:chgData name="744311194@qq.com" userId="e2a28223f2085f4b" providerId="LiveId" clId="{93EAE7B5-FDEE-48D0-B65C-03455E3B8632}" dt="2026-06-16T16:23:29.625" v="919" actId="20577"/>
          <ac:spMkLst>
            <pc:docMk/>
            <pc:sldMk cId="2843814954" sldId="277"/>
            <ac:spMk id="311" creationId="{6D0529B8-5DC5-6741-5C64-E7EB2797FB86}"/>
          </ac:spMkLst>
        </pc:spChg>
        <pc:spChg chg="mod">
          <ac:chgData name="744311194@qq.com" userId="e2a28223f2085f4b" providerId="LiveId" clId="{93EAE7B5-FDEE-48D0-B65C-03455E3B8632}" dt="2026-06-16T16:17:22.436" v="872" actId="6549"/>
          <ac:spMkLst>
            <pc:docMk/>
            <pc:sldMk cId="2843814954" sldId="277"/>
            <ac:spMk id="317" creationId="{F5F9B56F-8596-5304-C574-E716352265C8}"/>
          </ac:spMkLst>
        </pc:spChg>
        <pc:spChg chg="mod">
          <ac:chgData name="744311194@qq.com" userId="e2a28223f2085f4b" providerId="LiveId" clId="{93EAE7B5-FDEE-48D0-B65C-03455E3B8632}" dt="2026-06-16T16:17:22.436" v="872" actId="6549"/>
          <ac:spMkLst>
            <pc:docMk/>
            <pc:sldMk cId="2843814954" sldId="277"/>
            <ac:spMk id="318" creationId="{1CC421F1-BF41-C393-A33A-A8D49AD033CA}"/>
          </ac:spMkLst>
        </pc:spChg>
        <pc:spChg chg="mod">
          <ac:chgData name="744311194@qq.com" userId="e2a28223f2085f4b" providerId="LiveId" clId="{93EAE7B5-FDEE-48D0-B65C-03455E3B8632}" dt="2026-06-16T16:18:10.720" v="884" actId="255"/>
          <ac:spMkLst>
            <pc:docMk/>
            <pc:sldMk cId="2843814954" sldId="277"/>
            <ac:spMk id="319" creationId="{23C315AD-AD87-CA2D-CB10-6B1694B8449E}"/>
          </ac:spMkLst>
        </pc:spChg>
        <pc:spChg chg="mod">
          <ac:chgData name="744311194@qq.com" userId="e2a28223f2085f4b" providerId="LiveId" clId="{93EAE7B5-FDEE-48D0-B65C-03455E3B8632}" dt="2026-06-16T16:17:22.436" v="872" actId="6549"/>
          <ac:spMkLst>
            <pc:docMk/>
            <pc:sldMk cId="2843814954" sldId="277"/>
            <ac:spMk id="322" creationId="{1CF45B4F-8481-0488-6AC6-7A622C35C5CF}"/>
          </ac:spMkLst>
        </pc:spChg>
        <pc:spChg chg="mod">
          <ac:chgData name="744311194@qq.com" userId="e2a28223f2085f4b" providerId="LiveId" clId="{93EAE7B5-FDEE-48D0-B65C-03455E3B8632}" dt="2026-06-16T16:17:22.436" v="872" actId="6549"/>
          <ac:spMkLst>
            <pc:docMk/>
            <pc:sldMk cId="2843814954" sldId="277"/>
            <ac:spMk id="323" creationId="{155F2CB7-AA11-FF63-6EEF-99425B78DC88}"/>
          </ac:spMkLst>
        </pc:spChg>
        <pc:spChg chg="mod">
          <ac:chgData name="744311194@qq.com" userId="e2a28223f2085f4b" providerId="LiveId" clId="{93EAE7B5-FDEE-48D0-B65C-03455E3B8632}" dt="2026-06-16T16:17:22.436" v="872" actId="6549"/>
          <ac:spMkLst>
            <pc:docMk/>
            <pc:sldMk cId="2843814954" sldId="277"/>
            <ac:spMk id="324" creationId="{3566DA1D-E1C1-42B2-01F4-9F033168F423}"/>
          </ac:spMkLst>
        </pc:spChg>
        <pc:spChg chg="mod">
          <ac:chgData name="744311194@qq.com" userId="e2a28223f2085f4b" providerId="LiveId" clId="{93EAE7B5-FDEE-48D0-B65C-03455E3B8632}" dt="2026-06-16T16:23:20.570" v="913" actId="20577"/>
          <ac:spMkLst>
            <pc:docMk/>
            <pc:sldMk cId="2843814954" sldId="277"/>
            <ac:spMk id="339" creationId="{59BEE29C-C2DD-7302-6E89-9F85EB59699D}"/>
          </ac:spMkLst>
        </pc:spChg>
        <pc:spChg chg="mod">
          <ac:chgData name="744311194@qq.com" userId="e2a28223f2085f4b" providerId="LiveId" clId="{93EAE7B5-FDEE-48D0-B65C-03455E3B8632}" dt="2026-06-16T16:23:22.449" v="915" actId="20577"/>
          <ac:spMkLst>
            <pc:docMk/>
            <pc:sldMk cId="2843814954" sldId="277"/>
            <ac:spMk id="340" creationId="{F1D15ED0-388A-91F9-CE6E-0AEEEF411BBD}"/>
          </ac:spMkLst>
        </pc:spChg>
        <pc:spChg chg="mod">
          <ac:chgData name="744311194@qq.com" userId="e2a28223f2085f4b" providerId="LiveId" clId="{93EAE7B5-FDEE-48D0-B65C-03455E3B8632}" dt="2026-06-16T16:29:12.912" v="921" actId="1076"/>
          <ac:spMkLst>
            <pc:docMk/>
            <pc:sldMk cId="2843814954" sldId="277"/>
            <ac:spMk id="341" creationId="{7D23AF74-02EE-BEFF-2C09-F9935CF0AE82}"/>
          </ac:spMkLst>
        </pc:spChg>
        <pc:spChg chg="mod">
          <ac:chgData name="744311194@qq.com" userId="e2a28223f2085f4b" providerId="LiveId" clId="{93EAE7B5-FDEE-48D0-B65C-03455E3B8632}" dt="2026-06-16T16:17:22.436" v="872" actId="6549"/>
          <ac:spMkLst>
            <pc:docMk/>
            <pc:sldMk cId="2843814954" sldId="277"/>
            <ac:spMk id="344" creationId="{001AD92B-D070-D9A5-2071-0CFA94F5E08D}"/>
          </ac:spMkLst>
        </pc:spChg>
        <pc:spChg chg="mod">
          <ac:chgData name="744311194@qq.com" userId="e2a28223f2085f4b" providerId="LiveId" clId="{93EAE7B5-FDEE-48D0-B65C-03455E3B8632}" dt="2026-06-16T16:17:22.436" v="872" actId="6549"/>
          <ac:spMkLst>
            <pc:docMk/>
            <pc:sldMk cId="2843814954" sldId="277"/>
            <ac:spMk id="348" creationId="{F40245C6-C6C4-EF65-23F2-AC9B106B1101}"/>
          </ac:spMkLst>
        </pc:spChg>
        <pc:spChg chg="mod">
          <ac:chgData name="744311194@qq.com" userId="e2a28223f2085f4b" providerId="LiveId" clId="{93EAE7B5-FDEE-48D0-B65C-03455E3B8632}" dt="2026-06-16T16:18:10.720" v="884" actId="255"/>
          <ac:spMkLst>
            <pc:docMk/>
            <pc:sldMk cId="2843814954" sldId="277"/>
            <ac:spMk id="355" creationId="{D8C61646-EA76-7B8F-8DDB-91DBC2ACF929}"/>
          </ac:spMkLst>
        </pc:spChg>
        <pc:spChg chg="mod">
          <ac:chgData name="744311194@qq.com" userId="e2a28223f2085f4b" providerId="LiveId" clId="{93EAE7B5-FDEE-48D0-B65C-03455E3B8632}" dt="2026-06-16T16:18:10.720" v="884" actId="255"/>
          <ac:spMkLst>
            <pc:docMk/>
            <pc:sldMk cId="2843814954" sldId="277"/>
            <ac:spMk id="356" creationId="{88A02029-14F3-4403-2249-3F151478842F}"/>
          </ac:spMkLst>
        </pc:spChg>
        <pc:spChg chg="mod">
          <ac:chgData name="744311194@qq.com" userId="e2a28223f2085f4b" providerId="LiveId" clId="{93EAE7B5-FDEE-48D0-B65C-03455E3B8632}" dt="2026-06-16T16:16:22.574" v="858"/>
          <ac:spMkLst>
            <pc:docMk/>
            <pc:sldMk cId="2843814954" sldId="277"/>
            <ac:spMk id="361" creationId="{C902C88C-29EF-8CA7-8FD2-04EE821E6481}"/>
          </ac:spMkLst>
        </pc:spChg>
        <pc:spChg chg="mod">
          <ac:chgData name="744311194@qq.com" userId="e2a28223f2085f4b" providerId="LiveId" clId="{93EAE7B5-FDEE-48D0-B65C-03455E3B8632}" dt="2026-06-16T16:16:22.574" v="858"/>
          <ac:spMkLst>
            <pc:docMk/>
            <pc:sldMk cId="2843814954" sldId="277"/>
            <ac:spMk id="362" creationId="{C3E38695-A8D0-BB84-5CA6-947192D24BC0}"/>
          </ac:spMkLst>
        </pc:spChg>
        <pc:spChg chg="mod">
          <ac:chgData name="744311194@qq.com" userId="e2a28223f2085f4b" providerId="LiveId" clId="{93EAE7B5-FDEE-48D0-B65C-03455E3B8632}" dt="2026-06-16T16:21:12.328" v="899" actId="1076"/>
          <ac:spMkLst>
            <pc:docMk/>
            <pc:sldMk cId="2843814954" sldId="277"/>
            <ac:spMk id="377" creationId="{02DC1A42-B96F-644C-04DC-45356C310A27}"/>
          </ac:spMkLst>
        </pc:spChg>
        <pc:spChg chg="mod">
          <ac:chgData name="744311194@qq.com" userId="e2a28223f2085f4b" providerId="LiveId" clId="{93EAE7B5-FDEE-48D0-B65C-03455E3B8632}" dt="2026-06-16T16:16:22.574" v="858"/>
          <ac:spMkLst>
            <pc:docMk/>
            <pc:sldMk cId="2843814954" sldId="277"/>
            <ac:spMk id="378" creationId="{F1195CEC-D8B2-B5F0-8AE8-F36113F82F54}"/>
          </ac:spMkLst>
        </pc:spChg>
        <pc:spChg chg="mod">
          <ac:chgData name="744311194@qq.com" userId="e2a28223f2085f4b" providerId="LiveId" clId="{93EAE7B5-FDEE-48D0-B65C-03455E3B8632}" dt="2026-06-16T16:18:10.720" v="884" actId="255"/>
          <ac:spMkLst>
            <pc:docMk/>
            <pc:sldMk cId="2843814954" sldId="277"/>
            <ac:spMk id="379" creationId="{0E77C82D-54EB-399A-619F-1DDE20D48AEA}"/>
          </ac:spMkLst>
        </pc:spChg>
        <pc:spChg chg="mod">
          <ac:chgData name="744311194@qq.com" userId="e2a28223f2085f4b" providerId="LiveId" clId="{93EAE7B5-FDEE-48D0-B65C-03455E3B8632}" dt="2026-06-16T16:29:19.980" v="923" actId="20577"/>
          <ac:spMkLst>
            <pc:docMk/>
            <pc:sldMk cId="2843814954" sldId="277"/>
            <ac:spMk id="380" creationId="{08774DC3-CFC1-014B-CE0F-788AC90648B6}"/>
          </ac:spMkLst>
        </pc:spChg>
        <pc:spChg chg="mod">
          <ac:chgData name="744311194@qq.com" userId="e2a28223f2085f4b" providerId="LiveId" clId="{93EAE7B5-FDEE-48D0-B65C-03455E3B8632}" dt="2026-06-16T16:29:23.097" v="924" actId="20577"/>
          <ac:spMkLst>
            <pc:docMk/>
            <pc:sldMk cId="2843814954" sldId="277"/>
            <ac:spMk id="381" creationId="{DDF2870A-8821-7603-2520-523B427CCB72}"/>
          </ac:spMkLst>
        </pc:spChg>
        <pc:spChg chg="mod">
          <ac:chgData name="744311194@qq.com" userId="e2a28223f2085f4b" providerId="LiveId" clId="{93EAE7B5-FDEE-48D0-B65C-03455E3B8632}" dt="2026-06-16T16:16:22.574" v="858"/>
          <ac:spMkLst>
            <pc:docMk/>
            <pc:sldMk cId="2843814954" sldId="277"/>
            <ac:spMk id="387" creationId="{249CE4D4-8EDD-DA58-7403-2DFBB10C1399}"/>
          </ac:spMkLst>
        </pc:spChg>
        <pc:spChg chg="mod">
          <ac:chgData name="744311194@qq.com" userId="e2a28223f2085f4b" providerId="LiveId" clId="{93EAE7B5-FDEE-48D0-B65C-03455E3B8632}" dt="2026-06-16T16:16:22.574" v="858"/>
          <ac:spMkLst>
            <pc:docMk/>
            <pc:sldMk cId="2843814954" sldId="277"/>
            <ac:spMk id="388" creationId="{BDA49367-1365-7F38-2126-9EB84B72BB57}"/>
          </ac:spMkLst>
        </pc:spChg>
        <pc:spChg chg="mod">
          <ac:chgData name="744311194@qq.com" userId="e2a28223f2085f4b" providerId="LiveId" clId="{93EAE7B5-FDEE-48D0-B65C-03455E3B8632}" dt="2026-06-16T16:16:22.574" v="858"/>
          <ac:spMkLst>
            <pc:docMk/>
            <pc:sldMk cId="2843814954" sldId="277"/>
            <ac:spMk id="397" creationId="{C10DC28A-9B9B-74CC-6CBF-A7ACC78C2D58}"/>
          </ac:spMkLst>
        </pc:spChg>
        <pc:spChg chg="mod">
          <ac:chgData name="744311194@qq.com" userId="e2a28223f2085f4b" providerId="LiveId" clId="{93EAE7B5-FDEE-48D0-B65C-03455E3B8632}" dt="2026-06-16T16:16:22.574" v="858"/>
          <ac:spMkLst>
            <pc:docMk/>
            <pc:sldMk cId="2843814954" sldId="277"/>
            <ac:spMk id="398" creationId="{2AA4A8F5-498A-4FB4-08C4-5C984250FE69}"/>
          </ac:spMkLst>
        </pc:spChg>
        <pc:grpChg chg="topLvl">
          <ac:chgData name="744311194@qq.com" userId="e2a28223f2085f4b" providerId="LiveId" clId="{93EAE7B5-FDEE-48D0-B65C-03455E3B8632}" dt="2026-06-16T15:11:25.306" v="521" actId="478"/>
          <ac:grpSpMkLst>
            <pc:docMk/>
            <pc:sldMk cId="2843814954" sldId="277"/>
            <ac:grpSpMk id="81" creationId="{5B81249B-6CD3-D24C-1850-B6AC2C9B322D}"/>
          </ac:grpSpMkLst>
        </pc:grpChg>
        <pc:grpChg chg="add del mod">
          <ac:chgData name="744311194@qq.com" userId="e2a28223f2085f4b" providerId="LiveId" clId="{93EAE7B5-FDEE-48D0-B65C-03455E3B8632}" dt="2026-06-16T15:11:01.026" v="513" actId="1076"/>
          <ac:grpSpMkLst>
            <pc:docMk/>
            <pc:sldMk cId="2843814954" sldId="277"/>
            <ac:grpSpMk id="202" creationId="{9B5AD5F1-E4A0-37B6-52EE-A21F730EC170}"/>
          </ac:grpSpMkLst>
        </pc:grpChg>
        <pc:grpChg chg="add mod">
          <ac:chgData name="744311194@qq.com" userId="e2a28223f2085f4b" providerId="LiveId" clId="{93EAE7B5-FDEE-48D0-B65C-03455E3B8632}" dt="2026-06-16T15:09:17.564" v="480" actId="1076"/>
          <ac:grpSpMkLst>
            <pc:docMk/>
            <pc:sldMk cId="2843814954" sldId="277"/>
            <ac:grpSpMk id="213" creationId="{FD6FC834-A3EA-7768-2A46-F41149865705}"/>
          </ac:grpSpMkLst>
        </pc:grpChg>
        <pc:grpChg chg="mod">
          <ac:chgData name="744311194@qq.com" userId="e2a28223f2085f4b" providerId="LiveId" clId="{93EAE7B5-FDEE-48D0-B65C-03455E3B8632}" dt="2026-06-16T15:13:39.931" v="542" actId="164"/>
          <ac:grpSpMkLst>
            <pc:docMk/>
            <pc:sldMk cId="2843814954" sldId="277"/>
            <ac:grpSpMk id="266" creationId="{1107FA5F-51C7-B789-7FF1-3F068BD57689}"/>
          </ac:grpSpMkLst>
        </pc:grpChg>
        <pc:grpChg chg="add mod">
          <ac:chgData name="744311194@qq.com" userId="e2a28223f2085f4b" providerId="LiveId" clId="{93EAE7B5-FDEE-48D0-B65C-03455E3B8632}" dt="2026-06-16T16:17:03.084" v="867" actId="1076"/>
          <ac:grpSpMkLst>
            <pc:docMk/>
            <pc:sldMk cId="2843814954" sldId="277"/>
            <ac:grpSpMk id="267" creationId="{101ED135-FC8B-A26E-4529-6B4600E28CFD}"/>
          </ac:grpSpMkLst>
        </pc:grpChg>
        <pc:grpChg chg="mod">
          <ac:chgData name="744311194@qq.com" userId="e2a28223f2085f4b" providerId="LiveId" clId="{93EAE7B5-FDEE-48D0-B65C-03455E3B8632}" dt="2026-06-16T16:22:41.368" v="903" actId="1076"/>
          <ac:grpSpMkLst>
            <pc:docMk/>
            <pc:sldMk cId="2843814954" sldId="277"/>
            <ac:grpSpMk id="306" creationId="{E49B4872-A50C-E6CA-B1BA-A59535DA56EC}"/>
          </ac:grpSpMkLst>
        </pc:grpChg>
        <pc:grpChg chg="mod">
          <ac:chgData name="744311194@qq.com" userId="e2a28223f2085f4b" providerId="LiveId" clId="{93EAE7B5-FDEE-48D0-B65C-03455E3B8632}" dt="2026-06-16T16:29:15.552" v="922" actId="1076"/>
          <ac:grpSpMkLst>
            <pc:docMk/>
            <pc:sldMk cId="2843814954" sldId="277"/>
            <ac:grpSpMk id="358" creationId="{F1CB1366-BBA3-ACD8-6F5D-D732E950F135}"/>
          </ac:grpSpMkLst>
        </pc:grpChg>
        <pc:cxnChg chg="mod">
          <ac:chgData name="744311194@qq.com" userId="e2a28223f2085f4b" providerId="LiveId" clId="{93EAE7B5-FDEE-48D0-B65C-03455E3B8632}" dt="2026-06-16T15:05:33.518" v="415" actId="14100"/>
          <ac:cxnSpMkLst>
            <pc:docMk/>
            <pc:sldMk cId="2843814954" sldId="277"/>
            <ac:cxnSpMk id="86" creationId="{7FB37E85-8178-C5AC-3E0B-283CE94CB1F4}"/>
          </ac:cxnSpMkLst>
        </pc:cxnChg>
        <pc:cxnChg chg="mod">
          <ac:chgData name="744311194@qq.com" userId="e2a28223f2085f4b" providerId="LiveId" clId="{93EAE7B5-FDEE-48D0-B65C-03455E3B8632}" dt="2026-06-16T15:08:24.113" v="469" actId="14100"/>
          <ac:cxnSpMkLst>
            <pc:docMk/>
            <pc:sldMk cId="2843814954" sldId="277"/>
            <ac:cxnSpMk id="88" creationId="{F357F318-E0B0-1F40-46D1-A65081DD7457}"/>
          </ac:cxnSpMkLst>
        </pc:cxnChg>
        <pc:cxnChg chg="mod">
          <ac:chgData name="744311194@qq.com" userId="e2a28223f2085f4b" providerId="LiveId" clId="{93EAE7B5-FDEE-48D0-B65C-03455E3B8632}" dt="2026-06-16T15:05:58.677" v="424" actId="14100"/>
          <ac:cxnSpMkLst>
            <pc:docMk/>
            <pc:sldMk cId="2843814954" sldId="277"/>
            <ac:cxnSpMk id="89" creationId="{7D71BFD0-FB90-2C1A-1938-48B86F9C9FB9}"/>
          </ac:cxnSpMkLst>
        </pc:cxnChg>
        <pc:cxnChg chg="mod">
          <ac:chgData name="744311194@qq.com" userId="e2a28223f2085f4b" providerId="LiveId" clId="{93EAE7B5-FDEE-48D0-B65C-03455E3B8632}" dt="2026-06-16T15:05:53.248" v="423" actId="1076"/>
          <ac:cxnSpMkLst>
            <pc:docMk/>
            <pc:sldMk cId="2843814954" sldId="277"/>
            <ac:cxnSpMk id="90" creationId="{52D4C996-5374-FED4-2BB3-6086EBEBD214}"/>
          </ac:cxnSpMkLst>
        </pc:cxnChg>
        <pc:cxnChg chg="add mod">
          <ac:chgData name="744311194@qq.com" userId="e2a28223f2085f4b" providerId="LiveId" clId="{93EAE7B5-FDEE-48D0-B65C-03455E3B8632}" dt="2026-06-16T15:03:43.498" v="380" actId="1076"/>
          <ac:cxnSpMkLst>
            <pc:docMk/>
            <pc:sldMk cId="2843814954" sldId="277"/>
            <ac:cxnSpMk id="152" creationId="{BF593FF1-9697-BFE7-1372-C93BF8F6EC20}"/>
          </ac:cxnSpMkLst>
        </pc:cxnChg>
        <pc:cxnChg chg="add mod">
          <ac:chgData name="744311194@qq.com" userId="e2a28223f2085f4b" providerId="LiveId" clId="{93EAE7B5-FDEE-48D0-B65C-03455E3B8632}" dt="2026-06-16T15:04:03.751" v="389" actId="1076"/>
          <ac:cxnSpMkLst>
            <pc:docMk/>
            <pc:sldMk cId="2843814954" sldId="277"/>
            <ac:cxnSpMk id="154" creationId="{EA351810-6A5B-B4E3-E36C-2A0A281CFE33}"/>
          </ac:cxnSpMkLst>
        </pc:cxnChg>
        <pc:cxnChg chg="add mod">
          <ac:chgData name="744311194@qq.com" userId="e2a28223f2085f4b" providerId="LiveId" clId="{93EAE7B5-FDEE-48D0-B65C-03455E3B8632}" dt="2026-06-16T15:04:12.745" v="393" actId="14100"/>
          <ac:cxnSpMkLst>
            <pc:docMk/>
            <pc:sldMk cId="2843814954" sldId="277"/>
            <ac:cxnSpMk id="157" creationId="{6BD354CD-0997-0978-5AB4-28371903572A}"/>
          </ac:cxnSpMkLst>
        </pc:cxnChg>
        <pc:cxnChg chg="add mod">
          <ac:chgData name="744311194@qq.com" userId="e2a28223f2085f4b" providerId="LiveId" clId="{93EAE7B5-FDEE-48D0-B65C-03455E3B8632}" dt="2026-06-16T15:05:41.994" v="418" actId="1076"/>
          <ac:cxnSpMkLst>
            <pc:docMk/>
            <pc:sldMk cId="2843814954" sldId="277"/>
            <ac:cxnSpMk id="199" creationId="{622DBEA8-F051-54C8-8DF6-F722D2E8F382}"/>
          </ac:cxnSpMkLst>
        </pc:cxnChg>
        <pc:cxnChg chg="add mod">
          <ac:chgData name="744311194@qq.com" userId="e2a28223f2085f4b" providerId="LiveId" clId="{93EAE7B5-FDEE-48D0-B65C-03455E3B8632}" dt="2026-06-16T15:06:03.541" v="426" actId="1076"/>
          <ac:cxnSpMkLst>
            <pc:docMk/>
            <pc:sldMk cId="2843814954" sldId="277"/>
            <ac:cxnSpMk id="201" creationId="{A82516FC-B0E2-CD7B-64B0-B9DD6C0BE2B5}"/>
          </ac:cxnSpMkLst>
        </pc:cxnChg>
        <pc:cxnChg chg="add mod">
          <ac:chgData name="744311194@qq.com" userId="e2a28223f2085f4b" providerId="LiveId" clId="{93EAE7B5-FDEE-48D0-B65C-03455E3B8632}" dt="2026-06-16T15:08:28.734" v="470" actId="1076"/>
          <ac:cxnSpMkLst>
            <pc:docMk/>
            <pc:sldMk cId="2843814954" sldId="277"/>
            <ac:cxnSpMk id="207" creationId="{4571AE8D-DFA0-4FC8-37E1-99BA489CD9EC}"/>
          </ac:cxnSpMkLst>
        </pc:cxnChg>
        <pc:cxnChg chg="add mod">
          <ac:chgData name="744311194@qq.com" userId="e2a28223f2085f4b" providerId="LiveId" clId="{93EAE7B5-FDEE-48D0-B65C-03455E3B8632}" dt="2026-06-16T15:08:51.629" v="475" actId="14100"/>
          <ac:cxnSpMkLst>
            <pc:docMk/>
            <pc:sldMk cId="2843814954" sldId="277"/>
            <ac:cxnSpMk id="210" creationId="{0A8D33AD-7F90-A39E-658C-55AB377042F8}"/>
          </ac:cxnSpMkLst>
        </pc:cxnChg>
        <pc:cxnChg chg="add mod">
          <ac:chgData name="744311194@qq.com" userId="e2a28223f2085f4b" providerId="LiveId" clId="{93EAE7B5-FDEE-48D0-B65C-03455E3B8632}" dt="2026-06-16T15:11:35.414" v="524" actId="1076"/>
          <ac:cxnSpMkLst>
            <pc:docMk/>
            <pc:sldMk cId="2843814954" sldId="277"/>
            <ac:cxnSpMk id="257" creationId="{76B6C08A-164E-1F65-584E-AB07E760C513}"/>
          </ac:cxnSpMkLst>
        </pc:cxnChg>
        <pc:cxnChg chg="add mod">
          <ac:chgData name="744311194@qq.com" userId="e2a28223f2085f4b" providerId="LiveId" clId="{93EAE7B5-FDEE-48D0-B65C-03455E3B8632}" dt="2026-06-16T15:11:59.213" v="530" actId="14100"/>
          <ac:cxnSpMkLst>
            <pc:docMk/>
            <pc:sldMk cId="2843814954" sldId="277"/>
            <ac:cxnSpMk id="258" creationId="{1E55D371-6845-4DA5-C653-D3EE74D0C49D}"/>
          </ac:cxnSpMkLst>
        </pc:cxnChg>
        <pc:cxnChg chg="mod">
          <ac:chgData name="744311194@qq.com" userId="e2a28223f2085f4b" providerId="LiveId" clId="{93EAE7B5-FDEE-48D0-B65C-03455E3B8632}" dt="2026-06-16T16:18:30.650" v="889" actId="478"/>
          <ac:cxnSpMkLst>
            <pc:docMk/>
            <pc:sldMk cId="2843814954" sldId="277"/>
            <ac:cxnSpMk id="331" creationId="{1A351F23-59D2-EAAF-4342-552BA4271771}"/>
          </ac:cxnSpMkLst>
        </pc:cxnChg>
        <pc:cxnChg chg="mod">
          <ac:chgData name="744311194@qq.com" userId="e2a28223f2085f4b" providerId="LiveId" clId="{93EAE7B5-FDEE-48D0-B65C-03455E3B8632}" dt="2026-06-16T16:21:03.934" v="897" actId="14100"/>
          <ac:cxnSpMkLst>
            <pc:docMk/>
            <pc:sldMk cId="2843814954" sldId="277"/>
            <ac:cxnSpMk id="368" creationId="{A85A821B-AF84-B3EC-7EC4-97161AE05EAF}"/>
          </ac:cxnSpMkLst>
        </pc:cxnChg>
      </pc:sldChg>
      <pc:sldMasterChg chg="setBg modSldLayout">
        <pc:chgData name="744311194@qq.com" userId="e2a28223f2085f4b" providerId="LiveId" clId="{93EAE7B5-FDEE-48D0-B65C-03455E3B8632}" dt="2026-06-16T13:31:17.148" v="2"/>
        <pc:sldMasterMkLst>
          <pc:docMk/>
          <pc:sldMasterMk cId="3040533537" sldId="2147483648"/>
        </pc:sldMasterMkLst>
        <pc:sldLayoutChg chg="setBg">
          <pc:chgData name="744311194@qq.com" userId="e2a28223f2085f4b" providerId="LiveId" clId="{93EAE7B5-FDEE-48D0-B65C-03455E3B8632}" dt="2026-06-16T13:31:17.148" v="2"/>
          <pc:sldLayoutMkLst>
            <pc:docMk/>
            <pc:sldMasterMk cId="3040533537" sldId="2147483648"/>
            <pc:sldLayoutMk cId="3203933232" sldId="2147483649"/>
          </pc:sldLayoutMkLst>
        </pc:sldLayoutChg>
        <pc:sldLayoutChg chg="setBg">
          <pc:chgData name="744311194@qq.com" userId="e2a28223f2085f4b" providerId="LiveId" clId="{93EAE7B5-FDEE-48D0-B65C-03455E3B8632}" dt="2026-06-16T13:31:17.148" v="2"/>
          <pc:sldLayoutMkLst>
            <pc:docMk/>
            <pc:sldMasterMk cId="3040533537" sldId="2147483648"/>
            <pc:sldLayoutMk cId="2405553383" sldId="2147483650"/>
          </pc:sldLayoutMkLst>
        </pc:sldLayoutChg>
        <pc:sldLayoutChg chg="setBg">
          <pc:chgData name="744311194@qq.com" userId="e2a28223f2085f4b" providerId="LiveId" clId="{93EAE7B5-FDEE-48D0-B65C-03455E3B8632}" dt="2026-06-16T13:31:17.148" v="2"/>
          <pc:sldLayoutMkLst>
            <pc:docMk/>
            <pc:sldMasterMk cId="3040533537" sldId="2147483648"/>
            <pc:sldLayoutMk cId="1034656652" sldId="2147483651"/>
          </pc:sldLayoutMkLst>
        </pc:sldLayoutChg>
        <pc:sldLayoutChg chg="setBg">
          <pc:chgData name="744311194@qq.com" userId="e2a28223f2085f4b" providerId="LiveId" clId="{93EAE7B5-FDEE-48D0-B65C-03455E3B8632}" dt="2026-06-16T13:31:17.148" v="2"/>
          <pc:sldLayoutMkLst>
            <pc:docMk/>
            <pc:sldMasterMk cId="3040533537" sldId="2147483648"/>
            <pc:sldLayoutMk cId="3971099272" sldId="2147483652"/>
          </pc:sldLayoutMkLst>
        </pc:sldLayoutChg>
        <pc:sldLayoutChg chg="setBg">
          <pc:chgData name="744311194@qq.com" userId="e2a28223f2085f4b" providerId="LiveId" clId="{93EAE7B5-FDEE-48D0-B65C-03455E3B8632}" dt="2026-06-16T13:31:17.148" v="2"/>
          <pc:sldLayoutMkLst>
            <pc:docMk/>
            <pc:sldMasterMk cId="3040533537" sldId="2147483648"/>
            <pc:sldLayoutMk cId="3618793403" sldId="2147483653"/>
          </pc:sldLayoutMkLst>
        </pc:sldLayoutChg>
        <pc:sldLayoutChg chg="setBg">
          <pc:chgData name="744311194@qq.com" userId="e2a28223f2085f4b" providerId="LiveId" clId="{93EAE7B5-FDEE-48D0-B65C-03455E3B8632}" dt="2026-06-16T13:31:17.148" v="2"/>
          <pc:sldLayoutMkLst>
            <pc:docMk/>
            <pc:sldMasterMk cId="3040533537" sldId="2147483648"/>
            <pc:sldLayoutMk cId="2976661672" sldId="2147483654"/>
          </pc:sldLayoutMkLst>
        </pc:sldLayoutChg>
        <pc:sldLayoutChg chg="setBg">
          <pc:chgData name="744311194@qq.com" userId="e2a28223f2085f4b" providerId="LiveId" clId="{93EAE7B5-FDEE-48D0-B65C-03455E3B8632}" dt="2026-06-16T13:31:17.148" v="2"/>
          <pc:sldLayoutMkLst>
            <pc:docMk/>
            <pc:sldMasterMk cId="3040533537" sldId="2147483648"/>
            <pc:sldLayoutMk cId="668789090" sldId="2147483655"/>
          </pc:sldLayoutMkLst>
        </pc:sldLayoutChg>
        <pc:sldLayoutChg chg="setBg">
          <pc:chgData name="744311194@qq.com" userId="e2a28223f2085f4b" providerId="LiveId" clId="{93EAE7B5-FDEE-48D0-B65C-03455E3B8632}" dt="2026-06-16T13:31:17.148" v="2"/>
          <pc:sldLayoutMkLst>
            <pc:docMk/>
            <pc:sldMasterMk cId="3040533537" sldId="2147483648"/>
            <pc:sldLayoutMk cId="1417921680" sldId="2147483656"/>
          </pc:sldLayoutMkLst>
        </pc:sldLayoutChg>
        <pc:sldLayoutChg chg="setBg">
          <pc:chgData name="744311194@qq.com" userId="e2a28223f2085f4b" providerId="LiveId" clId="{93EAE7B5-FDEE-48D0-B65C-03455E3B8632}" dt="2026-06-16T13:31:17.148" v="2"/>
          <pc:sldLayoutMkLst>
            <pc:docMk/>
            <pc:sldMasterMk cId="3040533537" sldId="2147483648"/>
            <pc:sldLayoutMk cId="2973216735" sldId="2147483657"/>
          </pc:sldLayoutMkLst>
        </pc:sldLayoutChg>
        <pc:sldLayoutChg chg="setBg">
          <pc:chgData name="744311194@qq.com" userId="e2a28223f2085f4b" providerId="LiveId" clId="{93EAE7B5-FDEE-48D0-B65C-03455E3B8632}" dt="2026-06-16T13:31:17.148" v="2"/>
          <pc:sldLayoutMkLst>
            <pc:docMk/>
            <pc:sldMasterMk cId="3040533537" sldId="2147483648"/>
            <pc:sldLayoutMk cId="1787976973" sldId="2147483658"/>
          </pc:sldLayoutMkLst>
        </pc:sldLayoutChg>
        <pc:sldLayoutChg chg="setBg">
          <pc:chgData name="744311194@qq.com" userId="e2a28223f2085f4b" providerId="LiveId" clId="{93EAE7B5-FDEE-48D0-B65C-03455E3B8632}" dt="2026-06-16T13:31:17.148" v="2"/>
          <pc:sldLayoutMkLst>
            <pc:docMk/>
            <pc:sldMasterMk cId="3040533537" sldId="2147483648"/>
            <pc:sldLayoutMk cId="2291976148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BB6C74-BF0C-42D5-8A9F-5660242685B6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78017-1BC9-45F9-B0DD-BB5CA1A34B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700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78017-1BC9-45F9-B0DD-BB5CA1A34B8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740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278C-A4F1-4ED3-B4AD-AD4CAE84FA06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6D575-785D-4CDF-8127-F6DFADF086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933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278C-A4F1-4ED3-B4AD-AD4CAE84FA06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6D575-785D-4CDF-8127-F6DFADF086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55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278C-A4F1-4ED3-B4AD-AD4CAE84FA06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6D575-785D-4CDF-8127-F6DFADF086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656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278C-A4F1-4ED3-B4AD-AD4CAE84FA06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6D575-785D-4CDF-8127-F6DFADF086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099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278C-A4F1-4ED3-B4AD-AD4CAE84FA06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6D575-785D-4CDF-8127-F6DFADF086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79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278C-A4F1-4ED3-B4AD-AD4CAE84FA06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6D575-785D-4CDF-8127-F6DFADF086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66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278C-A4F1-4ED3-B4AD-AD4CAE84FA06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6D575-785D-4CDF-8127-F6DFADF086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789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278C-A4F1-4ED3-B4AD-AD4CAE84FA06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6D575-785D-4CDF-8127-F6DFADF086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921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278C-A4F1-4ED3-B4AD-AD4CAE84FA06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6D575-785D-4CDF-8127-F6DFADF086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216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278C-A4F1-4ED3-B4AD-AD4CAE84FA06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6D575-785D-4CDF-8127-F6DFADF086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97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278C-A4F1-4ED3-B4AD-AD4CAE84FA06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6D575-785D-4CDF-8127-F6DFADF086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7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0278C-A4F1-4ED3-B4AD-AD4CAE84FA06}" type="datetimeFigureOut">
              <a:rPr lang="zh-CN" altLang="en-US" smtClean="0"/>
              <a:t>2026/6/22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6D575-785D-4CDF-8127-F6DFADF086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533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8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26" Type="http://schemas.openxmlformats.org/officeDocument/2006/relationships/image" Target="../media/image66.png"/><Relationship Id="rId3" Type="http://schemas.openxmlformats.org/officeDocument/2006/relationships/image" Target="../media/image43.png"/><Relationship Id="rId21" Type="http://schemas.openxmlformats.org/officeDocument/2006/relationships/image" Target="../media/image6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5" Type="http://schemas.openxmlformats.org/officeDocument/2006/relationships/image" Target="../media/image65.png"/><Relationship Id="rId2" Type="http://schemas.openxmlformats.org/officeDocument/2006/relationships/image" Target="../media/image42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24" Type="http://schemas.openxmlformats.org/officeDocument/2006/relationships/image" Target="../media/image64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23" Type="http://schemas.openxmlformats.org/officeDocument/2006/relationships/image" Target="../media/image63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80288" y="1853185"/>
            <a:ext cx="10290048" cy="2208848"/>
          </a:xfrm>
        </p:spPr>
        <p:txBody>
          <a:bodyPr>
            <a:noAutofit/>
          </a:bodyPr>
          <a:lstStyle/>
          <a:p>
            <a:r>
              <a:rPr lang="zh-CN" altLang="zh-CN" sz="6000" b="1" dirty="0">
                <a:latin typeface="仿宋" panose="02010609060101010101" pitchFamily="49" charset="-122"/>
                <a:ea typeface="仿宋" panose="02010609060101010101" pitchFamily="49" charset="-122"/>
              </a:rPr>
              <a:t>实验</a:t>
            </a:r>
            <a:r>
              <a:rPr lang="zh-CN" altLang="en-US" sz="6000" b="1" dirty="0">
                <a:latin typeface="仿宋" panose="02010609060101010101" pitchFamily="49" charset="-122"/>
                <a:ea typeface="仿宋" panose="02010609060101010101" pitchFamily="49" charset="-122"/>
              </a:rPr>
              <a:t>二</a:t>
            </a:r>
            <a:r>
              <a:rPr lang="zh-CN" altLang="zh-CN" sz="6000" b="1" dirty="0">
                <a:latin typeface="仿宋" panose="02010609060101010101" pitchFamily="49" charset="-122"/>
                <a:ea typeface="仿宋" panose="02010609060101010101" pitchFamily="49" charset="-122"/>
              </a:rPr>
              <a:t> 集成运算放大器应用</a:t>
            </a:r>
            <a:br>
              <a:rPr lang="zh-CN" altLang="zh-CN" sz="6000" dirty="0">
                <a:latin typeface="仿宋" panose="02010609060101010101" pitchFamily="49" charset="-122"/>
                <a:ea typeface="仿宋" panose="02010609060101010101" pitchFamily="49" charset="-122"/>
              </a:rPr>
            </a:br>
            <a:endParaRPr lang="zh-CN" altLang="en-US" sz="6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0033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15696" y="689140"/>
            <a:ext cx="11106912" cy="210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4500"/>
              </a:lnSpc>
              <a:spcAft>
                <a:spcPts val="0"/>
              </a:spcAft>
            </a:pP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一、实验目的</a:t>
            </a:r>
          </a:p>
          <a:p>
            <a:pPr marL="342900" lvl="0" indent="-342900" algn="just">
              <a:lnSpc>
                <a:spcPts val="45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掌握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LM741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F007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）集成运放功能和使用方法。</a:t>
            </a:r>
          </a:p>
          <a:p>
            <a:pPr marL="342900" lvl="0" indent="-342900" algn="just">
              <a:lnSpc>
                <a:spcPts val="45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掌握反相放大，低通滤波电路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和振荡电路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的测试和计算方法。</a:t>
            </a:r>
            <a:endParaRPr lang="en-US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/>
            <a:endParaRPr lang="en-US" altLang="zh-CN" b="1" dirty="0"/>
          </a:p>
        </p:txBody>
      </p:sp>
      <p:sp>
        <p:nvSpPr>
          <p:cNvPr id="2" name="矩形 1"/>
          <p:cNvSpPr/>
          <p:nvPr/>
        </p:nvSpPr>
        <p:spPr>
          <a:xfrm>
            <a:off x="615696" y="3161258"/>
            <a:ext cx="6096000" cy="240065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ts val="4500"/>
              </a:lnSpc>
              <a:spcAft>
                <a:spcPts val="0"/>
              </a:spcAft>
            </a:pP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二、</a:t>
            </a:r>
            <a:r>
              <a:rPr lang="zh-CN" altLang="en-US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实验任务</a:t>
            </a:r>
            <a:endParaRPr lang="en-US" altLang="zh-CN" sz="3200" b="1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>
              <a:lnSpc>
                <a:spcPts val="4500"/>
              </a:lnSpc>
              <a:spcAft>
                <a:spcPts val="0"/>
              </a:spcAf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、设计并安装实现反向比例运算电路</a:t>
            </a:r>
            <a:endParaRPr lang="en-US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>
              <a:lnSpc>
                <a:spcPts val="4500"/>
              </a:lnSpc>
              <a:spcAft>
                <a:spcPts val="0"/>
              </a:spcAf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、比例积分电路测试</a:t>
            </a:r>
            <a:endParaRPr lang="en-US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>
              <a:lnSpc>
                <a:spcPts val="4500"/>
              </a:lnSpc>
              <a:spcAft>
                <a:spcPts val="0"/>
              </a:spcAf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、设计并安装正弦波振荡电路</a:t>
            </a:r>
            <a:endParaRPr lang="zh-CN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6583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747622"/>
              </p:ext>
            </p:extLst>
          </p:nvPr>
        </p:nvGraphicFramePr>
        <p:xfrm>
          <a:off x="1427163" y="3513138"/>
          <a:ext cx="4002087" cy="241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73452" imgH="1655064" progId="SmartDraw.2">
                  <p:embed/>
                </p:oleObj>
              </mc:Choice>
              <mc:Fallback>
                <p:oleObj r:id="rId2" imgW="2473452" imgH="1655064" progId="SmartDraw.2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163" y="3513138"/>
                        <a:ext cx="4002087" cy="24177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787779" y="6226285"/>
            <a:ext cx="28392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1.3.1  LM741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芯片引脚图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547757" y="169685"/>
            <a:ext cx="10152087" cy="2977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4500"/>
              </a:lnSpc>
              <a:spcAft>
                <a:spcPts val="0"/>
              </a:spcAft>
            </a:pPr>
            <a:r>
              <a:rPr lang="zh-CN" altLang="en-US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三</a:t>
            </a: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、实验原理及电路</a:t>
            </a:r>
            <a:endParaRPr lang="zh-CN" altLang="zh-CN" sz="32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 algn="just">
              <a:lnSpc>
                <a:spcPts val="4500"/>
              </a:lnSpc>
              <a:spcAft>
                <a:spcPts val="0"/>
              </a:spcAft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通用运放——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LM741</a:t>
            </a:r>
            <a:endParaRPr lang="zh-CN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228600" algn="just">
              <a:lnSpc>
                <a:spcPts val="4500"/>
              </a:lnSpc>
              <a:spcAft>
                <a:spcPts val="0"/>
              </a:spcAft>
            </a:pP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本实验采用通用型集成运算放大器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LM741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作为实验基本元件，它具有高放大倍数（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10</a:t>
            </a:r>
            <a:r>
              <a:rPr lang="en-US" altLang="zh-CN" sz="2400" kern="100" baseline="30000" dirty="0">
                <a:latin typeface="仿宋" panose="02010609060101010101" pitchFamily="49" charset="-122"/>
                <a:ea typeface="仿宋" panose="02010609060101010101" pitchFamily="49" charset="-122"/>
              </a:rPr>
              <a:t>5 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~10</a:t>
            </a:r>
            <a:r>
              <a:rPr lang="en-US" altLang="zh-CN" sz="2400" kern="100" baseline="30000" dirty="0">
                <a:latin typeface="仿宋" panose="02010609060101010101" pitchFamily="49" charset="-122"/>
                <a:ea typeface="仿宋" panose="02010609060101010101" pitchFamily="49" charset="-122"/>
              </a:rPr>
              <a:t>8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）、高输入阻抗、低输出阻抗的直接耦合放大电路。芯片引脚图如图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1.3.1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所示。</a:t>
            </a:r>
          </a:p>
        </p:txBody>
      </p:sp>
      <p:sp>
        <p:nvSpPr>
          <p:cNvPr id="12" name="Rectangle 79"/>
          <p:cNvSpPr>
            <a:spLocks noChangeArrowheads="1"/>
          </p:cNvSpPr>
          <p:nvPr/>
        </p:nvSpPr>
        <p:spPr bwMode="auto">
          <a:xfrm>
            <a:off x="6588688" y="6361696"/>
            <a:ext cx="37828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1.3.2  ±12V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电源连接示意图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941" y="3440109"/>
            <a:ext cx="4943475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96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43583" y="822959"/>
            <a:ext cx="21839019" cy="5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286499" y="1548698"/>
            <a:ext cx="26583341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55942" y="6488668"/>
            <a:ext cx="41314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1.3.4 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低通滤波器</a:t>
            </a:r>
            <a:r>
              <a:rPr lang="zh-CN" altLang="zh-CN" dirty="0"/>
              <a:t>（积分电路）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8445153"/>
              </p:ext>
            </p:extLst>
          </p:nvPr>
        </p:nvGraphicFramePr>
        <p:xfrm>
          <a:off x="6629727" y="483985"/>
          <a:ext cx="4911635" cy="369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36264" imgH="2703576" progId="SmartDraw.2">
                  <p:embed/>
                </p:oleObj>
              </mc:Choice>
              <mc:Fallback>
                <p:oleObj r:id="rId2" imgW="3636264" imgH="2703576" progId="SmartDraw.2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727" y="483985"/>
                        <a:ext cx="4911635" cy="36967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3"/>
          <p:cNvSpPr>
            <a:spLocks noChangeArrowheads="1"/>
          </p:cNvSpPr>
          <p:nvPr/>
        </p:nvSpPr>
        <p:spPr bwMode="auto">
          <a:xfrm>
            <a:off x="8039502" y="4335081"/>
            <a:ext cx="30691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1.3.5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正弦振荡电路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43583" y="2960123"/>
            <a:ext cx="2844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1.3.3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反相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比例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放大电路</a:t>
            </a:r>
            <a:r>
              <a:rPr lang="zh-CN" altLang="zh-CN" kern="100" dirty="0">
                <a:ea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07" y="164017"/>
            <a:ext cx="4572000" cy="273100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86" y="3375536"/>
            <a:ext cx="44958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33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A5C02-F6FB-71AE-44E7-3BD8D4A46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C321617-1424-1289-1085-B4AD08255DC1}"/>
              </a:ext>
            </a:extLst>
          </p:cNvPr>
          <p:cNvSpPr/>
          <p:nvPr/>
        </p:nvSpPr>
        <p:spPr>
          <a:xfrm>
            <a:off x="827474" y="367022"/>
            <a:ext cx="11102398" cy="3962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4500"/>
              </a:lnSpc>
              <a:spcAft>
                <a:spcPts val="0"/>
              </a:spcAft>
            </a:pPr>
            <a:r>
              <a:rPr lang="zh-CN" altLang="en-US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四、</a:t>
            </a: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实验内容及步骤</a:t>
            </a:r>
            <a:endParaRPr lang="en-US" altLang="zh-CN" sz="3200" b="1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0">
              <a:lnSpc>
                <a:spcPts val="4500"/>
              </a:lnSpc>
            </a:pPr>
            <a:r>
              <a:rPr lang="en-US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zh-CN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测量反相放大倍数</a:t>
            </a:r>
          </a:p>
          <a:p>
            <a:pPr>
              <a:lnSpc>
                <a:spcPts val="4500"/>
              </a:lnSpc>
            </a:pPr>
            <a:r>
              <a:rPr lang="en-US" altLang="zh-CN" sz="2800" dirty="0">
                <a:ea typeface="仿宋" panose="02010609060101010101" pitchFamily="49" charset="-122"/>
              </a:rPr>
              <a:t>       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按图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1.3.3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连线经仔细检查确认无误后，接入±</a:t>
            </a:r>
            <a:r>
              <a:rPr lang="en-US" altLang="zh-CN" sz="2400" dirty="0" err="1">
                <a:latin typeface="仿宋" panose="02010609060101010101" pitchFamily="49" charset="-122"/>
                <a:ea typeface="仿宋" panose="02010609060101010101" pitchFamily="49" charset="-122"/>
              </a:rPr>
              <a:t>V</a:t>
            </a:r>
            <a:r>
              <a:rPr lang="en-US" altLang="zh-CN" sz="24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cc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=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±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12V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，调信号源频率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f</a:t>
            </a:r>
            <a:r>
              <a:rPr lang="en-US" altLang="zh-CN" sz="24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=1KHz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2400" dirty="0" err="1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en-US" altLang="zh-CN" sz="24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=0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，接入电路后，逐渐增大</a:t>
            </a:r>
            <a:r>
              <a:rPr lang="en-US" altLang="zh-CN" sz="2400" dirty="0" err="1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en-US" altLang="zh-CN" sz="24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，使输出电压</a:t>
            </a:r>
            <a:r>
              <a:rPr lang="en-US" altLang="zh-CN" sz="2400" dirty="0" err="1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en-US" altLang="zh-CN" sz="24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o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=2V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，按表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1.3.1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测定在不同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R</a:t>
            </a:r>
            <a:r>
              <a:rPr lang="en-US" altLang="zh-CN" sz="24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F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的</a:t>
            </a:r>
            <a:r>
              <a:rPr lang="en-US" altLang="zh-CN" sz="2400" dirty="0" err="1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en-US" altLang="zh-CN" sz="24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值。反相放大电压增益表达式：</a:t>
            </a:r>
          </a:p>
          <a:p>
            <a:pPr algn="just">
              <a:spcAft>
                <a:spcPts val="0"/>
              </a:spcAft>
            </a:pPr>
            <a:endParaRPr lang="en-US" altLang="zh-CN" sz="3200" b="1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>
              <a:spcAft>
                <a:spcPts val="0"/>
              </a:spcAft>
            </a:pPr>
            <a:endParaRPr lang="zh-CN" altLang="zh-CN" sz="32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5FCE68-7D4D-5051-E583-1BC37F9FF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C4736F-D858-7DAC-F391-24C90315C197}"/>
              </a:ext>
            </a:extLst>
          </p:cNvPr>
          <p:cNvSpPr/>
          <p:nvPr/>
        </p:nvSpPr>
        <p:spPr>
          <a:xfrm>
            <a:off x="7214192" y="6357098"/>
            <a:ext cx="2844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1.3.3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反相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比例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放大电路</a:t>
            </a:r>
            <a:r>
              <a:rPr lang="zh-CN" altLang="zh-CN" kern="100" dirty="0">
                <a:ea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B939E93-6C4C-2030-0D3D-498937277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216" y="3346665"/>
            <a:ext cx="4572000" cy="27310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E95A640-377F-15FA-58E2-FF6142A2C7D7}"/>
                  </a:ext>
                </a:extLst>
              </p:cNvPr>
              <p:cNvSpPr/>
              <p:nvPr/>
            </p:nvSpPr>
            <p:spPr>
              <a:xfrm>
                <a:off x="712308" y="4054425"/>
                <a:ext cx="4164492" cy="10974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2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308" y="4054425"/>
                <a:ext cx="4164492" cy="10974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1335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36138D26-B32F-A2BF-F5A4-D7B8953A7C3B}"/>
              </a:ext>
            </a:extLst>
          </p:cNvPr>
          <p:cNvGrpSpPr/>
          <p:nvPr/>
        </p:nvGrpSpPr>
        <p:grpSpPr>
          <a:xfrm>
            <a:off x="862056" y="945702"/>
            <a:ext cx="6819557" cy="3213548"/>
            <a:chOff x="392156" y="894902"/>
            <a:chExt cx="6819557" cy="32135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2221332D-D5F3-0D09-3E12-5BB817F429F1}"/>
                    </a:ext>
                  </a:extLst>
                </p:cNvPr>
                <p:cNvSpPr txBox="1"/>
                <p:nvPr/>
              </p:nvSpPr>
              <p:spPr>
                <a:xfrm>
                  <a:off x="392156" y="2089649"/>
                  <a:ext cx="496111" cy="8309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zh-CN" b="0" i="1" dirty="0"/>
                </a:p>
                <a:p>
                  <a:endParaRPr lang="en-US" altLang="zh-CN" i="1" dirty="0"/>
                </a:p>
                <a:p>
                  <a:endParaRPr lang="en-US" altLang="zh-CN" i="1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2221332D-D5F3-0D09-3E12-5BB817F42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156" y="2089649"/>
                  <a:ext cx="496111" cy="8309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D09FE8E5-1D5C-A23C-1F63-A08BA82ED6DC}"/>
                </a:ext>
              </a:extLst>
            </p:cNvPr>
            <p:cNvGrpSpPr/>
            <p:nvPr/>
          </p:nvGrpSpPr>
          <p:grpSpPr>
            <a:xfrm>
              <a:off x="703195" y="894902"/>
              <a:ext cx="6508518" cy="3213548"/>
              <a:chOff x="703195" y="894902"/>
              <a:chExt cx="6508518" cy="3213548"/>
            </a:xfrm>
          </p:grpSpPr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053AC9EE-0248-FF8F-E65D-13189AD462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7100" y="2200616"/>
                <a:ext cx="174294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66E23293-805B-A5F2-9B46-3BEFD20700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74182" y="2573101"/>
                <a:ext cx="116316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89422B05-8445-5271-DA72-079357E02288}"/>
                  </a:ext>
                </a:extLst>
              </p:cNvPr>
              <p:cNvGrpSpPr/>
              <p:nvPr/>
            </p:nvGrpSpPr>
            <p:grpSpPr>
              <a:xfrm>
                <a:off x="2604480" y="1799539"/>
                <a:ext cx="2969702" cy="1547125"/>
                <a:chOff x="2604480" y="1799539"/>
                <a:chExt cx="2969702" cy="1547125"/>
              </a:xfrm>
            </p:grpSpPr>
            <p:grpSp>
              <p:nvGrpSpPr>
                <p:cNvPr id="23" name="组合 22">
                  <a:extLst>
                    <a:ext uri="{FF2B5EF4-FFF2-40B4-BE49-F238E27FC236}">
                      <a16:creationId xmlns:a16="http://schemas.microsoft.com/office/drawing/2014/main" id="{FAA57053-E953-4D22-59B8-2C81F94740F0}"/>
                    </a:ext>
                  </a:extLst>
                </p:cNvPr>
                <p:cNvGrpSpPr/>
                <p:nvPr/>
              </p:nvGrpSpPr>
              <p:grpSpPr>
                <a:xfrm>
                  <a:off x="2604480" y="1799539"/>
                  <a:ext cx="2969702" cy="1547125"/>
                  <a:chOff x="2604480" y="1799539"/>
                  <a:chExt cx="2969702" cy="1547125"/>
                </a:xfrm>
              </p:grpSpPr>
              <p:sp>
                <p:nvSpPr>
                  <p:cNvPr id="4" name="矩形 3">
                    <a:extLst>
                      <a:ext uri="{FF2B5EF4-FFF2-40B4-BE49-F238E27FC236}">
                        <a16:creationId xmlns:a16="http://schemas.microsoft.com/office/drawing/2014/main" id="{9CD84F40-5CB3-3484-A93F-373F2AC2609D}"/>
                      </a:ext>
                    </a:extLst>
                  </p:cNvPr>
                  <p:cNvSpPr/>
                  <p:nvPr/>
                </p:nvSpPr>
                <p:spPr>
                  <a:xfrm>
                    <a:off x="2670048" y="1799539"/>
                    <a:ext cx="2904134" cy="1547125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16" name="组合 15">
                    <a:extLst>
                      <a:ext uri="{FF2B5EF4-FFF2-40B4-BE49-F238E27FC236}">
                        <a16:creationId xmlns:a16="http://schemas.microsoft.com/office/drawing/2014/main" id="{B0E5CA05-A310-3964-9788-9FD30692DB05}"/>
                      </a:ext>
                    </a:extLst>
                  </p:cNvPr>
                  <p:cNvGrpSpPr/>
                  <p:nvPr/>
                </p:nvGrpSpPr>
                <p:grpSpPr>
                  <a:xfrm>
                    <a:off x="3022128" y="2113023"/>
                    <a:ext cx="519379" cy="446228"/>
                    <a:chOff x="3022128" y="2113023"/>
                    <a:chExt cx="519379" cy="446228"/>
                  </a:xfrm>
                </p:grpSpPr>
                <p:sp>
                  <p:nvSpPr>
                    <p:cNvPr id="5" name="等腰三角形 4">
                      <a:extLst>
                        <a:ext uri="{FF2B5EF4-FFF2-40B4-BE49-F238E27FC236}">
                          <a16:creationId xmlns:a16="http://schemas.microsoft.com/office/drawing/2014/main" id="{8BE0D7C2-0230-5108-22FF-2D42ABF2605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058704" y="2076447"/>
                      <a:ext cx="446228" cy="519379"/>
                    </a:xfrm>
                    <a:prstGeom prst="triangle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2" name="直接连接符 11">
                      <a:extLst>
                        <a:ext uri="{FF2B5EF4-FFF2-40B4-BE49-F238E27FC236}">
                          <a16:creationId xmlns:a16="http://schemas.microsoft.com/office/drawing/2014/main" id="{24524840-F1D2-078B-74B1-D529BC007F3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288183" y="2252133"/>
                      <a:ext cx="0" cy="155450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9" name="组合 18">
                    <a:extLst>
                      <a:ext uri="{FF2B5EF4-FFF2-40B4-BE49-F238E27FC236}">
                        <a16:creationId xmlns:a16="http://schemas.microsoft.com/office/drawing/2014/main" id="{1784B30E-0029-DC3B-875C-710B5B5E2B5F}"/>
                      </a:ext>
                    </a:extLst>
                  </p:cNvPr>
                  <p:cNvGrpSpPr/>
                  <p:nvPr/>
                </p:nvGrpSpPr>
                <p:grpSpPr>
                  <a:xfrm>
                    <a:off x="3807563" y="2209766"/>
                    <a:ext cx="445802" cy="240183"/>
                    <a:chOff x="4016045" y="2191511"/>
                    <a:chExt cx="445802" cy="240183"/>
                  </a:xfrm>
                </p:grpSpPr>
                <p:sp>
                  <p:nvSpPr>
                    <p:cNvPr id="17" name="椭圆 16">
                      <a:extLst>
                        <a:ext uri="{FF2B5EF4-FFF2-40B4-BE49-F238E27FC236}">
                          <a16:creationId xmlns:a16="http://schemas.microsoft.com/office/drawing/2014/main" id="{A9EA9D88-4248-A3D2-8D04-75BD95D38E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16045" y="2223821"/>
                      <a:ext cx="182880" cy="175565"/>
                    </a:xfrm>
                    <a:prstGeom prst="ellipse">
                      <a:avLst/>
                    </a:prstGeom>
                    <a:solidFill>
                      <a:schemeClr val="lt1"/>
                    </a:solidFill>
                    <a:ln w="19050"/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8" name="椭圆 17">
                      <a:extLst>
                        <a:ext uri="{FF2B5EF4-FFF2-40B4-BE49-F238E27FC236}">
                          <a16:creationId xmlns:a16="http://schemas.microsoft.com/office/drawing/2014/main" id="{2E53373B-B767-7323-6D80-26A0BCB4B1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11657" y="2191511"/>
                      <a:ext cx="250190" cy="240183"/>
                    </a:xfrm>
                    <a:prstGeom prst="ellipse">
                      <a:avLst/>
                    </a:prstGeom>
                    <a:solidFill>
                      <a:schemeClr val="lt1"/>
                    </a:solidFill>
                    <a:ln w="19050"/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" name="文本框 20">
                        <a:extLst>
                          <a:ext uri="{FF2B5EF4-FFF2-40B4-BE49-F238E27FC236}">
                            <a16:creationId xmlns:a16="http://schemas.microsoft.com/office/drawing/2014/main" id="{14E8DB88-F54C-2ABA-A271-C22C2E13A0C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269633" y="2354504"/>
                        <a:ext cx="277978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lang="zh-CN" altLang="en-US" dirty="0"/>
                      </a:p>
                    </p:txBody>
                  </p:sp>
                </mc:Choice>
                <mc:Fallback xmlns="">
                  <p:sp>
                    <p:nvSpPr>
                      <p:cNvPr id="21" name="文本框 20">
                        <a:extLst>
                          <a:ext uri="{FF2B5EF4-FFF2-40B4-BE49-F238E27FC236}">
                            <a16:creationId xmlns:a16="http://schemas.microsoft.com/office/drawing/2014/main" id="{14E8DB88-F54C-2ABA-A271-C22C2E13A0C9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269633" y="2354504"/>
                        <a:ext cx="277978" cy="369332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r="-22222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" name="文本框 21">
                        <a:extLst>
                          <a:ext uri="{FF2B5EF4-FFF2-40B4-BE49-F238E27FC236}">
                            <a16:creationId xmlns:a16="http://schemas.microsoft.com/office/drawing/2014/main" id="{2E50900C-837E-E9EA-06A4-27FE42FB57A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604480" y="2046727"/>
                        <a:ext cx="232426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—</m:t>
                              </m:r>
                            </m:oMath>
                          </m:oMathPara>
                        </a14:m>
                        <a:endParaRPr lang="zh-CN" altLang="en-US" sz="1400" dirty="0"/>
                      </a:p>
                    </p:txBody>
                  </p:sp>
                </mc:Choice>
                <mc:Fallback xmlns="">
                  <p:sp>
                    <p:nvSpPr>
                      <p:cNvPr id="22" name="文本框 21">
                        <a:extLst>
                          <a:ext uri="{FF2B5EF4-FFF2-40B4-BE49-F238E27FC236}">
                            <a16:creationId xmlns:a16="http://schemas.microsoft.com/office/drawing/2014/main" id="{2E50900C-837E-E9EA-06A4-27FE42FB57A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04480" y="2046727"/>
                        <a:ext cx="232426" cy="307777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r="-2894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文本框 29">
                      <a:extLst>
                        <a:ext uri="{FF2B5EF4-FFF2-40B4-BE49-F238E27FC236}">
                          <a16:creationId xmlns:a16="http://schemas.microsoft.com/office/drawing/2014/main" id="{D529B073-55E5-2B52-7A59-A9D1179633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646976" y="2977332"/>
                      <a:ext cx="27797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lang="zh-CN" altLang="en-US" dirty="0"/>
                    </a:p>
                  </p:txBody>
                </p:sp>
              </mc:Choice>
              <mc:Fallback xmlns="">
                <p:sp>
                  <p:nvSpPr>
                    <p:cNvPr id="30" name="文本框 29">
                      <a:extLst>
                        <a:ext uri="{FF2B5EF4-FFF2-40B4-BE49-F238E27FC236}">
                          <a16:creationId xmlns:a16="http://schemas.microsoft.com/office/drawing/2014/main" id="{D529B073-55E5-2B52-7A59-A9D1179633B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46976" y="2977332"/>
                      <a:ext cx="277978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r="-2173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182C7783-90E4-F49D-8186-7259832F74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2008" y="962366"/>
                <a:ext cx="372254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6F572C18-C6D8-D940-77F2-A8C8827535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67280" y="3172092"/>
                <a:ext cx="50276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93EF7850-0205-E3BD-A42C-60A9872392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02008" y="962366"/>
                <a:ext cx="0" cy="12474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E02755D1-1998-E0EC-474B-DF8D358022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24550" y="953215"/>
                <a:ext cx="0" cy="1619886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10AAA257-AC1C-20F2-5CB5-D01B560FCD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165163" y="3161998"/>
                <a:ext cx="2117" cy="94645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EBD506AC-7E63-5257-8489-D708F70772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3779" y="4105542"/>
                <a:ext cx="50276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E764C5AC-6789-37E3-7B09-9306F59F74CC}"/>
                  </a:ext>
                </a:extLst>
              </p:cNvPr>
              <p:cNvSpPr/>
              <p:nvPr/>
            </p:nvSpPr>
            <p:spPr>
              <a:xfrm>
                <a:off x="1269350" y="2089649"/>
                <a:ext cx="556235" cy="20540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E8CC69F1-098B-9717-917C-6D41BBDB1F20}"/>
                  </a:ext>
                </a:extLst>
              </p:cNvPr>
              <p:cNvSpPr/>
              <p:nvPr/>
            </p:nvSpPr>
            <p:spPr>
              <a:xfrm>
                <a:off x="3697130" y="894902"/>
                <a:ext cx="556235" cy="20540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1D969360-A340-DF1D-518B-E19B454858F9}"/>
                  </a:ext>
                </a:extLst>
              </p:cNvPr>
              <p:cNvSpPr/>
              <p:nvPr/>
            </p:nvSpPr>
            <p:spPr>
              <a:xfrm rot="16200000">
                <a:off x="1878138" y="3522078"/>
                <a:ext cx="556235" cy="20540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712DA9F1-3C07-B920-1FAF-0F930356A413}"/>
                      </a:ext>
                    </a:extLst>
                  </p:cNvPr>
                  <p:cNvSpPr txBox="1"/>
                  <p:nvPr/>
                </p:nvSpPr>
                <p:spPr>
                  <a:xfrm>
                    <a:off x="703195" y="1713324"/>
                    <a:ext cx="1512517" cy="5539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  <m:r>
                            <m:rPr>
                              <m:nor/>
                            </m:rPr>
                            <a:rPr lang="en-US" altLang="zh-CN" i="0" smtClean="0">
                              <a:latin typeface="Cambria Math" panose="02040503050406030204" pitchFamily="18" charset="0"/>
                            </a:rPr>
                            <m:t>kΩ</m:t>
                          </m:r>
                        </m:oMath>
                      </m:oMathPara>
                    </a14:m>
                    <a:endParaRPr lang="en-US" altLang="zh-CN" dirty="0"/>
                  </a:p>
                  <a:p>
                    <a:endParaRPr lang="en-US" altLang="zh-CN" dirty="0"/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712DA9F1-3C07-B920-1FAF-0F930356A4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195" y="1713324"/>
                    <a:ext cx="1512517" cy="55399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5DC85B27-B730-F07A-DCAE-365CF44A1F8C}"/>
                      </a:ext>
                    </a:extLst>
                  </p:cNvPr>
                  <p:cNvSpPr txBox="1"/>
                  <p:nvPr/>
                </p:nvSpPr>
                <p:spPr>
                  <a:xfrm>
                    <a:off x="703195" y="3505571"/>
                    <a:ext cx="1512517" cy="5539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  <m:r>
                            <m:rPr>
                              <m:nor/>
                            </m:rPr>
                            <a:rPr lang="en-US" altLang="zh-CN" i="0" smtClean="0">
                              <a:latin typeface="Cambria Math" panose="02040503050406030204" pitchFamily="18" charset="0"/>
                            </a:rPr>
                            <m:t>kΩ</m:t>
                          </m:r>
                        </m:oMath>
                      </m:oMathPara>
                    </a14:m>
                    <a:endParaRPr lang="en-US" altLang="zh-CN" dirty="0"/>
                  </a:p>
                  <a:p>
                    <a:endParaRPr lang="en-US" altLang="zh-CN" dirty="0"/>
                  </a:p>
                </p:txBody>
              </p:sp>
            </mc:Choice>
            <mc:Fallback xmlns="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5DC85B27-B730-F07A-DCAE-365CF44A1F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195" y="3505571"/>
                    <a:ext cx="1512517" cy="55399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31C586F5-84A3-A61A-C15E-2E567F7E961E}"/>
                      </a:ext>
                    </a:extLst>
                  </p:cNvPr>
                  <p:cNvSpPr txBox="1"/>
                  <p:nvPr/>
                </p:nvSpPr>
                <p:spPr>
                  <a:xfrm>
                    <a:off x="3234184" y="1233536"/>
                    <a:ext cx="1512517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i="1" dirty="0"/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31C586F5-84A3-A61A-C15E-2E567F7E96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34184" y="1233536"/>
                    <a:ext cx="1512517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555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文本框 65">
                    <a:extLst>
                      <a:ext uri="{FF2B5EF4-FFF2-40B4-BE49-F238E27FC236}">
                        <a16:creationId xmlns:a16="http://schemas.microsoft.com/office/drawing/2014/main" id="{8E4C9D48-9125-B1B1-D7BC-D9B7077A6BB4}"/>
                      </a:ext>
                    </a:extLst>
                  </p:cNvPr>
                  <p:cNvSpPr txBox="1"/>
                  <p:nvPr/>
                </p:nvSpPr>
                <p:spPr>
                  <a:xfrm>
                    <a:off x="6715602" y="2407583"/>
                    <a:ext cx="496111" cy="8309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i="1" dirty="0"/>
                  </a:p>
                  <a:p>
                    <a:endParaRPr lang="en-US" altLang="zh-CN" i="1" dirty="0"/>
                  </a:p>
                  <a:p>
                    <a:endParaRPr lang="en-US" altLang="zh-CN" i="1" dirty="0"/>
                  </a:p>
                </p:txBody>
              </p:sp>
            </mc:Choice>
            <mc:Fallback xmlns="">
              <p:sp>
                <p:nvSpPr>
                  <p:cNvPr id="66" name="文本框 65">
                    <a:extLst>
                      <a:ext uri="{FF2B5EF4-FFF2-40B4-BE49-F238E27FC236}">
                        <a16:creationId xmlns:a16="http://schemas.microsoft.com/office/drawing/2014/main" id="{8E4C9D48-9125-B1B1-D7BC-D9B7077A6B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15602" y="2407583"/>
                    <a:ext cx="496111" cy="83099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DAE393AE-9995-7BDB-796A-AEC533251564}"/>
                  </a:ext>
                </a:extLst>
              </p:cNvPr>
              <p:cNvSpPr/>
              <p:nvPr/>
            </p:nvSpPr>
            <p:spPr>
              <a:xfrm>
                <a:off x="869032" y="2132141"/>
                <a:ext cx="120422" cy="12042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1E291E8E-13CA-C09C-D8E6-362A0CBEB994}"/>
                  </a:ext>
                </a:extLst>
              </p:cNvPr>
              <p:cNvSpPr/>
              <p:nvPr/>
            </p:nvSpPr>
            <p:spPr>
              <a:xfrm>
                <a:off x="6628820" y="2512890"/>
                <a:ext cx="120422" cy="12042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9AEABFE1-197D-0610-1E8C-2A5051CBFE95}"/>
                  </a:ext>
                </a:extLst>
              </p:cNvPr>
              <p:cNvSpPr txBox="1"/>
              <p:nvPr/>
            </p:nvSpPr>
            <p:spPr>
              <a:xfrm>
                <a:off x="2045853" y="2240477"/>
                <a:ext cx="350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03A5DE9E-5D60-0546-DC17-6CCD07A679A7}"/>
                  </a:ext>
                </a:extLst>
              </p:cNvPr>
              <p:cNvSpPr txBox="1"/>
              <p:nvPr/>
            </p:nvSpPr>
            <p:spPr>
              <a:xfrm>
                <a:off x="2040491" y="2812452"/>
                <a:ext cx="350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F09D9438-40FD-CE57-BAFD-0701746DBFFE}"/>
                  </a:ext>
                </a:extLst>
              </p:cNvPr>
              <p:cNvSpPr txBox="1"/>
              <p:nvPr/>
            </p:nvSpPr>
            <p:spPr>
              <a:xfrm>
                <a:off x="5786978" y="2579247"/>
                <a:ext cx="3504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64645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469284"/>
              </p:ext>
            </p:extLst>
          </p:nvPr>
        </p:nvGraphicFramePr>
        <p:xfrm>
          <a:off x="838962" y="1200150"/>
          <a:ext cx="10401300" cy="53721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655070">
                  <a:extLst>
                    <a:ext uri="{9D8B030D-6E8A-4147-A177-3AD203B41FA5}">
                      <a16:colId xmlns:a16="http://schemas.microsoft.com/office/drawing/2014/main" val="740359013"/>
                    </a:ext>
                  </a:extLst>
                </a:gridCol>
                <a:gridCol w="1655070">
                  <a:extLst>
                    <a:ext uri="{9D8B030D-6E8A-4147-A177-3AD203B41FA5}">
                      <a16:colId xmlns:a16="http://schemas.microsoft.com/office/drawing/2014/main" val="2105577628"/>
                    </a:ext>
                  </a:extLst>
                </a:gridCol>
                <a:gridCol w="1655070">
                  <a:extLst>
                    <a:ext uri="{9D8B030D-6E8A-4147-A177-3AD203B41FA5}">
                      <a16:colId xmlns:a16="http://schemas.microsoft.com/office/drawing/2014/main" val="3372236996"/>
                    </a:ext>
                  </a:extLst>
                </a:gridCol>
                <a:gridCol w="1655070">
                  <a:extLst>
                    <a:ext uri="{9D8B030D-6E8A-4147-A177-3AD203B41FA5}">
                      <a16:colId xmlns:a16="http://schemas.microsoft.com/office/drawing/2014/main" val="1310080976"/>
                    </a:ext>
                  </a:extLst>
                </a:gridCol>
                <a:gridCol w="1656236">
                  <a:extLst>
                    <a:ext uri="{9D8B030D-6E8A-4147-A177-3AD203B41FA5}">
                      <a16:colId xmlns:a16="http://schemas.microsoft.com/office/drawing/2014/main" val="516158535"/>
                    </a:ext>
                  </a:extLst>
                </a:gridCol>
                <a:gridCol w="2124784">
                  <a:extLst>
                    <a:ext uri="{9D8B030D-6E8A-4147-A177-3AD203B41FA5}">
                      <a16:colId xmlns:a16="http://schemas.microsoft.com/office/drawing/2014/main" val="1883338981"/>
                    </a:ext>
                  </a:extLst>
                </a:gridCol>
              </a:tblGrid>
              <a:tr h="2148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R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F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K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Ω）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r>
                        <a:rPr lang="en-US" sz="1800" kern="100" baseline="-25000" dirty="0" err="1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o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V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r>
                        <a:rPr lang="en-US" sz="1800" kern="100" baseline="-25000" dirty="0" err="1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i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mV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=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－</a:t>
                      </a: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r>
                        <a:rPr lang="en-US" sz="1800" kern="100" baseline="-25000" dirty="0" err="1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o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/</a:t>
                      </a:r>
                      <a:r>
                        <a:rPr lang="en-US" sz="1800" kern="100" dirty="0" err="1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r>
                        <a:rPr lang="en-US" sz="1800" kern="100" baseline="-25000" dirty="0" err="1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i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r>
                        <a:rPr lang="en-US" sz="1800" kern="100" baseline="30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`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=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－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R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F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/R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r>
                        <a:rPr lang="en-US" sz="1800" kern="100" baseline="30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`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－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A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）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/ A</a:t>
                      </a:r>
                      <a:r>
                        <a:rPr lang="en-US" sz="1800" kern="100" baseline="-25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U</a:t>
                      </a:r>
                      <a:r>
                        <a:rPr lang="en-US" sz="1800" kern="100" baseline="300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`</a:t>
                      </a: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%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768881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5.1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2</a:t>
                      </a: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（有效</a:t>
                      </a:r>
                      <a:endParaRPr lang="zh-CN" alt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值）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997141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51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2</a:t>
                      </a: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（有效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值）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284741"/>
                  </a:ext>
                </a:extLst>
              </a:tr>
              <a:tr h="10744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100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2</a:t>
                      </a: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（有效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值）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400428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930437" y="713652"/>
            <a:ext cx="58325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1.3.1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440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1616" y="367937"/>
            <a:ext cx="45505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积分电路</a:t>
            </a:r>
            <a:endParaRPr lang="zh-CN" altLang="en-US" sz="2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11616" y="4653940"/>
                <a:ext cx="4284224" cy="7103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𝑶</m:t>
                          </m:r>
                        </m:sub>
                      </m:sSub>
                      <m:d>
                        <m:d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zh-CN" b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den>
                      </m:f>
                      <m:nary>
                        <m:naryPr>
                          <m:limLoc m:val="subSup"/>
                          <m:ctrlPr>
                            <a:rPr lang="zh-CN" altLang="zh-CN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𝒅𝒕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zh-CN" b="1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16" y="4653940"/>
                <a:ext cx="4284224" cy="7103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976" y="891157"/>
            <a:ext cx="4495800" cy="30670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6395102" y="4873744"/>
                <a:ext cx="3863548" cy="6612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102" y="4873744"/>
                <a:ext cx="3863548" cy="6612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5779008" y="4241391"/>
            <a:ext cx="71580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28600" algn="just">
              <a:spcAft>
                <a:spcPts val="0"/>
              </a:spcAf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电路放大增益频率特性计算式为</a:t>
            </a:r>
            <a:endParaRPr lang="zh-CN" alt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BA9161-CC13-B4B2-E4C9-C49862E4A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86" y="1174341"/>
            <a:ext cx="44958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01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7D622-700B-CE37-C152-9E5DABD51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62B8E1-F907-1D25-5AD2-EE1940449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20EAD7F-1F67-5036-ACF4-E9FC9E59BEE7}"/>
              </a:ext>
            </a:extLst>
          </p:cNvPr>
          <p:cNvGrpSpPr/>
          <p:nvPr/>
        </p:nvGrpSpPr>
        <p:grpSpPr>
          <a:xfrm>
            <a:off x="862056" y="628650"/>
            <a:ext cx="6819557" cy="3530600"/>
            <a:chOff x="862056" y="628650"/>
            <a:chExt cx="6819557" cy="3530600"/>
          </a:xfrm>
        </p:grpSpPr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B701BAA6-6B6A-34B4-75DD-2A847DC7011C}"/>
                </a:ext>
              </a:extLst>
            </p:cNvPr>
            <p:cNvGrpSpPr/>
            <p:nvPr/>
          </p:nvGrpSpPr>
          <p:grpSpPr>
            <a:xfrm>
              <a:off x="862056" y="717214"/>
              <a:ext cx="6819557" cy="3442036"/>
              <a:chOff x="392156" y="666414"/>
              <a:chExt cx="6819557" cy="344203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F116233F-4B00-26BA-D7C8-73722ACA07BC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56" y="2089649"/>
                    <a:ext cx="496111" cy="8309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b="0" i="1" dirty="0"/>
                  </a:p>
                  <a:p>
                    <a:endParaRPr lang="en-US" altLang="zh-CN" i="1" dirty="0"/>
                  </a:p>
                  <a:p>
                    <a:endParaRPr lang="en-US" altLang="zh-CN" i="1" dirty="0"/>
                  </a:p>
                </p:txBody>
              </p:sp>
            </mc:Choice>
            <mc:Fallback xmlns=""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F116233F-4B00-26BA-D7C8-73722ACA07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56" y="2089649"/>
                    <a:ext cx="496111" cy="83099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6412CCFD-244C-FCBD-CA62-D7CF9CF8BC75}"/>
                  </a:ext>
                </a:extLst>
              </p:cNvPr>
              <p:cNvGrpSpPr/>
              <p:nvPr/>
            </p:nvGrpSpPr>
            <p:grpSpPr>
              <a:xfrm>
                <a:off x="703195" y="666414"/>
                <a:ext cx="6508518" cy="3442036"/>
                <a:chOff x="703195" y="666414"/>
                <a:chExt cx="6508518" cy="3442036"/>
              </a:xfrm>
            </p:grpSpPr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834FF84F-709F-4113-640E-BF2A95DAEE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7100" y="2200616"/>
                  <a:ext cx="174294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67980010-86FD-AD3E-AF89-5C90359CF9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182" y="2573101"/>
                  <a:ext cx="116316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47" name="组合 46">
                  <a:extLst>
                    <a:ext uri="{FF2B5EF4-FFF2-40B4-BE49-F238E27FC236}">
                      <a16:creationId xmlns:a16="http://schemas.microsoft.com/office/drawing/2014/main" id="{541CF609-A141-5B61-E2D9-BBDE919F5681}"/>
                    </a:ext>
                  </a:extLst>
                </p:cNvPr>
                <p:cNvGrpSpPr/>
                <p:nvPr/>
              </p:nvGrpSpPr>
              <p:grpSpPr>
                <a:xfrm>
                  <a:off x="2604480" y="1799539"/>
                  <a:ext cx="2969702" cy="1547125"/>
                  <a:chOff x="2604480" y="1799539"/>
                  <a:chExt cx="2969702" cy="1547125"/>
                </a:xfrm>
              </p:grpSpPr>
              <p:grpSp>
                <p:nvGrpSpPr>
                  <p:cNvPr id="23" name="组合 22">
                    <a:extLst>
                      <a:ext uri="{FF2B5EF4-FFF2-40B4-BE49-F238E27FC236}">
                        <a16:creationId xmlns:a16="http://schemas.microsoft.com/office/drawing/2014/main" id="{3FAA9610-2A07-03B9-1DD8-406D8ACD46C7}"/>
                      </a:ext>
                    </a:extLst>
                  </p:cNvPr>
                  <p:cNvGrpSpPr/>
                  <p:nvPr/>
                </p:nvGrpSpPr>
                <p:grpSpPr>
                  <a:xfrm>
                    <a:off x="2604480" y="1799539"/>
                    <a:ext cx="2969702" cy="1547125"/>
                    <a:chOff x="2604480" y="1799539"/>
                    <a:chExt cx="2969702" cy="1547125"/>
                  </a:xfrm>
                </p:grpSpPr>
                <p:sp>
                  <p:nvSpPr>
                    <p:cNvPr id="4" name="矩形 3">
                      <a:extLst>
                        <a:ext uri="{FF2B5EF4-FFF2-40B4-BE49-F238E27FC236}">
                          <a16:creationId xmlns:a16="http://schemas.microsoft.com/office/drawing/2014/main" id="{FEDFFFAD-26E5-A83B-33A9-37280825BA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0048" y="1799539"/>
                      <a:ext cx="2904134" cy="1547125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16" name="组合 15">
                      <a:extLst>
                        <a:ext uri="{FF2B5EF4-FFF2-40B4-BE49-F238E27FC236}">
                          <a16:creationId xmlns:a16="http://schemas.microsoft.com/office/drawing/2014/main" id="{0AA03F27-E77F-90E2-E7ED-2824028EA28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22128" y="2113023"/>
                      <a:ext cx="519379" cy="446228"/>
                      <a:chOff x="3022128" y="2113023"/>
                      <a:chExt cx="519379" cy="446228"/>
                    </a:xfrm>
                  </p:grpSpPr>
                  <p:sp>
                    <p:nvSpPr>
                      <p:cNvPr id="5" name="等腰三角形 4">
                        <a:extLst>
                          <a:ext uri="{FF2B5EF4-FFF2-40B4-BE49-F238E27FC236}">
                            <a16:creationId xmlns:a16="http://schemas.microsoft.com/office/drawing/2014/main" id="{FCFC0C07-5CD6-5D98-5099-0D44B35F0A6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3058704" y="2076447"/>
                        <a:ext cx="446228" cy="519379"/>
                      </a:xfrm>
                      <a:prstGeom prst="triangl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2" name="直接连接符 11">
                        <a:extLst>
                          <a:ext uri="{FF2B5EF4-FFF2-40B4-BE49-F238E27FC236}">
                            <a16:creationId xmlns:a16="http://schemas.microsoft.com/office/drawing/2014/main" id="{3CFA2EDF-60F1-8B6D-8401-194FFA1D9C4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288183" y="2252133"/>
                        <a:ext cx="0" cy="155450"/>
                      </a:xfrm>
                      <a:prstGeom prst="line">
                        <a:avLst/>
                      </a:prstGeom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9" name="组合 18">
                      <a:extLst>
                        <a:ext uri="{FF2B5EF4-FFF2-40B4-BE49-F238E27FC236}">
                          <a16:creationId xmlns:a16="http://schemas.microsoft.com/office/drawing/2014/main" id="{321AB04F-D765-E5D6-2B43-13630F6536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807563" y="2209766"/>
                      <a:ext cx="445802" cy="240183"/>
                      <a:chOff x="4016045" y="2191511"/>
                      <a:chExt cx="445802" cy="240183"/>
                    </a:xfrm>
                  </p:grpSpPr>
                  <p:sp>
                    <p:nvSpPr>
                      <p:cNvPr id="17" name="椭圆 16">
                        <a:extLst>
                          <a:ext uri="{FF2B5EF4-FFF2-40B4-BE49-F238E27FC236}">
                            <a16:creationId xmlns:a16="http://schemas.microsoft.com/office/drawing/2014/main" id="{97C956BE-9827-F938-62C9-A3C0393188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16045" y="2223821"/>
                        <a:ext cx="182880" cy="175565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w="19050"/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8" name="椭圆 17">
                        <a:extLst>
                          <a:ext uri="{FF2B5EF4-FFF2-40B4-BE49-F238E27FC236}">
                            <a16:creationId xmlns:a16="http://schemas.microsoft.com/office/drawing/2014/main" id="{C2E6F2DE-0067-7DD4-509D-B359058AF8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11657" y="2191511"/>
                        <a:ext cx="250190" cy="240183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w="19050"/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1" name="文本框 20">
                          <a:extLst>
                            <a:ext uri="{FF2B5EF4-FFF2-40B4-BE49-F238E27FC236}">
                              <a16:creationId xmlns:a16="http://schemas.microsoft.com/office/drawing/2014/main" id="{CD902193-4292-B67D-4DD6-39EE99D9806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269633" y="2354504"/>
                          <a:ext cx="277978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p:txBody>
                    </p:sp>
                  </mc:Choice>
                  <mc:Fallback xmlns="">
                    <p:sp>
                      <p:nvSpPr>
                        <p:cNvPr id="21" name="文本框 20">
                          <a:extLst>
                            <a:ext uri="{FF2B5EF4-FFF2-40B4-BE49-F238E27FC236}">
                              <a16:creationId xmlns:a16="http://schemas.microsoft.com/office/drawing/2014/main" id="{CD902193-4292-B67D-4DD6-39EE99D9806E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269633" y="2354504"/>
                          <a:ext cx="277978" cy="369332"/>
                        </a:xfrm>
                        <a:prstGeom prst="rect">
                          <a:avLst/>
                        </a:prstGeom>
                        <a:blipFill>
                          <a:blip r:embed="rId3"/>
                          <a:stretch>
                            <a:fillRect r="-22222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2" name="文本框 21">
                          <a:extLst>
                            <a:ext uri="{FF2B5EF4-FFF2-40B4-BE49-F238E27FC236}">
                              <a16:creationId xmlns:a16="http://schemas.microsoft.com/office/drawing/2014/main" id="{0B9CE403-5FA8-BD55-3B58-EF5C6AF325B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604480" y="2046727"/>
                          <a:ext cx="232426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>
                                    <a:latin typeface="Cambria Math" panose="02040503050406030204" pitchFamily="18" charset="0"/>
                                  </a:rPr>
                                  <m:t>—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p:txBody>
                    </p:sp>
                  </mc:Choice>
                  <mc:Fallback xmlns="">
                    <p:sp>
                      <p:nvSpPr>
                        <p:cNvPr id="22" name="文本框 21">
                          <a:extLst>
                            <a:ext uri="{FF2B5EF4-FFF2-40B4-BE49-F238E27FC236}">
                              <a16:creationId xmlns:a16="http://schemas.microsoft.com/office/drawing/2014/main" id="{0B9CE403-5FA8-BD55-3B58-EF5C6AF325BE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604480" y="2046727"/>
                          <a:ext cx="232426" cy="307777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r="-2894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" name="文本框 29">
                        <a:extLst>
                          <a:ext uri="{FF2B5EF4-FFF2-40B4-BE49-F238E27FC236}">
                            <a16:creationId xmlns:a16="http://schemas.microsoft.com/office/drawing/2014/main" id="{8A082428-A9D6-2500-9678-ABF59DFDE95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646976" y="2977332"/>
                        <a:ext cx="277978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lang="zh-CN" altLang="en-US" dirty="0"/>
                      </a:p>
                    </p:txBody>
                  </p:sp>
                </mc:Choice>
                <mc:Fallback xmlns="">
                  <p:sp>
                    <p:nvSpPr>
                      <p:cNvPr id="30" name="文本框 29">
                        <a:extLst>
                          <a:ext uri="{FF2B5EF4-FFF2-40B4-BE49-F238E27FC236}">
                            <a16:creationId xmlns:a16="http://schemas.microsoft.com/office/drawing/2014/main" id="{8A082428-A9D6-2500-9678-ABF59DFDE95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46976" y="2977332"/>
                        <a:ext cx="277978" cy="369332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r="-2173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33" name="直接连接符 32">
                  <a:extLst>
                    <a:ext uri="{FF2B5EF4-FFF2-40B4-BE49-F238E27FC236}">
                      <a16:creationId xmlns:a16="http://schemas.microsoft.com/office/drawing/2014/main" id="{280E6395-A81C-FA38-7E75-9F79635EF6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02008" y="962366"/>
                  <a:ext cx="3722542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>
                  <a:extLst>
                    <a:ext uri="{FF2B5EF4-FFF2-40B4-BE49-F238E27FC236}">
                      <a16:creationId xmlns:a16="http://schemas.microsoft.com/office/drawing/2014/main" id="{CF1EFE0E-D5FD-F28E-AF02-C3F6A212B9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67280" y="3172092"/>
                  <a:ext cx="50276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>
                  <a:extLst>
                    <a:ext uri="{FF2B5EF4-FFF2-40B4-BE49-F238E27FC236}">
                      <a16:creationId xmlns:a16="http://schemas.microsoft.com/office/drawing/2014/main" id="{BCD0ACC9-E372-B760-6CD5-4B7A432A19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02008" y="962366"/>
                  <a:ext cx="0" cy="12474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连接符 49">
                  <a:extLst>
                    <a:ext uri="{FF2B5EF4-FFF2-40B4-BE49-F238E27FC236}">
                      <a16:creationId xmlns:a16="http://schemas.microsoft.com/office/drawing/2014/main" id="{11D2C37C-151A-9F14-1C47-DA056F6327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24550" y="953215"/>
                  <a:ext cx="0" cy="161988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连接符 53">
                  <a:extLst>
                    <a:ext uri="{FF2B5EF4-FFF2-40B4-BE49-F238E27FC236}">
                      <a16:creationId xmlns:a16="http://schemas.microsoft.com/office/drawing/2014/main" id="{FA92BF0F-6851-09C4-8920-C9A065E658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65163" y="3161998"/>
                  <a:ext cx="2117" cy="94645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连接符 55">
                  <a:extLst>
                    <a:ext uri="{FF2B5EF4-FFF2-40B4-BE49-F238E27FC236}">
                      <a16:creationId xmlns:a16="http://schemas.microsoft.com/office/drawing/2014/main" id="{24C35117-F7A7-CA4C-0082-A4900CAA56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13779" y="4105542"/>
                  <a:ext cx="50276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8" name="矩形 57">
                  <a:extLst>
                    <a:ext uri="{FF2B5EF4-FFF2-40B4-BE49-F238E27FC236}">
                      <a16:creationId xmlns:a16="http://schemas.microsoft.com/office/drawing/2014/main" id="{955F63EA-A9C3-26F0-4611-B49DC54979B4}"/>
                    </a:ext>
                  </a:extLst>
                </p:cNvPr>
                <p:cNvSpPr/>
                <p:nvPr/>
              </p:nvSpPr>
              <p:spPr>
                <a:xfrm>
                  <a:off x="1269350" y="2089649"/>
                  <a:ext cx="556235" cy="20540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矩形 59">
                  <a:extLst>
                    <a:ext uri="{FF2B5EF4-FFF2-40B4-BE49-F238E27FC236}">
                      <a16:creationId xmlns:a16="http://schemas.microsoft.com/office/drawing/2014/main" id="{B82D32DA-E58E-3853-E4A1-0E06B83D7C25}"/>
                    </a:ext>
                  </a:extLst>
                </p:cNvPr>
                <p:cNvSpPr/>
                <p:nvPr/>
              </p:nvSpPr>
              <p:spPr>
                <a:xfrm rot="5400000">
                  <a:off x="3689310" y="841829"/>
                  <a:ext cx="556235" cy="20540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矩形 60">
                  <a:extLst>
                    <a:ext uri="{FF2B5EF4-FFF2-40B4-BE49-F238E27FC236}">
                      <a16:creationId xmlns:a16="http://schemas.microsoft.com/office/drawing/2014/main" id="{FDC3A21C-BB1B-B809-5CFB-77C6DACDD770}"/>
                    </a:ext>
                  </a:extLst>
                </p:cNvPr>
                <p:cNvSpPr/>
                <p:nvPr/>
              </p:nvSpPr>
              <p:spPr>
                <a:xfrm rot="16200000">
                  <a:off x="1878138" y="3522078"/>
                  <a:ext cx="556235" cy="20540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文本框 61">
                      <a:extLst>
                        <a:ext uri="{FF2B5EF4-FFF2-40B4-BE49-F238E27FC236}">
                          <a16:creationId xmlns:a16="http://schemas.microsoft.com/office/drawing/2014/main" id="{1267F4D8-7411-8F53-3570-FB97E061EE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3195" y="1713324"/>
                      <a:ext cx="1512517" cy="5539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  <m:r>
                              <m:rPr>
                                <m:nor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kΩ</m:t>
                            </m:r>
                          </m:oMath>
                        </m:oMathPara>
                      </a14:m>
                      <a:endParaRPr lang="en-US" altLang="zh-CN" dirty="0"/>
                    </a:p>
                    <a:p>
                      <a:endParaRPr lang="en-US" altLang="zh-CN" dirty="0"/>
                    </a:p>
                  </p:txBody>
                </p:sp>
              </mc:Choice>
              <mc:Fallback xmlns="">
                <p:sp>
                  <p:nvSpPr>
                    <p:cNvPr id="62" name="文本框 61">
                      <a:extLst>
                        <a:ext uri="{FF2B5EF4-FFF2-40B4-BE49-F238E27FC236}">
                          <a16:creationId xmlns:a16="http://schemas.microsoft.com/office/drawing/2014/main" id="{1267F4D8-7411-8F53-3570-FB97E061EEA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3195" y="1713324"/>
                      <a:ext cx="1512517" cy="55399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文本框 62">
                      <a:extLst>
                        <a:ext uri="{FF2B5EF4-FFF2-40B4-BE49-F238E27FC236}">
                          <a16:creationId xmlns:a16="http://schemas.microsoft.com/office/drawing/2014/main" id="{A97FEEA4-0D19-B5F7-B6FF-8BBA696329E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3195" y="3505571"/>
                      <a:ext cx="1512517" cy="55399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  <m:r>
                              <m:rPr>
                                <m:nor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kΩ</m:t>
                            </m:r>
                          </m:oMath>
                        </m:oMathPara>
                      </a14:m>
                      <a:endParaRPr lang="en-US" altLang="zh-CN" dirty="0"/>
                    </a:p>
                    <a:p>
                      <a:endParaRPr lang="en-US" altLang="zh-CN" dirty="0"/>
                    </a:p>
                  </p:txBody>
                </p:sp>
              </mc:Choice>
              <mc:Fallback xmlns="">
                <p:sp>
                  <p:nvSpPr>
                    <p:cNvPr id="63" name="文本框 62">
                      <a:extLst>
                        <a:ext uri="{FF2B5EF4-FFF2-40B4-BE49-F238E27FC236}">
                          <a16:creationId xmlns:a16="http://schemas.microsoft.com/office/drawing/2014/main" id="{A97FEEA4-0D19-B5F7-B6FF-8BBA696329E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3195" y="3505571"/>
                      <a:ext cx="1512517" cy="553998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文本框 63">
                      <a:extLst>
                        <a:ext uri="{FF2B5EF4-FFF2-40B4-BE49-F238E27FC236}">
                          <a16:creationId xmlns:a16="http://schemas.microsoft.com/office/drawing/2014/main" id="{23FFED60-4C3A-F64D-8993-67DD7E4D71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34184" y="1233536"/>
                      <a:ext cx="1512517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=0.022</m:t>
                            </m:r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oMath>
                        </m:oMathPara>
                      </a14:m>
                      <a:endParaRPr lang="en-US" altLang="zh-CN" i="1" dirty="0"/>
                    </a:p>
                  </p:txBody>
                </p:sp>
              </mc:Choice>
              <mc:Fallback xmlns="">
                <p:sp>
                  <p:nvSpPr>
                    <p:cNvPr id="64" name="文本框 63">
                      <a:extLst>
                        <a:ext uri="{FF2B5EF4-FFF2-40B4-BE49-F238E27FC236}">
                          <a16:creationId xmlns:a16="http://schemas.microsoft.com/office/drawing/2014/main" id="{23FFED60-4C3A-F64D-8993-67DD7E4D716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34184" y="1233536"/>
                      <a:ext cx="1512517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311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文本框 65">
                      <a:extLst>
                        <a:ext uri="{FF2B5EF4-FFF2-40B4-BE49-F238E27FC236}">
                          <a16:creationId xmlns:a16="http://schemas.microsoft.com/office/drawing/2014/main" id="{C1602E1D-4A00-2F54-9D1E-026216AA99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15602" y="2407583"/>
                      <a:ext cx="496111" cy="830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b="0" i="1" dirty="0"/>
                    </a:p>
                    <a:p>
                      <a:endParaRPr lang="en-US" altLang="zh-CN" i="1" dirty="0"/>
                    </a:p>
                    <a:p>
                      <a:endParaRPr lang="en-US" altLang="zh-CN" i="1" dirty="0"/>
                    </a:p>
                  </p:txBody>
                </p:sp>
              </mc:Choice>
              <mc:Fallback xmlns="">
                <p:sp>
                  <p:nvSpPr>
                    <p:cNvPr id="66" name="文本框 65">
                      <a:extLst>
                        <a:ext uri="{FF2B5EF4-FFF2-40B4-BE49-F238E27FC236}">
                          <a16:creationId xmlns:a16="http://schemas.microsoft.com/office/drawing/2014/main" id="{C1602E1D-4A00-2F54-9D1E-026216AA994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15602" y="2407583"/>
                      <a:ext cx="496111" cy="830997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7" name="椭圆 66">
                  <a:extLst>
                    <a:ext uri="{FF2B5EF4-FFF2-40B4-BE49-F238E27FC236}">
                      <a16:creationId xmlns:a16="http://schemas.microsoft.com/office/drawing/2014/main" id="{5909B9C5-C03C-1520-11F5-8713C9CBB763}"/>
                    </a:ext>
                  </a:extLst>
                </p:cNvPr>
                <p:cNvSpPr/>
                <p:nvPr/>
              </p:nvSpPr>
              <p:spPr>
                <a:xfrm>
                  <a:off x="869032" y="2132141"/>
                  <a:ext cx="120422" cy="12042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椭圆 67">
                  <a:extLst>
                    <a:ext uri="{FF2B5EF4-FFF2-40B4-BE49-F238E27FC236}">
                      <a16:creationId xmlns:a16="http://schemas.microsoft.com/office/drawing/2014/main" id="{447F9F1E-D350-AB47-5889-6B26DDEF1628}"/>
                    </a:ext>
                  </a:extLst>
                </p:cNvPr>
                <p:cNvSpPr/>
                <p:nvPr/>
              </p:nvSpPr>
              <p:spPr>
                <a:xfrm>
                  <a:off x="6628820" y="2512890"/>
                  <a:ext cx="120422" cy="12042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738BBB15-A83A-1A08-71B0-504312B58D45}"/>
                    </a:ext>
                  </a:extLst>
                </p:cNvPr>
                <p:cNvSpPr txBox="1"/>
                <p:nvPr/>
              </p:nvSpPr>
              <p:spPr>
                <a:xfrm>
                  <a:off x="2045853" y="2240477"/>
                  <a:ext cx="3504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4F0CF12-BA89-E0A6-047A-E7DC7C458B41}"/>
                    </a:ext>
                  </a:extLst>
                </p:cNvPr>
                <p:cNvSpPr txBox="1"/>
                <p:nvPr/>
              </p:nvSpPr>
              <p:spPr>
                <a:xfrm>
                  <a:off x="2040491" y="2812452"/>
                  <a:ext cx="3504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40267124-55ED-B5FE-FAC6-BD45E0541E91}"/>
                    </a:ext>
                  </a:extLst>
                </p:cNvPr>
                <p:cNvSpPr txBox="1"/>
                <p:nvPr/>
              </p:nvSpPr>
              <p:spPr>
                <a:xfrm>
                  <a:off x="5786978" y="2579247"/>
                  <a:ext cx="35044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D187279-958B-E69B-D484-102B3B5FBB1D}"/>
                </a:ext>
              </a:extLst>
            </p:cNvPr>
            <p:cNvSpPr/>
            <p:nvPr/>
          </p:nvSpPr>
          <p:spPr>
            <a:xfrm>
              <a:off x="4277463" y="628650"/>
              <a:ext cx="361212" cy="149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9579691-C617-EC30-B3CD-A1A5859D6958}"/>
                </a:ext>
              </a:extLst>
            </p:cNvPr>
            <p:cNvSpPr/>
            <p:nvPr/>
          </p:nvSpPr>
          <p:spPr>
            <a:xfrm>
              <a:off x="4256721" y="1167773"/>
              <a:ext cx="361212" cy="1492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7918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D6D3-515A-F7AD-E463-8520A1789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DA5EF9E-F465-35AB-D743-F91017983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D8ED5EF9-54CA-A7EC-894F-D9680A1ECAAD}"/>
              </a:ext>
            </a:extLst>
          </p:cNvPr>
          <p:cNvGrpSpPr/>
          <p:nvPr/>
        </p:nvGrpSpPr>
        <p:grpSpPr>
          <a:xfrm>
            <a:off x="1081101" y="1050938"/>
            <a:ext cx="6819557" cy="4181299"/>
            <a:chOff x="909651" y="917588"/>
            <a:chExt cx="6819557" cy="4181299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050DADBB-F3B3-18D6-D538-0B232C276C02}"/>
                </a:ext>
              </a:extLst>
            </p:cNvPr>
            <p:cNvCxnSpPr>
              <a:cxnSpLocks/>
            </p:cNvCxnSpPr>
            <p:nvPr/>
          </p:nvCxnSpPr>
          <p:spPr>
            <a:xfrm>
              <a:off x="2726355" y="1465584"/>
              <a:ext cx="369933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45EED24-F6E0-8356-ADDE-63168192EB2A}"/>
                </a:ext>
              </a:extLst>
            </p:cNvPr>
            <p:cNvGrpSpPr/>
            <p:nvPr/>
          </p:nvGrpSpPr>
          <p:grpSpPr>
            <a:xfrm>
              <a:off x="909651" y="1465584"/>
              <a:ext cx="6819557" cy="3633303"/>
              <a:chOff x="862056" y="525947"/>
              <a:chExt cx="6819557" cy="3633303"/>
            </a:xfrm>
          </p:grpSpPr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C86EB932-B174-691D-87E9-97C2067EEB15}"/>
                  </a:ext>
                </a:extLst>
              </p:cNvPr>
              <p:cNvGrpSpPr/>
              <p:nvPr/>
            </p:nvGrpSpPr>
            <p:grpSpPr>
              <a:xfrm>
                <a:off x="862056" y="525947"/>
                <a:ext cx="6819557" cy="3633303"/>
                <a:chOff x="392156" y="475147"/>
                <a:chExt cx="6819557" cy="363330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5" name="文本框 64">
                      <a:extLst>
                        <a:ext uri="{FF2B5EF4-FFF2-40B4-BE49-F238E27FC236}">
                          <a16:creationId xmlns:a16="http://schemas.microsoft.com/office/drawing/2014/main" id="{745B9A7E-6A9F-AF51-CBA2-1D0F9D9D49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2156" y="2089649"/>
                      <a:ext cx="496111" cy="830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b="0" i="1" dirty="0"/>
                    </a:p>
                    <a:p>
                      <a:endParaRPr lang="en-US" altLang="zh-CN" i="1" dirty="0"/>
                    </a:p>
                    <a:p>
                      <a:endParaRPr lang="en-US" altLang="zh-CN" i="1" dirty="0"/>
                    </a:p>
                  </p:txBody>
                </p:sp>
              </mc:Choice>
              <mc:Fallback xmlns="">
                <p:sp>
                  <p:nvSpPr>
                    <p:cNvPr id="65" name="文本框 64">
                      <a:extLst>
                        <a:ext uri="{FF2B5EF4-FFF2-40B4-BE49-F238E27FC236}">
                          <a16:creationId xmlns:a16="http://schemas.microsoft.com/office/drawing/2014/main" id="{745B9A7E-6A9F-AF51-CBA2-1D0F9D9D49D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2156" y="2089649"/>
                      <a:ext cx="496111" cy="830997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73" name="组合 72">
                  <a:extLst>
                    <a:ext uri="{FF2B5EF4-FFF2-40B4-BE49-F238E27FC236}">
                      <a16:creationId xmlns:a16="http://schemas.microsoft.com/office/drawing/2014/main" id="{5311CE7E-1EC9-2172-AF48-893F1A6F7FA3}"/>
                    </a:ext>
                  </a:extLst>
                </p:cNvPr>
                <p:cNvGrpSpPr/>
                <p:nvPr/>
              </p:nvGrpSpPr>
              <p:grpSpPr>
                <a:xfrm>
                  <a:off x="703195" y="475147"/>
                  <a:ext cx="6508518" cy="3633303"/>
                  <a:chOff x="703195" y="475147"/>
                  <a:chExt cx="6508518" cy="3633303"/>
                </a:xfrm>
              </p:grpSpPr>
              <p:cxnSp>
                <p:nvCxnSpPr>
                  <p:cNvPr id="27" name="直接连接符 26">
                    <a:extLst>
                      <a:ext uri="{FF2B5EF4-FFF2-40B4-BE49-F238E27FC236}">
                        <a16:creationId xmlns:a16="http://schemas.microsoft.com/office/drawing/2014/main" id="{B501F389-3E41-E66B-42DD-59DE676F39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7100" y="2200616"/>
                    <a:ext cx="1742948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直接连接符 28">
                    <a:extLst>
                      <a:ext uri="{FF2B5EF4-FFF2-40B4-BE49-F238E27FC236}">
                        <a16:creationId xmlns:a16="http://schemas.microsoft.com/office/drawing/2014/main" id="{33059191-52B7-1702-81F2-1D57CFEE88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74182" y="2573101"/>
                    <a:ext cx="1163168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7" name="组合 46">
                    <a:extLst>
                      <a:ext uri="{FF2B5EF4-FFF2-40B4-BE49-F238E27FC236}">
                        <a16:creationId xmlns:a16="http://schemas.microsoft.com/office/drawing/2014/main" id="{8A9C9D0D-8CC2-3382-61CC-B46635DBAF78}"/>
                      </a:ext>
                    </a:extLst>
                  </p:cNvPr>
                  <p:cNvGrpSpPr/>
                  <p:nvPr/>
                </p:nvGrpSpPr>
                <p:grpSpPr>
                  <a:xfrm>
                    <a:off x="2604480" y="1799539"/>
                    <a:ext cx="2969702" cy="1547125"/>
                    <a:chOff x="2604480" y="1799539"/>
                    <a:chExt cx="2969702" cy="1547125"/>
                  </a:xfrm>
                </p:grpSpPr>
                <p:grpSp>
                  <p:nvGrpSpPr>
                    <p:cNvPr id="23" name="组合 22">
                      <a:extLst>
                        <a:ext uri="{FF2B5EF4-FFF2-40B4-BE49-F238E27FC236}">
                          <a16:creationId xmlns:a16="http://schemas.microsoft.com/office/drawing/2014/main" id="{EDC7CD78-E6A1-FAC3-CC71-F0A4F675E68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04480" y="1799539"/>
                      <a:ext cx="2969702" cy="1547125"/>
                      <a:chOff x="2604480" y="1799539"/>
                      <a:chExt cx="2969702" cy="1547125"/>
                    </a:xfrm>
                  </p:grpSpPr>
                  <p:sp>
                    <p:nvSpPr>
                      <p:cNvPr id="4" name="矩形 3">
                        <a:extLst>
                          <a:ext uri="{FF2B5EF4-FFF2-40B4-BE49-F238E27FC236}">
                            <a16:creationId xmlns:a16="http://schemas.microsoft.com/office/drawing/2014/main" id="{5B389E5C-7C6A-0FEC-5701-CFEB4B0DE4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70048" y="1799539"/>
                        <a:ext cx="2904134" cy="1547125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grpSp>
                    <p:nvGrpSpPr>
                      <p:cNvPr id="16" name="组合 15">
                        <a:extLst>
                          <a:ext uri="{FF2B5EF4-FFF2-40B4-BE49-F238E27FC236}">
                            <a16:creationId xmlns:a16="http://schemas.microsoft.com/office/drawing/2014/main" id="{0A747BF7-D86E-1E1A-0EB6-5DD110EB391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022128" y="2113023"/>
                        <a:ext cx="519379" cy="446228"/>
                        <a:chOff x="3022128" y="2113023"/>
                        <a:chExt cx="519379" cy="446228"/>
                      </a:xfrm>
                    </p:grpSpPr>
                    <p:sp>
                      <p:nvSpPr>
                        <p:cNvPr id="5" name="等腰三角形 4">
                          <a:extLst>
                            <a:ext uri="{FF2B5EF4-FFF2-40B4-BE49-F238E27FC236}">
                              <a16:creationId xmlns:a16="http://schemas.microsoft.com/office/drawing/2014/main" id="{474B8675-B688-07D1-838E-0A4BE580CCB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3058704" y="2076447"/>
                          <a:ext cx="446228" cy="519379"/>
                        </a:xfrm>
                        <a:prstGeom prst="triangle">
                          <a:avLst/>
                        </a:prstGeom>
                      </p:spPr>
                      <p:style>
                        <a:lnRef idx="2">
                          <a:schemeClr val="dk1"/>
                        </a:lnRef>
                        <a:fillRef idx="1">
                          <a:schemeClr val="lt1"/>
                        </a:fillRef>
                        <a:effectRef idx="0">
                          <a:schemeClr val="dk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cxnSp>
                      <p:nvCxnSpPr>
                        <p:cNvPr id="12" name="直接连接符 11">
                          <a:extLst>
                            <a:ext uri="{FF2B5EF4-FFF2-40B4-BE49-F238E27FC236}">
                              <a16:creationId xmlns:a16="http://schemas.microsoft.com/office/drawing/2014/main" id="{DF6DA776-ADF7-F633-81F4-ACC05DB435F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288183" y="2252133"/>
                          <a:ext cx="0" cy="155450"/>
                        </a:xfrm>
                        <a:prstGeom prst="line">
                          <a:avLst/>
                        </a:prstGeom>
                      </p:spPr>
                      <p:style>
                        <a:lnRef idx="3">
                          <a:schemeClr val="dk1"/>
                        </a:lnRef>
                        <a:fillRef idx="0">
                          <a:schemeClr val="dk1"/>
                        </a:fillRef>
                        <a:effectRef idx="2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9" name="组合 18">
                        <a:extLst>
                          <a:ext uri="{FF2B5EF4-FFF2-40B4-BE49-F238E27FC236}">
                            <a16:creationId xmlns:a16="http://schemas.microsoft.com/office/drawing/2014/main" id="{EA056119-E4C0-C008-2F03-B9EB07EA192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807563" y="2209766"/>
                        <a:ext cx="445802" cy="240183"/>
                        <a:chOff x="4016045" y="2191511"/>
                        <a:chExt cx="445802" cy="240183"/>
                      </a:xfrm>
                    </p:grpSpPr>
                    <p:sp>
                      <p:nvSpPr>
                        <p:cNvPr id="17" name="椭圆 16">
                          <a:extLst>
                            <a:ext uri="{FF2B5EF4-FFF2-40B4-BE49-F238E27FC236}">
                              <a16:creationId xmlns:a16="http://schemas.microsoft.com/office/drawing/2014/main" id="{6704F458-81AE-01CD-AE14-45740A341DA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16045" y="2223821"/>
                          <a:ext cx="182880" cy="175565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19050"/>
                      </p:spPr>
                      <p:style>
                        <a:lnRef idx="2">
                          <a:schemeClr val="dk1"/>
                        </a:lnRef>
                        <a:fillRef idx="1">
                          <a:schemeClr val="lt1"/>
                        </a:fillRef>
                        <a:effectRef idx="0">
                          <a:schemeClr val="dk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8" name="椭圆 17">
                          <a:extLst>
                            <a:ext uri="{FF2B5EF4-FFF2-40B4-BE49-F238E27FC236}">
                              <a16:creationId xmlns:a16="http://schemas.microsoft.com/office/drawing/2014/main" id="{925F4DB2-EB7F-7167-24AF-3F1BA629913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11657" y="2191511"/>
                          <a:ext cx="250190" cy="24018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19050"/>
                      </p:spPr>
                      <p:style>
                        <a:lnRef idx="2">
                          <a:schemeClr val="dk1"/>
                        </a:lnRef>
                        <a:fillRef idx="1">
                          <a:schemeClr val="lt1"/>
                        </a:fillRef>
                        <a:effectRef idx="0">
                          <a:schemeClr val="dk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21" name="文本框 20">
                            <a:extLst>
                              <a:ext uri="{FF2B5EF4-FFF2-40B4-BE49-F238E27FC236}">
                                <a16:creationId xmlns:a16="http://schemas.microsoft.com/office/drawing/2014/main" id="{D54E58D1-C535-A099-E2A5-A53850E6EB0C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5269633" y="2354504"/>
                            <a:ext cx="277978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oMath>
                              </m:oMathPara>
                            </a14:m>
                            <a:endParaRPr lang="zh-CN" altLang="en-US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1" name="文本框 20">
                            <a:extLst>
                              <a:ext uri="{FF2B5EF4-FFF2-40B4-BE49-F238E27FC236}">
                                <a16:creationId xmlns:a16="http://schemas.microsoft.com/office/drawing/2014/main" id="{D54E58D1-C535-A099-E2A5-A53850E6EB0C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5269633" y="2354504"/>
                            <a:ext cx="277978" cy="369332"/>
                          </a:xfrm>
                          <a:prstGeom prst="rect">
                            <a:avLst/>
                          </a:prstGeom>
                          <a:blipFill>
                            <a:blip r:embed="rId3"/>
                            <a:stretch>
                              <a:fillRect r="-21739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zh-CN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22" name="文本框 21">
                            <a:extLst>
                              <a:ext uri="{FF2B5EF4-FFF2-40B4-BE49-F238E27FC236}">
                                <a16:creationId xmlns:a16="http://schemas.microsoft.com/office/drawing/2014/main" id="{38DEB270-DD78-AE6C-D8A3-4337714BAE4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604480" y="2046727"/>
                            <a:ext cx="232426" cy="30777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—</m:t>
                                  </m:r>
                                </m:oMath>
                              </m:oMathPara>
                            </a14:m>
                            <a:endParaRPr lang="zh-CN" altLang="en-US" sz="1400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22" name="文本框 21">
                            <a:extLst>
                              <a:ext uri="{FF2B5EF4-FFF2-40B4-BE49-F238E27FC236}">
                                <a16:creationId xmlns:a16="http://schemas.microsoft.com/office/drawing/2014/main" id="{38DEB270-DD78-AE6C-D8A3-4337714BAE4A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604480" y="2046727"/>
                            <a:ext cx="232426" cy="307777"/>
                          </a:xfrm>
                          <a:prstGeom prst="rect">
                            <a:avLst/>
                          </a:prstGeom>
                          <a:blipFill>
                            <a:blip r:embed="rId4"/>
                            <a:stretch>
                              <a:fillRect r="-28947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zh-CN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0" name="文本框 29">
                          <a:extLst>
                            <a:ext uri="{FF2B5EF4-FFF2-40B4-BE49-F238E27FC236}">
                              <a16:creationId xmlns:a16="http://schemas.microsoft.com/office/drawing/2014/main" id="{2E85460D-D17F-5755-6EDA-28EC5AB3593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646976" y="2977332"/>
                          <a:ext cx="277978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p:txBody>
                    </p:sp>
                  </mc:Choice>
                  <mc:Fallback xmlns="">
                    <p:sp>
                      <p:nvSpPr>
                        <p:cNvPr id="30" name="文本框 29">
                          <a:extLst>
                            <a:ext uri="{FF2B5EF4-FFF2-40B4-BE49-F238E27FC236}">
                              <a16:creationId xmlns:a16="http://schemas.microsoft.com/office/drawing/2014/main" id="{2E85460D-D17F-5755-6EDA-28EC5AB35933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646976" y="2977332"/>
                          <a:ext cx="277978" cy="369332"/>
                        </a:xfrm>
                        <a:prstGeom prst="rect">
                          <a:avLst/>
                        </a:prstGeom>
                        <a:blipFill>
                          <a:blip r:embed="rId5"/>
                          <a:stretch>
                            <a:fillRect r="-21739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33" name="直接连接符 32">
                    <a:extLst>
                      <a:ext uri="{FF2B5EF4-FFF2-40B4-BE49-F238E27FC236}">
                        <a16:creationId xmlns:a16="http://schemas.microsoft.com/office/drawing/2014/main" id="{F356F7B9-98A7-1B82-CC31-9BEA0D5A45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2008" y="962366"/>
                    <a:ext cx="3706185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连接符 34">
                    <a:extLst>
                      <a:ext uri="{FF2B5EF4-FFF2-40B4-BE49-F238E27FC236}">
                        <a16:creationId xmlns:a16="http://schemas.microsoft.com/office/drawing/2014/main" id="{98BC26D1-7367-8457-FBA5-5BE40C6B89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67280" y="3172092"/>
                    <a:ext cx="502768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直接连接符 47">
                    <a:extLst>
                      <a:ext uri="{FF2B5EF4-FFF2-40B4-BE49-F238E27FC236}">
                        <a16:creationId xmlns:a16="http://schemas.microsoft.com/office/drawing/2014/main" id="{3EE7074C-FFB0-3FEC-F1EF-0D3E377A38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02008" y="475147"/>
                    <a:ext cx="13703" cy="173461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连接符 49">
                    <a:extLst>
                      <a:ext uri="{FF2B5EF4-FFF2-40B4-BE49-F238E27FC236}">
                        <a16:creationId xmlns:a16="http://schemas.microsoft.com/office/drawing/2014/main" id="{38369818-4F2F-BA0C-93B9-A229F0B17F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908193" y="475147"/>
                    <a:ext cx="0" cy="2107105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接连接符 53">
                    <a:extLst>
                      <a:ext uri="{FF2B5EF4-FFF2-40B4-BE49-F238E27FC236}">
                        <a16:creationId xmlns:a16="http://schemas.microsoft.com/office/drawing/2014/main" id="{122CF74D-8120-E0B1-DE52-2721F1D16B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2165163" y="3161998"/>
                    <a:ext cx="2117" cy="946452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直接连接符 55">
                    <a:extLst>
                      <a:ext uri="{FF2B5EF4-FFF2-40B4-BE49-F238E27FC236}">
                        <a16:creationId xmlns:a16="http://schemas.microsoft.com/office/drawing/2014/main" id="{96B14888-003F-65BE-95EB-4840091C8F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13779" y="4105542"/>
                    <a:ext cx="502768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8" name="矩形 57">
                    <a:extLst>
                      <a:ext uri="{FF2B5EF4-FFF2-40B4-BE49-F238E27FC236}">
                        <a16:creationId xmlns:a16="http://schemas.microsoft.com/office/drawing/2014/main" id="{564A7EF8-3413-17B1-1F1F-757C8780B61D}"/>
                      </a:ext>
                    </a:extLst>
                  </p:cNvPr>
                  <p:cNvSpPr/>
                  <p:nvPr/>
                </p:nvSpPr>
                <p:spPr>
                  <a:xfrm>
                    <a:off x="1269350" y="2089649"/>
                    <a:ext cx="556235" cy="205406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" name="矩形 59">
                    <a:extLst>
                      <a:ext uri="{FF2B5EF4-FFF2-40B4-BE49-F238E27FC236}">
                        <a16:creationId xmlns:a16="http://schemas.microsoft.com/office/drawing/2014/main" id="{8239A9F5-11AB-3D2B-68E2-9D991F754C9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689310" y="841829"/>
                    <a:ext cx="556235" cy="205406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1" name="矩形 60">
                    <a:extLst>
                      <a:ext uri="{FF2B5EF4-FFF2-40B4-BE49-F238E27FC236}">
                        <a16:creationId xmlns:a16="http://schemas.microsoft.com/office/drawing/2014/main" id="{A1047E09-0A1C-7D47-D513-0F02B2261F3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878138" y="3522078"/>
                    <a:ext cx="556235" cy="205406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2" name="文本框 61">
                        <a:extLst>
                          <a:ext uri="{FF2B5EF4-FFF2-40B4-BE49-F238E27FC236}">
                            <a16:creationId xmlns:a16="http://schemas.microsoft.com/office/drawing/2014/main" id="{6AB90950-84D2-6E99-802B-FA464F54DF0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3195" y="1713324"/>
                        <a:ext cx="1512517" cy="5539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r>
                                <m:rPr>
                                  <m:nor/>
                                </m:rPr>
                                <a:rPr lang="en-US" altLang="zh-CN" i="0" smtClean="0">
                                  <a:latin typeface="Cambria Math" panose="02040503050406030204" pitchFamily="18" charset="0"/>
                                </a:rPr>
                                <m:t>kΩ</m:t>
                              </m:r>
                            </m:oMath>
                          </m:oMathPara>
                        </a14:m>
                        <a:endParaRPr lang="en-US" altLang="zh-CN" dirty="0"/>
                      </a:p>
                      <a:p>
                        <a:endParaRPr lang="en-US" altLang="zh-CN" dirty="0"/>
                      </a:p>
                    </p:txBody>
                  </p:sp>
                </mc:Choice>
                <mc:Fallback xmlns="">
                  <p:sp>
                    <p:nvSpPr>
                      <p:cNvPr id="62" name="文本框 61">
                        <a:extLst>
                          <a:ext uri="{FF2B5EF4-FFF2-40B4-BE49-F238E27FC236}">
                            <a16:creationId xmlns:a16="http://schemas.microsoft.com/office/drawing/2014/main" id="{6AB90950-84D2-6E99-802B-FA464F54DF0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3195" y="1713324"/>
                        <a:ext cx="1512517" cy="553998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文本框 62">
                        <a:extLst>
                          <a:ext uri="{FF2B5EF4-FFF2-40B4-BE49-F238E27FC236}">
                            <a16:creationId xmlns:a16="http://schemas.microsoft.com/office/drawing/2014/main" id="{B6D0B20A-BEF5-6BA5-D1E9-907033D47F6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3195" y="3505571"/>
                        <a:ext cx="1512517" cy="5539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r>
                                <m:rPr>
                                  <m:nor/>
                                </m:rPr>
                                <a:rPr lang="en-US" altLang="zh-CN" i="0" smtClean="0">
                                  <a:latin typeface="Cambria Math" panose="02040503050406030204" pitchFamily="18" charset="0"/>
                                </a:rPr>
                                <m:t>kΩ</m:t>
                              </m:r>
                            </m:oMath>
                          </m:oMathPara>
                        </a14:m>
                        <a:endParaRPr lang="en-US" altLang="zh-CN" dirty="0"/>
                      </a:p>
                      <a:p>
                        <a:endParaRPr lang="en-US" altLang="zh-CN" dirty="0"/>
                      </a:p>
                    </p:txBody>
                  </p:sp>
                </mc:Choice>
                <mc:Fallback xmlns="">
                  <p:sp>
                    <p:nvSpPr>
                      <p:cNvPr id="63" name="文本框 62">
                        <a:extLst>
                          <a:ext uri="{FF2B5EF4-FFF2-40B4-BE49-F238E27FC236}">
                            <a16:creationId xmlns:a16="http://schemas.microsoft.com/office/drawing/2014/main" id="{B6D0B20A-BEF5-6BA5-D1E9-907033D47F6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3195" y="3505571"/>
                        <a:ext cx="1512517" cy="553998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4" name="文本框 63">
                        <a:extLst>
                          <a:ext uri="{FF2B5EF4-FFF2-40B4-BE49-F238E27FC236}">
                            <a16:creationId xmlns:a16="http://schemas.microsoft.com/office/drawing/2014/main" id="{9BC93EDF-D215-6346-8497-3BDEF352FE8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34184" y="1233536"/>
                        <a:ext cx="1512517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=0.022</m:t>
                              </m:r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oMath>
                          </m:oMathPara>
                        </a14:m>
                        <a:endParaRPr lang="en-US" altLang="zh-CN" i="1" dirty="0"/>
                      </a:p>
                    </p:txBody>
                  </p:sp>
                </mc:Choice>
                <mc:Fallback xmlns="">
                  <p:sp>
                    <p:nvSpPr>
                      <p:cNvPr id="64" name="文本框 63">
                        <a:extLst>
                          <a:ext uri="{FF2B5EF4-FFF2-40B4-BE49-F238E27FC236}">
                            <a16:creationId xmlns:a16="http://schemas.microsoft.com/office/drawing/2014/main" id="{9BC93EDF-D215-6346-8497-3BDEF352FE8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234184" y="1233536"/>
                        <a:ext cx="1512517" cy="276999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b="-3111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6" name="文本框 65">
                        <a:extLst>
                          <a:ext uri="{FF2B5EF4-FFF2-40B4-BE49-F238E27FC236}">
                            <a16:creationId xmlns:a16="http://schemas.microsoft.com/office/drawing/2014/main" id="{EB3C5BBD-8FA7-FEDF-45A2-B788D9B3AB6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715602" y="2407583"/>
                        <a:ext cx="496111" cy="83099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altLang="zh-CN" b="0" i="1" dirty="0"/>
                      </a:p>
                      <a:p>
                        <a:endParaRPr lang="en-US" altLang="zh-CN" i="1" dirty="0"/>
                      </a:p>
                      <a:p>
                        <a:endParaRPr lang="en-US" altLang="zh-CN" i="1" dirty="0"/>
                      </a:p>
                    </p:txBody>
                  </p:sp>
                </mc:Choice>
                <mc:Fallback xmlns="">
                  <p:sp>
                    <p:nvSpPr>
                      <p:cNvPr id="66" name="文本框 65">
                        <a:extLst>
                          <a:ext uri="{FF2B5EF4-FFF2-40B4-BE49-F238E27FC236}">
                            <a16:creationId xmlns:a16="http://schemas.microsoft.com/office/drawing/2014/main" id="{EB3C5BBD-8FA7-FEDF-45A2-B788D9B3AB6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715602" y="2407583"/>
                        <a:ext cx="496111" cy="830997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7" name="椭圆 66">
                    <a:extLst>
                      <a:ext uri="{FF2B5EF4-FFF2-40B4-BE49-F238E27FC236}">
                        <a16:creationId xmlns:a16="http://schemas.microsoft.com/office/drawing/2014/main" id="{8E9C8869-3BA2-D965-7FA8-BD4608932EF1}"/>
                      </a:ext>
                    </a:extLst>
                  </p:cNvPr>
                  <p:cNvSpPr/>
                  <p:nvPr/>
                </p:nvSpPr>
                <p:spPr>
                  <a:xfrm>
                    <a:off x="869032" y="2132141"/>
                    <a:ext cx="120422" cy="12042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" name="椭圆 67">
                    <a:extLst>
                      <a:ext uri="{FF2B5EF4-FFF2-40B4-BE49-F238E27FC236}">
                        <a16:creationId xmlns:a16="http://schemas.microsoft.com/office/drawing/2014/main" id="{B56DFEF6-343A-5182-7E74-88C22CD3595E}"/>
                      </a:ext>
                    </a:extLst>
                  </p:cNvPr>
                  <p:cNvSpPr/>
                  <p:nvPr/>
                </p:nvSpPr>
                <p:spPr>
                  <a:xfrm>
                    <a:off x="6628820" y="2512890"/>
                    <a:ext cx="120422" cy="12042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" name="文本框 68">
                    <a:extLst>
                      <a:ext uri="{FF2B5EF4-FFF2-40B4-BE49-F238E27FC236}">
                        <a16:creationId xmlns:a16="http://schemas.microsoft.com/office/drawing/2014/main" id="{63D5EF4F-F62A-AA42-90C6-A695AE280865}"/>
                      </a:ext>
                    </a:extLst>
                  </p:cNvPr>
                  <p:cNvSpPr txBox="1"/>
                  <p:nvPr/>
                </p:nvSpPr>
                <p:spPr>
                  <a:xfrm>
                    <a:off x="2045853" y="2240477"/>
                    <a:ext cx="35044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0" name="文本框 69">
                    <a:extLst>
                      <a:ext uri="{FF2B5EF4-FFF2-40B4-BE49-F238E27FC236}">
                        <a16:creationId xmlns:a16="http://schemas.microsoft.com/office/drawing/2014/main" id="{3744105C-C49A-E455-A00D-2BE64F81B3E8}"/>
                      </a:ext>
                    </a:extLst>
                  </p:cNvPr>
                  <p:cNvSpPr txBox="1"/>
                  <p:nvPr/>
                </p:nvSpPr>
                <p:spPr>
                  <a:xfrm>
                    <a:off x="2040491" y="2812452"/>
                    <a:ext cx="35044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1" name="文本框 70">
                    <a:extLst>
                      <a:ext uri="{FF2B5EF4-FFF2-40B4-BE49-F238E27FC236}">
                        <a16:creationId xmlns:a16="http://schemas.microsoft.com/office/drawing/2014/main" id="{1452CE7A-D0CA-7E03-052C-73DD69068AC6}"/>
                      </a:ext>
                    </a:extLst>
                  </p:cNvPr>
                  <p:cNvSpPr txBox="1"/>
                  <p:nvPr/>
                </p:nvSpPr>
                <p:spPr>
                  <a:xfrm>
                    <a:off x="5786978" y="2579247"/>
                    <a:ext cx="35044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6</a:t>
                    </a:r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10D4226-8927-9DA2-C010-3A84D7A42EA8}"/>
                  </a:ext>
                </a:extLst>
              </p:cNvPr>
              <p:cNvSpPr/>
              <p:nvPr/>
            </p:nvSpPr>
            <p:spPr>
              <a:xfrm>
                <a:off x="4277463" y="628650"/>
                <a:ext cx="361212" cy="1492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2DD0016-B8F8-796D-AE1C-BC5CD1A17E32}"/>
                  </a:ext>
                </a:extLst>
              </p:cNvPr>
              <p:cNvSpPr/>
              <p:nvPr/>
            </p:nvSpPr>
            <p:spPr>
              <a:xfrm>
                <a:off x="4256721" y="1167773"/>
                <a:ext cx="361212" cy="1492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AAD1D17B-4E0B-75B3-8EA2-0068E40DF7BD}"/>
                </a:ext>
              </a:extLst>
            </p:cNvPr>
            <p:cNvSpPr/>
            <p:nvPr/>
          </p:nvSpPr>
          <p:spPr>
            <a:xfrm>
              <a:off x="4206802" y="1362881"/>
              <a:ext cx="556235" cy="2054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71584333-8D64-D2CB-D2D0-1336974C6582}"/>
                    </a:ext>
                  </a:extLst>
                </p:cNvPr>
                <p:cNvSpPr txBox="1"/>
                <p:nvPr/>
              </p:nvSpPr>
              <p:spPr>
                <a:xfrm>
                  <a:off x="3831367" y="917588"/>
                  <a:ext cx="1512517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m:rPr>
                          <m:nor/>
                        </m:rPr>
                        <a:rPr lang="en-US" altLang="zh-CN">
                          <a:latin typeface="Cambria Math" panose="02040503050406030204" pitchFamily="18" charset="0"/>
                        </a:rPr>
                        <m:t>kΩ</m:t>
                      </m:r>
                    </m:oMath>
                  </a14:m>
                  <a:endParaRPr lang="en-US" altLang="zh-CN" i="1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71584333-8D64-D2CB-D2D0-1336974C65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1367" y="917588"/>
                  <a:ext cx="1512517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5645" b="-13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51551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85215" y="633306"/>
            <a:ext cx="10034016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zh-CN" altLang="zh-CN" sz="2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228600" algn="just">
              <a:lnSpc>
                <a:spcPts val="3900"/>
              </a:lnSpc>
            </a:pP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按图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1.3.4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组装电路，用连续方波输入，并按表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1.3.3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保持方波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sz="2400" baseline="-30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i  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zh-CN" altLang="en-US" sz="2400" baseline="-300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40mV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不变，改变频率，用示波器观察频率与输出波形间的关系，并测量输出信号的有效值，记录实验结果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228600" algn="just">
              <a:lnSpc>
                <a:spcPts val="3900"/>
              </a:lnSpc>
              <a:spcAft>
                <a:spcPts val="0"/>
              </a:spcAft>
            </a:pPr>
            <a:endParaRPr lang="zh-CN" altLang="zh-CN" sz="2400" kern="100" dirty="0"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544355"/>
              </p:ext>
            </p:extLst>
          </p:nvPr>
        </p:nvGraphicFramePr>
        <p:xfrm>
          <a:off x="993647" y="4291135"/>
          <a:ext cx="9217153" cy="185647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316272">
                  <a:extLst>
                    <a:ext uri="{9D8B030D-6E8A-4147-A177-3AD203B41FA5}">
                      <a16:colId xmlns:a16="http://schemas.microsoft.com/office/drawing/2014/main" val="770578157"/>
                    </a:ext>
                  </a:extLst>
                </a:gridCol>
                <a:gridCol w="1316272">
                  <a:extLst>
                    <a:ext uri="{9D8B030D-6E8A-4147-A177-3AD203B41FA5}">
                      <a16:colId xmlns:a16="http://schemas.microsoft.com/office/drawing/2014/main" val="660635495"/>
                    </a:ext>
                  </a:extLst>
                </a:gridCol>
                <a:gridCol w="1316272">
                  <a:extLst>
                    <a:ext uri="{9D8B030D-6E8A-4147-A177-3AD203B41FA5}">
                      <a16:colId xmlns:a16="http://schemas.microsoft.com/office/drawing/2014/main" val="1094920353"/>
                    </a:ext>
                  </a:extLst>
                </a:gridCol>
                <a:gridCol w="1316272">
                  <a:extLst>
                    <a:ext uri="{9D8B030D-6E8A-4147-A177-3AD203B41FA5}">
                      <a16:colId xmlns:a16="http://schemas.microsoft.com/office/drawing/2014/main" val="1028722217"/>
                    </a:ext>
                  </a:extLst>
                </a:gridCol>
                <a:gridCol w="1317355">
                  <a:extLst>
                    <a:ext uri="{9D8B030D-6E8A-4147-A177-3AD203B41FA5}">
                      <a16:colId xmlns:a16="http://schemas.microsoft.com/office/drawing/2014/main" val="352658604"/>
                    </a:ext>
                  </a:extLst>
                </a:gridCol>
                <a:gridCol w="1317355">
                  <a:extLst>
                    <a:ext uri="{9D8B030D-6E8A-4147-A177-3AD203B41FA5}">
                      <a16:colId xmlns:a16="http://schemas.microsoft.com/office/drawing/2014/main" val="945826131"/>
                    </a:ext>
                  </a:extLst>
                </a:gridCol>
                <a:gridCol w="1317355">
                  <a:extLst>
                    <a:ext uri="{9D8B030D-6E8A-4147-A177-3AD203B41FA5}">
                      <a16:colId xmlns:a16="http://schemas.microsoft.com/office/drawing/2014/main" val="3927647019"/>
                    </a:ext>
                  </a:extLst>
                </a:gridCol>
              </a:tblGrid>
              <a:tr h="6052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f(Hz)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50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100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300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500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1000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2000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732164"/>
                  </a:ext>
                </a:extLst>
              </a:tr>
              <a:tr h="6310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V</a:t>
                      </a:r>
                      <a:r>
                        <a:rPr lang="en-US" sz="1800" kern="100" baseline="-250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o</a:t>
                      </a: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 (V)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514292"/>
                  </a:ext>
                </a:extLst>
              </a:tr>
              <a:tr h="6201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波形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rgbClr val="FFC000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rgbClr val="FFC000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  <a:ea typeface="仿宋" panose="02010609060101010101" pitchFamily="49" charset="-122"/>
                        </a:rPr>
                        <a:t> 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637645"/>
                  </a:ext>
                </a:extLst>
              </a:tr>
            </a:tbl>
          </a:graphicData>
        </a:graphic>
      </p:graphicFrame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916642" y="2754608"/>
            <a:ext cx="11293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1.3.2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696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812829"/>
              </p:ext>
            </p:extLst>
          </p:nvPr>
        </p:nvGraphicFramePr>
        <p:xfrm>
          <a:off x="308227" y="2845621"/>
          <a:ext cx="6348548" cy="16354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883194">
                  <a:extLst>
                    <a:ext uri="{9D8B030D-6E8A-4147-A177-3AD203B41FA5}">
                      <a16:colId xmlns:a16="http://schemas.microsoft.com/office/drawing/2014/main" val="183917356"/>
                    </a:ext>
                  </a:extLst>
                </a:gridCol>
                <a:gridCol w="883194">
                  <a:extLst>
                    <a:ext uri="{9D8B030D-6E8A-4147-A177-3AD203B41FA5}">
                      <a16:colId xmlns:a16="http://schemas.microsoft.com/office/drawing/2014/main" val="3954319487"/>
                    </a:ext>
                  </a:extLst>
                </a:gridCol>
                <a:gridCol w="883194">
                  <a:extLst>
                    <a:ext uri="{9D8B030D-6E8A-4147-A177-3AD203B41FA5}">
                      <a16:colId xmlns:a16="http://schemas.microsoft.com/office/drawing/2014/main" val="2582928085"/>
                    </a:ext>
                  </a:extLst>
                </a:gridCol>
                <a:gridCol w="883194">
                  <a:extLst>
                    <a:ext uri="{9D8B030D-6E8A-4147-A177-3AD203B41FA5}">
                      <a16:colId xmlns:a16="http://schemas.microsoft.com/office/drawing/2014/main" val="161617944"/>
                    </a:ext>
                  </a:extLst>
                </a:gridCol>
                <a:gridCol w="883921">
                  <a:extLst>
                    <a:ext uri="{9D8B030D-6E8A-4147-A177-3AD203B41FA5}">
                      <a16:colId xmlns:a16="http://schemas.microsoft.com/office/drawing/2014/main" val="819211920"/>
                    </a:ext>
                  </a:extLst>
                </a:gridCol>
                <a:gridCol w="1017452">
                  <a:extLst>
                    <a:ext uri="{9D8B030D-6E8A-4147-A177-3AD203B41FA5}">
                      <a16:colId xmlns:a16="http://schemas.microsoft.com/office/drawing/2014/main" val="2826315035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1452251353"/>
                    </a:ext>
                  </a:extLst>
                </a:gridCol>
              </a:tblGrid>
              <a:tr h="256621"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测量值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</a:rPr>
                        <a:t>测算值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168243"/>
                  </a:ext>
                </a:extLst>
              </a:tr>
              <a:tr h="5132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V</a:t>
                      </a:r>
                      <a:r>
                        <a:rPr lang="en-US" sz="1400" kern="100" baseline="-25000" dirty="0">
                          <a:effectLst/>
                        </a:rPr>
                        <a:t>o</a:t>
                      </a:r>
                      <a:r>
                        <a:rPr lang="zh-CN" sz="1400" kern="100" dirty="0">
                          <a:effectLst/>
                        </a:rPr>
                        <a:t>（</a:t>
                      </a:r>
                      <a:r>
                        <a:rPr lang="en-US" sz="1400" kern="100" dirty="0">
                          <a:effectLst/>
                        </a:rPr>
                        <a:t>V</a:t>
                      </a:r>
                      <a:r>
                        <a:rPr lang="zh-CN" sz="1400" kern="100" dirty="0">
                          <a:effectLst/>
                        </a:rPr>
                        <a:t>）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</a:rPr>
                        <a:t>V</a:t>
                      </a:r>
                      <a:r>
                        <a:rPr lang="en-US" sz="1400" kern="100" baseline="-25000" dirty="0" err="1">
                          <a:effectLst/>
                        </a:rPr>
                        <a:t>f</a:t>
                      </a:r>
                      <a:r>
                        <a:rPr lang="zh-CN" sz="1400" kern="100" dirty="0">
                          <a:effectLst/>
                        </a:rPr>
                        <a:t>（</a:t>
                      </a:r>
                      <a:r>
                        <a:rPr lang="en-US" sz="1400" kern="100" dirty="0">
                          <a:effectLst/>
                        </a:rPr>
                        <a:t>V</a:t>
                      </a:r>
                      <a:r>
                        <a:rPr lang="zh-CN" sz="1400" kern="100" dirty="0">
                          <a:effectLst/>
                        </a:rPr>
                        <a:t>）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V</a:t>
                      </a:r>
                      <a:r>
                        <a:rPr lang="en-US" sz="1400" kern="100" baseline="-25000" dirty="0">
                          <a:effectLst/>
                        </a:rPr>
                        <a:t>i</a:t>
                      </a:r>
                      <a:r>
                        <a:rPr lang="zh-CN" sz="1400" kern="100" dirty="0">
                          <a:effectLst/>
                        </a:rPr>
                        <a:t>（</a:t>
                      </a:r>
                      <a:r>
                        <a:rPr lang="en-US" sz="1400" kern="100" dirty="0">
                          <a:effectLst/>
                        </a:rPr>
                        <a:t>V</a:t>
                      </a:r>
                      <a:r>
                        <a:rPr lang="zh-CN" sz="1400" kern="100" dirty="0">
                          <a:effectLst/>
                        </a:rPr>
                        <a:t>）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T</a:t>
                      </a:r>
                      <a:r>
                        <a:rPr lang="zh-CN" sz="1400" kern="100" dirty="0">
                          <a:effectLst/>
                        </a:rPr>
                        <a:t>（</a:t>
                      </a:r>
                      <a:r>
                        <a:rPr lang="en-US" sz="1400" kern="100" dirty="0" err="1">
                          <a:effectLst/>
                        </a:rPr>
                        <a:t>ms</a:t>
                      </a:r>
                      <a:r>
                        <a:rPr lang="zh-CN" sz="1400" kern="100" dirty="0">
                          <a:effectLst/>
                        </a:rPr>
                        <a:t>）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F= </a:t>
                      </a:r>
                      <a:r>
                        <a:rPr lang="en-US" sz="1400" kern="100" dirty="0" err="1">
                          <a:effectLst/>
                        </a:rPr>
                        <a:t>V</a:t>
                      </a:r>
                      <a:r>
                        <a:rPr lang="en-US" sz="1400" kern="100" baseline="-25000" dirty="0" err="1">
                          <a:effectLst/>
                        </a:rPr>
                        <a:t>f</a:t>
                      </a:r>
                      <a:r>
                        <a:rPr lang="en-US" sz="1400" kern="100" dirty="0">
                          <a:effectLst/>
                        </a:rPr>
                        <a:t> / V</a:t>
                      </a:r>
                      <a:r>
                        <a:rPr lang="en-US" sz="1400" kern="100" baseline="-25000" dirty="0">
                          <a:effectLst/>
                        </a:rPr>
                        <a:t>o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</a:rPr>
                        <a:t>A</a:t>
                      </a:r>
                      <a:r>
                        <a:rPr lang="en-US" sz="1400" kern="100" baseline="-25000" dirty="0" err="1">
                          <a:effectLst/>
                        </a:rPr>
                        <a:t>Vf</a:t>
                      </a:r>
                      <a:r>
                        <a:rPr lang="en-US" sz="1400" kern="100" dirty="0">
                          <a:effectLst/>
                        </a:rPr>
                        <a:t> = V</a:t>
                      </a:r>
                      <a:r>
                        <a:rPr lang="en-US" sz="1400" kern="100" baseline="-25000" dirty="0">
                          <a:effectLst/>
                        </a:rPr>
                        <a:t>o</a:t>
                      </a:r>
                      <a:r>
                        <a:rPr lang="en-US" sz="1400" kern="100" dirty="0">
                          <a:effectLst/>
                        </a:rPr>
                        <a:t> /V</a:t>
                      </a:r>
                      <a:r>
                        <a:rPr lang="en-US" sz="1400" kern="100" baseline="-25000" dirty="0">
                          <a:effectLst/>
                        </a:rPr>
                        <a:t>i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f=1/T</a:t>
                      </a:r>
                      <a:r>
                        <a:rPr lang="zh-CN" sz="1400" kern="100" dirty="0">
                          <a:effectLst/>
                        </a:rPr>
                        <a:t>（</a:t>
                      </a:r>
                      <a:r>
                        <a:rPr lang="en-US" sz="1400" kern="100" dirty="0">
                          <a:effectLst/>
                        </a:rPr>
                        <a:t>HZ</a:t>
                      </a:r>
                      <a:r>
                        <a:rPr lang="zh-CN" sz="1400" kern="100" dirty="0">
                          <a:effectLst/>
                        </a:rPr>
                        <a:t>）</a:t>
                      </a:r>
                      <a:endParaRPr lang="zh-CN" sz="1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447533"/>
                  </a:ext>
                </a:extLst>
              </a:tr>
              <a:tr h="8655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 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 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 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 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 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 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</a:rPr>
                        <a:t> </a:t>
                      </a:r>
                      <a:endParaRPr lang="zh-CN" sz="1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888927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17561" y="113768"/>
            <a:ext cx="11669576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0" algn="l" defTabSz="914400" rtl="0" eaLnBrk="0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测量正弦振荡频率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；反馈系数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；反馈电压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及振幅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28600" algn="l" defTabSz="914400" rtl="0" eaLnBrk="0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按图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1.3.5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连线在电路振荡条件下测量表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1.3.3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中电路的各参数值。验证起振条件采用“替代法”：当振荡电路产生了一个稳定完整正弦波形后，断开正反馈环节，用低频信号源信号替代自振荡电路的模拟输入信号（注：此时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应保持不变），调信号源的幅度、频率，用示波器观察输出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`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的波形，使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`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=V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4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`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24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，然后测出其此时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400" b="0" i="0" u="none" strike="noStrike" cap="none" normalizeH="0" baseline="-3000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28600" algn="l" defTabSz="914400" rtl="0" eaLnBrk="0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8020595" y="331807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884145"/>
              </p:ext>
            </p:extLst>
          </p:nvPr>
        </p:nvGraphicFramePr>
        <p:xfrm>
          <a:off x="6875502" y="2735232"/>
          <a:ext cx="4911635" cy="369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636264" imgH="2703576" progId="SmartDraw.2">
                  <p:embed/>
                </p:oleObj>
              </mc:Choice>
              <mc:Fallback>
                <p:oleObj r:id="rId3" imgW="3636264" imgH="2703576" progId="SmartDraw.2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502" y="2735232"/>
                        <a:ext cx="4911635" cy="36967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3068794" y="2397816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1.3.3</a:t>
            </a:r>
            <a:endParaRPr lang="en-US" altLang="zh-CN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268708"/>
              </p:ext>
            </p:extLst>
          </p:nvPr>
        </p:nvGraphicFramePr>
        <p:xfrm>
          <a:off x="3945957" y="5050962"/>
          <a:ext cx="1881112" cy="7295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257300" imgH="457200" progId="Equation.3">
                  <p:embed/>
                </p:oleObj>
              </mc:Choice>
              <mc:Fallback>
                <p:oleObj r:id="rId5" imgW="1257300" imgH="45720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5957" y="5050962"/>
                        <a:ext cx="1881112" cy="7295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18335"/>
              </p:ext>
            </p:extLst>
          </p:nvPr>
        </p:nvGraphicFramePr>
        <p:xfrm>
          <a:off x="1154275" y="6242118"/>
          <a:ext cx="1628174" cy="638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36280" imgH="393529" progId="Equation.3">
                  <p:embed/>
                </p:oleObj>
              </mc:Choice>
              <mc:Fallback>
                <p:oleObj r:id="rId7" imgW="736280" imgH="393529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275" y="6242118"/>
                        <a:ext cx="1628174" cy="6383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776654"/>
              </p:ext>
            </p:extLst>
          </p:nvPr>
        </p:nvGraphicFramePr>
        <p:xfrm>
          <a:off x="4133585" y="6322897"/>
          <a:ext cx="1529498" cy="515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622030" imgH="241195" progId="Equation.3">
                  <p:embed/>
                </p:oleObj>
              </mc:Choice>
              <mc:Fallback>
                <p:oleObj r:id="rId9" imgW="622030" imgH="241195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3585" y="6322897"/>
                        <a:ext cx="1529498" cy="5154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-88425" y="4588852"/>
            <a:ext cx="647667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当电路选频网络中取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≠C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≠R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时元件参数与振荡频率的关系为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-167318" y="5756403"/>
            <a:ext cx="7299638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当取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=C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=R</a:t>
            </a:r>
            <a:r>
              <a:rPr kumimoji="0" lang="en-US" altLang="zh-CN" sz="2400" b="0" i="0" u="none" strike="noStrike" cap="none" normalizeH="0" baseline="-30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时元件参数与振荡频率的关系为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-167318" y="6838379"/>
            <a:ext cx="729963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43"/>
          <p:cNvSpPr>
            <a:spLocks noChangeArrowheads="1"/>
          </p:cNvSpPr>
          <p:nvPr/>
        </p:nvSpPr>
        <p:spPr bwMode="auto">
          <a:xfrm>
            <a:off x="8221547" y="6322897"/>
            <a:ext cx="30691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1.3.5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正弦振荡电路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zh-CN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104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5488" y="329184"/>
            <a:ext cx="1133856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400" b="1" dirty="0"/>
              <a:t>4</a:t>
            </a:r>
            <a:r>
              <a:rPr lang="zh-CN" altLang="en-US" sz="2400" b="1" dirty="0"/>
              <a:t>、</a:t>
            </a:r>
            <a:r>
              <a:rPr lang="zh-CN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设计课题：正弦波—方波—三角波函数发生器设计</a:t>
            </a:r>
            <a:endParaRPr lang="zh-CN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    </a:t>
            </a:r>
            <a:r>
              <a:rPr lang="zh-CN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根据正弦振荡器输出的正弦波，通过电压比较器整形后，得到一个较好的方波，将方波通过积分器进行积分，即可得到三角波。请按照原理图，设计一个正弦波—方波—三角波发生器电路。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-856777" y="3419772"/>
            <a:ext cx="27475267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359480"/>
              </p:ext>
            </p:extLst>
          </p:nvPr>
        </p:nvGraphicFramePr>
        <p:xfrm>
          <a:off x="780289" y="3157149"/>
          <a:ext cx="10131552" cy="274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361688" imgH="960120" progId="SmartDraw.2">
                  <p:embed/>
                </p:oleObj>
              </mc:Choice>
              <mc:Fallback>
                <p:oleObj r:id="rId2" imgW="4361688" imgH="960120" progId="SmartDraw.2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289" y="3157149"/>
                        <a:ext cx="10131552" cy="2748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5344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4F452-BBD1-BB70-6CEE-D384E425D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0BA7A4-3840-B12A-CE56-FCA72A6E61CC}"/>
              </a:ext>
            </a:extLst>
          </p:cNvPr>
          <p:cNvSpPr/>
          <p:nvPr/>
        </p:nvSpPr>
        <p:spPr>
          <a:xfrm>
            <a:off x="411616" y="367937"/>
            <a:ext cx="45505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积分电路</a:t>
            </a:r>
            <a:endParaRPr lang="zh-CN" altLang="en-US" sz="28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pSp>
        <p:nvGrpSpPr>
          <p:cNvPr id="246" name="组合 245">
            <a:extLst>
              <a:ext uri="{FF2B5EF4-FFF2-40B4-BE49-F238E27FC236}">
                <a16:creationId xmlns:a16="http://schemas.microsoft.com/office/drawing/2014/main" id="{C1C2263F-5BB1-B213-13F3-CF1A8ED137F5}"/>
              </a:ext>
            </a:extLst>
          </p:cNvPr>
          <p:cNvGrpSpPr/>
          <p:nvPr/>
        </p:nvGrpSpPr>
        <p:grpSpPr>
          <a:xfrm>
            <a:off x="453145" y="2957924"/>
            <a:ext cx="8540690" cy="2956310"/>
            <a:chOff x="453145" y="2957924"/>
            <a:chExt cx="8540690" cy="29563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EA2E42A2-9734-D24E-A856-01DA50A0B036}"/>
                    </a:ext>
                  </a:extLst>
                </p:cNvPr>
                <p:cNvSpPr txBox="1"/>
                <p:nvPr/>
              </p:nvSpPr>
              <p:spPr>
                <a:xfrm>
                  <a:off x="3763805" y="5360236"/>
                  <a:ext cx="1512517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=9</m:t>
                        </m:r>
                        <m:r>
                          <m:rPr>
                            <m:nor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kΩ</m:t>
                        </m:r>
                      </m:oMath>
                    </m:oMathPara>
                  </a14:m>
                  <a:endParaRPr lang="en-US" altLang="zh-CN" dirty="0"/>
                </a:p>
                <a:p>
                  <a:endParaRPr lang="en-US" altLang="zh-CN" dirty="0"/>
                </a:p>
              </p:txBody>
            </p:sp>
          </mc:Choice>
          <mc:Fallback xmlns="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EA2E42A2-9734-D24E-A856-01DA50A0B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3805" y="5360236"/>
                  <a:ext cx="1512517" cy="55399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A3EB30FD-B5CE-E469-7AC2-6CC7CA49E443}"/>
                </a:ext>
              </a:extLst>
            </p:cNvPr>
            <p:cNvGrpSpPr/>
            <p:nvPr/>
          </p:nvGrpSpPr>
          <p:grpSpPr>
            <a:xfrm>
              <a:off x="453145" y="2957924"/>
              <a:ext cx="8540690" cy="2548362"/>
              <a:chOff x="453145" y="2957924"/>
              <a:chExt cx="8540690" cy="2548362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E34D28B4-B13A-41B0-0D54-D1FE3D17B733}"/>
                  </a:ext>
                </a:extLst>
              </p:cNvPr>
              <p:cNvGrpSpPr/>
              <p:nvPr/>
            </p:nvGrpSpPr>
            <p:grpSpPr>
              <a:xfrm>
                <a:off x="453145" y="2957924"/>
                <a:ext cx="7789237" cy="2405220"/>
                <a:chOff x="186445" y="1713324"/>
                <a:chExt cx="7789237" cy="240522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文本框 75">
                      <a:extLst>
                        <a:ext uri="{FF2B5EF4-FFF2-40B4-BE49-F238E27FC236}">
                          <a16:creationId xmlns:a16="http://schemas.microsoft.com/office/drawing/2014/main" id="{D601107C-476F-377F-2330-764008E6DF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2156" y="2089649"/>
                      <a:ext cx="496111" cy="830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b="0" i="1" dirty="0"/>
                    </a:p>
                    <a:p>
                      <a:endParaRPr lang="en-US" altLang="zh-CN" i="1" dirty="0"/>
                    </a:p>
                    <a:p>
                      <a:endParaRPr lang="en-US" altLang="zh-CN" i="1" dirty="0"/>
                    </a:p>
                  </p:txBody>
                </p:sp>
              </mc:Choice>
              <mc:Fallback xmlns="">
                <p:sp>
                  <p:nvSpPr>
                    <p:cNvPr id="76" name="文本框 75">
                      <a:extLst>
                        <a:ext uri="{FF2B5EF4-FFF2-40B4-BE49-F238E27FC236}">
                          <a16:creationId xmlns:a16="http://schemas.microsoft.com/office/drawing/2014/main" id="{D601107C-476F-377F-2330-764008E6DF1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2156" y="2089649"/>
                      <a:ext cx="496111" cy="83099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77" name="组合 76">
                  <a:extLst>
                    <a:ext uri="{FF2B5EF4-FFF2-40B4-BE49-F238E27FC236}">
                      <a16:creationId xmlns:a16="http://schemas.microsoft.com/office/drawing/2014/main" id="{5EEED0C6-C92F-6283-1B48-2B4AB128A0E5}"/>
                    </a:ext>
                  </a:extLst>
                </p:cNvPr>
                <p:cNvGrpSpPr/>
                <p:nvPr/>
              </p:nvGrpSpPr>
              <p:grpSpPr>
                <a:xfrm>
                  <a:off x="186445" y="1713324"/>
                  <a:ext cx="7789237" cy="2405220"/>
                  <a:chOff x="186445" y="1713324"/>
                  <a:chExt cx="7789237" cy="2405220"/>
                </a:xfrm>
              </p:grpSpPr>
              <p:cxnSp>
                <p:nvCxnSpPr>
                  <p:cNvPr id="78" name="直接连接符 77">
                    <a:extLst>
                      <a:ext uri="{FF2B5EF4-FFF2-40B4-BE49-F238E27FC236}">
                        <a16:creationId xmlns:a16="http://schemas.microsoft.com/office/drawing/2014/main" id="{3CB66350-362C-B32C-B0E0-05915DCBEB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7100" y="2200616"/>
                    <a:ext cx="1742948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接连接符 78">
                    <a:extLst>
                      <a:ext uri="{FF2B5EF4-FFF2-40B4-BE49-F238E27FC236}">
                        <a16:creationId xmlns:a16="http://schemas.microsoft.com/office/drawing/2014/main" id="{88A7ABF8-CEB7-36B1-87DD-14E3C9F82601}"/>
                      </a:ext>
                    </a:extLst>
                  </p:cNvPr>
                  <p:cNvCxnSpPr>
                    <a:cxnSpLocks/>
                    <a:endCxn id="95" idx="2"/>
                  </p:cNvCxnSpPr>
                  <p:nvPr/>
                </p:nvCxnSpPr>
                <p:spPr>
                  <a:xfrm>
                    <a:off x="5574182" y="2573101"/>
                    <a:ext cx="1777912" cy="4534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0" name="组合 79">
                    <a:extLst>
                      <a:ext uri="{FF2B5EF4-FFF2-40B4-BE49-F238E27FC236}">
                        <a16:creationId xmlns:a16="http://schemas.microsoft.com/office/drawing/2014/main" id="{613887FE-CCEE-73C3-B346-9C6344593C09}"/>
                      </a:ext>
                    </a:extLst>
                  </p:cNvPr>
                  <p:cNvGrpSpPr/>
                  <p:nvPr/>
                </p:nvGrpSpPr>
                <p:grpSpPr>
                  <a:xfrm>
                    <a:off x="2604480" y="1799539"/>
                    <a:ext cx="2969702" cy="1547125"/>
                    <a:chOff x="2604480" y="1799539"/>
                    <a:chExt cx="2969702" cy="1547125"/>
                  </a:xfrm>
                </p:grpSpPr>
                <p:grpSp>
                  <p:nvGrpSpPr>
                    <p:cNvPr id="99" name="组合 98">
                      <a:extLst>
                        <a:ext uri="{FF2B5EF4-FFF2-40B4-BE49-F238E27FC236}">
                          <a16:creationId xmlns:a16="http://schemas.microsoft.com/office/drawing/2014/main" id="{4E45644C-F3B3-64E1-E193-BE85662AAC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604480" y="1799539"/>
                      <a:ext cx="2969702" cy="1547125"/>
                      <a:chOff x="2604480" y="1799539"/>
                      <a:chExt cx="2969702" cy="1547125"/>
                    </a:xfrm>
                  </p:grpSpPr>
                  <p:sp>
                    <p:nvSpPr>
                      <p:cNvPr id="101" name="矩形 100">
                        <a:extLst>
                          <a:ext uri="{FF2B5EF4-FFF2-40B4-BE49-F238E27FC236}">
                            <a16:creationId xmlns:a16="http://schemas.microsoft.com/office/drawing/2014/main" id="{6A3A7F5D-9FD5-54AA-4B9C-F36B316FB5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70048" y="1799539"/>
                        <a:ext cx="2904134" cy="1547125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grpSp>
                    <p:nvGrpSpPr>
                      <p:cNvPr id="102" name="组合 101">
                        <a:extLst>
                          <a:ext uri="{FF2B5EF4-FFF2-40B4-BE49-F238E27FC236}">
                            <a16:creationId xmlns:a16="http://schemas.microsoft.com/office/drawing/2014/main" id="{B0FBD98C-36B3-DF1A-8B64-E5C46FB6D6B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022128" y="2113023"/>
                        <a:ext cx="519379" cy="446228"/>
                        <a:chOff x="3022128" y="2113023"/>
                        <a:chExt cx="519379" cy="446228"/>
                      </a:xfrm>
                    </p:grpSpPr>
                    <p:sp>
                      <p:nvSpPr>
                        <p:cNvPr id="108" name="等腰三角形 107">
                          <a:extLst>
                            <a:ext uri="{FF2B5EF4-FFF2-40B4-BE49-F238E27FC236}">
                              <a16:creationId xmlns:a16="http://schemas.microsoft.com/office/drawing/2014/main" id="{FDF93A5C-38FB-7E65-C4AD-1A0044548B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5400000">
                          <a:off x="3058704" y="2076447"/>
                          <a:ext cx="446228" cy="519379"/>
                        </a:xfrm>
                        <a:prstGeom prst="triangle">
                          <a:avLst/>
                        </a:prstGeom>
                      </p:spPr>
                      <p:style>
                        <a:lnRef idx="2">
                          <a:schemeClr val="dk1"/>
                        </a:lnRef>
                        <a:fillRef idx="1">
                          <a:schemeClr val="lt1"/>
                        </a:fillRef>
                        <a:effectRef idx="0">
                          <a:schemeClr val="dk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cxnSp>
                      <p:nvCxnSpPr>
                        <p:cNvPr id="109" name="直接连接符 108">
                          <a:extLst>
                            <a:ext uri="{FF2B5EF4-FFF2-40B4-BE49-F238E27FC236}">
                              <a16:creationId xmlns:a16="http://schemas.microsoft.com/office/drawing/2014/main" id="{339CAC4F-6211-503A-46F1-6BD26014722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3288183" y="2252133"/>
                          <a:ext cx="0" cy="155450"/>
                        </a:xfrm>
                        <a:prstGeom prst="line">
                          <a:avLst/>
                        </a:prstGeom>
                      </p:spPr>
                      <p:style>
                        <a:lnRef idx="3">
                          <a:schemeClr val="dk1"/>
                        </a:lnRef>
                        <a:fillRef idx="0">
                          <a:schemeClr val="dk1"/>
                        </a:fillRef>
                        <a:effectRef idx="2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03" name="组合 102">
                        <a:extLst>
                          <a:ext uri="{FF2B5EF4-FFF2-40B4-BE49-F238E27FC236}">
                            <a16:creationId xmlns:a16="http://schemas.microsoft.com/office/drawing/2014/main" id="{F19C5706-C7AA-7EF1-4F08-C01BA853665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807563" y="2209766"/>
                        <a:ext cx="445802" cy="240183"/>
                        <a:chOff x="4016045" y="2191511"/>
                        <a:chExt cx="445802" cy="240183"/>
                      </a:xfrm>
                    </p:grpSpPr>
                    <p:sp>
                      <p:nvSpPr>
                        <p:cNvPr id="106" name="椭圆 105">
                          <a:extLst>
                            <a:ext uri="{FF2B5EF4-FFF2-40B4-BE49-F238E27FC236}">
                              <a16:creationId xmlns:a16="http://schemas.microsoft.com/office/drawing/2014/main" id="{4EB57BCC-7B9F-F38C-94A7-1A68CC51D87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016045" y="2223821"/>
                          <a:ext cx="182880" cy="175565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19050"/>
                      </p:spPr>
                      <p:style>
                        <a:lnRef idx="2">
                          <a:schemeClr val="dk1"/>
                        </a:lnRef>
                        <a:fillRef idx="1">
                          <a:schemeClr val="lt1"/>
                        </a:fillRef>
                        <a:effectRef idx="0">
                          <a:schemeClr val="dk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07" name="椭圆 106">
                          <a:extLst>
                            <a:ext uri="{FF2B5EF4-FFF2-40B4-BE49-F238E27FC236}">
                              <a16:creationId xmlns:a16="http://schemas.microsoft.com/office/drawing/2014/main" id="{5156CB48-6870-0F2B-FB4A-190ED4B0CC4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211657" y="2191511"/>
                          <a:ext cx="250190" cy="240183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w="19050"/>
                      </p:spPr>
                      <p:style>
                        <a:lnRef idx="2">
                          <a:schemeClr val="dk1"/>
                        </a:lnRef>
                        <a:fillRef idx="1">
                          <a:schemeClr val="lt1"/>
                        </a:fillRef>
                        <a:effectRef idx="0">
                          <a:schemeClr val="dk1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04" name="文本框 103">
                            <a:extLst>
                              <a:ext uri="{FF2B5EF4-FFF2-40B4-BE49-F238E27FC236}">
                                <a16:creationId xmlns:a16="http://schemas.microsoft.com/office/drawing/2014/main" id="{FADEC7D5-E472-0C5A-82E9-1F3C0E59C2C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5269633" y="2354504"/>
                            <a:ext cx="277978" cy="369332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oMath>
                              </m:oMathPara>
                            </a14:m>
                            <a:endParaRPr lang="zh-CN" altLang="en-US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04" name="文本框 103">
                            <a:extLst>
                              <a:ext uri="{FF2B5EF4-FFF2-40B4-BE49-F238E27FC236}">
                                <a16:creationId xmlns:a16="http://schemas.microsoft.com/office/drawing/2014/main" id="{FADEC7D5-E472-0C5A-82E9-1F3C0E59C2C8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5269633" y="2354504"/>
                            <a:ext cx="277978" cy="369332"/>
                          </a:xfrm>
                          <a:prstGeom prst="rect">
                            <a:avLst/>
                          </a:prstGeom>
                          <a:blipFill>
                            <a:blip r:embed="rId4"/>
                            <a:stretch>
                              <a:fillRect r="-21739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zh-CN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105" name="文本框 104">
                            <a:extLst>
                              <a:ext uri="{FF2B5EF4-FFF2-40B4-BE49-F238E27FC236}">
                                <a16:creationId xmlns:a16="http://schemas.microsoft.com/office/drawing/2014/main" id="{F4A909F4-F9FD-4864-B552-9DE87A23B49A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604480" y="2046727"/>
                            <a:ext cx="232426" cy="30777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—</m:t>
                                  </m:r>
                                </m:oMath>
                              </m:oMathPara>
                            </a14:m>
                            <a:endParaRPr lang="zh-CN" altLang="en-US" sz="1400" dirty="0"/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05" name="文本框 104">
                            <a:extLst>
                              <a:ext uri="{FF2B5EF4-FFF2-40B4-BE49-F238E27FC236}">
                                <a16:creationId xmlns:a16="http://schemas.microsoft.com/office/drawing/2014/main" id="{F4A909F4-F9FD-4864-B552-9DE87A23B49A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2604480" y="2046727"/>
                            <a:ext cx="232426" cy="307777"/>
                          </a:xfrm>
                          <a:prstGeom prst="rect">
                            <a:avLst/>
                          </a:prstGeom>
                          <a:blipFill>
                            <a:blip r:embed="rId5"/>
                            <a:stretch>
                              <a:fillRect r="-28947"/>
                            </a:stretch>
                          </a:blipFill>
                        </p:spPr>
                        <p:txBody>
                          <a:bodyPr/>
                          <a:lstStyle/>
                          <a:p>
                            <a:r>
                              <a:rPr lang="zh-CN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00" name="文本框 99">
                          <a:extLst>
                            <a:ext uri="{FF2B5EF4-FFF2-40B4-BE49-F238E27FC236}">
                              <a16:creationId xmlns:a16="http://schemas.microsoft.com/office/drawing/2014/main" id="{2289BA96-2515-E322-B459-186C125E4DC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646976" y="2977332"/>
                          <a:ext cx="277978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p:txBody>
                    </p:sp>
                  </mc:Choice>
                  <mc:Fallback xmlns="">
                    <p:sp>
                      <p:nvSpPr>
                        <p:cNvPr id="100" name="文本框 99">
                          <a:extLst>
                            <a:ext uri="{FF2B5EF4-FFF2-40B4-BE49-F238E27FC236}">
                              <a16:creationId xmlns:a16="http://schemas.microsoft.com/office/drawing/2014/main" id="{2289BA96-2515-E322-B459-186C125E4DCE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646976" y="2977332"/>
                          <a:ext cx="277978" cy="369332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 r="-1956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82" name="直接连接符 81">
                    <a:extLst>
                      <a:ext uri="{FF2B5EF4-FFF2-40B4-BE49-F238E27FC236}">
                        <a16:creationId xmlns:a16="http://schemas.microsoft.com/office/drawing/2014/main" id="{CEF20C3F-83B8-F761-1B76-9FF68562DF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30987" y="3172092"/>
                    <a:ext cx="939061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接连接符 82">
                    <a:extLst>
                      <a:ext uri="{FF2B5EF4-FFF2-40B4-BE49-F238E27FC236}">
                        <a16:creationId xmlns:a16="http://schemas.microsoft.com/office/drawing/2014/main" id="{DE956D78-047D-D06A-4904-D198E79005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265069" y="3161998"/>
                    <a:ext cx="0" cy="686102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直接连接符 84">
                    <a:extLst>
                      <a:ext uri="{FF2B5EF4-FFF2-40B4-BE49-F238E27FC236}">
                        <a16:creationId xmlns:a16="http://schemas.microsoft.com/office/drawing/2014/main" id="{D5CC9F08-98B1-CAF4-2149-6678B41EC7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730987" y="3172092"/>
                    <a:ext cx="2117" cy="946452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直接连接符 85">
                    <a:extLst>
                      <a:ext uri="{FF2B5EF4-FFF2-40B4-BE49-F238E27FC236}">
                        <a16:creationId xmlns:a16="http://schemas.microsoft.com/office/drawing/2014/main" id="{4B74D718-00C3-5F97-3312-EBB4B02486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79603" y="4115636"/>
                    <a:ext cx="502768" cy="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7" name="矩形 86">
                    <a:extLst>
                      <a:ext uri="{FF2B5EF4-FFF2-40B4-BE49-F238E27FC236}">
                        <a16:creationId xmlns:a16="http://schemas.microsoft.com/office/drawing/2014/main" id="{B024E27D-3AF3-A408-B85A-DDC20C9FC3FE}"/>
                      </a:ext>
                    </a:extLst>
                  </p:cNvPr>
                  <p:cNvSpPr/>
                  <p:nvPr/>
                </p:nvSpPr>
                <p:spPr>
                  <a:xfrm>
                    <a:off x="1269350" y="2089649"/>
                    <a:ext cx="556235" cy="205406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9" name="矩形 88">
                    <a:extLst>
                      <a:ext uri="{FF2B5EF4-FFF2-40B4-BE49-F238E27FC236}">
                        <a16:creationId xmlns:a16="http://schemas.microsoft.com/office/drawing/2014/main" id="{C413975B-FBF7-A534-C2F0-20AD11A4060C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443962" y="3532172"/>
                    <a:ext cx="556235" cy="205406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0" name="文本框 89">
                        <a:extLst>
                          <a:ext uri="{FF2B5EF4-FFF2-40B4-BE49-F238E27FC236}">
                            <a16:creationId xmlns:a16="http://schemas.microsoft.com/office/drawing/2014/main" id="{E446B7B7-3837-1AC5-FC0C-3FAE5729EC5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03195" y="1713324"/>
                        <a:ext cx="1512517" cy="5539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CN" i="0" smtClean="0">
                                  <a:latin typeface="Cambria Math" panose="02040503050406030204" pitchFamily="18" charset="0"/>
                                </a:rPr>
                                <m:t>kΩ</m:t>
                              </m:r>
                            </m:oMath>
                          </m:oMathPara>
                        </a14:m>
                        <a:endParaRPr lang="en-US" altLang="zh-CN" dirty="0"/>
                      </a:p>
                      <a:p>
                        <a:endParaRPr lang="en-US" altLang="zh-CN" dirty="0"/>
                      </a:p>
                    </p:txBody>
                  </p:sp>
                </mc:Choice>
                <mc:Fallback xmlns="">
                  <p:sp>
                    <p:nvSpPr>
                      <p:cNvPr id="90" name="文本框 89">
                        <a:extLst>
                          <a:ext uri="{FF2B5EF4-FFF2-40B4-BE49-F238E27FC236}">
                            <a16:creationId xmlns:a16="http://schemas.microsoft.com/office/drawing/2014/main" id="{E446B7B7-3837-1AC5-FC0C-3FAE5729EC5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03195" y="1713324"/>
                        <a:ext cx="1512517" cy="553998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1" name="文本框 90">
                        <a:extLst>
                          <a:ext uri="{FF2B5EF4-FFF2-40B4-BE49-F238E27FC236}">
                            <a16:creationId xmlns:a16="http://schemas.microsoft.com/office/drawing/2014/main" id="{555464C2-4D6F-F2C5-F505-CEBC3C1BB02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86445" y="3495132"/>
                        <a:ext cx="1512517" cy="5539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CN" i="0" smtClean="0">
                                  <a:latin typeface="Cambria Math" panose="02040503050406030204" pitchFamily="18" charset="0"/>
                                </a:rPr>
                                <m:t>kΩ</m:t>
                              </m:r>
                            </m:oMath>
                          </m:oMathPara>
                        </a14:m>
                        <a:endParaRPr lang="en-US" altLang="zh-CN" dirty="0"/>
                      </a:p>
                      <a:p>
                        <a:endParaRPr lang="en-US" altLang="zh-CN" dirty="0"/>
                      </a:p>
                    </p:txBody>
                  </p:sp>
                </mc:Choice>
                <mc:Fallback xmlns="">
                  <p:sp>
                    <p:nvSpPr>
                      <p:cNvPr id="91" name="文本框 90">
                        <a:extLst>
                          <a:ext uri="{FF2B5EF4-FFF2-40B4-BE49-F238E27FC236}">
                            <a16:creationId xmlns:a16="http://schemas.microsoft.com/office/drawing/2014/main" id="{555464C2-4D6F-F2C5-F505-CEBC3C1BB02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86445" y="3495132"/>
                        <a:ext cx="1512517" cy="553998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3" name="文本框 92">
                        <a:extLst>
                          <a:ext uri="{FF2B5EF4-FFF2-40B4-BE49-F238E27FC236}">
                            <a16:creationId xmlns:a16="http://schemas.microsoft.com/office/drawing/2014/main" id="{2505B90B-FEAE-C9EC-612F-88A5EEFE228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479571" y="2407583"/>
                        <a:ext cx="496111" cy="83099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altLang="zh-CN" b="0" i="1" dirty="0"/>
                      </a:p>
                      <a:p>
                        <a:endParaRPr lang="en-US" altLang="zh-CN" i="1" dirty="0"/>
                      </a:p>
                      <a:p>
                        <a:endParaRPr lang="en-US" altLang="zh-CN" i="1" dirty="0"/>
                      </a:p>
                    </p:txBody>
                  </p:sp>
                </mc:Choice>
                <mc:Fallback xmlns="">
                  <p:sp>
                    <p:nvSpPr>
                      <p:cNvPr id="93" name="文本框 92">
                        <a:extLst>
                          <a:ext uri="{FF2B5EF4-FFF2-40B4-BE49-F238E27FC236}">
                            <a16:creationId xmlns:a16="http://schemas.microsoft.com/office/drawing/2014/main" id="{2505B90B-FEAE-C9EC-612F-88A5EEFE228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479571" y="2407583"/>
                        <a:ext cx="496111" cy="830997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94" name="椭圆 93">
                    <a:extLst>
                      <a:ext uri="{FF2B5EF4-FFF2-40B4-BE49-F238E27FC236}">
                        <a16:creationId xmlns:a16="http://schemas.microsoft.com/office/drawing/2014/main" id="{0B4CBA75-EB3B-3C82-BC02-721E222CD2C7}"/>
                      </a:ext>
                    </a:extLst>
                  </p:cNvPr>
                  <p:cNvSpPr/>
                  <p:nvPr/>
                </p:nvSpPr>
                <p:spPr>
                  <a:xfrm>
                    <a:off x="869032" y="2132141"/>
                    <a:ext cx="120422" cy="12042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5" name="椭圆 94">
                    <a:extLst>
                      <a:ext uri="{FF2B5EF4-FFF2-40B4-BE49-F238E27FC236}">
                        <a16:creationId xmlns:a16="http://schemas.microsoft.com/office/drawing/2014/main" id="{FFFA0917-2582-DB1E-01A1-2790A4B90A0F}"/>
                      </a:ext>
                    </a:extLst>
                  </p:cNvPr>
                  <p:cNvSpPr/>
                  <p:nvPr/>
                </p:nvSpPr>
                <p:spPr>
                  <a:xfrm>
                    <a:off x="7352094" y="2517424"/>
                    <a:ext cx="120422" cy="120422"/>
                  </a:xfrm>
                  <a:prstGeom prst="ellipse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9027ABCF-40B0-01AE-A7C8-CA7C8E1D4706}"/>
                      </a:ext>
                    </a:extLst>
                  </p:cNvPr>
                  <p:cNvSpPr txBox="1"/>
                  <p:nvPr/>
                </p:nvSpPr>
                <p:spPr>
                  <a:xfrm>
                    <a:off x="2045853" y="2240477"/>
                    <a:ext cx="35044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7" name="文本框 96">
                    <a:extLst>
                      <a:ext uri="{FF2B5EF4-FFF2-40B4-BE49-F238E27FC236}">
                        <a16:creationId xmlns:a16="http://schemas.microsoft.com/office/drawing/2014/main" id="{D1DEB797-0D01-D869-8531-0999E6F69E78}"/>
                      </a:ext>
                    </a:extLst>
                  </p:cNvPr>
                  <p:cNvSpPr txBox="1"/>
                  <p:nvPr/>
                </p:nvSpPr>
                <p:spPr>
                  <a:xfrm>
                    <a:off x="2040491" y="2812452"/>
                    <a:ext cx="35044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8" name="文本框 97">
                    <a:extLst>
                      <a:ext uri="{FF2B5EF4-FFF2-40B4-BE49-F238E27FC236}">
                        <a16:creationId xmlns:a16="http://schemas.microsoft.com/office/drawing/2014/main" id="{D4EDBDB8-66A2-02A5-A044-AD378D3823B9}"/>
                      </a:ext>
                    </a:extLst>
                  </p:cNvPr>
                  <p:cNvSpPr txBox="1"/>
                  <p:nvPr/>
                </p:nvSpPr>
                <p:spPr>
                  <a:xfrm>
                    <a:off x="5786978" y="2579247"/>
                    <a:ext cx="35044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6</a:t>
                    </a:r>
                    <a:endParaRPr lang="zh-CN" alt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FD70D8B1-C2B5-104A-7DF1-6E65059CE563}"/>
                  </a:ext>
                </a:extLst>
              </p:cNvPr>
              <p:cNvSpPr/>
              <p:nvPr/>
            </p:nvSpPr>
            <p:spPr>
              <a:xfrm>
                <a:off x="6112445" y="3666501"/>
                <a:ext cx="556235" cy="20540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文本框 110">
                    <a:extLst>
                      <a:ext uri="{FF2B5EF4-FFF2-40B4-BE49-F238E27FC236}">
                        <a16:creationId xmlns:a16="http://schemas.microsoft.com/office/drawing/2014/main" id="{CA7FB54C-BBC0-59B0-0C54-0F8BE2125A1F}"/>
                      </a:ext>
                    </a:extLst>
                  </p:cNvPr>
                  <p:cNvSpPr txBox="1"/>
                  <p:nvPr/>
                </p:nvSpPr>
                <p:spPr>
                  <a:xfrm>
                    <a:off x="5788492" y="3352324"/>
                    <a:ext cx="1476426" cy="5539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m:rPr>
                              <m:nor/>
                            </m:rPr>
                            <a:rPr lang="en-US" altLang="zh-CN" i="0" smtClean="0">
                              <a:latin typeface="Cambria Math" panose="02040503050406030204" pitchFamily="18" charset="0"/>
                            </a:rPr>
                            <m:t>kΩ</m:t>
                          </m:r>
                        </m:oMath>
                      </m:oMathPara>
                    </a14:m>
                    <a:endParaRPr lang="en-US" altLang="zh-CN" dirty="0"/>
                  </a:p>
                  <a:p>
                    <a:endParaRPr lang="en-US" altLang="zh-CN" dirty="0"/>
                  </a:p>
                </p:txBody>
              </p:sp>
            </mc:Choice>
            <mc:Fallback xmlns="">
              <p:sp>
                <p:nvSpPr>
                  <p:cNvPr id="111" name="文本框 110">
                    <a:extLst>
                      <a:ext uri="{FF2B5EF4-FFF2-40B4-BE49-F238E27FC236}">
                        <a16:creationId xmlns:a16="http://schemas.microsoft.com/office/drawing/2014/main" id="{CA7FB54C-BBC0-59B0-0C54-0F8BE2125A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8492" y="3352324"/>
                    <a:ext cx="1476426" cy="55399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4" name="直接连接符 113">
                <a:extLst>
                  <a:ext uri="{FF2B5EF4-FFF2-40B4-BE49-F238E27FC236}">
                    <a16:creationId xmlns:a16="http://schemas.microsoft.com/office/drawing/2014/main" id="{DC1CD9E4-AB85-08E8-6FCF-1345882BB7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17862" y="5089624"/>
                <a:ext cx="4702088" cy="1286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>
                <a:extLst>
                  <a:ext uri="{FF2B5EF4-FFF2-40B4-BE49-F238E27FC236}">
                    <a16:creationId xmlns:a16="http://schemas.microsoft.com/office/drawing/2014/main" id="{B847BC8B-C7E9-31AD-EB0D-BEA885239F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12528" y="3817701"/>
                <a:ext cx="0" cy="127192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3B7718A1-15BD-50F2-DDC0-C44668101359}"/>
                  </a:ext>
                </a:extLst>
              </p:cNvPr>
              <p:cNvSpPr/>
              <p:nvPr/>
            </p:nvSpPr>
            <p:spPr>
              <a:xfrm>
                <a:off x="4241947" y="5054890"/>
                <a:ext cx="556235" cy="20540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6" name="直接连接符 125">
                <a:extLst>
                  <a:ext uri="{FF2B5EF4-FFF2-40B4-BE49-F238E27FC236}">
                    <a16:creationId xmlns:a16="http://schemas.microsoft.com/office/drawing/2014/main" id="{15BCD418-95D9-004F-34AB-71EBB31EF4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491928" y="3810997"/>
                <a:ext cx="2959" cy="169528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>
                <a:extLst>
                  <a:ext uri="{FF2B5EF4-FFF2-40B4-BE49-F238E27FC236}">
                    <a16:creationId xmlns:a16="http://schemas.microsoft.com/office/drawing/2014/main" id="{8246453E-FF28-B5D4-7920-C3FC624EE2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3503" y="5506286"/>
                <a:ext cx="50276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A573FF40-CE3D-ABE6-35FE-4BF4B2514685}"/>
                  </a:ext>
                </a:extLst>
              </p:cNvPr>
              <p:cNvSpPr/>
              <p:nvPr/>
            </p:nvSpPr>
            <p:spPr>
              <a:xfrm>
                <a:off x="7164122" y="3780620"/>
                <a:ext cx="111656" cy="11165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1A0992BB-3D6C-3FA9-4570-74AE38EC52D5}"/>
                  </a:ext>
                </a:extLst>
              </p:cNvPr>
              <p:cNvSpPr/>
              <p:nvPr/>
            </p:nvSpPr>
            <p:spPr>
              <a:xfrm>
                <a:off x="7423984" y="3780620"/>
                <a:ext cx="111656" cy="11165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63672AF9-4D28-D4F6-38E1-9D11F2EA8934}"/>
                  </a:ext>
                </a:extLst>
              </p:cNvPr>
              <p:cNvSpPr txBox="1"/>
              <p:nvPr/>
            </p:nvSpPr>
            <p:spPr>
              <a:xfrm>
                <a:off x="5638800" y="2971800"/>
                <a:ext cx="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dirty="0"/>
              </a:p>
            </p:txBody>
          </p:sp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97AB0249-26C9-7CF2-25F4-7930392E7782}"/>
                  </a:ext>
                </a:extLst>
              </p:cNvPr>
              <p:cNvGrpSpPr/>
              <p:nvPr/>
            </p:nvGrpSpPr>
            <p:grpSpPr>
              <a:xfrm>
                <a:off x="7333940" y="4613241"/>
                <a:ext cx="345065" cy="366870"/>
                <a:chOff x="2998751" y="1428632"/>
                <a:chExt cx="345065" cy="366870"/>
              </a:xfrm>
            </p:grpSpPr>
            <p:sp>
              <p:nvSpPr>
                <p:cNvPr id="132" name="等腰三角形 131">
                  <a:extLst>
                    <a:ext uri="{FF2B5EF4-FFF2-40B4-BE49-F238E27FC236}">
                      <a16:creationId xmlns:a16="http://schemas.microsoft.com/office/drawing/2014/main" id="{A0CED3C1-D5E1-9F24-6983-4B9EF534393E}"/>
                    </a:ext>
                  </a:extLst>
                </p:cNvPr>
                <p:cNvSpPr/>
                <p:nvPr/>
              </p:nvSpPr>
              <p:spPr>
                <a:xfrm>
                  <a:off x="3060808" y="1621601"/>
                  <a:ext cx="201725" cy="173901"/>
                </a:xfrm>
                <a:prstGeom prst="triangl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3" name="等腰三角形 132">
                  <a:extLst>
                    <a:ext uri="{FF2B5EF4-FFF2-40B4-BE49-F238E27FC236}">
                      <a16:creationId xmlns:a16="http://schemas.microsoft.com/office/drawing/2014/main" id="{EBC24819-DD52-16AE-2308-9FB1662D8360}"/>
                    </a:ext>
                  </a:extLst>
                </p:cNvPr>
                <p:cNvSpPr/>
                <p:nvPr/>
              </p:nvSpPr>
              <p:spPr>
                <a:xfrm flipV="1">
                  <a:off x="3060808" y="1428632"/>
                  <a:ext cx="201725" cy="173901"/>
                </a:xfrm>
                <a:prstGeom prst="triangl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34" name="直接连接符 133">
                  <a:extLst>
                    <a:ext uri="{FF2B5EF4-FFF2-40B4-BE49-F238E27FC236}">
                      <a16:creationId xmlns:a16="http://schemas.microsoft.com/office/drawing/2014/main" id="{A0DEADCF-EC8E-DF5C-3487-DD5B1B4D4D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2230" y="1612682"/>
                  <a:ext cx="33923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直接连接符 135">
                  <a:extLst>
                    <a:ext uri="{FF2B5EF4-FFF2-40B4-BE49-F238E27FC236}">
                      <a16:creationId xmlns:a16="http://schemas.microsoft.com/office/drawing/2014/main" id="{22161022-8867-8561-D071-45C968B58B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41460" y="1466223"/>
                  <a:ext cx="2356" cy="15294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连接符 137">
                  <a:extLst>
                    <a:ext uri="{FF2B5EF4-FFF2-40B4-BE49-F238E27FC236}">
                      <a16:creationId xmlns:a16="http://schemas.microsoft.com/office/drawing/2014/main" id="{81499CD4-04EF-06FC-D75F-47DD834571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98751" y="1605051"/>
                  <a:ext cx="0" cy="164824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5" name="文本框 144">
                    <a:extLst>
                      <a:ext uri="{FF2B5EF4-FFF2-40B4-BE49-F238E27FC236}">
                        <a16:creationId xmlns:a16="http://schemas.microsoft.com/office/drawing/2014/main" id="{E7FD9FAF-49E5-9AF3-B4A4-390D79DA4159}"/>
                      </a:ext>
                    </a:extLst>
                  </p:cNvPr>
                  <p:cNvSpPr txBox="1"/>
                  <p:nvPr/>
                </p:nvSpPr>
                <p:spPr>
                  <a:xfrm>
                    <a:off x="7517409" y="4698755"/>
                    <a:ext cx="1476426" cy="5539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=±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altLang="zh-CN" i="1" dirty="0"/>
                  </a:p>
                  <a:p>
                    <a:endParaRPr lang="en-US" altLang="zh-CN" i="1" dirty="0"/>
                  </a:p>
                </p:txBody>
              </p:sp>
            </mc:Choice>
            <mc:Fallback xmlns="">
              <p:sp>
                <p:nvSpPr>
                  <p:cNvPr id="145" name="文本框 144">
                    <a:extLst>
                      <a:ext uri="{FF2B5EF4-FFF2-40B4-BE49-F238E27FC236}">
                        <a16:creationId xmlns:a16="http://schemas.microsoft.com/office/drawing/2014/main" id="{E7FD9FAF-49E5-9AF3-B4A4-390D79DA41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17409" y="4698755"/>
                    <a:ext cx="1476426" cy="553998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2528513E-A676-BDCA-2140-397FBDEBA235}"/>
                  </a:ext>
                </a:extLst>
              </p:cNvPr>
              <p:cNvSpPr/>
              <p:nvPr/>
            </p:nvSpPr>
            <p:spPr>
              <a:xfrm>
                <a:off x="2476716" y="4384304"/>
                <a:ext cx="111656" cy="11165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EA26A9EF-AD5C-1078-CC69-870DC3C67492}"/>
              </a:ext>
            </a:extLst>
          </p:cNvPr>
          <p:cNvCxnSpPr>
            <a:cxnSpLocks/>
          </p:cNvCxnSpPr>
          <p:nvPr/>
        </p:nvCxnSpPr>
        <p:spPr>
          <a:xfrm>
            <a:off x="8305800" y="1984716"/>
            <a:ext cx="2724150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E19814BD-9563-16C4-5D41-2A7405305F50}"/>
              </a:ext>
            </a:extLst>
          </p:cNvPr>
          <p:cNvCxnSpPr>
            <a:cxnSpLocks/>
          </p:cNvCxnSpPr>
          <p:nvPr/>
        </p:nvCxnSpPr>
        <p:spPr>
          <a:xfrm rot="16200000">
            <a:off x="8305800" y="1984716"/>
            <a:ext cx="2724150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D96A2467-A7B8-A60F-351E-72FFC7BD64D8}"/>
                  </a:ext>
                </a:extLst>
              </p:cNvPr>
              <p:cNvSpPr txBox="1"/>
              <p:nvPr/>
            </p:nvSpPr>
            <p:spPr>
              <a:xfrm>
                <a:off x="9680946" y="472681"/>
                <a:ext cx="663204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altLang="zh-CN" b="0" i="1" dirty="0"/>
              </a:p>
              <a:p>
                <a:endParaRPr lang="en-US" altLang="zh-CN" i="1" dirty="0"/>
              </a:p>
              <a:p>
                <a:endParaRPr lang="en-US" altLang="zh-CN" i="1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D96A2467-A7B8-A60F-351E-72FFC7BD6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0946" y="472681"/>
                <a:ext cx="663204" cy="830997"/>
              </a:xfrm>
              <a:prstGeom prst="rect">
                <a:avLst/>
              </a:prstGeom>
              <a:blipFill>
                <a:blip r:embed="rId12"/>
                <a:stretch>
                  <a:fillRect t="-1471" r="-18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C6708AC1-C614-7D54-96AC-F8F52D71A1C8}"/>
                  </a:ext>
                </a:extLst>
              </p:cNvPr>
              <p:cNvSpPr txBox="1"/>
              <p:nvPr/>
            </p:nvSpPr>
            <p:spPr>
              <a:xfrm>
                <a:off x="11029948" y="1841999"/>
                <a:ext cx="496111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altLang="zh-CN" b="0" dirty="0"/>
              </a:p>
              <a:p>
                <a:endParaRPr lang="en-US" altLang="zh-CN" i="1" dirty="0"/>
              </a:p>
              <a:p>
                <a:endParaRPr lang="en-US" altLang="zh-CN" i="1" dirty="0"/>
              </a:p>
            </p:txBody>
          </p:sp>
        </mc:Choice>
        <mc:Fallback xmlns="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C6708AC1-C614-7D54-96AC-F8F52D71A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9948" y="1841999"/>
                <a:ext cx="496111" cy="830997"/>
              </a:xfrm>
              <a:prstGeom prst="rect">
                <a:avLst/>
              </a:prstGeom>
              <a:blipFill>
                <a:blip r:embed="rId13"/>
                <a:stretch>
                  <a:fillRect l="-13415" t="-735" r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文本框 153">
            <a:extLst>
              <a:ext uri="{FF2B5EF4-FFF2-40B4-BE49-F238E27FC236}">
                <a16:creationId xmlns:a16="http://schemas.microsoft.com/office/drawing/2014/main" id="{B2DBA149-82A6-2503-22E0-2C9DFA0FF009}"/>
              </a:ext>
            </a:extLst>
          </p:cNvPr>
          <p:cNvSpPr txBox="1"/>
          <p:nvPr/>
        </p:nvSpPr>
        <p:spPr>
          <a:xfrm>
            <a:off x="9429609" y="1011491"/>
            <a:ext cx="350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6A216205-7013-BDD1-EA71-3452BCC1777A}"/>
                  </a:ext>
                </a:extLst>
              </p:cNvPr>
              <p:cNvSpPr txBox="1"/>
              <p:nvPr/>
            </p:nvSpPr>
            <p:spPr>
              <a:xfrm>
                <a:off x="8372564" y="1981470"/>
                <a:ext cx="6981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1.2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6A216205-7013-BDD1-EA71-3452BCC17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564" y="1981470"/>
                <a:ext cx="698171" cy="369332"/>
              </a:xfrm>
              <a:prstGeom prst="rect">
                <a:avLst/>
              </a:prstGeom>
              <a:blipFill>
                <a:blip r:embed="rId1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文本框 155">
            <a:extLst>
              <a:ext uri="{FF2B5EF4-FFF2-40B4-BE49-F238E27FC236}">
                <a16:creationId xmlns:a16="http://schemas.microsoft.com/office/drawing/2014/main" id="{59DF8F53-95A5-BFC2-BEBD-10EC9CD95A2C}"/>
              </a:ext>
            </a:extLst>
          </p:cNvPr>
          <p:cNvSpPr txBox="1"/>
          <p:nvPr/>
        </p:nvSpPr>
        <p:spPr>
          <a:xfrm>
            <a:off x="9860527" y="1984715"/>
            <a:ext cx="496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928D4AC5-9FDC-F0B9-D53A-4F308B2DC2DF}"/>
                  </a:ext>
                </a:extLst>
              </p:cNvPr>
              <p:cNvSpPr txBox="1"/>
              <p:nvPr/>
            </p:nvSpPr>
            <p:spPr>
              <a:xfrm>
                <a:off x="9269994" y="2752466"/>
                <a:ext cx="5439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928D4AC5-9FDC-F0B9-D53A-4F308B2DC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9994" y="2752466"/>
                <a:ext cx="543908" cy="369332"/>
              </a:xfrm>
              <a:prstGeom prst="rect">
                <a:avLst/>
              </a:prstGeom>
              <a:blipFill>
                <a:blip r:embed="rId1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CC72C033-F81E-1CB3-69A8-53C38FCA52F8}"/>
              </a:ext>
            </a:extLst>
          </p:cNvPr>
          <p:cNvCxnSpPr>
            <a:cxnSpLocks/>
          </p:cNvCxnSpPr>
          <p:nvPr/>
        </p:nvCxnSpPr>
        <p:spPr>
          <a:xfrm flipV="1">
            <a:off x="9002603" y="1303678"/>
            <a:ext cx="0" cy="14853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979F076D-0E2D-0909-863A-D9F778DA27A6}"/>
              </a:ext>
            </a:extLst>
          </p:cNvPr>
          <p:cNvCxnSpPr>
            <a:cxnSpLocks/>
          </p:cNvCxnSpPr>
          <p:nvPr/>
        </p:nvCxnSpPr>
        <p:spPr>
          <a:xfrm flipV="1">
            <a:off x="10337586" y="1303678"/>
            <a:ext cx="0" cy="14853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71B2F226-7E04-FC65-9457-DF4F2A572B59}"/>
              </a:ext>
            </a:extLst>
          </p:cNvPr>
          <p:cNvCxnSpPr>
            <a:cxnSpLocks/>
          </p:cNvCxnSpPr>
          <p:nvPr/>
        </p:nvCxnSpPr>
        <p:spPr>
          <a:xfrm>
            <a:off x="8559181" y="1303678"/>
            <a:ext cx="17849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A8AACF6F-8CE2-9FE2-45FF-44D8767648BE}"/>
              </a:ext>
            </a:extLst>
          </p:cNvPr>
          <p:cNvCxnSpPr>
            <a:cxnSpLocks/>
          </p:cNvCxnSpPr>
          <p:nvPr/>
        </p:nvCxnSpPr>
        <p:spPr>
          <a:xfrm>
            <a:off x="9002603" y="2789062"/>
            <a:ext cx="17849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809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76A0B-F4C8-1B88-49D9-73022BFB9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BBE23EF-2189-6084-3C9E-B096FB800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1200"/>
          </a:p>
        </p:txBody>
      </p:sp>
      <p:grpSp>
        <p:nvGrpSpPr>
          <p:cNvPr id="267" name="组合 266">
            <a:extLst>
              <a:ext uri="{FF2B5EF4-FFF2-40B4-BE49-F238E27FC236}">
                <a16:creationId xmlns:a16="http://schemas.microsoft.com/office/drawing/2014/main" id="{101ED135-FC8B-A26E-4529-6B4600E28CFD}"/>
              </a:ext>
            </a:extLst>
          </p:cNvPr>
          <p:cNvGrpSpPr/>
          <p:nvPr/>
        </p:nvGrpSpPr>
        <p:grpSpPr>
          <a:xfrm>
            <a:off x="164877" y="1317761"/>
            <a:ext cx="3501477" cy="3212553"/>
            <a:chOff x="698489" y="1111982"/>
            <a:chExt cx="6172211" cy="5131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文本框 217">
                  <a:extLst>
                    <a:ext uri="{FF2B5EF4-FFF2-40B4-BE49-F238E27FC236}">
                      <a16:creationId xmlns:a16="http://schemas.microsoft.com/office/drawing/2014/main" id="{DD15A718-866A-12BD-46C1-F7E27D105157}"/>
                    </a:ext>
                  </a:extLst>
                </p:cNvPr>
                <p:cNvSpPr txBox="1"/>
                <p:nvPr/>
              </p:nvSpPr>
              <p:spPr>
                <a:xfrm>
                  <a:off x="2539126" y="4768929"/>
                  <a:ext cx="2343139" cy="147498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m:rPr>
                            <m:nor/>
                          </m:rPr>
                          <a:rPr lang="en-US" altLang="zh-CN" sz="1200" i="0" smtClean="0">
                            <a:latin typeface="Cambria Math" panose="02040503050406030204" pitchFamily="18" charset="0"/>
                          </a:rPr>
                          <m:t>kΩ</m:t>
                        </m:r>
                      </m:oMath>
                    </m:oMathPara>
                  </a14:m>
                  <a:endParaRPr lang="en-US" altLang="zh-CN" sz="12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=0.01</m:t>
                        </m:r>
                        <m:r>
                          <m:rPr>
                            <m:sty m:val="p"/>
                          </m:rPr>
                          <a:rPr lang="en-US" altLang="zh-CN" sz="1200" dirty="0">
                            <a:latin typeface="Cambria Math" panose="02040503050406030204" pitchFamily="18" charset="0"/>
                          </a:rPr>
                          <m:t>μF</m:t>
                        </m:r>
                      </m:oMath>
                    </m:oMathPara>
                  </a14:m>
                  <a:endParaRPr lang="en-US" altLang="zh-CN" sz="1200" dirty="0"/>
                </a:p>
                <a:p>
                  <a:endParaRPr lang="en-US" altLang="zh-CN" sz="1200" i="1" dirty="0"/>
                </a:p>
                <a:p>
                  <a:endParaRPr lang="en-US" altLang="zh-CN" sz="1200" dirty="0"/>
                </a:p>
                <a:p>
                  <a:endParaRPr lang="en-US" altLang="zh-CN" sz="1200" dirty="0"/>
                </a:p>
              </p:txBody>
            </p:sp>
          </mc:Choice>
          <mc:Fallback xmlns="">
            <p:sp>
              <p:nvSpPr>
                <p:cNvPr id="218" name="文本框 217">
                  <a:extLst>
                    <a:ext uri="{FF2B5EF4-FFF2-40B4-BE49-F238E27FC236}">
                      <a16:creationId xmlns:a16="http://schemas.microsoft.com/office/drawing/2014/main" id="{DD15A718-866A-12BD-46C1-F7E27D1051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9126" y="4768929"/>
                  <a:ext cx="2343139" cy="147498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6" name="组合 265">
              <a:extLst>
                <a:ext uri="{FF2B5EF4-FFF2-40B4-BE49-F238E27FC236}">
                  <a16:creationId xmlns:a16="http://schemas.microsoft.com/office/drawing/2014/main" id="{1107FA5F-51C7-B789-7FF1-3F068BD57689}"/>
                </a:ext>
              </a:extLst>
            </p:cNvPr>
            <p:cNvGrpSpPr/>
            <p:nvPr/>
          </p:nvGrpSpPr>
          <p:grpSpPr>
            <a:xfrm>
              <a:off x="698489" y="1111982"/>
              <a:ext cx="6172211" cy="3778166"/>
              <a:chOff x="698489" y="1111982"/>
              <a:chExt cx="6172211" cy="3778166"/>
            </a:xfrm>
          </p:grpSpPr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5B81249B-6CD3-D24C-1850-B6AC2C9B322D}"/>
                  </a:ext>
                </a:extLst>
              </p:cNvPr>
              <p:cNvGrpSpPr/>
              <p:nvPr/>
            </p:nvGrpSpPr>
            <p:grpSpPr>
              <a:xfrm>
                <a:off x="698489" y="1409901"/>
                <a:ext cx="6172211" cy="3466899"/>
                <a:chOff x="565139" y="876501"/>
                <a:chExt cx="6172211" cy="3466899"/>
              </a:xfrm>
            </p:grpSpPr>
            <p:cxnSp>
              <p:nvCxnSpPr>
                <p:cNvPr id="82" name="直接连接符 81">
                  <a:extLst>
                    <a:ext uri="{FF2B5EF4-FFF2-40B4-BE49-F238E27FC236}">
                      <a16:creationId xmlns:a16="http://schemas.microsoft.com/office/drawing/2014/main" id="{C78D7856-EBDD-9621-5C10-B0623A42D6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7100" y="2200616"/>
                  <a:ext cx="174294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>
                  <a:extLst>
                    <a:ext uri="{FF2B5EF4-FFF2-40B4-BE49-F238E27FC236}">
                      <a16:creationId xmlns:a16="http://schemas.microsoft.com/office/drawing/2014/main" id="{F8A96EAC-52F4-3BF9-E338-B3AEAA36F5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182" y="2573101"/>
                  <a:ext cx="116316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4" name="组合 83">
                  <a:extLst>
                    <a:ext uri="{FF2B5EF4-FFF2-40B4-BE49-F238E27FC236}">
                      <a16:creationId xmlns:a16="http://schemas.microsoft.com/office/drawing/2014/main" id="{6023BC28-5562-5BBA-7B0E-C038F29B20EF}"/>
                    </a:ext>
                  </a:extLst>
                </p:cNvPr>
                <p:cNvGrpSpPr/>
                <p:nvPr/>
              </p:nvGrpSpPr>
              <p:grpSpPr>
                <a:xfrm>
                  <a:off x="2604480" y="1799539"/>
                  <a:ext cx="2969702" cy="1620289"/>
                  <a:chOff x="2604480" y="1799539"/>
                  <a:chExt cx="2969702" cy="1620289"/>
                </a:xfrm>
              </p:grpSpPr>
              <p:grpSp>
                <p:nvGrpSpPr>
                  <p:cNvPr id="103" name="组合 102">
                    <a:extLst>
                      <a:ext uri="{FF2B5EF4-FFF2-40B4-BE49-F238E27FC236}">
                        <a16:creationId xmlns:a16="http://schemas.microsoft.com/office/drawing/2014/main" id="{D5FEEDC5-EBFD-6592-C121-567CF4EE52FE}"/>
                      </a:ext>
                    </a:extLst>
                  </p:cNvPr>
                  <p:cNvGrpSpPr/>
                  <p:nvPr/>
                </p:nvGrpSpPr>
                <p:grpSpPr>
                  <a:xfrm>
                    <a:off x="2604480" y="1799539"/>
                    <a:ext cx="2969702" cy="1547125"/>
                    <a:chOff x="2604480" y="1799539"/>
                    <a:chExt cx="2969702" cy="1547125"/>
                  </a:xfrm>
                </p:grpSpPr>
                <p:sp>
                  <p:nvSpPr>
                    <p:cNvPr id="105" name="矩形 104">
                      <a:extLst>
                        <a:ext uri="{FF2B5EF4-FFF2-40B4-BE49-F238E27FC236}">
                          <a16:creationId xmlns:a16="http://schemas.microsoft.com/office/drawing/2014/main" id="{31557B03-D644-2A50-6A5B-908F81E932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0048" y="1799539"/>
                      <a:ext cx="2904134" cy="1547125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1200"/>
                    </a:p>
                  </p:txBody>
                </p:sp>
                <p:grpSp>
                  <p:nvGrpSpPr>
                    <p:cNvPr id="106" name="组合 105">
                      <a:extLst>
                        <a:ext uri="{FF2B5EF4-FFF2-40B4-BE49-F238E27FC236}">
                          <a16:creationId xmlns:a16="http://schemas.microsoft.com/office/drawing/2014/main" id="{26AA5D0F-2174-742E-3B0F-3B7BDCFB80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22128" y="2113023"/>
                      <a:ext cx="519379" cy="446228"/>
                      <a:chOff x="3022128" y="2113023"/>
                      <a:chExt cx="519379" cy="446228"/>
                    </a:xfrm>
                  </p:grpSpPr>
                  <p:sp>
                    <p:nvSpPr>
                      <p:cNvPr id="113" name="等腰三角形 112">
                        <a:extLst>
                          <a:ext uri="{FF2B5EF4-FFF2-40B4-BE49-F238E27FC236}">
                            <a16:creationId xmlns:a16="http://schemas.microsoft.com/office/drawing/2014/main" id="{C9306A9A-CA84-66CF-0A54-B6535207B0BF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3058704" y="2076447"/>
                        <a:ext cx="446228" cy="519379"/>
                      </a:xfrm>
                      <a:prstGeom prst="triangl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cxnSp>
                    <p:nvCxnSpPr>
                      <p:cNvPr id="114" name="直接连接符 113">
                        <a:extLst>
                          <a:ext uri="{FF2B5EF4-FFF2-40B4-BE49-F238E27FC236}">
                            <a16:creationId xmlns:a16="http://schemas.microsoft.com/office/drawing/2014/main" id="{51FBBEE2-C051-ADE7-32AC-F5B16A35ACE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288183" y="2252133"/>
                        <a:ext cx="0" cy="155450"/>
                      </a:xfrm>
                      <a:prstGeom prst="line">
                        <a:avLst/>
                      </a:prstGeom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08" name="组合 107">
                      <a:extLst>
                        <a:ext uri="{FF2B5EF4-FFF2-40B4-BE49-F238E27FC236}">
                          <a16:creationId xmlns:a16="http://schemas.microsoft.com/office/drawing/2014/main" id="{B3FB0F96-D2EE-2FCD-3958-3AB33DF4A21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807563" y="2209766"/>
                      <a:ext cx="445802" cy="240183"/>
                      <a:chOff x="4016045" y="2191511"/>
                      <a:chExt cx="445802" cy="240183"/>
                    </a:xfrm>
                  </p:grpSpPr>
                  <p:sp>
                    <p:nvSpPr>
                      <p:cNvPr id="111" name="椭圆 110">
                        <a:extLst>
                          <a:ext uri="{FF2B5EF4-FFF2-40B4-BE49-F238E27FC236}">
                            <a16:creationId xmlns:a16="http://schemas.microsoft.com/office/drawing/2014/main" id="{E5A86001-24D5-60A1-F053-D4B526BD5AB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16045" y="2223821"/>
                        <a:ext cx="182880" cy="175565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w="19050"/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sp>
                    <p:nvSpPr>
                      <p:cNvPr id="112" name="椭圆 111">
                        <a:extLst>
                          <a:ext uri="{FF2B5EF4-FFF2-40B4-BE49-F238E27FC236}">
                            <a16:creationId xmlns:a16="http://schemas.microsoft.com/office/drawing/2014/main" id="{78EDAF0A-9904-6114-C466-2F43792E4D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11657" y="2191511"/>
                        <a:ext cx="250190" cy="240183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w="19050"/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09" name="文本框 108">
                          <a:extLst>
                            <a:ext uri="{FF2B5EF4-FFF2-40B4-BE49-F238E27FC236}">
                              <a16:creationId xmlns:a16="http://schemas.microsoft.com/office/drawing/2014/main" id="{56F14DE9-EDAB-7A2B-6A7B-C060B4D568D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218345" y="2320863"/>
                          <a:ext cx="277978" cy="44249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p:txBody>
                    </p:sp>
                  </mc:Choice>
                  <mc:Fallback xmlns="">
                    <p:sp>
                      <p:nvSpPr>
                        <p:cNvPr id="109" name="文本框 108">
                          <a:extLst>
                            <a:ext uri="{FF2B5EF4-FFF2-40B4-BE49-F238E27FC236}">
                              <a16:creationId xmlns:a16="http://schemas.microsoft.com/office/drawing/2014/main" id="{56F14DE9-EDAB-7A2B-6A7B-C060B4D568D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218345" y="2320863"/>
                          <a:ext cx="277978" cy="442496"/>
                        </a:xfrm>
                        <a:prstGeom prst="rect">
                          <a:avLst/>
                        </a:prstGeom>
                        <a:blipFill>
                          <a:blip r:embed="rId3"/>
                          <a:stretch>
                            <a:fillRect r="-57692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10" name="文本框 109">
                          <a:extLst>
                            <a:ext uri="{FF2B5EF4-FFF2-40B4-BE49-F238E27FC236}">
                              <a16:creationId xmlns:a16="http://schemas.microsoft.com/office/drawing/2014/main" id="{E21A55D0-DAEA-C1A1-F6A5-D0A3A4C9313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604480" y="2046727"/>
                          <a:ext cx="232427" cy="44249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—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p:txBody>
                    </p:sp>
                  </mc:Choice>
                  <mc:Fallback xmlns="">
                    <p:sp>
                      <p:nvSpPr>
                        <p:cNvPr id="110" name="文本框 109">
                          <a:extLst>
                            <a:ext uri="{FF2B5EF4-FFF2-40B4-BE49-F238E27FC236}">
                              <a16:creationId xmlns:a16="http://schemas.microsoft.com/office/drawing/2014/main" id="{E21A55D0-DAEA-C1A1-F6A5-D0A3A4C9313C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604480" y="2046727"/>
                          <a:ext cx="232427" cy="442496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r="-9047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4" name="文本框 103">
                        <a:extLst>
                          <a:ext uri="{FF2B5EF4-FFF2-40B4-BE49-F238E27FC236}">
                            <a16:creationId xmlns:a16="http://schemas.microsoft.com/office/drawing/2014/main" id="{71AF774A-885A-49E0-C5B5-4FD22A99E90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646976" y="2977332"/>
                        <a:ext cx="277978" cy="44249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20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lang="zh-CN" altLang="en-US" sz="1200" dirty="0"/>
                      </a:p>
                    </p:txBody>
                  </p:sp>
                </mc:Choice>
                <mc:Fallback xmlns="">
                  <p:sp>
                    <p:nvSpPr>
                      <p:cNvPr id="104" name="文本框 103">
                        <a:extLst>
                          <a:ext uri="{FF2B5EF4-FFF2-40B4-BE49-F238E27FC236}">
                            <a16:creationId xmlns:a16="http://schemas.microsoft.com/office/drawing/2014/main" id="{71AF774A-885A-49E0-C5B5-4FD22A99E90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46976" y="2977332"/>
                        <a:ext cx="277978" cy="442496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r="-5384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85" name="直接连接符 84">
                  <a:extLst>
                    <a:ext uri="{FF2B5EF4-FFF2-40B4-BE49-F238E27FC236}">
                      <a16:creationId xmlns:a16="http://schemas.microsoft.com/office/drawing/2014/main" id="{04E83332-E6F5-5C25-52AF-8F809B4E4D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02008" y="962366"/>
                  <a:ext cx="3722542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连接符 85">
                  <a:extLst>
                    <a:ext uri="{FF2B5EF4-FFF2-40B4-BE49-F238E27FC236}">
                      <a16:creationId xmlns:a16="http://schemas.microsoft.com/office/drawing/2014/main" id="{7FB37E85-8178-C5AC-3E0B-283CE94CB1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69350" y="3172092"/>
                  <a:ext cx="140069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>
                  <a:extLst>
                    <a:ext uri="{FF2B5EF4-FFF2-40B4-BE49-F238E27FC236}">
                      <a16:creationId xmlns:a16="http://schemas.microsoft.com/office/drawing/2014/main" id="{D42BF409-9AB0-F330-CA1A-3A59AF8011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02008" y="962366"/>
                  <a:ext cx="0" cy="124740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连接符 87">
                  <a:extLst>
                    <a:ext uri="{FF2B5EF4-FFF2-40B4-BE49-F238E27FC236}">
                      <a16:creationId xmlns:a16="http://schemas.microsoft.com/office/drawing/2014/main" id="{F357F318-E0B0-1F40-46D1-A65081DD74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24550" y="953215"/>
                  <a:ext cx="0" cy="297294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连接符 88">
                  <a:extLst>
                    <a:ext uri="{FF2B5EF4-FFF2-40B4-BE49-F238E27FC236}">
                      <a16:creationId xmlns:a16="http://schemas.microsoft.com/office/drawing/2014/main" id="{7D71BFD0-FB90-2C1A-1938-48B86F9C9F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269350" y="3170544"/>
                  <a:ext cx="0" cy="117285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直接连接符 89">
                  <a:extLst>
                    <a:ext uri="{FF2B5EF4-FFF2-40B4-BE49-F238E27FC236}">
                      <a16:creationId xmlns:a16="http://schemas.microsoft.com/office/drawing/2014/main" id="{52D4C996-5374-FED4-2BB3-6086EBEBD2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69350" y="4109098"/>
                  <a:ext cx="50276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1" name="矩形 90">
                  <a:extLst>
                    <a:ext uri="{FF2B5EF4-FFF2-40B4-BE49-F238E27FC236}">
                      <a16:creationId xmlns:a16="http://schemas.microsoft.com/office/drawing/2014/main" id="{334BA9AF-AAB9-071C-FF88-9E6510788985}"/>
                    </a:ext>
                  </a:extLst>
                </p:cNvPr>
                <p:cNvSpPr/>
                <p:nvPr/>
              </p:nvSpPr>
              <p:spPr>
                <a:xfrm>
                  <a:off x="1269350" y="2089649"/>
                  <a:ext cx="556235" cy="20540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92" name="矩形 91">
                  <a:extLst>
                    <a:ext uri="{FF2B5EF4-FFF2-40B4-BE49-F238E27FC236}">
                      <a16:creationId xmlns:a16="http://schemas.microsoft.com/office/drawing/2014/main" id="{E025080F-D85F-C5B1-60A4-D782B87518EE}"/>
                    </a:ext>
                  </a:extLst>
                </p:cNvPr>
                <p:cNvSpPr/>
                <p:nvPr/>
              </p:nvSpPr>
              <p:spPr>
                <a:xfrm>
                  <a:off x="2757992" y="876501"/>
                  <a:ext cx="556235" cy="20540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93" name="矩形 92">
                  <a:extLst>
                    <a:ext uri="{FF2B5EF4-FFF2-40B4-BE49-F238E27FC236}">
                      <a16:creationId xmlns:a16="http://schemas.microsoft.com/office/drawing/2014/main" id="{4A4463B7-1C45-562D-A48B-82A53E1E158F}"/>
                    </a:ext>
                  </a:extLst>
                </p:cNvPr>
                <p:cNvSpPr/>
                <p:nvPr/>
              </p:nvSpPr>
              <p:spPr>
                <a:xfrm rot="16200000">
                  <a:off x="991233" y="3545343"/>
                  <a:ext cx="556235" cy="20540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文本框 93">
                      <a:extLst>
                        <a:ext uri="{FF2B5EF4-FFF2-40B4-BE49-F238E27FC236}">
                          <a16:creationId xmlns:a16="http://schemas.microsoft.com/office/drawing/2014/main" id="{0EC46113-FF9D-1D6B-87C8-7DDF039A76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9827" y="1733337"/>
                      <a:ext cx="1512516" cy="61365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CN" sz="1200" b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en-US" altLang="zh-CN" sz="1200" smtClean="0">
                                <a:latin typeface="Cambria Math" panose="02040503050406030204" pitchFamily="18" charset="0"/>
                              </a:rPr>
                              <m:t>kΩ</m:t>
                            </m:r>
                          </m:oMath>
                        </m:oMathPara>
                      </a14:m>
                      <a:endParaRPr lang="en-US" altLang="zh-CN" sz="1200" dirty="0"/>
                    </a:p>
                    <a:p>
                      <a:endParaRPr lang="en-US" altLang="zh-CN" sz="1200" i="1" dirty="0"/>
                    </a:p>
                  </p:txBody>
                </p:sp>
              </mc:Choice>
              <mc:Fallback xmlns="">
                <p:sp>
                  <p:nvSpPr>
                    <p:cNvPr id="94" name="文本框 93">
                      <a:extLst>
                        <a:ext uri="{FF2B5EF4-FFF2-40B4-BE49-F238E27FC236}">
                          <a16:creationId xmlns:a16="http://schemas.microsoft.com/office/drawing/2014/main" id="{0EC46113-FF9D-1D6B-87C8-7DDF039A76E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9827" y="1733337"/>
                      <a:ext cx="1512516" cy="613656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5" name="文本框 94">
                      <a:extLst>
                        <a:ext uri="{FF2B5EF4-FFF2-40B4-BE49-F238E27FC236}">
                          <a16:creationId xmlns:a16="http://schemas.microsoft.com/office/drawing/2014/main" id="{40D7E8F3-1877-553E-7A65-0FA07C1960D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5139" y="3482670"/>
                      <a:ext cx="752926" cy="58999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dirty="0"/>
                    </a:p>
                    <a:p>
                      <a:endParaRPr lang="en-US" altLang="zh-CN" sz="1200" dirty="0"/>
                    </a:p>
                  </p:txBody>
                </p:sp>
              </mc:Choice>
              <mc:Fallback xmlns="">
                <p:sp>
                  <p:nvSpPr>
                    <p:cNvPr id="95" name="文本框 94">
                      <a:extLst>
                        <a:ext uri="{FF2B5EF4-FFF2-40B4-BE49-F238E27FC236}">
                          <a16:creationId xmlns:a16="http://schemas.microsoft.com/office/drawing/2014/main" id="{40D7E8F3-1877-553E-7A65-0FA07C1960D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5139" y="3482670"/>
                      <a:ext cx="752926" cy="589994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文本框 95">
                      <a:extLst>
                        <a:ext uri="{FF2B5EF4-FFF2-40B4-BE49-F238E27FC236}">
                          <a16:creationId xmlns:a16="http://schemas.microsoft.com/office/drawing/2014/main" id="{54A8CEB7-31B7-B916-DB84-DBD83C62CE2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295046" y="1215134"/>
                      <a:ext cx="1512516" cy="294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nor/>
                              </m:rPr>
                              <a:rPr lang="en-US" altLang="zh-CN" sz="1200">
                                <a:latin typeface="Cambria Math" panose="02040503050406030204" pitchFamily="18" charset="0"/>
                              </a:rPr>
                              <m:t>kΩ</m:t>
                            </m:r>
                          </m:oMath>
                        </m:oMathPara>
                      </a14:m>
                      <a:endParaRPr lang="en-US" altLang="zh-CN" sz="1200" i="1" dirty="0"/>
                    </a:p>
                  </p:txBody>
                </p:sp>
              </mc:Choice>
              <mc:Fallback xmlns="">
                <p:sp>
                  <p:nvSpPr>
                    <p:cNvPr id="96" name="文本框 95">
                      <a:extLst>
                        <a:ext uri="{FF2B5EF4-FFF2-40B4-BE49-F238E27FC236}">
                          <a16:creationId xmlns:a16="http://schemas.microsoft.com/office/drawing/2014/main" id="{54A8CEB7-31B7-B916-DB84-DBD83C62CE2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95046" y="1215134"/>
                      <a:ext cx="1512516" cy="29499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128" r="-2837" b="-1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7" name="文本框 96">
                      <a:extLst>
                        <a:ext uri="{FF2B5EF4-FFF2-40B4-BE49-F238E27FC236}">
                          <a16:creationId xmlns:a16="http://schemas.microsoft.com/office/drawing/2014/main" id="{939D3A7C-42A7-FF07-42CB-3A2687D04E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61476" y="2100809"/>
                      <a:ext cx="496110" cy="88499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b="0" i="1" dirty="0"/>
                    </a:p>
                    <a:p>
                      <a:endParaRPr lang="en-US" altLang="zh-CN" sz="1200" i="1" dirty="0"/>
                    </a:p>
                    <a:p>
                      <a:endParaRPr lang="en-US" altLang="zh-CN" sz="1200" i="1" dirty="0"/>
                    </a:p>
                  </p:txBody>
                </p:sp>
              </mc:Choice>
              <mc:Fallback xmlns="">
                <p:sp>
                  <p:nvSpPr>
                    <p:cNvPr id="97" name="文本框 96">
                      <a:extLst>
                        <a:ext uri="{FF2B5EF4-FFF2-40B4-BE49-F238E27FC236}">
                          <a16:creationId xmlns:a16="http://schemas.microsoft.com/office/drawing/2014/main" id="{939D3A7C-42A7-FF07-42CB-3A2687D04E2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61476" y="2100809"/>
                      <a:ext cx="496110" cy="884991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1087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578553B4-2798-ACE6-40DA-B13CFBAF72BB}"/>
                    </a:ext>
                  </a:extLst>
                </p:cNvPr>
                <p:cNvSpPr txBox="1"/>
                <p:nvPr/>
              </p:nvSpPr>
              <p:spPr>
                <a:xfrm>
                  <a:off x="2045853" y="2240477"/>
                  <a:ext cx="350441" cy="442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0D67438E-E2A5-E339-D7EF-5740D1108388}"/>
                    </a:ext>
                  </a:extLst>
                </p:cNvPr>
                <p:cNvSpPr txBox="1"/>
                <p:nvPr/>
              </p:nvSpPr>
              <p:spPr>
                <a:xfrm>
                  <a:off x="2040491" y="2812451"/>
                  <a:ext cx="350441" cy="442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7E39F666-6543-3E5D-0DAE-DFAA90240834}"/>
                    </a:ext>
                  </a:extLst>
                </p:cNvPr>
                <p:cNvSpPr txBox="1"/>
                <p:nvPr/>
              </p:nvSpPr>
              <p:spPr>
                <a:xfrm>
                  <a:off x="5580097" y="2137400"/>
                  <a:ext cx="350441" cy="4424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0" name="矩形 149">
                <a:extLst>
                  <a:ext uri="{FF2B5EF4-FFF2-40B4-BE49-F238E27FC236}">
                    <a16:creationId xmlns:a16="http://schemas.microsoft.com/office/drawing/2014/main" id="{7DE02B0C-636E-4D77-D469-6759757873BD}"/>
                  </a:ext>
                </a:extLst>
              </p:cNvPr>
              <p:cNvSpPr/>
              <p:nvPr/>
            </p:nvSpPr>
            <p:spPr>
              <a:xfrm>
                <a:off x="4795461" y="1403487"/>
                <a:ext cx="556235" cy="20540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1" name="文本框 150">
                    <a:extLst>
                      <a:ext uri="{FF2B5EF4-FFF2-40B4-BE49-F238E27FC236}">
                        <a16:creationId xmlns:a16="http://schemas.microsoft.com/office/drawing/2014/main" id="{D206E5C0-A5D0-555F-0EA7-27AC1C9F0F3E}"/>
                      </a:ext>
                    </a:extLst>
                  </p:cNvPr>
                  <p:cNvSpPr txBox="1"/>
                  <p:nvPr/>
                </p:nvSpPr>
                <p:spPr>
                  <a:xfrm>
                    <a:off x="4332514" y="1742122"/>
                    <a:ext cx="1512516" cy="2949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r>
                      <a:rPr lang="en-US" altLang="zh-CN" sz="1200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altLang="zh-CN" sz="1200" i="1" dirty="0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zh-CN" sz="1200">
                            <a:latin typeface="Cambria Math" panose="02040503050406030204" pitchFamily="18" charset="0"/>
                          </a:rPr>
                          <m:t>kΩ</m:t>
                        </m:r>
                      </m:oMath>
                    </a14:m>
                    <a:endParaRPr lang="en-US" altLang="zh-CN" sz="1200" i="1" dirty="0"/>
                  </a:p>
                </p:txBody>
              </p:sp>
            </mc:Choice>
            <mc:Fallback xmlns="">
              <p:sp>
                <p:nvSpPr>
                  <p:cNvPr id="151" name="文本框 150">
                    <a:extLst>
                      <a:ext uri="{FF2B5EF4-FFF2-40B4-BE49-F238E27FC236}">
                        <a16:creationId xmlns:a16="http://schemas.microsoft.com/office/drawing/2014/main" id="{D206E5C0-A5D0-555F-0EA7-27AC1C9F0F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32514" y="1742122"/>
                    <a:ext cx="1512516" cy="29499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6383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BF593FF1-9697-BFE7-1372-C93BF8F6EC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89558" y="1121116"/>
                <a:ext cx="801542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直接连接符 153">
                <a:extLst>
                  <a:ext uri="{FF2B5EF4-FFF2-40B4-BE49-F238E27FC236}">
                    <a16:creationId xmlns:a16="http://schemas.microsoft.com/office/drawing/2014/main" id="{EA351810-6A5B-B4E3-E36C-2A0A281CFE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91100" y="1114702"/>
                <a:ext cx="0" cy="288785"/>
              </a:xfrm>
              <a:prstGeom prst="line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6BD354CD-0997-0978-5AB4-2837190357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89558" y="1111982"/>
                <a:ext cx="0" cy="383784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3C07AA72-8579-11CD-3C76-C8D5E269B6A3}"/>
                  </a:ext>
                </a:extLst>
              </p:cNvPr>
              <p:cNvSpPr/>
              <p:nvPr/>
            </p:nvSpPr>
            <p:spPr>
              <a:xfrm>
                <a:off x="4132850" y="1456776"/>
                <a:ext cx="111656" cy="11165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cxnSp>
            <p:nvCxnSpPr>
              <p:cNvPr id="199" name="直接连接符 198">
                <a:extLst>
                  <a:ext uri="{FF2B5EF4-FFF2-40B4-BE49-F238E27FC236}">
                    <a16:creationId xmlns:a16="http://schemas.microsoft.com/office/drawing/2014/main" id="{622DBEA8-F051-54C8-8DF6-F722D2E8F3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10390" y="3696046"/>
                <a:ext cx="2117" cy="94645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>
                <a:extLst>
                  <a:ext uri="{FF2B5EF4-FFF2-40B4-BE49-F238E27FC236}">
                    <a16:creationId xmlns:a16="http://schemas.microsoft.com/office/drawing/2014/main" id="{A82516FC-B0E2-CD7B-64B0-B9DD6C0BE2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4627" y="4890148"/>
                <a:ext cx="50276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02" name="组合 201">
                <a:extLst>
                  <a:ext uri="{FF2B5EF4-FFF2-40B4-BE49-F238E27FC236}">
                    <a16:creationId xmlns:a16="http://schemas.microsoft.com/office/drawing/2014/main" id="{9B5AD5F1-E4A0-37B6-52EE-A21F730EC170}"/>
                  </a:ext>
                </a:extLst>
              </p:cNvPr>
              <p:cNvGrpSpPr/>
              <p:nvPr/>
            </p:nvGrpSpPr>
            <p:grpSpPr>
              <a:xfrm rot="5400000">
                <a:off x="1758317" y="3920004"/>
                <a:ext cx="289719" cy="498536"/>
                <a:chOff x="4456716" y="1720687"/>
                <a:chExt cx="381954" cy="688347"/>
              </a:xfrm>
            </p:grpSpPr>
            <p:sp>
              <p:nvSpPr>
                <p:cNvPr id="203" name="矩形 202">
                  <a:extLst>
                    <a:ext uri="{FF2B5EF4-FFF2-40B4-BE49-F238E27FC236}">
                      <a16:creationId xmlns:a16="http://schemas.microsoft.com/office/drawing/2014/main" id="{761EF694-5801-15D8-1B4B-B2922D826933}"/>
                    </a:ext>
                  </a:extLst>
                </p:cNvPr>
                <p:cNvSpPr/>
                <p:nvPr/>
              </p:nvSpPr>
              <p:spPr>
                <a:xfrm rot="5400000">
                  <a:off x="4359205" y="1984666"/>
                  <a:ext cx="556235" cy="20540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04" name="矩形 203">
                  <a:extLst>
                    <a:ext uri="{FF2B5EF4-FFF2-40B4-BE49-F238E27FC236}">
                      <a16:creationId xmlns:a16="http://schemas.microsoft.com/office/drawing/2014/main" id="{A7692B52-BA09-A52D-F894-24183B1B19A5}"/>
                    </a:ext>
                  </a:extLst>
                </p:cNvPr>
                <p:cNvSpPr/>
                <p:nvPr/>
              </p:nvSpPr>
              <p:spPr>
                <a:xfrm>
                  <a:off x="4477458" y="1720687"/>
                  <a:ext cx="361212" cy="1492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/>
                </a:p>
              </p:txBody>
            </p:sp>
            <p:sp>
              <p:nvSpPr>
                <p:cNvPr id="205" name="矩形 204">
                  <a:extLst>
                    <a:ext uri="{FF2B5EF4-FFF2-40B4-BE49-F238E27FC236}">
                      <a16:creationId xmlns:a16="http://schemas.microsoft.com/office/drawing/2014/main" id="{4ECB5997-C3EE-61E4-6DD5-531657FD5665}"/>
                    </a:ext>
                  </a:extLst>
                </p:cNvPr>
                <p:cNvSpPr/>
                <p:nvPr/>
              </p:nvSpPr>
              <p:spPr>
                <a:xfrm>
                  <a:off x="4456716" y="2259810"/>
                  <a:ext cx="361212" cy="1492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</p:grpSp>
          <p:cxnSp>
            <p:nvCxnSpPr>
              <p:cNvPr id="207" name="直接连接符 206">
                <a:extLst>
                  <a:ext uri="{FF2B5EF4-FFF2-40B4-BE49-F238E27FC236}">
                    <a16:creationId xmlns:a16="http://schemas.microsoft.com/office/drawing/2014/main" id="{4571AE8D-DFA0-4FC8-37E1-99BA489CD9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49061" y="4459564"/>
                <a:ext cx="371099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>
                <a:extLst>
                  <a:ext uri="{FF2B5EF4-FFF2-40B4-BE49-F238E27FC236}">
                    <a16:creationId xmlns:a16="http://schemas.microsoft.com/office/drawing/2014/main" id="{0A8D33AD-7F90-A39E-658C-55AB377042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49061" y="3696046"/>
                <a:ext cx="0" cy="76351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13" name="组合 212">
                <a:extLst>
                  <a:ext uri="{FF2B5EF4-FFF2-40B4-BE49-F238E27FC236}">
                    <a16:creationId xmlns:a16="http://schemas.microsoft.com/office/drawing/2014/main" id="{FD6FC834-A3EA-7768-2A46-F41149865705}"/>
                  </a:ext>
                </a:extLst>
              </p:cNvPr>
              <p:cNvGrpSpPr/>
              <p:nvPr/>
            </p:nvGrpSpPr>
            <p:grpSpPr>
              <a:xfrm rot="10800000">
                <a:off x="3279653" y="4218700"/>
                <a:ext cx="289719" cy="498536"/>
                <a:chOff x="4456716" y="1720687"/>
                <a:chExt cx="381954" cy="688347"/>
              </a:xfrm>
            </p:grpSpPr>
            <p:sp>
              <p:nvSpPr>
                <p:cNvPr id="214" name="矩形 213">
                  <a:extLst>
                    <a:ext uri="{FF2B5EF4-FFF2-40B4-BE49-F238E27FC236}">
                      <a16:creationId xmlns:a16="http://schemas.microsoft.com/office/drawing/2014/main" id="{DDE3A5DB-EE81-FDF5-AF62-A99D3CE433F9}"/>
                    </a:ext>
                  </a:extLst>
                </p:cNvPr>
                <p:cNvSpPr/>
                <p:nvPr/>
              </p:nvSpPr>
              <p:spPr>
                <a:xfrm rot="5400000">
                  <a:off x="4359205" y="1984666"/>
                  <a:ext cx="556235" cy="20540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215" name="矩形 214">
                  <a:extLst>
                    <a:ext uri="{FF2B5EF4-FFF2-40B4-BE49-F238E27FC236}">
                      <a16:creationId xmlns:a16="http://schemas.microsoft.com/office/drawing/2014/main" id="{3D425BD7-BD4E-028F-B8A5-902487924ED1}"/>
                    </a:ext>
                  </a:extLst>
                </p:cNvPr>
                <p:cNvSpPr/>
                <p:nvPr/>
              </p:nvSpPr>
              <p:spPr>
                <a:xfrm>
                  <a:off x="4477458" y="1720687"/>
                  <a:ext cx="361212" cy="1492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 dirty="0"/>
                </a:p>
              </p:txBody>
            </p:sp>
            <p:sp>
              <p:nvSpPr>
                <p:cNvPr id="216" name="矩形 215">
                  <a:extLst>
                    <a:ext uri="{FF2B5EF4-FFF2-40B4-BE49-F238E27FC236}">
                      <a16:creationId xmlns:a16="http://schemas.microsoft.com/office/drawing/2014/main" id="{67E07F5F-DA70-4EFB-CB9F-AE1867389550}"/>
                    </a:ext>
                  </a:extLst>
                </p:cNvPr>
                <p:cNvSpPr/>
                <p:nvPr/>
              </p:nvSpPr>
              <p:spPr>
                <a:xfrm>
                  <a:off x="4456716" y="2259810"/>
                  <a:ext cx="361212" cy="14922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</p:grpSp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07DF5F39-8008-6F01-06C9-A6214996D84B}"/>
                  </a:ext>
                </a:extLst>
              </p:cNvPr>
              <p:cNvSpPr/>
              <p:nvPr/>
            </p:nvSpPr>
            <p:spPr>
              <a:xfrm>
                <a:off x="4035497" y="4373141"/>
                <a:ext cx="556235" cy="20540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文本框 218">
                    <a:extLst>
                      <a:ext uri="{FF2B5EF4-FFF2-40B4-BE49-F238E27FC236}">
                        <a16:creationId xmlns:a16="http://schemas.microsoft.com/office/drawing/2014/main" id="{8A4C3333-CAB0-47FD-FD0E-7A395C941641}"/>
                      </a:ext>
                    </a:extLst>
                  </p:cNvPr>
                  <p:cNvSpPr txBox="1"/>
                  <p:nvPr/>
                </p:nvSpPr>
                <p:spPr>
                  <a:xfrm>
                    <a:off x="3945699" y="4066207"/>
                    <a:ext cx="752926" cy="58999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200" dirty="0"/>
                  </a:p>
                  <a:p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219" name="文本框 218">
                    <a:extLst>
                      <a:ext uri="{FF2B5EF4-FFF2-40B4-BE49-F238E27FC236}">
                        <a16:creationId xmlns:a16="http://schemas.microsoft.com/office/drawing/2014/main" id="{8A4C3333-CAB0-47FD-FD0E-7A395C9416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45699" y="4066207"/>
                    <a:ext cx="752926" cy="58999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文本框 219">
                    <a:extLst>
                      <a:ext uri="{FF2B5EF4-FFF2-40B4-BE49-F238E27FC236}">
                        <a16:creationId xmlns:a16="http://schemas.microsoft.com/office/drawing/2014/main" id="{4D11E93B-AD35-0CAA-41A2-C7A652A3E67E}"/>
                      </a:ext>
                    </a:extLst>
                  </p:cNvPr>
                  <p:cNvSpPr txBox="1"/>
                  <p:nvPr/>
                </p:nvSpPr>
                <p:spPr>
                  <a:xfrm>
                    <a:off x="1293105" y="4051095"/>
                    <a:ext cx="752926" cy="58999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200" dirty="0"/>
                  </a:p>
                  <a:p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220" name="文本框 219">
                    <a:extLst>
                      <a:ext uri="{FF2B5EF4-FFF2-40B4-BE49-F238E27FC236}">
                        <a16:creationId xmlns:a16="http://schemas.microsoft.com/office/drawing/2014/main" id="{4D11E93B-AD35-0CAA-41A2-C7A652A3E6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93105" y="4051095"/>
                    <a:ext cx="752926" cy="58999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6" name="文本框 255">
                    <a:extLst>
                      <a:ext uri="{FF2B5EF4-FFF2-40B4-BE49-F238E27FC236}">
                        <a16:creationId xmlns:a16="http://schemas.microsoft.com/office/drawing/2014/main" id="{3D34181B-67FC-A4C5-667C-BA79978925FB}"/>
                      </a:ext>
                    </a:extLst>
                  </p:cNvPr>
                  <p:cNvSpPr txBox="1"/>
                  <p:nvPr/>
                </p:nvSpPr>
                <p:spPr>
                  <a:xfrm>
                    <a:off x="3063463" y="4057686"/>
                    <a:ext cx="752926" cy="58999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200" dirty="0"/>
                  </a:p>
                  <a:p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256" name="文本框 255">
                    <a:extLst>
                      <a:ext uri="{FF2B5EF4-FFF2-40B4-BE49-F238E27FC236}">
                        <a16:creationId xmlns:a16="http://schemas.microsoft.com/office/drawing/2014/main" id="{3D34181B-67FC-A4C5-667C-BA79978925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63463" y="4057686"/>
                    <a:ext cx="752926" cy="58999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7" name="直接连接符 256">
                <a:extLst>
                  <a:ext uri="{FF2B5EF4-FFF2-40B4-BE49-F238E27FC236}">
                    <a16:creationId xmlns:a16="http://schemas.microsoft.com/office/drawing/2014/main" id="{76B6C08A-164E-1F65-584E-AB07E760C5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3177" y="3161010"/>
                <a:ext cx="50276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8" name="直接连接符 257">
                <a:extLst>
                  <a:ext uri="{FF2B5EF4-FFF2-40B4-BE49-F238E27FC236}">
                    <a16:creationId xmlns:a16="http://schemas.microsoft.com/office/drawing/2014/main" id="{1E55D371-6845-4DA5-C653-D3EE74D0C4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9008" y="2734015"/>
                <a:ext cx="0" cy="42699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3" name="椭圆 262">
                <a:extLst>
                  <a:ext uri="{FF2B5EF4-FFF2-40B4-BE49-F238E27FC236}">
                    <a16:creationId xmlns:a16="http://schemas.microsoft.com/office/drawing/2014/main" id="{BAB8F9ED-E479-B4FC-0426-E776AB6D3DE4}"/>
                  </a:ext>
                </a:extLst>
              </p:cNvPr>
              <p:cNvSpPr/>
              <p:nvPr/>
            </p:nvSpPr>
            <p:spPr>
              <a:xfrm>
                <a:off x="1846479" y="3672648"/>
                <a:ext cx="111656" cy="11165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264" name="椭圆 263">
                <a:extLst>
                  <a:ext uri="{FF2B5EF4-FFF2-40B4-BE49-F238E27FC236}">
                    <a16:creationId xmlns:a16="http://schemas.microsoft.com/office/drawing/2014/main" id="{BBAE5EB0-E8F1-6F65-E8A8-800D8E97DA9E}"/>
                  </a:ext>
                </a:extLst>
              </p:cNvPr>
              <p:cNvSpPr/>
              <p:nvPr/>
            </p:nvSpPr>
            <p:spPr>
              <a:xfrm>
                <a:off x="2285348" y="3660324"/>
                <a:ext cx="111656" cy="11165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265" name="椭圆 264">
                <a:extLst>
                  <a:ext uri="{FF2B5EF4-FFF2-40B4-BE49-F238E27FC236}">
                    <a16:creationId xmlns:a16="http://schemas.microsoft.com/office/drawing/2014/main" id="{38DE5E08-CEB8-2903-C275-00708DAF818A}"/>
                  </a:ext>
                </a:extLst>
              </p:cNvPr>
              <p:cNvSpPr/>
              <p:nvPr/>
            </p:nvSpPr>
            <p:spPr>
              <a:xfrm>
                <a:off x="6000383" y="3045866"/>
                <a:ext cx="111656" cy="11165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</p:grpSp>
      </p:grpSp>
      <p:grpSp>
        <p:nvGrpSpPr>
          <p:cNvPr id="306" name="组合 305">
            <a:extLst>
              <a:ext uri="{FF2B5EF4-FFF2-40B4-BE49-F238E27FC236}">
                <a16:creationId xmlns:a16="http://schemas.microsoft.com/office/drawing/2014/main" id="{E49B4872-A50C-E6CA-B1BA-A59535DA56EC}"/>
              </a:ext>
            </a:extLst>
          </p:cNvPr>
          <p:cNvGrpSpPr/>
          <p:nvPr/>
        </p:nvGrpSpPr>
        <p:grpSpPr>
          <a:xfrm>
            <a:off x="3210546" y="2268661"/>
            <a:ext cx="4845109" cy="1864476"/>
            <a:chOff x="453145" y="2971799"/>
            <a:chExt cx="8540690" cy="29784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7" name="文本框 306">
                  <a:extLst>
                    <a:ext uri="{FF2B5EF4-FFF2-40B4-BE49-F238E27FC236}">
                      <a16:creationId xmlns:a16="http://schemas.microsoft.com/office/drawing/2014/main" id="{B81F1C81-B826-D656-53A9-754DC978E6CE}"/>
                    </a:ext>
                  </a:extLst>
                </p:cNvPr>
                <p:cNvSpPr txBox="1"/>
                <p:nvPr/>
              </p:nvSpPr>
              <p:spPr>
                <a:xfrm>
                  <a:off x="3763805" y="5360236"/>
                  <a:ext cx="1512518" cy="5899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=9</m:t>
                        </m:r>
                        <m:r>
                          <m:rPr>
                            <m:nor/>
                          </m:rPr>
                          <a:rPr lang="en-US" altLang="zh-CN" sz="1200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zh-CN" sz="1200" i="0" smtClean="0">
                            <a:latin typeface="Cambria Math" panose="02040503050406030204" pitchFamily="18" charset="0"/>
                          </a:rPr>
                          <m:t>kΩ</m:t>
                        </m:r>
                      </m:oMath>
                    </m:oMathPara>
                  </a14:m>
                  <a:endParaRPr lang="en-US" altLang="zh-CN" sz="1200" dirty="0"/>
                </a:p>
                <a:p>
                  <a:endParaRPr lang="en-US" altLang="zh-CN" sz="1200" dirty="0"/>
                </a:p>
              </p:txBody>
            </p:sp>
          </mc:Choice>
          <mc:Fallback xmlns="">
            <p:sp>
              <p:nvSpPr>
                <p:cNvPr id="307" name="文本框 306">
                  <a:extLst>
                    <a:ext uri="{FF2B5EF4-FFF2-40B4-BE49-F238E27FC236}">
                      <a16:creationId xmlns:a16="http://schemas.microsoft.com/office/drawing/2014/main" id="{B81F1C81-B826-D656-53A9-754DC978E6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3805" y="5360236"/>
                  <a:ext cx="1512518" cy="58999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08" name="组合 307">
              <a:extLst>
                <a:ext uri="{FF2B5EF4-FFF2-40B4-BE49-F238E27FC236}">
                  <a16:creationId xmlns:a16="http://schemas.microsoft.com/office/drawing/2014/main" id="{B1D83800-4B4E-5AB5-0A4E-7AC7C9A89B0F}"/>
                </a:ext>
              </a:extLst>
            </p:cNvPr>
            <p:cNvGrpSpPr/>
            <p:nvPr/>
          </p:nvGrpSpPr>
          <p:grpSpPr>
            <a:xfrm>
              <a:off x="453145" y="2971799"/>
              <a:ext cx="8540690" cy="2534487"/>
              <a:chOff x="453145" y="2971799"/>
              <a:chExt cx="8540690" cy="2534487"/>
            </a:xfrm>
          </p:grpSpPr>
          <p:grpSp>
            <p:nvGrpSpPr>
              <p:cNvPr id="329" name="组合 328">
                <a:extLst>
                  <a:ext uri="{FF2B5EF4-FFF2-40B4-BE49-F238E27FC236}">
                    <a16:creationId xmlns:a16="http://schemas.microsoft.com/office/drawing/2014/main" id="{1A278249-B9E1-9FA0-9BE2-0B54B86ABA04}"/>
                  </a:ext>
                </a:extLst>
              </p:cNvPr>
              <p:cNvGrpSpPr/>
              <p:nvPr/>
            </p:nvGrpSpPr>
            <p:grpSpPr>
              <a:xfrm>
                <a:off x="453145" y="2993305"/>
                <a:ext cx="7227728" cy="2369839"/>
                <a:chOff x="186445" y="1748705"/>
                <a:chExt cx="7227728" cy="2369839"/>
              </a:xfrm>
            </p:grpSpPr>
            <p:cxnSp>
              <p:nvCxnSpPr>
                <p:cNvPr id="330" name="直接连接符 329">
                  <a:extLst>
                    <a:ext uri="{FF2B5EF4-FFF2-40B4-BE49-F238E27FC236}">
                      <a16:creationId xmlns:a16="http://schemas.microsoft.com/office/drawing/2014/main" id="{A9B3CD9B-E330-72BD-8179-83E15735D3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7100" y="2200616"/>
                  <a:ext cx="174294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直接连接符 330">
                  <a:extLst>
                    <a:ext uri="{FF2B5EF4-FFF2-40B4-BE49-F238E27FC236}">
                      <a16:creationId xmlns:a16="http://schemas.microsoft.com/office/drawing/2014/main" id="{1A351F23-59D2-EAAF-4342-552BA42717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182" y="2573101"/>
                  <a:ext cx="1777912" cy="4534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332" name="组合 331">
                  <a:extLst>
                    <a:ext uri="{FF2B5EF4-FFF2-40B4-BE49-F238E27FC236}">
                      <a16:creationId xmlns:a16="http://schemas.microsoft.com/office/drawing/2014/main" id="{B7512CBC-D2D5-437D-05BA-5653F65B5BE7}"/>
                    </a:ext>
                  </a:extLst>
                </p:cNvPr>
                <p:cNvGrpSpPr/>
                <p:nvPr/>
              </p:nvGrpSpPr>
              <p:grpSpPr>
                <a:xfrm>
                  <a:off x="2604480" y="1799539"/>
                  <a:ext cx="2969702" cy="1620289"/>
                  <a:chOff x="2604480" y="1799539"/>
                  <a:chExt cx="2969702" cy="1620289"/>
                </a:xfrm>
              </p:grpSpPr>
              <p:grpSp>
                <p:nvGrpSpPr>
                  <p:cNvPr id="347" name="组合 346">
                    <a:extLst>
                      <a:ext uri="{FF2B5EF4-FFF2-40B4-BE49-F238E27FC236}">
                        <a16:creationId xmlns:a16="http://schemas.microsoft.com/office/drawing/2014/main" id="{B5B3D204-C45D-C57A-6C11-ED5CCEA8442C}"/>
                      </a:ext>
                    </a:extLst>
                  </p:cNvPr>
                  <p:cNvGrpSpPr/>
                  <p:nvPr/>
                </p:nvGrpSpPr>
                <p:grpSpPr>
                  <a:xfrm>
                    <a:off x="2604480" y="1799539"/>
                    <a:ext cx="2969702" cy="1547125"/>
                    <a:chOff x="2604480" y="1799539"/>
                    <a:chExt cx="2969702" cy="1547125"/>
                  </a:xfrm>
                </p:grpSpPr>
                <p:sp>
                  <p:nvSpPr>
                    <p:cNvPr id="349" name="矩形 348">
                      <a:extLst>
                        <a:ext uri="{FF2B5EF4-FFF2-40B4-BE49-F238E27FC236}">
                          <a16:creationId xmlns:a16="http://schemas.microsoft.com/office/drawing/2014/main" id="{1E3FC39B-8E68-6FED-7D8B-0A28658B6A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0048" y="1799539"/>
                      <a:ext cx="2904134" cy="1547125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1200"/>
                    </a:p>
                  </p:txBody>
                </p:sp>
                <p:grpSp>
                  <p:nvGrpSpPr>
                    <p:cNvPr id="350" name="组合 349">
                      <a:extLst>
                        <a:ext uri="{FF2B5EF4-FFF2-40B4-BE49-F238E27FC236}">
                          <a16:creationId xmlns:a16="http://schemas.microsoft.com/office/drawing/2014/main" id="{FB332173-E976-AF9A-5123-EFD46FFB93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22128" y="2113023"/>
                      <a:ext cx="519379" cy="446228"/>
                      <a:chOff x="3022128" y="2113023"/>
                      <a:chExt cx="519379" cy="446228"/>
                    </a:xfrm>
                  </p:grpSpPr>
                  <p:sp>
                    <p:nvSpPr>
                      <p:cNvPr id="356" name="等腰三角形 355">
                        <a:extLst>
                          <a:ext uri="{FF2B5EF4-FFF2-40B4-BE49-F238E27FC236}">
                            <a16:creationId xmlns:a16="http://schemas.microsoft.com/office/drawing/2014/main" id="{88A02029-14F3-4403-2249-3F151478842F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3058704" y="2076447"/>
                        <a:ext cx="446228" cy="519379"/>
                      </a:xfrm>
                      <a:prstGeom prst="triangl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cxnSp>
                    <p:nvCxnSpPr>
                      <p:cNvPr id="357" name="直接连接符 356">
                        <a:extLst>
                          <a:ext uri="{FF2B5EF4-FFF2-40B4-BE49-F238E27FC236}">
                            <a16:creationId xmlns:a16="http://schemas.microsoft.com/office/drawing/2014/main" id="{196A3EF2-92D8-E25D-D5DB-836BA464A89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288183" y="2252133"/>
                        <a:ext cx="0" cy="155450"/>
                      </a:xfrm>
                      <a:prstGeom prst="line">
                        <a:avLst/>
                      </a:prstGeom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51" name="组合 350">
                      <a:extLst>
                        <a:ext uri="{FF2B5EF4-FFF2-40B4-BE49-F238E27FC236}">
                          <a16:creationId xmlns:a16="http://schemas.microsoft.com/office/drawing/2014/main" id="{06D5761B-57FC-E252-56F7-D2F45FDA26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807563" y="2209766"/>
                      <a:ext cx="445802" cy="240183"/>
                      <a:chOff x="4016045" y="2191511"/>
                      <a:chExt cx="445802" cy="240183"/>
                    </a:xfrm>
                  </p:grpSpPr>
                  <p:sp>
                    <p:nvSpPr>
                      <p:cNvPr id="354" name="椭圆 353">
                        <a:extLst>
                          <a:ext uri="{FF2B5EF4-FFF2-40B4-BE49-F238E27FC236}">
                            <a16:creationId xmlns:a16="http://schemas.microsoft.com/office/drawing/2014/main" id="{0C3D7490-EB72-AAF5-F743-CFC9ED43E8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16045" y="2223821"/>
                        <a:ext cx="182880" cy="175565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w="19050"/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sp>
                    <p:nvSpPr>
                      <p:cNvPr id="355" name="椭圆 354">
                        <a:extLst>
                          <a:ext uri="{FF2B5EF4-FFF2-40B4-BE49-F238E27FC236}">
                            <a16:creationId xmlns:a16="http://schemas.microsoft.com/office/drawing/2014/main" id="{D8C61646-EA76-7B8F-8DDB-91DBC2ACF9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11657" y="2191511"/>
                        <a:ext cx="250190" cy="240183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w="19050"/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52" name="文本框 351">
                          <a:extLst>
                            <a:ext uri="{FF2B5EF4-FFF2-40B4-BE49-F238E27FC236}">
                              <a16:creationId xmlns:a16="http://schemas.microsoft.com/office/drawing/2014/main" id="{DFB11CFE-1C0E-F32D-F684-88F0A8A2607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269633" y="2354504"/>
                          <a:ext cx="277978" cy="44249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p:txBody>
                    </p:sp>
                  </mc:Choice>
                  <mc:Fallback xmlns="">
                    <p:sp>
                      <p:nvSpPr>
                        <p:cNvPr id="352" name="文本框 351">
                          <a:extLst>
                            <a:ext uri="{FF2B5EF4-FFF2-40B4-BE49-F238E27FC236}">
                              <a16:creationId xmlns:a16="http://schemas.microsoft.com/office/drawing/2014/main" id="{DFB11CFE-1C0E-F32D-F684-88F0A8A2607D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269633" y="2354504"/>
                          <a:ext cx="277978" cy="442496"/>
                        </a:xfrm>
                        <a:prstGeom prst="rect">
                          <a:avLst/>
                        </a:prstGeom>
                        <a:blipFill>
                          <a:blip r:embed="rId15"/>
                          <a:stretch>
                            <a:fillRect r="-5384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53" name="文本框 352">
                          <a:extLst>
                            <a:ext uri="{FF2B5EF4-FFF2-40B4-BE49-F238E27FC236}">
                              <a16:creationId xmlns:a16="http://schemas.microsoft.com/office/drawing/2014/main" id="{90787962-F4AA-083D-943A-02DC3DA47C6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604480" y="2046727"/>
                          <a:ext cx="232427" cy="44249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—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p:txBody>
                    </p:sp>
                  </mc:Choice>
                  <mc:Fallback xmlns="">
                    <p:sp>
                      <p:nvSpPr>
                        <p:cNvPr id="353" name="文本框 352">
                          <a:extLst>
                            <a:ext uri="{FF2B5EF4-FFF2-40B4-BE49-F238E27FC236}">
                              <a16:creationId xmlns:a16="http://schemas.microsoft.com/office/drawing/2014/main" id="{90787962-F4AA-083D-943A-02DC3DA47C6C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604480" y="2046727"/>
                          <a:ext cx="232427" cy="442496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r="-9047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8" name="文本框 347">
                        <a:extLst>
                          <a:ext uri="{FF2B5EF4-FFF2-40B4-BE49-F238E27FC236}">
                            <a16:creationId xmlns:a16="http://schemas.microsoft.com/office/drawing/2014/main" id="{F40245C6-C6C4-EF65-23F2-AC9B106B110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646976" y="2977332"/>
                        <a:ext cx="277978" cy="44249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20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lang="zh-CN" altLang="en-US" sz="1200" dirty="0"/>
                      </a:p>
                    </p:txBody>
                  </p:sp>
                </mc:Choice>
                <mc:Fallback xmlns="">
                  <p:sp>
                    <p:nvSpPr>
                      <p:cNvPr id="348" name="文本框 347">
                        <a:extLst>
                          <a:ext uri="{FF2B5EF4-FFF2-40B4-BE49-F238E27FC236}">
                            <a16:creationId xmlns:a16="http://schemas.microsoft.com/office/drawing/2014/main" id="{F40245C6-C6C4-EF65-23F2-AC9B106B110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46976" y="2977332"/>
                        <a:ext cx="277978" cy="442496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r="-5384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333" name="直接连接符 332">
                  <a:extLst>
                    <a:ext uri="{FF2B5EF4-FFF2-40B4-BE49-F238E27FC236}">
                      <a16:creationId xmlns:a16="http://schemas.microsoft.com/office/drawing/2014/main" id="{79A92BEF-BE22-4C0C-20BD-C1D21D3DB1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30987" y="3172092"/>
                  <a:ext cx="939061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直接连接符 333">
                  <a:extLst>
                    <a:ext uri="{FF2B5EF4-FFF2-40B4-BE49-F238E27FC236}">
                      <a16:creationId xmlns:a16="http://schemas.microsoft.com/office/drawing/2014/main" id="{DD694FD1-14A9-D49C-6FAD-E087206C56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65069" y="3161998"/>
                  <a:ext cx="0" cy="68610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5" name="直接连接符 334">
                  <a:extLst>
                    <a:ext uri="{FF2B5EF4-FFF2-40B4-BE49-F238E27FC236}">
                      <a16:creationId xmlns:a16="http://schemas.microsoft.com/office/drawing/2014/main" id="{05A83943-27D5-0F12-6446-C57DED63A1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730987" y="3172092"/>
                  <a:ext cx="2117" cy="94645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直接连接符 335">
                  <a:extLst>
                    <a:ext uri="{FF2B5EF4-FFF2-40B4-BE49-F238E27FC236}">
                      <a16:creationId xmlns:a16="http://schemas.microsoft.com/office/drawing/2014/main" id="{4571789E-5980-E4DF-E490-49FC5AD743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79603" y="4115636"/>
                  <a:ext cx="50276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37" name="矩形 336">
                  <a:extLst>
                    <a:ext uri="{FF2B5EF4-FFF2-40B4-BE49-F238E27FC236}">
                      <a16:creationId xmlns:a16="http://schemas.microsoft.com/office/drawing/2014/main" id="{74206032-5DE1-9A64-CF4D-38DD3CD9C782}"/>
                    </a:ext>
                  </a:extLst>
                </p:cNvPr>
                <p:cNvSpPr/>
                <p:nvPr/>
              </p:nvSpPr>
              <p:spPr>
                <a:xfrm>
                  <a:off x="1269350" y="2089649"/>
                  <a:ext cx="556235" cy="20540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38" name="矩形 337">
                  <a:extLst>
                    <a:ext uri="{FF2B5EF4-FFF2-40B4-BE49-F238E27FC236}">
                      <a16:creationId xmlns:a16="http://schemas.microsoft.com/office/drawing/2014/main" id="{4DD87F24-03C8-52F5-6134-A7B486DE717B}"/>
                    </a:ext>
                  </a:extLst>
                </p:cNvPr>
                <p:cNvSpPr/>
                <p:nvPr/>
              </p:nvSpPr>
              <p:spPr>
                <a:xfrm rot="16200000">
                  <a:off x="1443962" y="3532172"/>
                  <a:ext cx="556235" cy="20540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9" name="文本框 338">
                      <a:extLst>
                        <a:ext uri="{FF2B5EF4-FFF2-40B4-BE49-F238E27FC236}">
                          <a16:creationId xmlns:a16="http://schemas.microsoft.com/office/drawing/2014/main" id="{59BEE29C-C2DD-7302-6E89-9F85EB5969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6902" y="1748705"/>
                      <a:ext cx="1364770" cy="58999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en-US" altLang="zh-CN" sz="1200" i="0" smtClean="0">
                                <a:latin typeface="Cambria Math" panose="02040503050406030204" pitchFamily="18" charset="0"/>
                              </a:rPr>
                              <m:t>kΩ</m:t>
                            </m:r>
                          </m:oMath>
                        </m:oMathPara>
                      </a14:m>
                      <a:endParaRPr lang="en-US" altLang="zh-CN" sz="1200" dirty="0"/>
                    </a:p>
                    <a:p>
                      <a:endParaRPr lang="en-US" altLang="zh-CN" sz="1200" dirty="0"/>
                    </a:p>
                  </p:txBody>
                </p:sp>
              </mc:Choice>
              <mc:Fallback xmlns="">
                <p:sp>
                  <p:nvSpPr>
                    <p:cNvPr id="339" name="文本框 338">
                      <a:extLst>
                        <a:ext uri="{FF2B5EF4-FFF2-40B4-BE49-F238E27FC236}">
                          <a16:creationId xmlns:a16="http://schemas.microsoft.com/office/drawing/2014/main" id="{59BEE29C-C2DD-7302-6E89-9F85EB59699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6902" y="1748705"/>
                      <a:ext cx="1364770" cy="58999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3150" r="-472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0" name="文本框 339">
                      <a:extLst>
                        <a:ext uri="{FF2B5EF4-FFF2-40B4-BE49-F238E27FC236}">
                          <a16:creationId xmlns:a16="http://schemas.microsoft.com/office/drawing/2014/main" id="{F1D15ED0-388A-91F9-CE6E-0AEEEF411B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6445" y="3495132"/>
                      <a:ext cx="1512518" cy="58999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en-US" altLang="zh-CN" sz="1200" i="0" smtClean="0">
                                <a:latin typeface="Cambria Math" panose="02040503050406030204" pitchFamily="18" charset="0"/>
                              </a:rPr>
                              <m:t>kΩ</m:t>
                            </m:r>
                          </m:oMath>
                        </m:oMathPara>
                      </a14:m>
                      <a:endParaRPr lang="en-US" altLang="zh-CN" sz="1200" dirty="0"/>
                    </a:p>
                    <a:p>
                      <a:endParaRPr lang="en-US" altLang="zh-CN" sz="1200" dirty="0"/>
                    </a:p>
                  </p:txBody>
                </p:sp>
              </mc:Choice>
              <mc:Fallback xmlns="">
                <p:sp>
                  <p:nvSpPr>
                    <p:cNvPr id="340" name="文本框 339">
                      <a:extLst>
                        <a:ext uri="{FF2B5EF4-FFF2-40B4-BE49-F238E27FC236}">
                          <a16:creationId xmlns:a16="http://schemas.microsoft.com/office/drawing/2014/main" id="{F1D15ED0-388A-91F9-CE6E-0AEEEF411BB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6445" y="3495132"/>
                      <a:ext cx="1512518" cy="589994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1" name="文本框 340">
                      <a:extLst>
                        <a:ext uri="{FF2B5EF4-FFF2-40B4-BE49-F238E27FC236}">
                          <a16:creationId xmlns:a16="http://schemas.microsoft.com/office/drawing/2014/main" id="{7D23AF74-02EE-BEFF-2C09-F9935CF0AE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18063" y="2123858"/>
                      <a:ext cx="496110" cy="88499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b="0" i="1" dirty="0"/>
                    </a:p>
                    <a:p>
                      <a:endParaRPr lang="en-US" altLang="zh-CN" sz="1200" i="1" dirty="0"/>
                    </a:p>
                    <a:p>
                      <a:endParaRPr lang="en-US" altLang="zh-CN" sz="1200" i="1" dirty="0"/>
                    </a:p>
                  </p:txBody>
                </p:sp>
              </mc:Choice>
              <mc:Fallback xmlns="">
                <p:sp>
                  <p:nvSpPr>
                    <p:cNvPr id="341" name="文本框 340">
                      <a:extLst>
                        <a:ext uri="{FF2B5EF4-FFF2-40B4-BE49-F238E27FC236}">
                          <a16:creationId xmlns:a16="http://schemas.microsoft.com/office/drawing/2014/main" id="{7D23AF74-02EE-BEFF-2C09-F9935CF0AE8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18063" y="2123858"/>
                      <a:ext cx="496110" cy="884991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1087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44" name="文本框 343">
                  <a:extLst>
                    <a:ext uri="{FF2B5EF4-FFF2-40B4-BE49-F238E27FC236}">
                      <a16:creationId xmlns:a16="http://schemas.microsoft.com/office/drawing/2014/main" id="{001AD92B-D070-D9A5-2071-0CFA94F5E08D}"/>
                    </a:ext>
                  </a:extLst>
                </p:cNvPr>
                <p:cNvSpPr txBox="1"/>
                <p:nvPr/>
              </p:nvSpPr>
              <p:spPr>
                <a:xfrm>
                  <a:off x="2045853" y="2240477"/>
                  <a:ext cx="350441" cy="4424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5" name="文本框 344">
                  <a:extLst>
                    <a:ext uri="{FF2B5EF4-FFF2-40B4-BE49-F238E27FC236}">
                      <a16:creationId xmlns:a16="http://schemas.microsoft.com/office/drawing/2014/main" id="{B19CF4E8-1CD5-CCAA-E9F0-7143F52B53F1}"/>
                    </a:ext>
                  </a:extLst>
                </p:cNvPr>
                <p:cNvSpPr txBox="1"/>
                <p:nvPr/>
              </p:nvSpPr>
              <p:spPr>
                <a:xfrm>
                  <a:off x="2040491" y="2812452"/>
                  <a:ext cx="350441" cy="4424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6" name="文本框 345">
                  <a:extLst>
                    <a:ext uri="{FF2B5EF4-FFF2-40B4-BE49-F238E27FC236}">
                      <a16:creationId xmlns:a16="http://schemas.microsoft.com/office/drawing/2014/main" id="{C68FEEF4-5BE8-B0E3-3F7E-8ABDD30EE5CD}"/>
                    </a:ext>
                  </a:extLst>
                </p:cNvPr>
                <p:cNvSpPr txBox="1"/>
                <p:nvPr/>
              </p:nvSpPr>
              <p:spPr>
                <a:xfrm>
                  <a:off x="5786977" y="2579246"/>
                  <a:ext cx="350441" cy="4424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10" name="矩形 309">
                <a:extLst>
                  <a:ext uri="{FF2B5EF4-FFF2-40B4-BE49-F238E27FC236}">
                    <a16:creationId xmlns:a16="http://schemas.microsoft.com/office/drawing/2014/main" id="{4AA63C7C-7352-7431-F740-721571CD4EE7}"/>
                  </a:ext>
                </a:extLst>
              </p:cNvPr>
              <p:cNvSpPr/>
              <p:nvPr/>
            </p:nvSpPr>
            <p:spPr>
              <a:xfrm>
                <a:off x="6112445" y="3666501"/>
                <a:ext cx="556235" cy="20540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1" name="文本框 310">
                    <a:extLst>
                      <a:ext uri="{FF2B5EF4-FFF2-40B4-BE49-F238E27FC236}">
                        <a16:creationId xmlns:a16="http://schemas.microsoft.com/office/drawing/2014/main" id="{6D0529B8-5DC5-6741-5C64-E7EB2797FB86}"/>
                      </a:ext>
                    </a:extLst>
                  </p:cNvPr>
                  <p:cNvSpPr txBox="1"/>
                  <p:nvPr/>
                </p:nvSpPr>
                <p:spPr>
                  <a:xfrm>
                    <a:off x="5788492" y="3352325"/>
                    <a:ext cx="1476426" cy="58999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m:rPr>
                              <m:nor/>
                            </m:rPr>
                            <a:rPr lang="en-US" altLang="zh-CN" sz="1200" i="0" smtClean="0">
                              <a:latin typeface="Cambria Math" panose="02040503050406030204" pitchFamily="18" charset="0"/>
                            </a:rPr>
                            <m:t>kΩ</m:t>
                          </m:r>
                        </m:oMath>
                      </m:oMathPara>
                    </a14:m>
                    <a:endParaRPr lang="en-US" altLang="zh-CN" sz="1200" dirty="0"/>
                  </a:p>
                  <a:p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311" name="文本框 310">
                    <a:extLst>
                      <a:ext uri="{FF2B5EF4-FFF2-40B4-BE49-F238E27FC236}">
                        <a16:creationId xmlns:a16="http://schemas.microsoft.com/office/drawing/2014/main" id="{6D0529B8-5DC5-6741-5C64-E7EB2797FB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8492" y="3352325"/>
                    <a:ext cx="1476426" cy="58999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2" name="直接连接符 311">
                <a:extLst>
                  <a:ext uri="{FF2B5EF4-FFF2-40B4-BE49-F238E27FC236}">
                    <a16:creationId xmlns:a16="http://schemas.microsoft.com/office/drawing/2014/main" id="{845816E1-3E50-C0AB-5249-7C016EDD2E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517862" y="5089624"/>
                <a:ext cx="4702088" cy="12868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3" name="直接连接符 312">
                <a:extLst>
                  <a:ext uri="{FF2B5EF4-FFF2-40B4-BE49-F238E27FC236}">
                    <a16:creationId xmlns:a16="http://schemas.microsoft.com/office/drawing/2014/main" id="{1C704291-7728-D76A-2D45-8E77F3F1D3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12528" y="3817701"/>
                <a:ext cx="0" cy="127192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4" name="矩形 313">
                <a:extLst>
                  <a:ext uri="{FF2B5EF4-FFF2-40B4-BE49-F238E27FC236}">
                    <a16:creationId xmlns:a16="http://schemas.microsoft.com/office/drawing/2014/main" id="{B69F540B-D348-D19D-B459-D637BF59216B}"/>
                  </a:ext>
                </a:extLst>
              </p:cNvPr>
              <p:cNvSpPr/>
              <p:nvPr/>
            </p:nvSpPr>
            <p:spPr>
              <a:xfrm>
                <a:off x="4241947" y="5054890"/>
                <a:ext cx="556235" cy="20540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cxnSp>
            <p:nvCxnSpPr>
              <p:cNvPr id="315" name="直接连接符 314">
                <a:extLst>
                  <a:ext uri="{FF2B5EF4-FFF2-40B4-BE49-F238E27FC236}">
                    <a16:creationId xmlns:a16="http://schemas.microsoft.com/office/drawing/2014/main" id="{ACE2051C-B6B2-A8B6-AD68-232BEF5CE64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491928" y="3810997"/>
                <a:ext cx="2959" cy="169528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6" name="直接连接符 315">
                <a:extLst>
                  <a:ext uri="{FF2B5EF4-FFF2-40B4-BE49-F238E27FC236}">
                    <a16:creationId xmlns:a16="http://schemas.microsoft.com/office/drawing/2014/main" id="{F3AAF3D2-3A20-76F9-D0DD-00CB483B19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3503" y="5506286"/>
                <a:ext cx="50276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7" name="椭圆 316">
                <a:extLst>
                  <a:ext uri="{FF2B5EF4-FFF2-40B4-BE49-F238E27FC236}">
                    <a16:creationId xmlns:a16="http://schemas.microsoft.com/office/drawing/2014/main" id="{F5F9B56F-8596-5304-C574-E716352265C8}"/>
                  </a:ext>
                </a:extLst>
              </p:cNvPr>
              <p:cNvSpPr/>
              <p:nvPr/>
            </p:nvSpPr>
            <p:spPr>
              <a:xfrm>
                <a:off x="7164122" y="3780620"/>
                <a:ext cx="111656" cy="11165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318" name="椭圆 317">
                <a:extLst>
                  <a:ext uri="{FF2B5EF4-FFF2-40B4-BE49-F238E27FC236}">
                    <a16:creationId xmlns:a16="http://schemas.microsoft.com/office/drawing/2014/main" id="{1CC421F1-BF41-C393-A33A-A8D49AD033CA}"/>
                  </a:ext>
                </a:extLst>
              </p:cNvPr>
              <p:cNvSpPr/>
              <p:nvPr/>
            </p:nvSpPr>
            <p:spPr>
              <a:xfrm>
                <a:off x="7423984" y="3780620"/>
                <a:ext cx="111656" cy="11165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319" name="文本框 318">
                <a:extLst>
                  <a:ext uri="{FF2B5EF4-FFF2-40B4-BE49-F238E27FC236}">
                    <a16:creationId xmlns:a16="http://schemas.microsoft.com/office/drawing/2014/main" id="{23C315AD-AD87-CA2D-CB10-6B1694B8449E}"/>
                  </a:ext>
                </a:extLst>
              </p:cNvPr>
              <p:cNvSpPr txBox="1"/>
              <p:nvPr/>
            </p:nvSpPr>
            <p:spPr>
              <a:xfrm>
                <a:off x="5638800" y="2971799"/>
                <a:ext cx="115" cy="294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zh-CN" altLang="en-US" sz="1200" dirty="0"/>
              </a:p>
            </p:txBody>
          </p:sp>
          <p:grpSp>
            <p:nvGrpSpPr>
              <p:cNvPr id="320" name="组合 319">
                <a:extLst>
                  <a:ext uri="{FF2B5EF4-FFF2-40B4-BE49-F238E27FC236}">
                    <a16:creationId xmlns:a16="http://schemas.microsoft.com/office/drawing/2014/main" id="{0A27A118-04A7-1F42-C1F2-3E24EDC96DAB}"/>
                  </a:ext>
                </a:extLst>
              </p:cNvPr>
              <p:cNvGrpSpPr/>
              <p:nvPr/>
            </p:nvGrpSpPr>
            <p:grpSpPr>
              <a:xfrm>
                <a:off x="7333940" y="4613241"/>
                <a:ext cx="345065" cy="366870"/>
                <a:chOff x="2998751" y="1428632"/>
                <a:chExt cx="345065" cy="366870"/>
              </a:xfrm>
            </p:grpSpPr>
            <p:sp>
              <p:nvSpPr>
                <p:cNvPr id="323" name="等腰三角形 322">
                  <a:extLst>
                    <a:ext uri="{FF2B5EF4-FFF2-40B4-BE49-F238E27FC236}">
                      <a16:creationId xmlns:a16="http://schemas.microsoft.com/office/drawing/2014/main" id="{155F2CB7-AA11-FF63-6EEF-99425B78DC88}"/>
                    </a:ext>
                  </a:extLst>
                </p:cNvPr>
                <p:cNvSpPr/>
                <p:nvPr/>
              </p:nvSpPr>
              <p:spPr>
                <a:xfrm>
                  <a:off x="3060808" y="1621601"/>
                  <a:ext cx="201725" cy="173901"/>
                </a:xfrm>
                <a:prstGeom prst="triangl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24" name="等腰三角形 323">
                  <a:extLst>
                    <a:ext uri="{FF2B5EF4-FFF2-40B4-BE49-F238E27FC236}">
                      <a16:creationId xmlns:a16="http://schemas.microsoft.com/office/drawing/2014/main" id="{3566DA1D-E1C1-42B2-01F4-9F033168F423}"/>
                    </a:ext>
                  </a:extLst>
                </p:cNvPr>
                <p:cNvSpPr/>
                <p:nvPr/>
              </p:nvSpPr>
              <p:spPr>
                <a:xfrm flipV="1">
                  <a:off x="3060808" y="1428632"/>
                  <a:ext cx="201725" cy="173901"/>
                </a:xfrm>
                <a:prstGeom prst="triangl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cxnSp>
              <p:nvCxnSpPr>
                <p:cNvPr id="325" name="直接连接符 324">
                  <a:extLst>
                    <a:ext uri="{FF2B5EF4-FFF2-40B4-BE49-F238E27FC236}">
                      <a16:creationId xmlns:a16="http://schemas.microsoft.com/office/drawing/2014/main" id="{A31B7976-03B6-97D9-4033-8FF3E148E1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02230" y="1612682"/>
                  <a:ext cx="339230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直接连接符 325">
                  <a:extLst>
                    <a:ext uri="{FF2B5EF4-FFF2-40B4-BE49-F238E27FC236}">
                      <a16:creationId xmlns:a16="http://schemas.microsoft.com/office/drawing/2014/main" id="{C9866826-102F-2CC9-5A29-5629396E79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341460" y="1466223"/>
                  <a:ext cx="2356" cy="152946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直接连接符 326">
                  <a:extLst>
                    <a:ext uri="{FF2B5EF4-FFF2-40B4-BE49-F238E27FC236}">
                      <a16:creationId xmlns:a16="http://schemas.microsoft.com/office/drawing/2014/main" id="{2327003C-26E4-A28D-0322-5177FCF858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98751" y="1605051"/>
                  <a:ext cx="0" cy="164824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1" name="文本框 320">
                    <a:extLst>
                      <a:ext uri="{FF2B5EF4-FFF2-40B4-BE49-F238E27FC236}">
                        <a16:creationId xmlns:a16="http://schemas.microsoft.com/office/drawing/2014/main" id="{78246449-9595-D48D-A865-9831A7A0C32F}"/>
                      </a:ext>
                    </a:extLst>
                  </p:cNvPr>
                  <p:cNvSpPr txBox="1"/>
                  <p:nvPr/>
                </p:nvSpPr>
                <p:spPr>
                  <a:xfrm>
                    <a:off x="7517409" y="4698756"/>
                    <a:ext cx="1476426" cy="58999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dirty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200" i="1" dirty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</m:sSub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=±</m:t>
                          </m:r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en-US" altLang="zh-CN" sz="1200" i="1" dirty="0"/>
                  </a:p>
                  <a:p>
                    <a:endParaRPr lang="en-US" altLang="zh-CN" sz="1200" i="1" dirty="0"/>
                  </a:p>
                </p:txBody>
              </p:sp>
            </mc:Choice>
            <mc:Fallback xmlns="">
              <p:sp>
                <p:nvSpPr>
                  <p:cNvPr id="321" name="文本框 320">
                    <a:extLst>
                      <a:ext uri="{FF2B5EF4-FFF2-40B4-BE49-F238E27FC236}">
                        <a16:creationId xmlns:a16="http://schemas.microsoft.com/office/drawing/2014/main" id="{78246449-9595-D48D-A865-9831A7A0C3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17409" y="4698756"/>
                    <a:ext cx="1476426" cy="589994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22" name="椭圆 321">
                <a:extLst>
                  <a:ext uri="{FF2B5EF4-FFF2-40B4-BE49-F238E27FC236}">
                    <a16:creationId xmlns:a16="http://schemas.microsoft.com/office/drawing/2014/main" id="{1CF45B4F-8481-0488-6AC6-7A622C35C5CF}"/>
                  </a:ext>
                </a:extLst>
              </p:cNvPr>
              <p:cNvSpPr/>
              <p:nvPr/>
            </p:nvSpPr>
            <p:spPr>
              <a:xfrm>
                <a:off x="2476716" y="4384304"/>
                <a:ext cx="111656" cy="111656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</p:grpSp>
      </p:grpSp>
      <p:grpSp>
        <p:nvGrpSpPr>
          <p:cNvPr id="358" name="组合 357">
            <a:extLst>
              <a:ext uri="{FF2B5EF4-FFF2-40B4-BE49-F238E27FC236}">
                <a16:creationId xmlns:a16="http://schemas.microsoft.com/office/drawing/2014/main" id="{F1CB1366-BBA3-ACD8-6F5D-D732E950F135}"/>
              </a:ext>
            </a:extLst>
          </p:cNvPr>
          <p:cNvGrpSpPr/>
          <p:nvPr/>
        </p:nvGrpSpPr>
        <p:grpSpPr>
          <a:xfrm>
            <a:off x="7266969" y="1331693"/>
            <a:ext cx="4135552" cy="2617463"/>
            <a:chOff x="439286" y="917588"/>
            <a:chExt cx="7289922" cy="4181299"/>
          </a:xfrm>
        </p:grpSpPr>
        <p:cxnSp>
          <p:nvCxnSpPr>
            <p:cNvPr id="359" name="直接连接符 358">
              <a:extLst>
                <a:ext uri="{FF2B5EF4-FFF2-40B4-BE49-F238E27FC236}">
                  <a16:creationId xmlns:a16="http://schemas.microsoft.com/office/drawing/2014/main" id="{34CEEFE7-3A57-E4EB-12FC-E6CFE4988062}"/>
                </a:ext>
              </a:extLst>
            </p:cNvPr>
            <p:cNvCxnSpPr>
              <a:cxnSpLocks/>
            </p:cNvCxnSpPr>
            <p:nvPr/>
          </p:nvCxnSpPr>
          <p:spPr>
            <a:xfrm>
              <a:off x="2726355" y="1465584"/>
              <a:ext cx="369933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60" name="组合 359">
              <a:extLst>
                <a:ext uri="{FF2B5EF4-FFF2-40B4-BE49-F238E27FC236}">
                  <a16:creationId xmlns:a16="http://schemas.microsoft.com/office/drawing/2014/main" id="{825E2EE7-3318-4724-660E-17FCDC98CC34}"/>
                </a:ext>
              </a:extLst>
            </p:cNvPr>
            <p:cNvGrpSpPr/>
            <p:nvPr/>
          </p:nvGrpSpPr>
          <p:grpSpPr>
            <a:xfrm>
              <a:off x="439286" y="1465584"/>
              <a:ext cx="7289922" cy="3633303"/>
              <a:chOff x="391691" y="525947"/>
              <a:chExt cx="7289922" cy="3633303"/>
            </a:xfrm>
          </p:grpSpPr>
          <p:grpSp>
            <p:nvGrpSpPr>
              <p:cNvPr id="367" name="组合 366">
                <a:extLst>
                  <a:ext uri="{FF2B5EF4-FFF2-40B4-BE49-F238E27FC236}">
                    <a16:creationId xmlns:a16="http://schemas.microsoft.com/office/drawing/2014/main" id="{ABB35187-EF74-99C2-3D07-3775E2E42826}"/>
                  </a:ext>
                </a:extLst>
              </p:cNvPr>
              <p:cNvGrpSpPr/>
              <p:nvPr/>
            </p:nvGrpSpPr>
            <p:grpSpPr>
              <a:xfrm>
                <a:off x="391691" y="525947"/>
                <a:ext cx="7289922" cy="3633303"/>
                <a:chOff x="-78210" y="475147"/>
                <a:chExt cx="7289923" cy="3633303"/>
              </a:xfrm>
            </p:grpSpPr>
            <p:cxnSp>
              <p:nvCxnSpPr>
                <p:cNvPr id="368" name="直接连接符 367">
                  <a:extLst>
                    <a:ext uri="{FF2B5EF4-FFF2-40B4-BE49-F238E27FC236}">
                      <a16:creationId xmlns:a16="http://schemas.microsoft.com/office/drawing/2014/main" id="{A85A821B-AF84-B3EC-7EC4-97161AE05EAF}"/>
                    </a:ext>
                  </a:extLst>
                </p:cNvPr>
                <p:cNvCxnSpPr>
                  <a:cxnSpLocks/>
                  <a:endCxn id="395" idx="1"/>
                </p:cNvCxnSpPr>
                <p:nvPr/>
              </p:nvCxnSpPr>
              <p:spPr>
                <a:xfrm flipV="1">
                  <a:off x="-78210" y="2267976"/>
                  <a:ext cx="2682690" cy="262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直接连接符 368">
                  <a:extLst>
                    <a:ext uri="{FF2B5EF4-FFF2-40B4-BE49-F238E27FC236}">
                      <a16:creationId xmlns:a16="http://schemas.microsoft.com/office/drawing/2014/main" id="{C32018DE-67E8-5555-17D6-FF1A928D18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74182" y="2573101"/>
                  <a:ext cx="116316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370" name="组合 369">
                  <a:extLst>
                    <a:ext uri="{FF2B5EF4-FFF2-40B4-BE49-F238E27FC236}">
                      <a16:creationId xmlns:a16="http://schemas.microsoft.com/office/drawing/2014/main" id="{801585C0-67E4-1928-6630-F2BD4F0008B6}"/>
                    </a:ext>
                  </a:extLst>
                </p:cNvPr>
                <p:cNvGrpSpPr/>
                <p:nvPr/>
              </p:nvGrpSpPr>
              <p:grpSpPr>
                <a:xfrm>
                  <a:off x="2604480" y="1799539"/>
                  <a:ext cx="2969702" cy="1620289"/>
                  <a:chOff x="2604480" y="1799539"/>
                  <a:chExt cx="2969702" cy="1620289"/>
                </a:xfrm>
              </p:grpSpPr>
              <p:grpSp>
                <p:nvGrpSpPr>
                  <p:cNvPr id="389" name="组合 388">
                    <a:extLst>
                      <a:ext uri="{FF2B5EF4-FFF2-40B4-BE49-F238E27FC236}">
                        <a16:creationId xmlns:a16="http://schemas.microsoft.com/office/drawing/2014/main" id="{1F85EE0F-605B-7684-CBCE-9C178CE0F743}"/>
                      </a:ext>
                    </a:extLst>
                  </p:cNvPr>
                  <p:cNvGrpSpPr/>
                  <p:nvPr/>
                </p:nvGrpSpPr>
                <p:grpSpPr>
                  <a:xfrm>
                    <a:off x="2604480" y="1799539"/>
                    <a:ext cx="2969702" cy="1547125"/>
                    <a:chOff x="2604480" y="1799539"/>
                    <a:chExt cx="2969702" cy="1547125"/>
                  </a:xfrm>
                </p:grpSpPr>
                <p:sp>
                  <p:nvSpPr>
                    <p:cNvPr id="391" name="矩形 390">
                      <a:extLst>
                        <a:ext uri="{FF2B5EF4-FFF2-40B4-BE49-F238E27FC236}">
                          <a16:creationId xmlns:a16="http://schemas.microsoft.com/office/drawing/2014/main" id="{00FCB88F-9533-589B-8C34-E60C7523FE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70048" y="1799539"/>
                      <a:ext cx="2904134" cy="1547125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1200"/>
                    </a:p>
                  </p:txBody>
                </p:sp>
                <p:grpSp>
                  <p:nvGrpSpPr>
                    <p:cNvPr id="392" name="组合 391">
                      <a:extLst>
                        <a:ext uri="{FF2B5EF4-FFF2-40B4-BE49-F238E27FC236}">
                          <a16:creationId xmlns:a16="http://schemas.microsoft.com/office/drawing/2014/main" id="{D6CBF5E1-F9E0-D696-4BBB-383C2042FEA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22128" y="2113023"/>
                      <a:ext cx="519379" cy="446228"/>
                      <a:chOff x="3022128" y="2113023"/>
                      <a:chExt cx="519379" cy="446228"/>
                    </a:xfrm>
                  </p:grpSpPr>
                  <p:sp>
                    <p:nvSpPr>
                      <p:cNvPr id="398" name="等腰三角形 397">
                        <a:extLst>
                          <a:ext uri="{FF2B5EF4-FFF2-40B4-BE49-F238E27FC236}">
                            <a16:creationId xmlns:a16="http://schemas.microsoft.com/office/drawing/2014/main" id="{2AA4A8F5-498A-4FB4-08C4-5C984250FE6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3058704" y="2076447"/>
                        <a:ext cx="446228" cy="519379"/>
                      </a:xfrm>
                      <a:prstGeom prst="triangle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cxnSp>
                    <p:nvCxnSpPr>
                      <p:cNvPr id="399" name="直接连接符 398">
                        <a:extLst>
                          <a:ext uri="{FF2B5EF4-FFF2-40B4-BE49-F238E27FC236}">
                            <a16:creationId xmlns:a16="http://schemas.microsoft.com/office/drawing/2014/main" id="{C8B8C8B0-F873-2938-B57D-BE13A82EBBA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288183" y="2252133"/>
                        <a:ext cx="0" cy="155450"/>
                      </a:xfrm>
                      <a:prstGeom prst="line">
                        <a:avLst/>
                      </a:prstGeom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93" name="组合 392">
                      <a:extLst>
                        <a:ext uri="{FF2B5EF4-FFF2-40B4-BE49-F238E27FC236}">
                          <a16:creationId xmlns:a16="http://schemas.microsoft.com/office/drawing/2014/main" id="{8636966A-FD90-20B3-6D73-6AE30AF1BB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807563" y="2209766"/>
                      <a:ext cx="445802" cy="240183"/>
                      <a:chOff x="4016045" y="2191511"/>
                      <a:chExt cx="445802" cy="240183"/>
                    </a:xfrm>
                  </p:grpSpPr>
                  <p:sp>
                    <p:nvSpPr>
                      <p:cNvPr id="396" name="椭圆 395">
                        <a:extLst>
                          <a:ext uri="{FF2B5EF4-FFF2-40B4-BE49-F238E27FC236}">
                            <a16:creationId xmlns:a16="http://schemas.microsoft.com/office/drawing/2014/main" id="{CB6CDE4B-95F8-A8CE-0969-B0B40C5755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16045" y="2223821"/>
                        <a:ext cx="182880" cy="175565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w="19050"/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  <p:sp>
                    <p:nvSpPr>
                      <p:cNvPr id="397" name="椭圆 396">
                        <a:extLst>
                          <a:ext uri="{FF2B5EF4-FFF2-40B4-BE49-F238E27FC236}">
                            <a16:creationId xmlns:a16="http://schemas.microsoft.com/office/drawing/2014/main" id="{C10DC28A-9B9B-74CC-6CBF-A7ACC78C2D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11657" y="2191511"/>
                        <a:ext cx="250190" cy="240183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w="19050"/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sz="1200"/>
                      </a:p>
                    </p:txBody>
                  </p:sp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94" name="文本框 393">
                          <a:extLst>
                            <a:ext uri="{FF2B5EF4-FFF2-40B4-BE49-F238E27FC236}">
                              <a16:creationId xmlns:a16="http://schemas.microsoft.com/office/drawing/2014/main" id="{66D06B46-271A-5377-9A05-7820173E6DC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269633" y="2354504"/>
                          <a:ext cx="277978" cy="44249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p:txBody>
                    </p:sp>
                  </mc:Choice>
                  <mc:Fallback xmlns="">
                    <p:sp>
                      <p:nvSpPr>
                        <p:cNvPr id="394" name="文本框 393">
                          <a:extLst>
                            <a:ext uri="{FF2B5EF4-FFF2-40B4-BE49-F238E27FC236}">
                              <a16:creationId xmlns:a16="http://schemas.microsoft.com/office/drawing/2014/main" id="{66D06B46-271A-5377-9A05-7820173E6DC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269633" y="2354504"/>
                          <a:ext cx="277978" cy="442496"/>
                        </a:xfrm>
                        <a:prstGeom prst="rect">
                          <a:avLst/>
                        </a:prstGeom>
                        <a:blipFill>
                          <a:blip r:embed="rId15"/>
                          <a:stretch>
                            <a:fillRect r="-5384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95" name="文本框 394">
                          <a:extLst>
                            <a:ext uri="{FF2B5EF4-FFF2-40B4-BE49-F238E27FC236}">
                              <a16:creationId xmlns:a16="http://schemas.microsoft.com/office/drawing/2014/main" id="{517A29DB-DAAD-C293-38B0-9D9C1556EFE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604480" y="2046727"/>
                          <a:ext cx="232427" cy="44249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i="1" dirty="0">
                                    <a:latin typeface="Cambria Math" panose="02040503050406030204" pitchFamily="18" charset="0"/>
                                  </a:rPr>
                                  <m:t>—</m:t>
                                </m:r>
                              </m:oMath>
                            </m:oMathPara>
                          </a14:m>
                          <a:endParaRPr lang="zh-CN" altLang="en-US" sz="1200" dirty="0"/>
                        </a:p>
                      </p:txBody>
                    </p:sp>
                  </mc:Choice>
                  <mc:Fallback xmlns="">
                    <p:sp>
                      <p:nvSpPr>
                        <p:cNvPr id="395" name="文本框 394">
                          <a:extLst>
                            <a:ext uri="{FF2B5EF4-FFF2-40B4-BE49-F238E27FC236}">
                              <a16:creationId xmlns:a16="http://schemas.microsoft.com/office/drawing/2014/main" id="{517A29DB-DAAD-C293-38B0-9D9C1556EFE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604480" y="2046727"/>
                          <a:ext cx="232427" cy="442496"/>
                        </a:xfrm>
                        <a:prstGeom prst="rect">
                          <a:avLst/>
                        </a:prstGeom>
                        <a:blipFill>
                          <a:blip r:embed="rId21"/>
                          <a:stretch>
                            <a:fillRect r="-9047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90" name="文本框 389">
                        <a:extLst>
                          <a:ext uri="{FF2B5EF4-FFF2-40B4-BE49-F238E27FC236}">
                            <a16:creationId xmlns:a16="http://schemas.microsoft.com/office/drawing/2014/main" id="{045991FD-0E97-8D2F-1A17-0F0503E66B6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646976" y="2977332"/>
                        <a:ext cx="277978" cy="44249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sz="120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lang="zh-CN" altLang="en-US" sz="1200" dirty="0"/>
                      </a:p>
                    </p:txBody>
                  </p:sp>
                </mc:Choice>
                <mc:Fallback xmlns="">
                  <p:sp>
                    <p:nvSpPr>
                      <p:cNvPr id="390" name="文本框 389">
                        <a:extLst>
                          <a:ext uri="{FF2B5EF4-FFF2-40B4-BE49-F238E27FC236}">
                            <a16:creationId xmlns:a16="http://schemas.microsoft.com/office/drawing/2014/main" id="{045991FD-0E97-8D2F-1A17-0F0503E66B6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646976" y="2977332"/>
                        <a:ext cx="277978" cy="442496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r="-5384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371" name="直接连接符 370">
                  <a:extLst>
                    <a:ext uri="{FF2B5EF4-FFF2-40B4-BE49-F238E27FC236}">
                      <a16:creationId xmlns:a16="http://schemas.microsoft.com/office/drawing/2014/main" id="{52F51E1E-FCC1-5251-FEDF-7B51E8402A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02008" y="962366"/>
                  <a:ext cx="3706185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直接连接符 371">
                  <a:extLst>
                    <a:ext uri="{FF2B5EF4-FFF2-40B4-BE49-F238E27FC236}">
                      <a16:creationId xmlns:a16="http://schemas.microsoft.com/office/drawing/2014/main" id="{E7F58DC8-1C85-0E56-6B00-0C7F8FAE01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67280" y="3172092"/>
                  <a:ext cx="50276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直接连接符 372">
                  <a:extLst>
                    <a:ext uri="{FF2B5EF4-FFF2-40B4-BE49-F238E27FC236}">
                      <a16:creationId xmlns:a16="http://schemas.microsoft.com/office/drawing/2014/main" id="{3A1CE1D4-6231-25AA-1EE8-45A16D5B31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202008" y="475147"/>
                  <a:ext cx="13703" cy="173461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直接连接符 373">
                  <a:extLst>
                    <a:ext uri="{FF2B5EF4-FFF2-40B4-BE49-F238E27FC236}">
                      <a16:creationId xmlns:a16="http://schemas.microsoft.com/office/drawing/2014/main" id="{40AD7B37-1C9C-2C1C-4E4C-A8D76F1795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08193" y="475147"/>
                  <a:ext cx="0" cy="2107105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直接连接符 374">
                  <a:extLst>
                    <a:ext uri="{FF2B5EF4-FFF2-40B4-BE49-F238E27FC236}">
                      <a16:creationId xmlns:a16="http://schemas.microsoft.com/office/drawing/2014/main" id="{255DF23F-7952-9F61-59E4-E65F5B50DE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165163" y="3161998"/>
                  <a:ext cx="2117" cy="94645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直接连接符 375">
                  <a:extLst>
                    <a:ext uri="{FF2B5EF4-FFF2-40B4-BE49-F238E27FC236}">
                      <a16:creationId xmlns:a16="http://schemas.microsoft.com/office/drawing/2014/main" id="{E88EF7A3-CD71-491E-A676-1BDF5603E7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13779" y="4105542"/>
                  <a:ext cx="502768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77" name="矩形 376">
                  <a:extLst>
                    <a:ext uri="{FF2B5EF4-FFF2-40B4-BE49-F238E27FC236}">
                      <a16:creationId xmlns:a16="http://schemas.microsoft.com/office/drawing/2014/main" id="{02DC1A42-B96F-644C-04DC-45356C310A27}"/>
                    </a:ext>
                  </a:extLst>
                </p:cNvPr>
                <p:cNvSpPr/>
                <p:nvPr/>
              </p:nvSpPr>
              <p:spPr>
                <a:xfrm>
                  <a:off x="1139110" y="2203361"/>
                  <a:ext cx="556234" cy="205407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78" name="矩形 377">
                  <a:extLst>
                    <a:ext uri="{FF2B5EF4-FFF2-40B4-BE49-F238E27FC236}">
                      <a16:creationId xmlns:a16="http://schemas.microsoft.com/office/drawing/2014/main" id="{F1195CEC-D8B2-B5F0-8AE8-F36113F82F54}"/>
                    </a:ext>
                  </a:extLst>
                </p:cNvPr>
                <p:cNvSpPr/>
                <p:nvPr/>
              </p:nvSpPr>
              <p:spPr>
                <a:xfrm rot="5400000">
                  <a:off x="3689310" y="841829"/>
                  <a:ext cx="556235" cy="20540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79" name="矩形 378">
                  <a:extLst>
                    <a:ext uri="{FF2B5EF4-FFF2-40B4-BE49-F238E27FC236}">
                      <a16:creationId xmlns:a16="http://schemas.microsoft.com/office/drawing/2014/main" id="{0E77C82D-54EB-399A-619F-1DDE20D48AEA}"/>
                    </a:ext>
                  </a:extLst>
                </p:cNvPr>
                <p:cNvSpPr/>
                <p:nvPr/>
              </p:nvSpPr>
              <p:spPr>
                <a:xfrm rot="16200000">
                  <a:off x="1878138" y="3522078"/>
                  <a:ext cx="556235" cy="20540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0" name="文本框 379">
                      <a:extLst>
                        <a:ext uri="{FF2B5EF4-FFF2-40B4-BE49-F238E27FC236}">
                          <a16:creationId xmlns:a16="http://schemas.microsoft.com/office/drawing/2014/main" id="{08774DC3-CFC1-014B-CE0F-788AC90648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9687" y="1805661"/>
                      <a:ext cx="1512516" cy="58999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  <m:r>
                              <m:rPr>
                                <m:nor/>
                              </m:rPr>
                              <a:rPr lang="en-US" altLang="zh-CN" sz="1200" i="0" smtClean="0">
                                <a:latin typeface="Cambria Math" panose="02040503050406030204" pitchFamily="18" charset="0"/>
                              </a:rPr>
                              <m:t>kΩ</m:t>
                            </m:r>
                          </m:oMath>
                        </m:oMathPara>
                      </a14:m>
                      <a:endParaRPr lang="en-US" altLang="zh-CN" sz="1200" dirty="0"/>
                    </a:p>
                    <a:p>
                      <a:endParaRPr lang="en-US" altLang="zh-CN" sz="1200" dirty="0"/>
                    </a:p>
                  </p:txBody>
                </p:sp>
              </mc:Choice>
              <mc:Fallback xmlns="">
                <p:sp>
                  <p:nvSpPr>
                    <p:cNvPr id="380" name="文本框 379">
                      <a:extLst>
                        <a:ext uri="{FF2B5EF4-FFF2-40B4-BE49-F238E27FC236}">
                          <a16:creationId xmlns:a16="http://schemas.microsoft.com/office/drawing/2014/main" id="{08774DC3-CFC1-014B-CE0F-788AC90648B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9687" y="1805661"/>
                      <a:ext cx="1512516" cy="589994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1" name="文本框 380">
                      <a:extLst>
                        <a:ext uri="{FF2B5EF4-FFF2-40B4-BE49-F238E27FC236}">
                          <a16:creationId xmlns:a16="http://schemas.microsoft.com/office/drawing/2014/main" id="{DDF2870A-8821-7603-2520-523B427CCB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3195" y="3505571"/>
                      <a:ext cx="1512516" cy="58999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b>
                            </m:sSub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  <m:r>
                              <m:rPr>
                                <m:nor/>
                              </m:rPr>
                              <a:rPr lang="en-US" altLang="zh-CN" sz="1200" i="0" smtClean="0">
                                <a:latin typeface="Cambria Math" panose="02040503050406030204" pitchFamily="18" charset="0"/>
                              </a:rPr>
                              <m:t>kΩ</m:t>
                            </m:r>
                          </m:oMath>
                        </m:oMathPara>
                      </a14:m>
                      <a:endParaRPr lang="en-US" altLang="zh-CN" sz="1200" dirty="0"/>
                    </a:p>
                    <a:p>
                      <a:endParaRPr lang="en-US" altLang="zh-CN" sz="1200" dirty="0"/>
                    </a:p>
                  </p:txBody>
                </p:sp>
              </mc:Choice>
              <mc:Fallback xmlns="">
                <p:sp>
                  <p:nvSpPr>
                    <p:cNvPr id="381" name="文本框 380">
                      <a:extLst>
                        <a:ext uri="{FF2B5EF4-FFF2-40B4-BE49-F238E27FC236}">
                          <a16:creationId xmlns:a16="http://schemas.microsoft.com/office/drawing/2014/main" id="{DDF2870A-8821-7603-2520-523B427CCB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3195" y="3505571"/>
                      <a:ext cx="1512516" cy="589994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2" name="文本框 381">
                      <a:extLst>
                        <a:ext uri="{FF2B5EF4-FFF2-40B4-BE49-F238E27FC236}">
                          <a16:creationId xmlns:a16="http://schemas.microsoft.com/office/drawing/2014/main" id="{E7FC6EA8-8644-E225-A8E1-054EDE3773B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34185" y="1233536"/>
                      <a:ext cx="1512516" cy="29499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</a:rPr>
                              <m:t>=0.022</m:t>
                            </m:r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altLang="zh-CN" sz="1200" i="1" dirty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oMath>
                        </m:oMathPara>
                      </a14:m>
                      <a:endParaRPr lang="en-US" altLang="zh-CN" sz="1200" i="1" dirty="0"/>
                    </a:p>
                  </p:txBody>
                </p:sp>
              </mc:Choice>
              <mc:Fallback xmlns="">
                <p:sp>
                  <p:nvSpPr>
                    <p:cNvPr id="382" name="文本框 381">
                      <a:extLst>
                        <a:ext uri="{FF2B5EF4-FFF2-40B4-BE49-F238E27FC236}">
                          <a16:creationId xmlns:a16="http://schemas.microsoft.com/office/drawing/2014/main" id="{E7FC6EA8-8644-E225-A8E1-054EDE3773B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34185" y="1233536"/>
                      <a:ext cx="1512516" cy="294997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5674" r="-7092" b="-3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3" name="文本框 382">
                      <a:extLst>
                        <a:ext uri="{FF2B5EF4-FFF2-40B4-BE49-F238E27FC236}">
                          <a16:creationId xmlns:a16="http://schemas.microsoft.com/office/drawing/2014/main" id="{206B0723-F935-E4CC-FE1C-9849D4D5DE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15603" y="2407583"/>
                      <a:ext cx="496110" cy="88499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dirty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oMath>
                        </m:oMathPara>
                      </a14:m>
                      <a:endParaRPr lang="en-US" altLang="zh-CN" sz="1200" b="0" i="1" dirty="0"/>
                    </a:p>
                    <a:p>
                      <a:endParaRPr lang="en-US" altLang="zh-CN" sz="1200" i="1" dirty="0"/>
                    </a:p>
                    <a:p>
                      <a:endParaRPr lang="en-US" altLang="zh-CN" sz="1200" i="1" dirty="0"/>
                    </a:p>
                  </p:txBody>
                </p:sp>
              </mc:Choice>
              <mc:Fallback xmlns="">
                <p:sp>
                  <p:nvSpPr>
                    <p:cNvPr id="383" name="文本框 382">
                      <a:extLst>
                        <a:ext uri="{FF2B5EF4-FFF2-40B4-BE49-F238E27FC236}">
                          <a16:creationId xmlns:a16="http://schemas.microsoft.com/office/drawing/2014/main" id="{206B0723-F935-E4CC-FE1C-9849D4D5DE4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715603" y="2407583"/>
                      <a:ext cx="496110" cy="884991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85" name="椭圆 384">
                  <a:extLst>
                    <a:ext uri="{FF2B5EF4-FFF2-40B4-BE49-F238E27FC236}">
                      <a16:creationId xmlns:a16="http://schemas.microsoft.com/office/drawing/2014/main" id="{085CFC29-00E3-F34B-1851-F5CFA13056FA}"/>
                    </a:ext>
                  </a:extLst>
                </p:cNvPr>
                <p:cNvSpPr/>
                <p:nvPr/>
              </p:nvSpPr>
              <p:spPr>
                <a:xfrm>
                  <a:off x="6628820" y="2512890"/>
                  <a:ext cx="120422" cy="120422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200"/>
                </a:p>
              </p:txBody>
            </p:sp>
            <p:sp>
              <p:nvSpPr>
                <p:cNvPr id="386" name="文本框 385">
                  <a:extLst>
                    <a:ext uri="{FF2B5EF4-FFF2-40B4-BE49-F238E27FC236}">
                      <a16:creationId xmlns:a16="http://schemas.microsoft.com/office/drawing/2014/main" id="{2850300E-7043-E178-2BFA-36E4D09DDE75}"/>
                    </a:ext>
                  </a:extLst>
                </p:cNvPr>
                <p:cNvSpPr txBox="1"/>
                <p:nvPr/>
              </p:nvSpPr>
              <p:spPr>
                <a:xfrm>
                  <a:off x="2045853" y="2240478"/>
                  <a:ext cx="350441" cy="4424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7" name="文本框 386">
                  <a:extLst>
                    <a:ext uri="{FF2B5EF4-FFF2-40B4-BE49-F238E27FC236}">
                      <a16:creationId xmlns:a16="http://schemas.microsoft.com/office/drawing/2014/main" id="{249CE4D4-8EDD-DA58-7403-2DFBB10C1399}"/>
                    </a:ext>
                  </a:extLst>
                </p:cNvPr>
                <p:cNvSpPr txBox="1"/>
                <p:nvPr/>
              </p:nvSpPr>
              <p:spPr>
                <a:xfrm>
                  <a:off x="2040491" y="2812452"/>
                  <a:ext cx="350441" cy="4424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8" name="文本框 387">
                  <a:extLst>
                    <a:ext uri="{FF2B5EF4-FFF2-40B4-BE49-F238E27FC236}">
                      <a16:creationId xmlns:a16="http://schemas.microsoft.com/office/drawing/2014/main" id="{BDA49367-1365-7F38-2126-9EB84B72BB57}"/>
                    </a:ext>
                  </a:extLst>
                </p:cNvPr>
                <p:cNvSpPr txBox="1"/>
                <p:nvPr/>
              </p:nvSpPr>
              <p:spPr>
                <a:xfrm>
                  <a:off x="5786978" y="2579247"/>
                  <a:ext cx="350441" cy="4424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</a:t>
                  </a:r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4" name="矩形 363">
                <a:extLst>
                  <a:ext uri="{FF2B5EF4-FFF2-40B4-BE49-F238E27FC236}">
                    <a16:creationId xmlns:a16="http://schemas.microsoft.com/office/drawing/2014/main" id="{4CDAC93A-1583-74E0-494E-64262012E88C}"/>
                  </a:ext>
                </a:extLst>
              </p:cNvPr>
              <p:cNvSpPr/>
              <p:nvPr/>
            </p:nvSpPr>
            <p:spPr>
              <a:xfrm>
                <a:off x="4277463" y="628650"/>
                <a:ext cx="361212" cy="1492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365" name="矩形 364">
                <a:extLst>
                  <a:ext uri="{FF2B5EF4-FFF2-40B4-BE49-F238E27FC236}">
                    <a16:creationId xmlns:a16="http://schemas.microsoft.com/office/drawing/2014/main" id="{71AE17F5-2EE1-E419-5F50-96C42E076376}"/>
                  </a:ext>
                </a:extLst>
              </p:cNvPr>
              <p:cNvSpPr/>
              <p:nvPr/>
            </p:nvSpPr>
            <p:spPr>
              <a:xfrm>
                <a:off x="4256721" y="1167773"/>
                <a:ext cx="361212" cy="1492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</p:grpSp>
        <p:sp>
          <p:nvSpPr>
            <p:cNvPr id="361" name="矩形 360">
              <a:extLst>
                <a:ext uri="{FF2B5EF4-FFF2-40B4-BE49-F238E27FC236}">
                  <a16:creationId xmlns:a16="http://schemas.microsoft.com/office/drawing/2014/main" id="{C902C88C-29EF-8CA7-8FD2-04EE821E6481}"/>
                </a:ext>
              </a:extLst>
            </p:cNvPr>
            <p:cNvSpPr/>
            <p:nvPr/>
          </p:nvSpPr>
          <p:spPr>
            <a:xfrm>
              <a:off x="4206802" y="1362881"/>
              <a:ext cx="556235" cy="20540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2" name="文本框 361">
                  <a:extLst>
                    <a:ext uri="{FF2B5EF4-FFF2-40B4-BE49-F238E27FC236}">
                      <a16:creationId xmlns:a16="http://schemas.microsoft.com/office/drawing/2014/main" id="{C3E38695-A8D0-BB84-5CA6-947192D24BC0}"/>
                    </a:ext>
                  </a:extLst>
                </p:cNvPr>
                <p:cNvSpPr txBox="1"/>
                <p:nvPr/>
              </p:nvSpPr>
              <p:spPr>
                <a:xfrm>
                  <a:off x="3831367" y="917588"/>
                  <a:ext cx="1512518" cy="29499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a14:m>
                  <a:r>
                    <a:rPr lang="en-US" altLang="zh-CN" sz="1200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2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1200" b="0" i="0" dirty="0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m:rPr>
                          <m:nor/>
                        </m:rPr>
                        <a:rPr lang="en-US" altLang="zh-CN" sz="1200">
                          <a:latin typeface="Cambria Math" panose="02040503050406030204" pitchFamily="18" charset="0"/>
                        </a:rPr>
                        <m:t>kΩ</m:t>
                      </m:r>
                    </m:oMath>
                  </a14:m>
                  <a:endParaRPr lang="en-US" altLang="zh-CN" sz="1200" i="1" dirty="0"/>
                </a:p>
              </p:txBody>
            </p:sp>
          </mc:Choice>
          <mc:Fallback xmlns="">
            <p:sp>
              <p:nvSpPr>
                <p:cNvPr id="362" name="文本框 361">
                  <a:extLst>
                    <a:ext uri="{FF2B5EF4-FFF2-40B4-BE49-F238E27FC236}">
                      <a16:creationId xmlns:a16="http://schemas.microsoft.com/office/drawing/2014/main" id="{C3E38695-A8D0-BB84-5CA6-947192D24B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1367" y="917588"/>
                  <a:ext cx="1512518" cy="294997"/>
                </a:xfrm>
                <a:prstGeom prst="rect">
                  <a:avLst/>
                </a:prstGeom>
                <a:blipFill>
                  <a:blip r:embed="rId26"/>
                  <a:stretch>
                    <a:fillRect l="-6383" b="-967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43814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902" y="0"/>
            <a:ext cx="506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51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65504" y="759613"/>
            <a:ext cx="10320528" cy="4978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4500"/>
              </a:lnSpc>
              <a:spcAft>
                <a:spcPts val="0"/>
              </a:spcAft>
            </a:pPr>
            <a:r>
              <a:rPr lang="zh-CN" altLang="en-US" sz="32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五、</a:t>
            </a: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实验仪器</a:t>
            </a:r>
            <a:endParaRPr lang="zh-CN" altLang="zh-CN" sz="32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数字存储示波器</a:t>
            </a:r>
            <a:r>
              <a:rPr lang="en-US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  </a:t>
            </a: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一台</a:t>
            </a: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交流毫伏表</a:t>
            </a:r>
            <a:r>
              <a:rPr lang="en-US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      </a:t>
            </a: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一台</a:t>
            </a: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低频信号源</a:t>
            </a:r>
            <a:r>
              <a:rPr lang="en-US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      </a:t>
            </a: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一台</a:t>
            </a: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双路直流稳压电源</a:t>
            </a:r>
            <a:r>
              <a:rPr lang="en-US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</a:t>
            </a: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一台</a:t>
            </a: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万用表</a:t>
            </a:r>
            <a:r>
              <a:rPr lang="en-US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                         </a:t>
            </a:r>
            <a:r>
              <a:rPr lang="zh-CN" altLang="zh-CN" sz="2800" kern="100" dirty="0">
                <a:latin typeface="仿宋" panose="02010609060101010101" pitchFamily="49" charset="-122"/>
                <a:ea typeface="仿宋" panose="02010609060101010101" pitchFamily="49" charset="-122"/>
              </a:rPr>
              <a:t>一块</a:t>
            </a:r>
          </a:p>
        </p:txBody>
      </p:sp>
    </p:spTree>
    <p:extLst>
      <p:ext uri="{BB962C8B-B14F-4D97-AF65-F5344CB8AC3E}">
        <p14:creationId xmlns:p14="http://schemas.microsoft.com/office/powerpoint/2010/main" val="2442453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07136" y="1173171"/>
            <a:ext cx="10997184" cy="36240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4500"/>
              </a:lnSpc>
              <a:spcAft>
                <a:spcPts val="0"/>
              </a:spcAft>
            </a:pPr>
            <a:r>
              <a:rPr lang="zh-CN" altLang="en-US" sz="32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六</a:t>
            </a:r>
            <a:r>
              <a:rPr lang="zh-CN" altLang="zh-CN" sz="3200" kern="100" dirty="0">
                <a:latin typeface="仿宋" panose="02010609060101010101" pitchFamily="49" charset="-122"/>
                <a:ea typeface="仿宋" panose="02010609060101010101" pitchFamily="49" charset="-122"/>
              </a:rPr>
              <a:t>、 </a:t>
            </a: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思考题</a:t>
            </a:r>
            <a:endParaRPr lang="zh-CN" altLang="zh-CN" sz="32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当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R</a:t>
            </a:r>
            <a:r>
              <a:rPr lang="en-US" altLang="zh-CN" sz="2400" kern="100" baseline="-25000" dirty="0">
                <a:latin typeface="仿宋" panose="02010609060101010101" pitchFamily="49" charset="-122"/>
                <a:ea typeface="仿宋" panose="02010609060101010101" pitchFamily="49" charset="-122"/>
              </a:rPr>
              <a:t>F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=100K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Ω时，在理想反相放大电路中，若考虑到运算放大器的最大输出幅度时（±</a:t>
            </a:r>
            <a:r>
              <a:rPr lang="en-US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12V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），</a:t>
            </a:r>
            <a:r>
              <a:rPr lang="en-US" altLang="zh-CN" sz="2400" kern="100" dirty="0" err="1">
                <a:latin typeface="仿宋" panose="02010609060101010101" pitchFamily="49" charset="-122"/>
                <a:ea typeface="仿宋" panose="02010609060101010101" pitchFamily="49" charset="-122"/>
              </a:rPr>
              <a:t>U</a:t>
            </a:r>
            <a:r>
              <a:rPr lang="en-US" altLang="zh-CN" sz="2400" kern="100" baseline="-25000" dirty="0" err="1">
                <a:latin typeface="仿宋" panose="02010609060101010101" pitchFamily="49" charset="-122"/>
                <a:ea typeface="仿宋" panose="02010609060101010101" pitchFamily="49" charset="-122"/>
              </a:rPr>
              <a:t>i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的大小不应超过多少伏？</a:t>
            </a: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绘制低通特性曲线，指出其低频通带。</a:t>
            </a:r>
          </a:p>
          <a:p>
            <a:pPr marL="342900" lvl="0" indent="-342900" algn="just">
              <a:lnSpc>
                <a:spcPct val="200000"/>
              </a:lnSpc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在</a:t>
            </a: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低通滤波</a:t>
            </a:r>
            <a:r>
              <a:rPr lang="zh-CN" altLang="en-US" sz="2400" kern="100" dirty="0"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电路中，改变积分时间常数，输出会有怎样变化？</a:t>
            </a:r>
            <a:endParaRPr lang="zh-CN" altLang="zh-CN" sz="2400" kern="1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4612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02208" y="960043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>
              <a:spcAft>
                <a:spcPts val="0"/>
              </a:spcAft>
              <a:tabLst>
                <a:tab pos="266700" algn="l"/>
              </a:tabLst>
            </a:pPr>
            <a:r>
              <a:rPr lang="zh-CN" altLang="en-US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七、</a:t>
            </a:r>
            <a:r>
              <a:rPr lang="zh-CN" altLang="zh-CN" sz="3200" b="1" kern="100" dirty="0">
                <a:latin typeface="仿宋" panose="02010609060101010101" pitchFamily="49" charset="-122"/>
                <a:ea typeface="仿宋" panose="02010609060101010101" pitchFamily="49" charset="-122"/>
              </a:rPr>
              <a:t>实验报告</a:t>
            </a:r>
          </a:p>
          <a:p>
            <a:pPr lvl="0" algn="just">
              <a:spcAft>
                <a:spcPts val="0"/>
              </a:spcAft>
              <a:tabLst>
                <a:tab pos="228600" algn="l"/>
              </a:tabLst>
            </a:pPr>
            <a:r>
              <a:rPr lang="zh-CN" altLang="zh-CN" sz="2400" kern="100" dirty="0">
                <a:latin typeface="仿宋" panose="02010609060101010101" pitchFamily="49" charset="-122"/>
                <a:ea typeface="仿宋" panose="02010609060101010101" pitchFamily="49" charset="-122"/>
              </a:rPr>
              <a:t>整理实验结果，回答思考题</a:t>
            </a:r>
          </a:p>
        </p:txBody>
      </p:sp>
    </p:spTree>
    <p:extLst>
      <p:ext uri="{BB962C8B-B14F-4D97-AF65-F5344CB8AC3E}">
        <p14:creationId xmlns:p14="http://schemas.microsoft.com/office/powerpoint/2010/main" val="4266925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1927</TotalTime>
  <Words>966</Words>
  <Application>Microsoft Office PowerPoint</Application>
  <PresentationFormat>宽屏</PresentationFormat>
  <Paragraphs>209</Paragraphs>
  <Slides>19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等线</vt:lpstr>
      <vt:lpstr>等线 Light</vt:lpstr>
      <vt:lpstr>仿宋</vt:lpstr>
      <vt:lpstr>宋体</vt:lpstr>
      <vt:lpstr>Arial</vt:lpstr>
      <vt:lpstr>Cambria Math</vt:lpstr>
      <vt:lpstr>Times New Roman</vt:lpstr>
      <vt:lpstr>Office 主题​​</vt:lpstr>
      <vt:lpstr>SmartDraw.2</vt:lpstr>
      <vt:lpstr>Equation.3</vt:lpstr>
      <vt:lpstr>实验二 集成运算放大器应用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实验三 集成运算放大器应用 </dc:title>
  <dc:creator>LENOVO</dc:creator>
  <cp:lastModifiedBy>744311194@qq.com</cp:lastModifiedBy>
  <cp:revision>51</cp:revision>
  <dcterms:created xsi:type="dcterms:W3CDTF">2022-03-27T06:57:38Z</dcterms:created>
  <dcterms:modified xsi:type="dcterms:W3CDTF">2026-06-22T11:34:09Z</dcterms:modified>
</cp:coreProperties>
</file>