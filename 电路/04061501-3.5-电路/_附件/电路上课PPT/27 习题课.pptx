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3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2"/>
  </p:notesMasterIdLst>
  <p:handoutMasterIdLst>
    <p:handoutMasterId r:id="rId63"/>
  </p:handoutMasterIdLst>
  <p:sldIdLst>
    <p:sldId id="613" r:id="rId2"/>
    <p:sldId id="488" r:id="rId3"/>
    <p:sldId id="512" r:id="rId4"/>
    <p:sldId id="494" r:id="rId5"/>
    <p:sldId id="489" r:id="rId6"/>
    <p:sldId id="490" r:id="rId7"/>
    <p:sldId id="491" r:id="rId8"/>
    <p:sldId id="611" r:id="rId9"/>
    <p:sldId id="612" r:id="rId10"/>
    <p:sldId id="497" r:id="rId11"/>
    <p:sldId id="498" r:id="rId12"/>
    <p:sldId id="499" r:id="rId13"/>
    <p:sldId id="500" r:id="rId14"/>
    <p:sldId id="501" r:id="rId15"/>
    <p:sldId id="502" r:id="rId16"/>
    <p:sldId id="503" r:id="rId17"/>
    <p:sldId id="504" r:id="rId18"/>
    <p:sldId id="505" r:id="rId19"/>
    <p:sldId id="506" r:id="rId20"/>
    <p:sldId id="507" r:id="rId21"/>
    <p:sldId id="508" r:id="rId22"/>
    <p:sldId id="509" r:id="rId23"/>
    <p:sldId id="510" r:id="rId24"/>
    <p:sldId id="511" r:id="rId25"/>
    <p:sldId id="614" r:id="rId26"/>
    <p:sldId id="615" r:id="rId27"/>
    <p:sldId id="616" r:id="rId28"/>
    <p:sldId id="617" r:id="rId29"/>
    <p:sldId id="517" r:id="rId30"/>
    <p:sldId id="518" r:id="rId31"/>
    <p:sldId id="519" r:id="rId32"/>
    <p:sldId id="670" r:id="rId33"/>
    <p:sldId id="520" r:id="rId34"/>
    <p:sldId id="671" r:id="rId35"/>
    <p:sldId id="672" r:id="rId36"/>
    <p:sldId id="521" r:id="rId37"/>
    <p:sldId id="522" r:id="rId38"/>
    <p:sldId id="513" r:id="rId39"/>
    <p:sldId id="514" r:id="rId40"/>
    <p:sldId id="515" r:id="rId41"/>
    <p:sldId id="516" r:id="rId42"/>
    <p:sldId id="492" r:id="rId43"/>
    <p:sldId id="466" r:id="rId44"/>
    <p:sldId id="467" r:id="rId45"/>
    <p:sldId id="459" r:id="rId46"/>
    <p:sldId id="468" r:id="rId47"/>
    <p:sldId id="471" r:id="rId48"/>
    <p:sldId id="472" r:id="rId49"/>
    <p:sldId id="473" r:id="rId50"/>
    <p:sldId id="475" r:id="rId51"/>
    <p:sldId id="476" r:id="rId52"/>
    <p:sldId id="477" r:id="rId53"/>
    <p:sldId id="478" r:id="rId54"/>
    <p:sldId id="479" r:id="rId55"/>
    <p:sldId id="486" r:id="rId56"/>
    <p:sldId id="487" r:id="rId57"/>
    <p:sldId id="482" r:id="rId58"/>
    <p:sldId id="483" r:id="rId59"/>
    <p:sldId id="484" r:id="rId60"/>
    <p:sldId id="485" r:id="rId61"/>
  </p:sldIdLst>
  <p:sldSz cx="9144000" cy="6858000" type="screen4x3"/>
  <p:notesSz cx="6858000" cy="9144000"/>
  <p:custDataLst>
    <p:tags r:id="rId64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600"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楷体_GB2312" panose="0201060903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600"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楷体_GB2312" panose="0201060903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600"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楷体_GB2312" panose="0201060903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600"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楷体_GB2312" panose="0201060903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600"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楷体_GB2312" panose="02010609030101010101" pitchFamily="49" charset="-122"/>
        <a:cs typeface="+mn-cs"/>
      </a:defRPr>
    </a:lvl5pPr>
    <a:lvl6pPr marL="2286000" algn="l" defTabSz="914400" rtl="0" eaLnBrk="1" latinLnBrk="0" hangingPunct="1">
      <a:defRPr sz="2600"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楷体_GB2312" panose="02010609030101010101" pitchFamily="49" charset="-122"/>
        <a:cs typeface="+mn-cs"/>
      </a:defRPr>
    </a:lvl6pPr>
    <a:lvl7pPr marL="2743200" algn="l" defTabSz="914400" rtl="0" eaLnBrk="1" latinLnBrk="0" hangingPunct="1">
      <a:defRPr sz="2600"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楷体_GB2312" panose="02010609030101010101" pitchFamily="49" charset="-122"/>
        <a:cs typeface="+mn-cs"/>
      </a:defRPr>
    </a:lvl7pPr>
    <a:lvl8pPr marL="3200400" algn="l" defTabSz="914400" rtl="0" eaLnBrk="1" latinLnBrk="0" hangingPunct="1">
      <a:defRPr sz="2600"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楷体_GB2312" panose="02010609030101010101" pitchFamily="49" charset="-122"/>
        <a:cs typeface="+mn-cs"/>
      </a:defRPr>
    </a:lvl8pPr>
    <a:lvl9pPr marL="3657600" algn="l" defTabSz="914400" rtl="0" eaLnBrk="1" latinLnBrk="0" hangingPunct="1">
      <a:defRPr sz="2600"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楷体_GB2312" panose="02010609030101010101" pitchFamily="49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FFCCFF"/>
    <a:srgbClr val="66FFFF"/>
    <a:srgbClr val="FFFF00"/>
    <a:srgbClr val="FF5050"/>
    <a:srgbClr val="006600"/>
    <a:srgbClr val="800080"/>
    <a:srgbClr val="FF99FF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66" autoAdjust="0"/>
    <p:restoredTop sz="94128" autoAdjust="0"/>
  </p:normalViewPr>
  <p:slideViewPr>
    <p:cSldViewPr>
      <p:cViewPr varScale="1">
        <p:scale>
          <a:sx n="107" d="100"/>
          <a:sy n="107" d="100"/>
        </p:scale>
        <p:origin x="-1734" y="-96"/>
      </p:cViewPr>
      <p:guideLst>
        <p:guide orient="horz"/>
        <p:guide/>
      </p:guideLst>
    </p:cSldViewPr>
  </p:slideViewPr>
  <p:outlineViewPr>
    <p:cViewPr>
      <p:scale>
        <a:sx n="40" d="100"/>
        <a:sy n="4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image" Target="../media/image32.wmf"/><Relationship Id="rId7" Type="http://schemas.openxmlformats.org/officeDocument/2006/relationships/image" Target="../media/image36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Relationship Id="rId9" Type="http://schemas.openxmlformats.org/officeDocument/2006/relationships/image" Target="../media/image3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image" Target="../media/image48.wmf"/><Relationship Id="rId7" Type="http://schemas.openxmlformats.org/officeDocument/2006/relationships/image" Target="../media/image44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6" Type="http://schemas.openxmlformats.org/officeDocument/2006/relationships/image" Target="../media/image43.wmf"/><Relationship Id="rId5" Type="http://schemas.openxmlformats.org/officeDocument/2006/relationships/image" Target="../media/image42.wmf"/><Relationship Id="rId4" Type="http://schemas.openxmlformats.org/officeDocument/2006/relationships/image" Target="../media/image41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image" Target="../media/image42.wmf"/><Relationship Id="rId7" Type="http://schemas.openxmlformats.org/officeDocument/2006/relationships/image" Target="../media/image52.wmf"/><Relationship Id="rId2" Type="http://schemas.openxmlformats.org/officeDocument/2006/relationships/image" Target="../media/image41.wmf"/><Relationship Id="rId1" Type="http://schemas.openxmlformats.org/officeDocument/2006/relationships/image" Target="../media/image50.wmf"/><Relationship Id="rId6" Type="http://schemas.openxmlformats.org/officeDocument/2006/relationships/image" Target="../media/image51.wmf"/><Relationship Id="rId5" Type="http://schemas.openxmlformats.org/officeDocument/2006/relationships/image" Target="../media/image44.wmf"/><Relationship Id="rId10" Type="http://schemas.openxmlformats.org/officeDocument/2006/relationships/image" Target="../media/image55.wmf"/><Relationship Id="rId4" Type="http://schemas.openxmlformats.org/officeDocument/2006/relationships/image" Target="../media/image43.wmf"/><Relationship Id="rId9" Type="http://schemas.openxmlformats.org/officeDocument/2006/relationships/image" Target="../media/image5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56.wmf"/><Relationship Id="rId6" Type="http://schemas.openxmlformats.org/officeDocument/2006/relationships/image" Target="../media/image57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3" Type="http://schemas.openxmlformats.org/officeDocument/2006/relationships/image" Target="../media/image66.wmf"/><Relationship Id="rId7" Type="http://schemas.openxmlformats.org/officeDocument/2006/relationships/image" Target="../media/image70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3" Type="http://schemas.openxmlformats.org/officeDocument/2006/relationships/image" Target="../media/image75.wmf"/><Relationship Id="rId7" Type="http://schemas.openxmlformats.org/officeDocument/2006/relationships/image" Target="../media/image79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6" Type="http://schemas.openxmlformats.org/officeDocument/2006/relationships/image" Target="../media/image78.wmf"/><Relationship Id="rId5" Type="http://schemas.openxmlformats.org/officeDocument/2006/relationships/image" Target="../media/image77.wmf"/><Relationship Id="rId4" Type="http://schemas.openxmlformats.org/officeDocument/2006/relationships/image" Target="../media/image76.wmf"/><Relationship Id="rId9" Type="http://schemas.openxmlformats.org/officeDocument/2006/relationships/image" Target="../media/image81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Relationship Id="rId5" Type="http://schemas.openxmlformats.org/officeDocument/2006/relationships/image" Target="../media/image78.wmf"/><Relationship Id="rId4" Type="http://schemas.openxmlformats.org/officeDocument/2006/relationships/image" Target="../media/image77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Relationship Id="rId5" Type="http://schemas.openxmlformats.org/officeDocument/2006/relationships/image" Target="../media/image88.wmf"/><Relationship Id="rId4" Type="http://schemas.openxmlformats.org/officeDocument/2006/relationships/image" Target="../media/image87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5" Type="http://schemas.openxmlformats.org/officeDocument/2006/relationships/image" Target="../media/image93.wmf"/><Relationship Id="rId4" Type="http://schemas.openxmlformats.org/officeDocument/2006/relationships/image" Target="../media/image92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Relationship Id="rId6" Type="http://schemas.openxmlformats.org/officeDocument/2006/relationships/image" Target="../media/image99.wmf"/><Relationship Id="rId5" Type="http://schemas.openxmlformats.org/officeDocument/2006/relationships/image" Target="../media/image98.wmf"/><Relationship Id="rId4" Type="http://schemas.openxmlformats.org/officeDocument/2006/relationships/image" Target="../media/image97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2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4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6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2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2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4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6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6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wmf"/><Relationship Id="rId7" Type="http://schemas.openxmlformats.org/officeDocument/2006/relationships/image" Target="../media/image127.wmf"/><Relationship Id="rId2" Type="http://schemas.openxmlformats.org/officeDocument/2006/relationships/image" Target="../media/image122.wmf"/><Relationship Id="rId1" Type="http://schemas.openxmlformats.org/officeDocument/2006/relationships/image" Target="../media/image121.wmf"/><Relationship Id="rId6" Type="http://schemas.openxmlformats.org/officeDocument/2006/relationships/image" Target="../media/image126.wmf"/><Relationship Id="rId5" Type="http://schemas.openxmlformats.org/officeDocument/2006/relationships/image" Target="../media/image125.wmf"/><Relationship Id="rId4" Type="http://schemas.openxmlformats.org/officeDocument/2006/relationships/image" Target="../media/image124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wmf"/><Relationship Id="rId2" Type="http://schemas.openxmlformats.org/officeDocument/2006/relationships/image" Target="../media/image131.wmf"/><Relationship Id="rId1" Type="http://schemas.openxmlformats.org/officeDocument/2006/relationships/image" Target="../media/image130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wmf"/><Relationship Id="rId2" Type="http://schemas.openxmlformats.org/officeDocument/2006/relationships/image" Target="../media/image136.wmf"/><Relationship Id="rId1" Type="http://schemas.openxmlformats.org/officeDocument/2006/relationships/image" Target="../media/image135.wmf"/><Relationship Id="rId4" Type="http://schemas.openxmlformats.org/officeDocument/2006/relationships/image" Target="../media/image138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wmf"/><Relationship Id="rId2" Type="http://schemas.openxmlformats.org/officeDocument/2006/relationships/image" Target="../media/image145.wmf"/><Relationship Id="rId1" Type="http://schemas.openxmlformats.org/officeDocument/2006/relationships/image" Target="../media/image144.wmf"/><Relationship Id="rId5" Type="http://schemas.openxmlformats.org/officeDocument/2006/relationships/image" Target="../media/image146.wmf"/><Relationship Id="rId4" Type="http://schemas.openxmlformats.org/officeDocument/2006/relationships/image" Target="../media/image141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wmf"/><Relationship Id="rId2" Type="http://schemas.openxmlformats.org/officeDocument/2006/relationships/image" Target="../media/image149.wmf"/><Relationship Id="rId1" Type="http://schemas.openxmlformats.org/officeDocument/2006/relationships/image" Target="../media/image148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wmf"/><Relationship Id="rId2" Type="http://schemas.openxmlformats.org/officeDocument/2006/relationships/image" Target="../media/image154.wmf"/><Relationship Id="rId1" Type="http://schemas.openxmlformats.org/officeDocument/2006/relationships/image" Target="../media/image153.wmf"/><Relationship Id="rId4" Type="http://schemas.openxmlformats.org/officeDocument/2006/relationships/image" Target="../media/image156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wmf"/><Relationship Id="rId2" Type="http://schemas.openxmlformats.org/officeDocument/2006/relationships/image" Target="../media/image162.wmf"/><Relationship Id="rId1" Type="http://schemas.openxmlformats.org/officeDocument/2006/relationships/image" Target="../media/image161.wmf"/><Relationship Id="rId4" Type="http://schemas.openxmlformats.org/officeDocument/2006/relationships/image" Target="../media/image164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wmf"/><Relationship Id="rId2" Type="http://schemas.openxmlformats.org/officeDocument/2006/relationships/image" Target="../media/image169.wmf"/><Relationship Id="rId1" Type="http://schemas.openxmlformats.org/officeDocument/2006/relationships/image" Target="../media/image168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wmf"/><Relationship Id="rId2" Type="http://schemas.openxmlformats.org/officeDocument/2006/relationships/image" Target="../media/image173.wmf"/><Relationship Id="rId1" Type="http://schemas.openxmlformats.org/officeDocument/2006/relationships/image" Target="../media/image172.wmf"/><Relationship Id="rId6" Type="http://schemas.openxmlformats.org/officeDocument/2006/relationships/image" Target="../media/image177.wmf"/><Relationship Id="rId5" Type="http://schemas.openxmlformats.org/officeDocument/2006/relationships/image" Target="../media/image176.wmf"/><Relationship Id="rId4" Type="http://schemas.openxmlformats.org/officeDocument/2006/relationships/image" Target="../media/image175.w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wmf"/><Relationship Id="rId1" Type="http://schemas.openxmlformats.org/officeDocument/2006/relationships/image" Target="../media/image180.w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8325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8325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8325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fld id="{E5A874BA-7B7A-4EFD-A497-45339DC5E7B3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87569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b="0"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4792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4792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792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792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4792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C2F92027-C8A7-4529-BBC7-EFEEE65E9CB6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05261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5E2FFF5-4232-48D0-80D2-E0EA5F5845BA}" type="slidenum">
              <a:rPr lang="en-US" altLang="zh-CN"/>
              <a:t>1</a:t>
            </a:fld>
            <a:endParaRPr lang="en-US" altLang="zh-CN"/>
          </a:p>
        </p:txBody>
      </p:sp>
      <p:sp>
        <p:nvSpPr>
          <p:cNvPr id="974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4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5E2FFF5-4232-48D0-80D2-E0EA5F5845BA}" type="slidenum">
              <a:rPr lang="en-US" altLang="zh-CN"/>
              <a:t>2</a:t>
            </a:fld>
            <a:endParaRPr lang="en-US" altLang="zh-CN"/>
          </a:p>
        </p:txBody>
      </p:sp>
      <p:sp>
        <p:nvSpPr>
          <p:cNvPr id="974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4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5E2FFF5-4232-48D0-80D2-E0EA5F5845BA}" type="slidenum">
              <a:rPr lang="en-US" altLang="zh-CN"/>
              <a:t>3</a:t>
            </a:fld>
            <a:endParaRPr lang="en-US" altLang="zh-CN"/>
          </a:p>
        </p:txBody>
      </p:sp>
      <p:sp>
        <p:nvSpPr>
          <p:cNvPr id="974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4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5E2FFF5-4232-48D0-80D2-E0EA5F5845BA}" type="slidenum">
              <a:rPr lang="en-US" altLang="zh-CN"/>
              <a:t>4</a:t>
            </a:fld>
            <a:endParaRPr lang="en-US" altLang="zh-CN"/>
          </a:p>
        </p:txBody>
      </p:sp>
      <p:sp>
        <p:nvSpPr>
          <p:cNvPr id="974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4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D58961B-7346-4C5E-A2D2-21CB2EE28B59}" type="slidenum">
              <a:rPr lang="en-US" altLang="zh-CN"/>
              <a:t>5</a:t>
            </a:fld>
            <a:endParaRPr lang="en-US" altLang="zh-CN"/>
          </a:p>
        </p:txBody>
      </p:sp>
      <p:sp>
        <p:nvSpPr>
          <p:cNvPr id="993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E9D3A7B-8A11-4612-BF22-E00C6B559860}" type="slidenum">
              <a:rPr lang="en-US" altLang="zh-CN"/>
              <a:t>6</a:t>
            </a:fld>
            <a:endParaRPr lang="en-US" altLang="zh-CN"/>
          </a:p>
        </p:txBody>
      </p:sp>
      <p:sp>
        <p:nvSpPr>
          <p:cNvPr id="996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6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BFDA604-E3F2-4D9F-8025-56F98D41E83A}" type="slidenum">
              <a:rPr lang="en-US" altLang="zh-CN"/>
              <a:t>7</a:t>
            </a:fld>
            <a:endParaRPr lang="en-US" altLang="zh-CN"/>
          </a:p>
        </p:txBody>
      </p:sp>
      <p:sp>
        <p:nvSpPr>
          <p:cNvPr id="99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5E2FFF5-4232-48D0-80D2-E0EA5F5845BA}" type="slidenum">
              <a:rPr lang="en-US" altLang="zh-CN"/>
              <a:t>8</a:t>
            </a:fld>
            <a:endParaRPr lang="en-US" altLang="zh-CN"/>
          </a:p>
        </p:txBody>
      </p:sp>
      <p:sp>
        <p:nvSpPr>
          <p:cNvPr id="974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4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5E2FFF5-4232-48D0-80D2-E0EA5F5845BA}" type="slidenum">
              <a:rPr lang="en-US" altLang="zh-CN"/>
              <a:t>9</a:t>
            </a:fld>
            <a:endParaRPr lang="en-US" altLang="zh-CN"/>
          </a:p>
        </p:txBody>
      </p:sp>
      <p:sp>
        <p:nvSpPr>
          <p:cNvPr id="974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4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DC0B93B-5D1E-492B-B0EB-D9E8F2211522}" type="slidenum">
              <a:rPr lang="en-US" altLang="zh-CN"/>
              <a:t>10</a:t>
            </a:fld>
            <a:endParaRPr lang="en-US" altLang="zh-CN"/>
          </a:p>
        </p:txBody>
      </p:sp>
      <p:sp>
        <p:nvSpPr>
          <p:cNvPr id="989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9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AA3927AB-9F8B-403A-9203-630D1189BDC9}" type="slidenum">
              <a:rPr lang="en-US" altLang="zh-CN"/>
              <a:t>11</a:t>
            </a:fld>
            <a:endParaRPr lang="en-US" altLang="zh-CN"/>
          </a:p>
        </p:txBody>
      </p:sp>
      <p:sp>
        <p:nvSpPr>
          <p:cNvPr id="991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1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9DF35A7-2F87-457E-867C-D323C7C610B3}" type="slidenum">
              <a:rPr lang="en-US" altLang="zh-CN"/>
              <a:t>12</a:t>
            </a:fld>
            <a:endParaRPr lang="en-US" altLang="zh-CN"/>
          </a:p>
        </p:txBody>
      </p:sp>
      <p:sp>
        <p:nvSpPr>
          <p:cNvPr id="993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AFABE2A-A72A-49C0-A50F-B09380E4433C}" type="slidenum">
              <a:rPr lang="en-US" altLang="zh-CN"/>
              <a:t>13</a:t>
            </a:fld>
            <a:endParaRPr lang="en-US" altLang="zh-CN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B8CEFE6E-9831-4DA5-841B-30178833750A}" type="slidenum">
              <a:rPr lang="en-US" altLang="zh-CN"/>
              <a:t>14</a:t>
            </a:fld>
            <a:endParaRPr lang="en-US" altLang="zh-CN"/>
          </a:p>
        </p:txBody>
      </p:sp>
      <p:sp>
        <p:nvSpPr>
          <p:cNvPr id="999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9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32E25D1-2E47-4F70-84D2-F141490F90FD}" type="slidenum">
              <a:rPr lang="en-US" altLang="zh-CN"/>
              <a:t>15</a:t>
            </a:fld>
            <a:endParaRPr lang="en-US" altLang="zh-CN"/>
          </a:p>
        </p:txBody>
      </p:sp>
      <p:sp>
        <p:nvSpPr>
          <p:cNvPr id="1001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1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53FD078-D97A-4A63-90DB-85036A44A13B}" type="slidenum">
              <a:rPr lang="en-US" altLang="zh-CN"/>
              <a:t>16</a:t>
            </a:fld>
            <a:endParaRPr lang="en-US" altLang="zh-CN"/>
          </a:p>
        </p:txBody>
      </p:sp>
      <p:sp>
        <p:nvSpPr>
          <p:cNvPr id="1003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3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D4FC8E8-F5D1-4D17-B293-69AB499FBD9A}" type="slidenum">
              <a:rPr lang="en-US" altLang="zh-CN"/>
              <a:t>17</a:t>
            </a:fld>
            <a:endParaRPr lang="en-US" altLang="zh-CN"/>
          </a:p>
        </p:txBody>
      </p:sp>
      <p:sp>
        <p:nvSpPr>
          <p:cNvPr id="1005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5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7626A20C-EC48-410A-BAD6-55A925C2ED72}" type="slidenum">
              <a:rPr lang="en-US" altLang="zh-CN"/>
              <a:t>18</a:t>
            </a:fld>
            <a:endParaRPr lang="en-US" altLang="zh-CN"/>
          </a:p>
        </p:txBody>
      </p:sp>
      <p:sp>
        <p:nvSpPr>
          <p:cNvPr id="1007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7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A635AA0-399E-49D3-80A4-E540AA0E8A64}" type="slidenum">
              <a:rPr lang="en-US" altLang="zh-CN"/>
              <a:t>19</a:t>
            </a:fld>
            <a:endParaRPr lang="en-US" altLang="zh-CN"/>
          </a:p>
        </p:txBody>
      </p:sp>
      <p:sp>
        <p:nvSpPr>
          <p:cNvPr id="1009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9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9E3107C7-6DD0-4714-91D3-E0976CCC521F}" type="slidenum">
              <a:rPr lang="en-US" altLang="zh-CN"/>
              <a:t>20</a:t>
            </a:fld>
            <a:endParaRPr lang="en-US" altLang="zh-CN"/>
          </a:p>
        </p:txBody>
      </p:sp>
      <p:sp>
        <p:nvSpPr>
          <p:cNvPr id="1011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1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BC5BE3A6-0912-4356-966F-6EB3AEE27586}" type="slidenum">
              <a:rPr lang="en-US" altLang="zh-CN"/>
              <a:t>21</a:t>
            </a:fld>
            <a:endParaRPr lang="en-US" altLang="zh-CN"/>
          </a:p>
        </p:txBody>
      </p:sp>
      <p:sp>
        <p:nvSpPr>
          <p:cNvPr id="1013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3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7A2EA9C-A4C4-438C-8FC9-DAD67550B7D5}" type="slidenum">
              <a:rPr lang="en-US" altLang="zh-CN"/>
              <a:t>22</a:t>
            </a:fld>
            <a:endParaRPr lang="en-US" altLang="zh-CN"/>
          </a:p>
        </p:txBody>
      </p:sp>
      <p:sp>
        <p:nvSpPr>
          <p:cNvPr id="1015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5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A1546766-4394-4F90-BDF9-F5C3EA575D3E}" type="slidenum">
              <a:rPr lang="en-US" altLang="zh-CN"/>
              <a:t>25</a:t>
            </a:fld>
            <a:endParaRPr lang="en-US" altLang="zh-CN"/>
          </a:p>
        </p:txBody>
      </p:sp>
      <p:sp>
        <p:nvSpPr>
          <p:cNvPr id="830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8304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A1546766-4394-4F90-BDF9-F5C3EA575D3E}" type="slidenum">
              <a:rPr lang="en-US" altLang="zh-CN"/>
              <a:t>26</a:t>
            </a:fld>
            <a:endParaRPr lang="en-US" altLang="zh-CN"/>
          </a:p>
        </p:txBody>
      </p:sp>
      <p:sp>
        <p:nvSpPr>
          <p:cNvPr id="830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8304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A1546766-4394-4F90-BDF9-F5C3EA575D3E}" type="slidenum">
              <a:rPr lang="en-US" altLang="zh-CN"/>
              <a:t>27</a:t>
            </a:fld>
            <a:endParaRPr lang="en-US" altLang="zh-CN"/>
          </a:p>
        </p:txBody>
      </p:sp>
      <p:sp>
        <p:nvSpPr>
          <p:cNvPr id="830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8304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A1546766-4394-4F90-BDF9-F5C3EA575D3E}" type="slidenum">
              <a:rPr lang="en-US" altLang="zh-CN"/>
              <a:t>28</a:t>
            </a:fld>
            <a:endParaRPr lang="en-US" altLang="zh-CN"/>
          </a:p>
        </p:txBody>
      </p:sp>
      <p:sp>
        <p:nvSpPr>
          <p:cNvPr id="830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8304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C667F29-0021-4432-8147-C64765560CA5}" type="slidenum">
              <a:rPr lang="en-US" altLang="zh-CN"/>
              <a:t>36</a:t>
            </a:fld>
            <a:endParaRPr lang="en-US" altLang="zh-CN"/>
          </a:p>
        </p:txBody>
      </p:sp>
      <p:sp>
        <p:nvSpPr>
          <p:cNvPr id="92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C667F29-0021-4432-8147-C64765560CA5}" type="slidenum">
              <a:rPr lang="en-US" altLang="zh-CN"/>
              <a:t>37</a:t>
            </a:fld>
            <a:endParaRPr lang="en-US" altLang="zh-CN"/>
          </a:p>
        </p:txBody>
      </p:sp>
      <p:sp>
        <p:nvSpPr>
          <p:cNvPr id="92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C667F29-0021-4432-8147-C64765560CA5}" type="slidenum">
              <a:rPr lang="en-US" altLang="zh-CN"/>
              <a:t>38</a:t>
            </a:fld>
            <a:endParaRPr lang="en-US" altLang="zh-CN"/>
          </a:p>
        </p:txBody>
      </p:sp>
      <p:sp>
        <p:nvSpPr>
          <p:cNvPr id="92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C667F29-0021-4432-8147-C64765560CA5}" type="slidenum">
              <a:rPr lang="en-US" altLang="zh-CN"/>
              <a:t>39</a:t>
            </a:fld>
            <a:endParaRPr lang="en-US" altLang="zh-CN"/>
          </a:p>
        </p:txBody>
      </p:sp>
      <p:sp>
        <p:nvSpPr>
          <p:cNvPr id="92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C667F29-0021-4432-8147-C64765560CA5}" type="slidenum">
              <a:rPr lang="en-US" altLang="zh-CN"/>
              <a:t>40</a:t>
            </a:fld>
            <a:endParaRPr lang="en-US" altLang="zh-CN"/>
          </a:p>
        </p:txBody>
      </p:sp>
      <p:sp>
        <p:nvSpPr>
          <p:cNvPr id="92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C667F29-0021-4432-8147-C64765560CA5}" type="slidenum">
              <a:rPr lang="en-US" altLang="zh-CN"/>
              <a:t>41</a:t>
            </a:fld>
            <a:endParaRPr lang="en-US" altLang="zh-CN"/>
          </a:p>
        </p:txBody>
      </p:sp>
      <p:sp>
        <p:nvSpPr>
          <p:cNvPr id="92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C667F29-0021-4432-8147-C64765560CA5}" type="slidenum">
              <a:rPr lang="en-US" altLang="zh-CN"/>
              <a:t>42</a:t>
            </a:fld>
            <a:endParaRPr lang="en-US" altLang="zh-CN"/>
          </a:p>
        </p:txBody>
      </p:sp>
      <p:sp>
        <p:nvSpPr>
          <p:cNvPr id="92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C667F29-0021-4432-8147-C64765560CA5}" type="slidenum">
              <a:rPr lang="en-US" altLang="zh-CN"/>
              <a:t>43</a:t>
            </a:fld>
            <a:endParaRPr lang="en-US" altLang="zh-CN"/>
          </a:p>
        </p:txBody>
      </p:sp>
      <p:sp>
        <p:nvSpPr>
          <p:cNvPr id="92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C667F29-0021-4432-8147-C64765560CA5}" type="slidenum">
              <a:rPr lang="en-US" altLang="zh-CN"/>
              <a:t>44</a:t>
            </a:fld>
            <a:endParaRPr lang="en-US" altLang="zh-CN"/>
          </a:p>
        </p:txBody>
      </p:sp>
      <p:sp>
        <p:nvSpPr>
          <p:cNvPr id="92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C667F29-0021-4432-8147-C64765560CA5}" type="slidenum">
              <a:rPr lang="en-US" altLang="zh-CN"/>
              <a:t>45</a:t>
            </a:fld>
            <a:endParaRPr lang="en-US" altLang="zh-CN"/>
          </a:p>
        </p:txBody>
      </p:sp>
      <p:sp>
        <p:nvSpPr>
          <p:cNvPr id="92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C667F29-0021-4432-8147-C64765560CA5}" type="slidenum">
              <a:rPr lang="en-US" altLang="zh-CN"/>
              <a:t>46</a:t>
            </a:fld>
            <a:endParaRPr lang="en-US" altLang="zh-CN"/>
          </a:p>
        </p:txBody>
      </p:sp>
      <p:sp>
        <p:nvSpPr>
          <p:cNvPr id="92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C667F29-0021-4432-8147-C64765560CA5}" type="slidenum">
              <a:rPr lang="en-US" altLang="zh-CN"/>
              <a:t>47</a:t>
            </a:fld>
            <a:endParaRPr lang="en-US" altLang="zh-CN"/>
          </a:p>
        </p:txBody>
      </p:sp>
      <p:sp>
        <p:nvSpPr>
          <p:cNvPr id="92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C667F29-0021-4432-8147-C64765560CA5}" type="slidenum">
              <a:rPr lang="en-US" altLang="zh-CN"/>
              <a:t>48</a:t>
            </a:fld>
            <a:endParaRPr lang="en-US" altLang="zh-CN"/>
          </a:p>
        </p:txBody>
      </p:sp>
      <p:sp>
        <p:nvSpPr>
          <p:cNvPr id="92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C667F29-0021-4432-8147-C64765560CA5}" type="slidenum">
              <a:rPr lang="en-US" altLang="zh-CN"/>
              <a:t>49</a:t>
            </a:fld>
            <a:endParaRPr lang="en-US" altLang="zh-CN"/>
          </a:p>
        </p:txBody>
      </p:sp>
      <p:sp>
        <p:nvSpPr>
          <p:cNvPr id="92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C667F29-0021-4432-8147-C64765560CA5}" type="slidenum">
              <a:rPr lang="en-US" altLang="zh-CN"/>
              <a:t>50</a:t>
            </a:fld>
            <a:endParaRPr lang="en-US" altLang="zh-CN"/>
          </a:p>
        </p:txBody>
      </p:sp>
      <p:sp>
        <p:nvSpPr>
          <p:cNvPr id="92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C667F29-0021-4432-8147-C64765560CA5}" type="slidenum">
              <a:rPr lang="en-US" altLang="zh-CN"/>
              <a:t>51</a:t>
            </a:fld>
            <a:endParaRPr lang="en-US" altLang="zh-CN"/>
          </a:p>
        </p:txBody>
      </p:sp>
      <p:sp>
        <p:nvSpPr>
          <p:cNvPr id="92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C667F29-0021-4432-8147-C64765560CA5}" type="slidenum">
              <a:rPr lang="en-US" altLang="zh-CN"/>
              <a:t>52</a:t>
            </a:fld>
            <a:endParaRPr lang="en-US" altLang="zh-CN"/>
          </a:p>
        </p:txBody>
      </p:sp>
      <p:sp>
        <p:nvSpPr>
          <p:cNvPr id="92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C667F29-0021-4432-8147-C64765560CA5}" type="slidenum">
              <a:rPr lang="en-US" altLang="zh-CN"/>
              <a:t>53</a:t>
            </a:fld>
            <a:endParaRPr lang="en-US" altLang="zh-CN"/>
          </a:p>
        </p:txBody>
      </p:sp>
      <p:sp>
        <p:nvSpPr>
          <p:cNvPr id="92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C667F29-0021-4432-8147-C64765560CA5}" type="slidenum">
              <a:rPr lang="en-US" altLang="zh-CN"/>
              <a:t>54</a:t>
            </a:fld>
            <a:endParaRPr lang="en-US" altLang="zh-CN"/>
          </a:p>
        </p:txBody>
      </p:sp>
      <p:sp>
        <p:nvSpPr>
          <p:cNvPr id="92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C667F29-0021-4432-8147-C64765560CA5}" type="slidenum">
              <a:rPr lang="en-US" altLang="zh-CN"/>
              <a:t>55</a:t>
            </a:fld>
            <a:endParaRPr lang="en-US" altLang="zh-CN"/>
          </a:p>
        </p:txBody>
      </p:sp>
      <p:sp>
        <p:nvSpPr>
          <p:cNvPr id="92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C667F29-0021-4432-8147-C64765560CA5}" type="slidenum">
              <a:rPr lang="en-US" altLang="zh-CN"/>
              <a:t>56</a:t>
            </a:fld>
            <a:endParaRPr lang="en-US" altLang="zh-CN"/>
          </a:p>
        </p:txBody>
      </p:sp>
      <p:sp>
        <p:nvSpPr>
          <p:cNvPr id="92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C667F29-0021-4432-8147-C64765560CA5}" type="slidenum">
              <a:rPr lang="en-US" altLang="zh-CN"/>
              <a:t>57</a:t>
            </a:fld>
            <a:endParaRPr lang="en-US" altLang="zh-CN"/>
          </a:p>
        </p:txBody>
      </p:sp>
      <p:sp>
        <p:nvSpPr>
          <p:cNvPr id="92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C667F29-0021-4432-8147-C64765560CA5}" type="slidenum">
              <a:rPr lang="en-US" altLang="zh-CN"/>
              <a:t>58</a:t>
            </a:fld>
            <a:endParaRPr lang="en-US" altLang="zh-CN"/>
          </a:p>
        </p:txBody>
      </p:sp>
      <p:sp>
        <p:nvSpPr>
          <p:cNvPr id="92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C667F29-0021-4432-8147-C64765560CA5}" type="slidenum">
              <a:rPr lang="en-US" altLang="zh-CN"/>
              <a:t>59</a:t>
            </a:fld>
            <a:endParaRPr lang="en-US" altLang="zh-CN"/>
          </a:p>
        </p:txBody>
      </p:sp>
      <p:sp>
        <p:nvSpPr>
          <p:cNvPr id="92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C667F29-0021-4432-8147-C64765560CA5}" type="slidenum">
              <a:rPr lang="en-US" altLang="zh-CN"/>
              <a:t>60</a:t>
            </a:fld>
            <a:endParaRPr lang="en-US" altLang="zh-CN"/>
          </a:p>
        </p:txBody>
      </p:sp>
      <p:sp>
        <p:nvSpPr>
          <p:cNvPr id="92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19459" name="Group 3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9460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61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9462" name="Group 6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9463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64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9465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6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7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468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9469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9470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400" b="0">
                <a:solidFill>
                  <a:schemeClr val="bg2"/>
                </a:solidFill>
                <a:effectLst/>
                <a:latin typeface="+mn-lt"/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947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 b="0">
                <a:solidFill>
                  <a:schemeClr val="bg2"/>
                </a:solidFill>
                <a:effectLst/>
                <a:latin typeface="+mn-lt"/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947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 b="0">
                <a:solidFill>
                  <a:schemeClr val="bg2"/>
                </a:solidFill>
                <a:effectLst/>
                <a:latin typeface="+mn-lt"/>
                <a:ea typeface="+mn-ea"/>
              </a:defRPr>
            </a:lvl1pPr>
          </a:lstStyle>
          <a:p>
            <a:fld id="{3F177D52-B96F-411D-97B4-ED6424687A2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47" name="Picture 15" descr="校标"/>
          <p:cNvPicPr>
            <a:picLocks noChangeAspect="1" noChangeArrowheads="1"/>
          </p:cNvPicPr>
          <p:nvPr/>
        </p:nvPicPr>
        <p:blipFill>
          <a:blip r:embed="rId15" cstate="print">
            <a:grayscl/>
            <a:lum bright="82000" contrast="-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73338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60" name="Picture 28" descr="校标"/>
          <p:cNvPicPr>
            <a:picLocks noChangeAspect="1" noChangeArrowheads="1"/>
          </p:cNvPicPr>
          <p:nvPr/>
        </p:nvPicPr>
        <p:blipFill>
          <a:blip r:embed="rId15" cstate="print">
            <a:grayscl/>
            <a:lum bright="82000" contrast="-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905000"/>
            <a:ext cx="2573338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61" name="Picture 29" descr="校标"/>
          <p:cNvPicPr>
            <a:picLocks noChangeAspect="1" noChangeArrowheads="1"/>
          </p:cNvPicPr>
          <p:nvPr/>
        </p:nvPicPr>
        <p:blipFill>
          <a:blip r:embed="rId15" cstate="print">
            <a:grayscl/>
            <a:lum bright="82000" contrast="-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67200"/>
            <a:ext cx="2573338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62" name="Picture 30" descr="校标"/>
          <p:cNvPicPr>
            <a:picLocks noChangeAspect="1" noChangeArrowheads="1"/>
          </p:cNvPicPr>
          <p:nvPr/>
        </p:nvPicPr>
        <p:blipFill>
          <a:blip r:embed="rId15" cstate="print">
            <a:grayscl/>
            <a:lum bright="82000" contrast="-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663" y="4267200"/>
            <a:ext cx="2573337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63" name="Picture 31" descr="校标"/>
          <p:cNvPicPr>
            <a:picLocks noChangeAspect="1" noChangeArrowheads="1"/>
          </p:cNvPicPr>
          <p:nvPr/>
        </p:nvPicPr>
        <p:blipFill>
          <a:blip r:embed="rId15" cstate="print">
            <a:grayscl/>
            <a:lum bright="82000" contrast="-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663" y="0"/>
            <a:ext cx="2573337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472" name="Group 40"/>
          <p:cNvGrpSpPr/>
          <p:nvPr/>
        </p:nvGrpSpPr>
        <p:grpSpPr bwMode="auto">
          <a:xfrm>
            <a:off x="127000" y="0"/>
            <a:ext cx="8542338" cy="762000"/>
            <a:chOff x="80" y="0"/>
            <a:chExt cx="5381" cy="480"/>
          </a:xfrm>
        </p:grpSpPr>
        <p:sp>
          <p:nvSpPr>
            <p:cNvPr id="18434" name="Rectangle 2"/>
            <p:cNvSpPr>
              <a:spLocks noChangeArrowheads="1"/>
            </p:cNvSpPr>
            <p:nvPr/>
          </p:nvSpPr>
          <p:spPr bwMode="ltGray">
            <a:xfrm>
              <a:off x="336" y="240"/>
              <a:ext cx="203" cy="12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zh-CN" altLang="zh-CN" sz="2400" b="0"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35" name="Rectangle 3"/>
            <p:cNvSpPr>
              <a:spLocks noChangeArrowheads="1"/>
            </p:cNvSpPr>
            <p:nvPr/>
          </p:nvSpPr>
          <p:spPr bwMode="ltGray">
            <a:xfrm>
              <a:off x="432" y="96"/>
              <a:ext cx="168" cy="175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zh-CN" altLang="zh-CN" sz="2400" b="0"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36" name="Rectangle 4"/>
            <p:cNvSpPr>
              <a:spLocks noChangeArrowheads="1"/>
            </p:cNvSpPr>
            <p:nvPr/>
          </p:nvSpPr>
          <p:spPr bwMode="ltGray">
            <a:xfrm>
              <a:off x="341" y="238"/>
              <a:ext cx="266" cy="14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zh-CN" altLang="zh-CN" sz="2400" b="0"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37" name="Rectangle 5"/>
            <p:cNvSpPr>
              <a:spLocks noChangeArrowheads="1"/>
            </p:cNvSpPr>
            <p:nvPr/>
          </p:nvSpPr>
          <p:spPr bwMode="ltGray">
            <a:xfrm>
              <a:off x="574" y="240"/>
              <a:ext cx="146" cy="5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zh-CN" altLang="zh-CN" sz="2400" b="0"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38" name="Rectangle 6"/>
            <p:cNvSpPr>
              <a:spLocks noChangeArrowheads="1"/>
            </p:cNvSpPr>
            <p:nvPr/>
          </p:nvSpPr>
          <p:spPr bwMode="ltGray">
            <a:xfrm>
              <a:off x="80" y="192"/>
              <a:ext cx="353" cy="17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zh-CN" altLang="zh-CN" sz="2400" b="0"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39" name="Rectangle 7"/>
            <p:cNvSpPr>
              <a:spLocks noChangeArrowheads="1"/>
            </p:cNvSpPr>
            <p:nvPr/>
          </p:nvSpPr>
          <p:spPr bwMode="gray">
            <a:xfrm>
              <a:off x="480" y="0"/>
              <a:ext cx="23" cy="48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zh-CN" altLang="zh-CN" sz="2400" b="0"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40" name="Rectangle 8"/>
            <p:cNvSpPr>
              <a:spLocks noChangeArrowheads="1"/>
            </p:cNvSpPr>
            <p:nvPr/>
          </p:nvSpPr>
          <p:spPr bwMode="gray">
            <a:xfrm>
              <a:off x="279" y="316"/>
              <a:ext cx="5182" cy="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zh-CN" altLang="zh-CN" sz="2400" b="0"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8473" name="Group 41"/>
          <p:cNvGrpSpPr/>
          <p:nvPr/>
        </p:nvGrpSpPr>
        <p:grpSpPr bwMode="auto">
          <a:xfrm>
            <a:off x="0" y="6400800"/>
            <a:ext cx="9169400" cy="457200"/>
            <a:chOff x="0" y="4032"/>
            <a:chExt cx="5776" cy="288"/>
          </a:xfrm>
        </p:grpSpPr>
        <p:sp>
          <p:nvSpPr>
            <p:cNvPr id="18446" name="Rectangle 14"/>
            <p:cNvSpPr>
              <a:spLocks noChangeArrowheads="1"/>
            </p:cNvSpPr>
            <p:nvPr userDrawn="1"/>
          </p:nvSpPr>
          <p:spPr bwMode="auto">
            <a:xfrm>
              <a:off x="4576" y="4040"/>
              <a:ext cx="1200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b"/>
            <a:lstStyle/>
            <a:p>
              <a:r>
                <a:rPr lang="zh-CN" altLang="en-US" sz="1200">
                  <a:solidFill>
                    <a:srgbClr val="006699"/>
                  </a:solidFill>
                  <a:effectLst/>
                  <a:latin typeface="Tahoma" panose="020B0604030504040204" pitchFamily="34" charset="0"/>
                </a:rPr>
                <a:t>南京理工大学</a:t>
              </a:r>
            </a:p>
          </p:txBody>
        </p:sp>
        <p:sp>
          <p:nvSpPr>
            <p:cNvPr id="18465" name="Rectangle 33"/>
            <p:cNvSpPr>
              <a:spLocks noChangeArrowheads="1"/>
            </p:cNvSpPr>
            <p:nvPr userDrawn="1"/>
          </p:nvSpPr>
          <p:spPr bwMode="gray">
            <a:xfrm flipH="1">
              <a:off x="578" y="4080"/>
              <a:ext cx="5182" cy="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zh-CN" altLang="zh-CN" sz="2400" b="0"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71" name="Text Box 39"/>
            <p:cNvSpPr txBox="1">
              <a:spLocks noChangeArrowheads="1"/>
            </p:cNvSpPr>
            <p:nvPr userDrawn="1"/>
          </p:nvSpPr>
          <p:spPr bwMode="auto">
            <a:xfrm>
              <a:off x="0" y="4032"/>
              <a:ext cx="8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200">
                  <a:solidFill>
                    <a:srgbClr val="006699"/>
                  </a:solidFill>
                  <a:effectLst/>
                  <a:latin typeface="Tahoma" panose="020B0604030504040204" pitchFamily="34" charset="0"/>
                </a:rPr>
                <a:t>电 路</a:t>
              </a:r>
              <a:r>
                <a:rPr lang="zh-CN" altLang="en-US" sz="2400">
                  <a:solidFill>
                    <a:srgbClr val="0000FF"/>
                  </a:solidFill>
                  <a:effectLst/>
                  <a:latin typeface="楷体_GB2312" panose="02010609030101010101" pitchFamily="49" charset="-122"/>
                </a:rPr>
                <a:t> 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1200" b="1">
          <a:solidFill>
            <a:srgbClr val="006699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1200" b="1">
          <a:solidFill>
            <a:srgbClr val="006699"/>
          </a:solidFill>
          <a:latin typeface="Tahoma" panose="020B0604030504040204" pitchFamily="34" charset="0"/>
          <a:ea typeface="楷体_GB2312" panose="0201060903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1200" b="1">
          <a:solidFill>
            <a:srgbClr val="006699"/>
          </a:solidFill>
          <a:latin typeface="Tahoma" panose="020B0604030504040204" pitchFamily="34" charset="0"/>
          <a:ea typeface="楷体_GB2312" panose="0201060903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1200" b="1">
          <a:solidFill>
            <a:srgbClr val="006699"/>
          </a:solidFill>
          <a:latin typeface="Tahoma" panose="020B0604030504040204" pitchFamily="34" charset="0"/>
          <a:ea typeface="楷体_GB2312" panose="0201060903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1200" b="1">
          <a:solidFill>
            <a:srgbClr val="006699"/>
          </a:solidFill>
          <a:latin typeface="Tahoma" panose="020B0604030504040204" pitchFamily="34" charset="0"/>
          <a:ea typeface="楷体_GB2312" panose="0201060903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1200" b="1">
          <a:solidFill>
            <a:srgbClr val="006699"/>
          </a:solidFill>
          <a:latin typeface="Tahoma" panose="020B0604030504040204" pitchFamily="34" charset="0"/>
          <a:ea typeface="楷体_GB2312" panose="0201060903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1200" b="1">
          <a:solidFill>
            <a:srgbClr val="006699"/>
          </a:solidFill>
          <a:latin typeface="Tahoma" panose="020B0604030504040204" pitchFamily="34" charset="0"/>
          <a:ea typeface="楷体_GB2312" panose="0201060903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1200" b="1">
          <a:solidFill>
            <a:srgbClr val="006699"/>
          </a:solidFill>
          <a:latin typeface="Tahoma" panose="020B0604030504040204" pitchFamily="34" charset="0"/>
          <a:ea typeface="楷体_GB2312" panose="0201060903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1200" b="1">
          <a:solidFill>
            <a:srgbClr val="006699"/>
          </a:solidFill>
          <a:latin typeface="Tahoma" panose="020B0604030504040204" pitchFamily="34" charset="0"/>
          <a:ea typeface="楷体_GB2312" panose="02010609030101010101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8.bin"/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5.bin"/><Relationship Id="rId12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png"/><Relationship Id="rId11" Type="http://schemas.openxmlformats.org/officeDocument/2006/relationships/oleObject" Target="../embeddings/oleObject7.bin"/><Relationship Id="rId5" Type="http://schemas.openxmlformats.org/officeDocument/2006/relationships/image" Target="../media/image9.wmf"/><Relationship Id="rId10" Type="http://schemas.openxmlformats.org/officeDocument/2006/relationships/image" Target="../media/image11.wmf"/><Relationship Id="rId4" Type="http://schemas.openxmlformats.org/officeDocument/2006/relationships/oleObject" Target="../embeddings/oleObject4.bin"/><Relationship Id="rId9" Type="http://schemas.openxmlformats.org/officeDocument/2006/relationships/oleObject" Target="../embeddings/oleObject6.bin"/><Relationship Id="rId14" Type="http://schemas.openxmlformats.org/officeDocument/2006/relationships/image" Target="../media/image13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3.bin"/><Relationship Id="rId3" Type="http://schemas.openxmlformats.org/officeDocument/2006/relationships/notesSlide" Target="../notesSlides/notesSlide7.xml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9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7.png"/><Relationship Id="rId11" Type="http://schemas.openxmlformats.org/officeDocument/2006/relationships/oleObject" Target="../embeddings/oleObject12.bin"/><Relationship Id="rId5" Type="http://schemas.openxmlformats.org/officeDocument/2006/relationships/image" Target="../media/image14.wmf"/><Relationship Id="rId15" Type="http://schemas.openxmlformats.org/officeDocument/2006/relationships/oleObject" Target="../embeddings/oleObject14.bin"/><Relationship Id="rId10" Type="http://schemas.openxmlformats.org/officeDocument/2006/relationships/image" Target="../media/image16.wmf"/><Relationship Id="rId4" Type="http://schemas.openxmlformats.org/officeDocument/2006/relationships/oleObject" Target="../embeddings/oleObject9.bin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8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0.wmf"/><Relationship Id="rId2" Type="http://schemas.openxmlformats.org/officeDocument/2006/relationships/tags" Target="../tags/tag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2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21.bin"/><Relationship Id="rId3" Type="http://schemas.openxmlformats.org/officeDocument/2006/relationships/notesSlide" Target="../notesSlides/notesSlide10.xml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7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9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2.bin"/><Relationship Id="rId10" Type="http://schemas.openxmlformats.org/officeDocument/2006/relationships/image" Target="../media/image26.wmf"/><Relationship Id="rId4" Type="http://schemas.openxmlformats.org/officeDocument/2006/relationships/image" Target="../media/image7.png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8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27.bin"/><Relationship Id="rId18" Type="http://schemas.openxmlformats.org/officeDocument/2006/relationships/image" Target="../media/image36.wmf"/><Relationship Id="rId3" Type="http://schemas.openxmlformats.org/officeDocument/2006/relationships/notesSlide" Target="../notesSlides/notesSlide11.xml"/><Relationship Id="rId21" Type="http://schemas.openxmlformats.org/officeDocument/2006/relationships/oleObject" Target="../embeddings/oleObject31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33.wmf"/><Relationship Id="rId1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5.wmf"/><Relationship Id="rId20" Type="http://schemas.openxmlformats.org/officeDocument/2006/relationships/image" Target="../media/image37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10" Type="http://schemas.openxmlformats.org/officeDocument/2006/relationships/image" Target="../media/image32.wmf"/><Relationship Id="rId19" Type="http://schemas.openxmlformats.org/officeDocument/2006/relationships/oleObject" Target="../embeddings/oleObject30.bin"/><Relationship Id="rId4" Type="http://schemas.openxmlformats.org/officeDocument/2006/relationships/image" Target="../media/image7.png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34.wmf"/><Relationship Id="rId22" Type="http://schemas.openxmlformats.org/officeDocument/2006/relationships/image" Target="../media/image38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4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39.wmf"/><Relationship Id="rId10" Type="http://schemas.openxmlformats.org/officeDocument/2006/relationships/slide" Target="slide18.xml"/><Relationship Id="rId4" Type="http://schemas.openxmlformats.org/officeDocument/2006/relationships/oleObject" Target="../embeddings/oleObject32.bin"/><Relationship Id="rId9" Type="http://schemas.openxmlformats.org/officeDocument/2006/relationships/image" Target="../media/image27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39.bin"/><Relationship Id="rId3" Type="http://schemas.openxmlformats.org/officeDocument/2006/relationships/notesSlide" Target="../notesSlides/notesSlide13.xml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4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43.wmf"/><Relationship Id="rId4" Type="http://schemas.openxmlformats.org/officeDocument/2006/relationships/image" Target="../media/image7.png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45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oleObject" Target="../embeddings/oleObject44.bin"/><Relationship Id="rId18" Type="http://schemas.openxmlformats.org/officeDocument/2006/relationships/image" Target="../media/image44.wmf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47.wmf"/><Relationship Id="rId12" Type="http://schemas.openxmlformats.org/officeDocument/2006/relationships/image" Target="../media/image41.wmf"/><Relationship Id="rId17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3.wmf"/><Relationship Id="rId20" Type="http://schemas.openxmlformats.org/officeDocument/2006/relationships/image" Target="../media/image49.wmf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41.bin"/><Relationship Id="rId11" Type="http://schemas.openxmlformats.org/officeDocument/2006/relationships/oleObject" Target="../embeddings/oleObject43.bin"/><Relationship Id="rId5" Type="http://schemas.openxmlformats.org/officeDocument/2006/relationships/image" Target="../media/image46.wmf"/><Relationship Id="rId15" Type="http://schemas.openxmlformats.org/officeDocument/2006/relationships/oleObject" Target="../embeddings/oleObject45.bin"/><Relationship Id="rId10" Type="http://schemas.openxmlformats.org/officeDocument/2006/relationships/image" Target="../media/image48.wmf"/><Relationship Id="rId19" Type="http://schemas.openxmlformats.org/officeDocument/2006/relationships/oleObject" Target="../embeddings/oleObject47.bin"/><Relationship Id="rId4" Type="http://schemas.openxmlformats.org/officeDocument/2006/relationships/oleObject" Target="../embeddings/oleObject40.bin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42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52.bin"/><Relationship Id="rId18" Type="http://schemas.openxmlformats.org/officeDocument/2006/relationships/image" Target="../media/image52.wmf"/><Relationship Id="rId26" Type="http://schemas.openxmlformats.org/officeDocument/2006/relationships/image" Target="../media/image54.wmf"/><Relationship Id="rId3" Type="http://schemas.openxmlformats.org/officeDocument/2006/relationships/notesSlide" Target="../notesSlides/notesSlide15.xml"/><Relationship Id="rId21" Type="http://schemas.openxmlformats.org/officeDocument/2006/relationships/oleObject" Target="../embeddings/oleObject56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43.wmf"/><Relationship Id="rId17" Type="http://schemas.openxmlformats.org/officeDocument/2006/relationships/oleObject" Target="../embeddings/oleObject54.bin"/><Relationship Id="rId25" Type="http://schemas.openxmlformats.org/officeDocument/2006/relationships/oleObject" Target="../embeddings/oleObject6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1.wmf"/><Relationship Id="rId20" Type="http://schemas.openxmlformats.org/officeDocument/2006/relationships/image" Target="../media/image53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51.bin"/><Relationship Id="rId24" Type="http://schemas.openxmlformats.org/officeDocument/2006/relationships/oleObject" Target="../embeddings/oleObject59.bin"/><Relationship Id="rId5" Type="http://schemas.openxmlformats.org/officeDocument/2006/relationships/oleObject" Target="../embeddings/oleObject48.bin"/><Relationship Id="rId15" Type="http://schemas.openxmlformats.org/officeDocument/2006/relationships/oleObject" Target="../embeddings/oleObject53.bin"/><Relationship Id="rId23" Type="http://schemas.openxmlformats.org/officeDocument/2006/relationships/oleObject" Target="../embeddings/oleObject58.bin"/><Relationship Id="rId28" Type="http://schemas.openxmlformats.org/officeDocument/2006/relationships/image" Target="../media/image55.wmf"/><Relationship Id="rId10" Type="http://schemas.openxmlformats.org/officeDocument/2006/relationships/image" Target="../media/image42.wmf"/><Relationship Id="rId19" Type="http://schemas.openxmlformats.org/officeDocument/2006/relationships/oleObject" Target="../embeddings/oleObject55.bin"/><Relationship Id="rId4" Type="http://schemas.openxmlformats.org/officeDocument/2006/relationships/image" Target="../media/image7.png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44.wmf"/><Relationship Id="rId22" Type="http://schemas.openxmlformats.org/officeDocument/2006/relationships/oleObject" Target="../embeddings/oleObject57.bin"/><Relationship Id="rId27" Type="http://schemas.openxmlformats.org/officeDocument/2006/relationships/oleObject" Target="../embeddings/oleObject61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66.bin"/><Relationship Id="rId3" Type="http://schemas.openxmlformats.org/officeDocument/2006/relationships/notesSlide" Target="../notesSlides/notesSlide16.xml"/><Relationship Id="rId7" Type="http://schemas.openxmlformats.org/officeDocument/2006/relationships/oleObject" Target="../embeddings/oleObject63.bin"/><Relationship Id="rId12" Type="http://schemas.openxmlformats.org/officeDocument/2006/relationships/image" Target="../media/image43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7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65.bin"/><Relationship Id="rId5" Type="http://schemas.openxmlformats.org/officeDocument/2006/relationships/oleObject" Target="../embeddings/oleObject62.bin"/><Relationship Id="rId15" Type="http://schemas.openxmlformats.org/officeDocument/2006/relationships/oleObject" Target="../embeddings/oleObject67.bin"/><Relationship Id="rId10" Type="http://schemas.openxmlformats.org/officeDocument/2006/relationships/image" Target="../media/image42.wmf"/><Relationship Id="rId4" Type="http://schemas.openxmlformats.org/officeDocument/2006/relationships/image" Target="../media/image58.png"/><Relationship Id="rId9" Type="http://schemas.openxmlformats.org/officeDocument/2006/relationships/oleObject" Target="../embeddings/oleObject64.bin"/><Relationship Id="rId14" Type="http://schemas.openxmlformats.org/officeDocument/2006/relationships/image" Target="../media/image44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72.bin"/><Relationship Id="rId3" Type="http://schemas.openxmlformats.org/officeDocument/2006/relationships/notesSlide" Target="../notesSlides/notesSlide17.xml"/><Relationship Id="rId7" Type="http://schemas.openxmlformats.org/officeDocument/2006/relationships/oleObject" Target="../embeddings/oleObject69.bin"/><Relationship Id="rId12" Type="http://schemas.openxmlformats.org/officeDocument/2006/relationships/image" Target="../media/image6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71.bin"/><Relationship Id="rId5" Type="http://schemas.openxmlformats.org/officeDocument/2006/relationships/oleObject" Target="../embeddings/oleObject68.bin"/><Relationship Id="rId10" Type="http://schemas.openxmlformats.org/officeDocument/2006/relationships/image" Target="../media/image61.wmf"/><Relationship Id="rId4" Type="http://schemas.openxmlformats.org/officeDocument/2006/relationships/image" Target="../media/image7.png"/><Relationship Id="rId9" Type="http://schemas.openxmlformats.org/officeDocument/2006/relationships/oleObject" Target="../embeddings/oleObject70.bin"/><Relationship Id="rId14" Type="http://schemas.openxmlformats.org/officeDocument/2006/relationships/image" Target="../media/image63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13" Type="http://schemas.openxmlformats.org/officeDocument/2006/relationships/oleObject" Target="../embeddings/oleObject77.bin"/><Relationship Id="rId18" Type="http://schemas.openxmlformats.org/officeDocument/2006/relationships/image" Target="../media/image70.wmf"/><Relationship Id="rId3" Type="http://schemas.openxmlformats.org/officeDocument/2006/relationships/notesSlide" Target="../notesSlides/notesSlide18.xml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67.wmf"/><Relationship Id="rId17" Type="http://schemas.openxmlformats.org/officeDocument/2006/relationships/oleObject" Target="../embeddings/oleObject7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9.wmf"/><Relationship Id="rId20" Type="http://schemas.openxmlformats.org/officeDocument/2006/relationships/image" Target="../media/image71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4.wmf"/><Relationship Id="rId11" Type="http://schemas.openxmlformats.org/officeDocument/2006/relationships/oleObject" Target="../embeddings/oleObject76.bin"/><Relationship Id="rId5" Type="http://schemas.openxmlformats.org/officeDocument/2006/relationships/oleObject" Target="../embeddings/oleObject73.bin"/><Relationship Id="rId15" Type="http://schemas.openxmlformats.org/officeDocument/2006/relationships/oleObject" Target="../embeddings/oleObject78.bin"/><Relationship Id="rId10" Type="http://schemas.openxmlformats.org/officeDocument/2006/relationships/image" Target="../media/image66.wmf"/><Relationship Id="rId19" Type="http://schemas.openxmlformats.org/officeDocument/2006/relationships/oleObject" Target="../embeddings/oleObject80.bin"/><Relationship Id="rId4" Type="http://schemas.openxmlformats.org/officeDocument/2006/relationships/image" Target="../media/image7.png"/><Relationship Id="rId9" Type="http://schemas.openxmlformats.org/officeDocument/2006/relationships/oleObject" Target="../embeddings/oleObject75.bin"/><Relationship Id="rId14" Type="http://schemas.openxmlformats.org/officeDocument/2006/relationships/image" Target="../media/image68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oleObject" Target="../embeddings/oleObject85.bin"/><Relationship Id="rId18" Type="http://schemas.openxmlformats.org/officeDocument/2006/relationships/image" Target="../media/image79.wmf"/><Relationship Id="rId3" Type="http://schemas.openxmlformats.org/officeDocument/2006/relationships/notesSlide" Target="../notesSlides/notesSlide20.xml"/><Relationship Id="rId21" Type="http://schemas.openxmlformats.org/officeDocument/2006/relationships/oleObject" Target="../embeddings/oleObject89.bin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8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8.wmf"/><Relationship Id="rId20" Type="http://schemas.openxmlformats.org/officeDocument/2006/relationships/image" Target="../media/image80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84.bin"/><Relationship Id="rId5" Type="http://schemas.openxmlformats.org/officeDocument/2006/relationships/oleObject" Target="../embeddings/oleObject81.bin"/><Relationship Id="rId15" Type="http://schemas.openxmlformats.org/officeDocument/2006/relationships/oleObject" Target="../embeddings/oleObject86.bin"/><Relationship Id="rId10" Type="http://schemas.openxmlformats.org/officeDocument/2006/relationships/image" Target="../media/image75.wmf"/><Relationship Id="rId19" Type="http://schemas.openxmlformats.org/officeDocument/2006/relationships/oleObject" Target="../embeddings/oleObject88.bin"/><Relationship Id="rId4" Type="http://schemas.openxmlformats.org/officeDocument/2006/relationships/image" Target="../media/image7.png"/><Relationship Id="rId9" Type="http://schemas.openxmlformats.org/officeDocument/2006/relationships/oleObject" Target="../embeddings/oleObject83.bin"/><Relationship Id="rId14" Type="http://schemas.openxmlformats.org/officeDocument/2006/relationships/image" Target="../media/image77.wmf"/><Relationship Id="rId22" Type="http://schemas.openxmlformats.org/officeDocument/2006/relationships/image" Target="../media/image81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13" Type="http://schemas.openxmlformats.org/officeDocument/2006/relationships/oleObject" Target="../embeddings/oleObject94.bin"/><Relationship Id="rId3" Type="http://schemas.openxmlformats.org/officeDocument/2006/relationships/notesSlide" Target="../notesSlides/notesSlide21.xml"/><Relationship Id="rId7" Type="http://schemas.openxmlformats.org/officeDocument/2006/relationships/oleObject" Target="../embeddings/oleObject91.bin"/><Relationship Id="rId12" Type="http://schemas.openxmlformats.org/officeDocument/2006/relationships/image" Target="../media/image7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82.wmf"/><Relationship Id="rId11" Type="http://schemas.openxmlformats.org/officeDocument/2006/relationships/oleObject" Target="../embeddings/oleObject93.bin"/><Relationship Id="rId5" Type="http://schemas.openxmlformats.org/officeDocument/2006/relationships/oleObject" Target="../embeddings/oleObject90.bin"/><Relationship Id="rId10" Type="http://schemas.openxmlformats.org/officeDocument/2006/relationships/image" Target="../media/image76.wmf"/><Relationship Id="rId4" Type="http://schemas.openxmlformats.org/officeDocument/2006/relationships/image" Target="../media/image7.png"/><Relationship Id="rId9" Type="http://schemas.openxmlformats.org/officeDocument/2006/relationships/oleObject" Target="../embeddings/oleObject92.bin"/><Relationship Id="rId14" Type="http://schemas.openxmlformats.org/officeDocument/2006/relationships/image" Target="../media/image78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oleObject" Target="../embeddings/oleObject99.bin"/><Relationship Id="rId3" Type="http://schemas.openxmlformats.org/officeDocument/2006/relationships/notesSlide" Target="../notesSlides/notesSlide22.xml"/><Relationship Id="rId7" Type="http://schemas.openxmlformats.org/officeDocument/2006/relationships/oleObject" Target="../embeddings/oleObject96.bin"/><Relationship Id="rId12" Type="http://schemas.openxmlformats.org/officeDocument/2006/relationships/image" Target="../media/image8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98.bin"/><Relationship Id="rId5" Type="http://schemas.openxmlformats.org/officeDocument/2006/relationships/oleObject" Target="../embeddings/oleObject95.bin"/><Relationship Id="rId10" Type="http://schemas.openxmlformats.org/officeDocument/2006/relationships/image" Target="../media/image86.wmf"/><Relationship Id="rId4" Type="http://schemas.openxmlformats.org/officeDocument/2006/relationships/image" Target="../media/image7.png"/><Relationship Id="rId9" Type="http://schemas.openxmlformats.org/officeDocument/2006/relationships/oleObject" Target="../embeddings/oleObject97.bin"/><Relationship Id="rId14" Type="http://schemas.openxmlformats.org/officeDocument/2006/relationships/image" Target="../media/image88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3" Type="http://schemas.openxmlformats.org/officeDocument/2006/relationships/oleObject" Target="../embeddings/oleObject100.bin"/><Relationship Id="rId7" Type="http://schemas.openxmlformats.org/officeDocument/2006/relationships/oleObject" Target="../embeddings/oleObject102.bin"/><Relationship Id="rId12" Type="http://schemas.openxmlformats.org/officeDocument/2006/relationships/image" Target="../media/image93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90.wmf"/><Relationship Id="rId11" Type="http://schemas.openxmlformats.org/officeDocument/2006/relationships/oleObject" Target="../embeddings/oleObject104.bin"/><Relationship Id="rId5" Type="http://schemas.openxmlformats.org/officeDocument/2006/relationships/oleObject" Target="../embeddings/oleObject101.bin"/><Relationship Id="rId10" Type="http://schemas.openxmlformats.org/officeDocument/2006/relationships/image" Target="../media/image92.wmf"/><Relationship Id="rId4" Type="http://schemas.openxmlformats.org/officeDocument/2006/relationships/image" Target="../media/image89.wmf"/><Relationship Id="rId9" Type="http://schemas.openxmlformats.org/officeDocument/2006/relationships/oleObject" Target="../embeddings/oleObject103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oleObject" Target="../embeddings/oleObject110.bin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12" Type="http://schemas.openxmlformats.org/officeDocument/2006/relationships/image" Target="../media/image98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95.wmf"/><Relationship Id="rId11" Type="http://schemas.openxmlformats.org/officeDocument/2006/relationships/oleObject" Target="../embeddings/oleObject109.bin"/><Relationship Id="rId5" Type="http://schemas.openxmlformats.org/officeDocument/2006/relationships/oleObject" Target="../embeddings/oleObject106.bin"/><Relationship Id="rId10" Type="http://schemas.openxmlformats.org/officeDocument/2006/relationships/image" Target="../media/image97.wmf"/><Relationship Id="rId4" Type="http://schemas.openxmlformats.org/officeDocument/2006/relationships/image" Target="../media/image94.wmf"/><Relationship Id="rId9" Type="http://schemas.openxmlformats.org/officeDocument/2006/relationships/oleObject" Target="../embeddings/oleObject108.bin"/><Relationship Id="rId14" Type="http://schemas.openxmlformats.org/officeDocument/2006/relationships/image" Target="../media/image99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101.tiff"/><Relationship Id="rId4" Type="http://schemas.openxmlformats.org/officeDocument/2006/relationships/image" Target="../media/image10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tif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02.wmf"/><Relationship Id="rId5" Type="http://schemas.openxmlformats.org/officeDocument/2006/relationships/oleObject" Target="../embeddings/oleObject111.bin"/><Relationship Id="rId4" Type="http://schemas.openxmlformats.org/officeDocument/2006/relationships/image" Target="../media/image10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05.png"/><Relationship Id="rId5" Type="http://schemas.openxmlformats.org/officeDocument/2006/relationships/image" Target="../media/image104.wmf"/><Relationship Id="rId4" Type="http://schemas.openxmlformats.org/officeDocument/2006/relationships/oleObject" Target="../embeddings/oleObject112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106.wmf"/><Relationship Id="rId4" Type="http://schemas.openxmlformats.org/officeDocument/2006/relationships/oleObject" Target="../embeddings/oleObject113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6.bin"/><Relationship Id="rId3" Type="http://schemas.openxmlformats.org/officeDocument/2006/relationships/oleObject" Target="../embeddings/oleObject114.bin"/><Relationship Id="rId7" Type="http://schemas.openxmlformats.org/officeDocument/2006/relationships/image" Target="../media/image109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115.bin"/><Relationship Id="rId5" Type="http://schemas.openxmlformats.org/officeDocument/2006/relationships/image" Target="../media/image111.png"/><Relationship Id="rId4" Type="http://schemas.openxmlformats.org/officeDocument/2006/relationships/image" Target="../media/image108.wmf"/><Relationship Id="rId9" Type="http://schemas.openxmlformats.org/officeDocument/2006/relationships/image" Target="../media/image110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113.png"/><Relationship Id="rId4" Type="http://schemas.openxmlformats.org/officeDocument/2006/relationships/image" Target="../media/image112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8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113.png"/><Relationship Id="rId4" Type="http://schemas.openxmlformats.org/officeDocument/2006/relationships/image" Target="../media/image112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6.vml"/><Relationship Id="rId5" Type="http://schemas.openxmlformats.org/officeDocument/2006/relationships/image" Target="../media/image115.png"/><Relationship Id="rId4" Type="http://schemas.openxmlformats.org/officeDocument/2006/relationships/image" Target="../media/image114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0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3.bin"/><Relationship Id="rId13" Type="http://schemas.openxmlformats.org/officeDocument/2006/relationships/image" Target="../media/image123.wmf"/><Relationship Id="rId18" Type="http://schemas.openxmlformats.org/officeDocument/2006/relationships/oleObject" Target="../embeddings/oleObject129.bin"/><Relationship Id="rId3" Type="http://schemas.openxmlformats.org/officeDocument/2006/relationships/notesSlide" Target="../notesSlides/notesSlide28.xml"/><Relationship Id="rId21" Type="http://schemas.openxmlformats.org/officeDocument/2006/relationships/image" Target="../media/image127.wmf"/><Relationship Id="rId7" Type="http://schemas.openxmlformats.org/officeDocument/2006/relationships/image" Target="../media/image121.wmf"/><Relationship Id="rId12" Type="http://schemas.openxmlformats.org/officeDocument/2006/relationships/oleObject" Target="../embeddings/oleObject126.bin"/><Relationship Id="rId17" Type="http://schemas.openxmlformats.org/officeDocument/2006/relationships/image" Target="../media/image125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28.bin"/><Relationship Id="rId20" Type="http://schemas.openxmlformats.org/officeDocument/2006/relationships/oleObject" Target="../embeddings/oleObject130.bin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122.bin"/><Relationship Id="rId11" Type="http://schemas.openxmlformats.org/officeDocument/2006/relationships/oleObject" Target="../embeddings/oleObject125.bin"/><Relationship Id="rId5" Type="http://schemas.openxmlformats.org/officeDocument/2006/relationships/image" Target="../media/image120.png"/><Relationship Id="rId15" Type="http://schemas.openxmlformats.org/officeDocument/2006/relationships/image" Target="../media/image124.wmf"/><Relationship Id="rId10" Type="http://schemas.openxmlformats.org/officeDocument/2006/relationships/oleObject" Target="../embeddings/oleObject124.bin"/><Relationship Id="rId19" Type="http://schemas.openxmlformats.org/officeDocument/2006/relationships/image" Target="../media/image126.wmf"/><Relationship Id="rId4" Type="http://schemas.openxmlformats.org/officeDocument/2006/relationships/image" Target="../media/image119.png"/><Relationship Id="rId9" Type="http://schemas.openxmlformats.org/officeDocument/2006/relationships/image" Target="../media/image122.wmf"/><Relationship Id="rId14" Type="http://schemas.openxmlformats.org/officeDocument/2006/relationships/oleObject" Target="../embeddings/oleObject127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9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3.bin"/><Relationship Id="rId3" Type="http://schemas.openxmlformats.org/officeDocument/2006/relationships/notesSlide" Target="../notesSlides/notesSlide30.xml"/><Relationship Id="rId7" Type="http://schemas.openxmlformats.org/officeDocument/2006/relationships/image" Target="../media/image13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132.bin"/><Relationship Id="rId5" Type="http://schemas.openxmlformats.org/officeDocument/2006/relationships/image" Target="../media/image130.wmf"/><Relationship Id="rId4" Type="http://schemas.openxmlformats.org/officeDocument/2006/relationships/oleObject" Target="../embeddings/oleObject131.bin"/><Relationship Id="rId9" Type="http://schemas.openxmlformats.org/officeDocument/2006/relationships/image" Target="../media/image132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4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6.bin"/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13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135.bin"/><Relationship Id="rId11" Type="http://schemas.openxmlformats.org/officeDocument/2006/relationships/image" Target="../media/image138.wmf"/><Relationship Id="rId5" Type="http://schemas.openxmlformats.org/officeDocument/2006/relationships/image" Target="../media/image135.wmf"/><Relationship Id="rId10" Type="http://schemas.openxmlformats.org/officeDocument/2006/relationships/oleObject" Target="../embeddings/oleObject137.bin"/><Relationship Id="rId4" Type="http://schemas.openxmlformats.org/officeDocument/2006/relationships/oleObject" Target="../embeddings/oleObject134.bin"/><Relationship Id="rId9" Type="http://schemas.openxmlformats.org/officeDocument/2006/relationships/image" Target="../media/image137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0.bin"/><Relationship Id="rId3" Type="http://schemas.openxmlformats.org/officeDocument/2006/relationships/notesSlide" Target="../notesSlides/notesSlide34.xml"/><Relationship Id="rId7" Type="http://schemas.openxmlformats.org/officeDocument/2006/relationships/image" Target="../media/image14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139.bin"/><Relationship Id="rId5" Type="http://schemas.openxmlformats.org/officeDocument/2006/relationships/image" Target="../media/image141.wmf"/><Relationship Id="rId4" Type="http://schemas.openxmlformats.org/officeDocument/2006/relationships/oleObject" Target="../embeddings/oleObject138.bin"/><Relationship Id="rId9" Type="http://schemas.openxmlformats.org/officeDocument/2006/relationships/image" Target="../media/image143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3.bin"/><Relationship Id="rId13" Type="http://schemas.openxmlformats.org/officeDocument/2006/relationships/image" Target="../media/image146.wmf"/><Relationship Id="rId3" Type="http://schemas.openxmlformats.org/officeDocument/2006/relationships/notesSlide" Target="../notesSlides/notesSlide35.xml"/><Relationship Id="rId7" Type="http://schemas.openxmlformats.org/officeDocument/2006/relationships/image" Target="../media/image145.wmf"/><Relationship Id="rId12" Type="http://schemas.openxmlformats.org/officeDocument/2006/relationships/oleObject" Target="../embeddings/oleObject14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142.bin"/><Relationship Id="rId11" Type="http://schemas.openxmlformats.org/officeDocument/2006/relationships/image" Target="../media/image141.wmf"/><Relationship Id="rId5" Type="http://schemas.openxmlformats.org/officeDocument/2006/relationships/image" Target="../media/image144.wmf"/><Relationship Id="rId10" Type="http://schemas.openxmlformats.org/officeDocument/2006/relationships/oleObject" Target="../embeddings/oleObject144.bin"/><Relationship Id="rId4" Type="http://schemas.openxmlformats.org/officeDocument/2006/relationships/oleObject" Target="../embeddings/oleObject141.bin"/><Relationship Id="rId9" Type="http://schemas.openxmlformats.org/officeDocument/2006/relationships/image" Target="../media/image143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8.bin"/><Relationship Id="rId3" Type="http://schemas.openxmlformats.org/officeDocument/2006/relationships/notesSlide" Target="../notesSlides/notesSlide37.xml"/><Relationship Id="rId7" Type="http://schemas.openxmlformats.org/officeDocument/2006/relationships/image" Target="../media/image14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147.bin"/><Relationship Id="rId5" Type="http://schemas.openxmlformats.org/officeDocument/2006/relationships/image" Target="../media/image148.wmf"/><Relationship Id="rId4" Type="http://schemas.openxmlformats.org/officeDocument/2006/relationships/oleObject" Target="../embeddings/oleObject146.bin"/><Relationship Id="rId9" Type="http://schemas.openxmlformats.org/officeDocument/2006/relationships/image" Target="../media/image150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2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1.bin"/><Relationship Id="rId13" Type="http://schemas.openxmlformats.org/officeDocument/2006/relationships/image" Target="../media/image158.png"/><Relationship Id="rId3" Type="http://schemas.openxmlformats.org/officeDocument/2006/relationships/notesSlide" Target="../notesSlides/notesSlide39.xml"/><Relationship Id="rId7" Type="http://schemas.openxmlformats.org/officeDocument/2006/relationships/image" Target="../media/image154.wmf"/><Relationship Id="rId12" Type="http://schemas.openxmlformats.org/officeDocument/2006/relationships/image" Target="../media/image15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150.bin"/><Relationship Id="rId11" Type="http://schemas.openxmlformats.org/officeDocument/2006/relationships/image" Target="../media/image156.wmf"/><Relationship Id="rId5" Type="http://schemas.openxmlformats.org/officeDocument/2006/relationships/image" Target="../media/image153.wmf"/><Relationship Id="rId10" Type="http://schemas.openxmlformats.org/officeDocument/2006/relationships/oleObject" Target="../embeddings/oleObject152.bin"/><Relationship Id="rId4" Type="http://schemas.openxmlformats.org/officeDocument/2006/relationships/oleObject" Target="../embeddings/oleObject149.bin"/><Relationship Id="rId9" Type="http://schemas.openxmlformats.org/officeDocument/2006/relationships/image" Target="../media/image155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5.bin"/><Relationship Id="rId3" Type="http://schemas.openxmlformats.org/officeDocument/2006/relationships/notesSlide" Target="../notesSlides/notesSlide41.xml"/><Relationship Id="rId7" Type="http://schemas.openxmlformats.org/officeDocument/2006/relationships/image" Target="../media/image162.wmf"/><Relationship Id="rId12" Type="http://schemas.openxmlformats.org/officeDocument/2006/relationships/image" Target="../media/image16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154.bin"/><Relationship Id="rId11" Type="http://schemas.openxmlformats.org/officeDocument/2006/relationships/image" Target="../media/image164.wmf"/><Relationship Id="rId5" Type="http://schemas.openxmlformats.org/officeDocument/2006/relationships/image" Target="../media/image161.wmf"/><Relationship Id="rId10" Type="http://schemas.openxmlformats.org/officeDocument/2006/relationships/oleObject" Target="../embeddings/oleObject156.bin"/><Relationship Id="rId4" Type="http://schemas.openxmlformats.org/officeDocument/2006/relationships/oleObject" Target="../embeddings/oleObject153.bin"/><Relationship Id="rId9" Type="http://schemas.openxmlformats.org/officeDocument/2006/relationships/image" Target="../media/image163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7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9.bin"/><Relationship Id="rId3" Type="http://schemas.openxmlformats.org/officeDocument/2006/relationships/notesSlide" Target="../notesSlides/notesSlide43.xml"/><Relationship Id="rId7" Type="http://schemas.openxmlformats.org/officeDocument/2006/relationships/image" Target="../media/image16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158.bin"/><Relationship Id="rId5" Type="http://schemas.openxmlformats.org/officeDocument/2006/relationships/image" Target="../media/image168.wmf"/><Relationship Id="rId4" Type="http://schemas.openxmlformats.org/officeDocument/2006/relationships/oleObject" Target="../embeddings/oleObject157.bin"/><Relationship Id="rId9" Type="http://schemas.openxmlformats.org/officeDocument/2006/relationships/image" Target="../media/image170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2.bin"/><Relationship Id="rId13" Type="http://schemas.openxmlformats.org/officeDocument/2006/relationships/image" Target="../media/image176.wmf"/><Relationship Id="rId3" Type="http://schemas.openxmlformats.org/officeDocument/2006/relationships/notesSlide" Target="../notesSlides/notesSlide45.xml"/><Relationship Id="rId7" Type="http://schemas.openxmlformats.org/officeDocument/2006/relationships/image" Target="../media/image173.wmf"/><Relationship Id="rId12" Type="http://schemas.openxmlformats.org/officeDocument/2006/relationships/oleObject" Target="../embeddings/oleObject16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161.bin"/><Relationship Id="rId11" Type="http://schemas.openxmlformats.org/officeDocument/2006/relationships/image" Target="../media/image175.wmf"/><Relationship Id="rId5" Type="http://schemas.openxmlformats.org/officeDocument/2006/relationships/image" Target="../media/image172.wmf"/><Relationship Id="rId15" Type="http://schemas.openxmlformats.org/officeDocument/2006/relationships/image" Target="../media/image177.wmf"/><Relationship Id="rId10" Type="http://schemas.openxmlformats.org/officeDocument/2006/relationships/oleObject" Target="../embeddings/oleObject163.bin"/><Relationship Id="rId4" Type="http://schemas.openxmlformats.org/officeDocument/2006/relationships/oleObject" Target="../embeddings/oleObject160.bin"/><Relationship Id="rId9" Type="http://schemas.openxmlformats.org/officeDocument/2006/relationships/image" Target="../media/image174.wmf"/><Relationship Id="rId14" Type="http://schemas.openxmlformats.org/officeDocument/2006/relationships/oleObject" Target="../embeddings/oleObject165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9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3" Type="http://schemas.openxmlformats.org/officeDocument/2006/relationships/notesSlide" Target="../notesSlides/notesSlide47.xml"/><Relationship Id="rId7" Type="http://schemas.openxmlformats.org/officeDocument/2006/relationships/image" Target="../media/image18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9.vml"/><Relationship Id="rId6" Type="http://schemas.openxmlformats.org/officeDocument/2006/relationships/oleObject" Target="../embeddings/oleObject167.bin"/><Relationship Id="rId5" Type="http://schemas.openxmlformats.org/officeDocument/2006/relationships/image" Target="../media/image180.wmf"/><Relationship Id="rId4" Type="http://schemas.openxmlformats.org/officeDocument/2006/relationships/oleObject" Target="../embeddings/oleObject166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0.vml"/><Relationship Id="rId5" Type="http://schemas.openxmlformats.org/officeDocument/2006/relationships/image" Target="../media/image185.wmf"/><Relationship Id="rId4" Type="http://schemas.openxmlformats.org/officeDocument/2006/relationships/oleObject" Target="../embeddings/oleObject168.bin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228600"/>
            <a:ext cx="6420485" cy="6447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1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0988"/>
            <a:ext cx="9142413" cy="629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71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9075"/>
            <a:ext cx="9142413" cy="6418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8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95250"/>
            <a:ext cx="2514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附加题</a:t>
            </a:r>
          </a:p>
        </p:txBody>
      </p:sp>
      <p:grpSp>
        <p:nvGrpSpPr>
          <p:cNvPr id="973827" name="Group 3"/>
          <p:cNvGrpSpPr/>
          <p:nvPr/>
        </p:nvGrpSpPr>
        <p:grpSpPr bwMode="auto">
          <a:xfrm>
            <a:off x="228600" y="622300"/>
            <a:ext cx="8915400" cy="2044700"/>
            <a:chOff x="144" y="392"/>
            <a:chExt cx="5616" cy="1288"/>
          </a:xfrm>
        </p:grpSpPr>
        <p:sp>
          <p:nvSpPr>
            <p:cNvPr id="973828" name="Text Box 4"/>
            <p:cNvSpPr txBox="1">
              <a:spLocks noChangeArrowheads="1"/>
            </p:cNvSpPr>
            <p:nvPr/>
          </p:nvSpPr>
          <p:spPr bwMode="auto">
            <a:xfrm>
              <a:off x="144" y="392"/>
              <a:ext cx="5616" cy="1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60000"/>
                </a:lnSpc>
                <a:buFontTx/>
                <a:buBlip>
                  <a:blip r:embed="rId4"/>
                </a:buBlip>
              </a:pP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anose="02010609030101010101" pitchFamily="49" charset="-122"/>
                </a:rPr>
                <a:t> </a:t>
              </a:r>
              <a:r>
                <a:rPr lang="zh-CN" altLang="en-US" sz="2800">
                  <a:solidFill>
                    <a:srgbClr val="00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anose="02010609030101010101" pitchFamily="49" charset="-122"/>
                </a:rPr>
                <a:t>附加题</a:t>
              </a:r>
              <a:r>
                <a:rPr lang="zh-CN" altLang="en-US" sz="2600">
                  <a:solidFill>
                    <a:srgbClr val="00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：</a:t>
              </a:r>
              <a:r>
                <a:rPr lang="zh-CN" altLang="en-US" sz="26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已知                                                                     ，</a:t>
              </a:r>
            </a:p>
            <a:p>
              <a:pPr>
                <a:lnSpc>
                  <a:spcPct val="160000"/>
                </a:lnSpc>
              </a:pPr>
              <a:r>
                <a:rPr lang="zh-CN" altLang="en-US" sz="26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            </a:t>
              </a:r>
              <a:r>
                <a:rPr lang="en-US" altLang="zh-CN" sz="2600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R</a:t>
              </a:r>
              <a:r>
                <a:rPr lang="en-US" altLang="zh-CN" sz="26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=600</a:t>
              </a:r>
              <a:r>
                <a:rPr kumimoji="1" lang="en-US" altLang="zh-CN" sz="260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Ω</a:t>
              </a:r>
              <a:r>
                <a:rPr lang="zh-CN" altLang="en-US" sz="26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，</a:t>
              </a:r>
              <a:r>
                <a:rPr lang="en-US" altLang="zh-CN" sz="2600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L</a:t>
              </a:r>
              <a:r>
                <a:rPr lang="en-US" altLang="zh-CN" sz="2600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r>
                <a:rPr lang="en-US" altLang="zh-CN" sz="26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= </a:t>
              </a:r>
              <a:r>
                <a:rPr lang="en-US" altLang="zh-CN" sz="2600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L</a:t>
              </a:r>
              <a:r>
                <a:rPr lang="en-US" altLang="zh-CN" sz="2600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  <a:r>
                <a:rPr lang="en-US" altLang="zh-CN" sz="26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=4H, </a:t>
              </a:r>
              <a:r>
                <a:rPr lang="en-US" altLang="zh-CN" sz="2600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M</a:t>
              </a:r>
              <a:r>
                <a:rPr lang="en-US" altLang="zh-CN" sz="26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=1H,                  ,  </a:t>
              </a:r>
            </a:p>
            <a:p>
              <a:pPr>
                <a:lnSpc>
                  <a:spcPct val="160000"/>
                </a:lnSpc>
              </a:pPr>
              <a:r>
                <a:rPr lang="en-US" altLang="zh-CN" sz="26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          </a:t>
              </a:r>
              <a:r>
                <a:rPr lang="zh-CN" altLang="en-US" sz="26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求电压有效值</a:t>
              </a:r>
              <a:r>
                <a:rPr lang="en-US" altLang="zh-CN" sz="2600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U</a:t>
              </a:r>
              <a:r>
                <a:rPr lang="en-US" altLang="zh-CN" sz="2600" i="1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R</a:t>
              </a:r>
              <a:r>
                <a:rPr lang="zh-CN" altLang="en-US" sz="26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、</a:t>
              </a:r>
              <a:r>
                <a:rPr lang="en-US" altLang="zh-CN" sz="2600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U</a:t>
              </a:r>
              <a:r>
                <a:rPr lang="en-US" altLang="zh-CN" sz="2600" i="1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</a:t>
              </a:r>
              <a:endParaRPr lang="en-US" altLang="zh-CN" sz="26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aphicFrame>
          <p:nvGraphicFramePr>
            <p:cNvPr id="973829" name="Object 5"/>
            <p:cNvGraphicFramePr>
              <a:graphicFrameLocks noChangeAspect="1"/>
            </p:cNvGraphicFramePr>
            <p:nvPr/>
          </p:nvGraphicFramePr>
          <p:xfrm>
            <a:off x="1794" y="516"/>
            <a:ext cx="3595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2864" name="Equation" r:id="rId5" imgW="2667000" imgH="254000" progId="Equation.DSMT4">
                    <p:embed/>
                  </p:oleObj>
                </mc:Choice>
                <mc:Fallback>
                  <p:oleObj name="Equation" r:id="rId5" imgW="2667000" imgH="254000" progId="Equation.DSMT4">
                    <p:embed/>
                    <p:pic>
                      <p:nvPicPr>
                        <p:cNvPr id="0" name="图片 11028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4" y="516"/>
                          <a:ext cx="3595" cy="34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3830" name="Object 6"/>
            <p:cNvGraphicFramePr>
              <a:graphicFrameLocks noChangeAspect="1"/>
            </p:cNvGraphicFramePr>
            <p:nvPr/>
          </p:nvGraphicFramePr>
          <p:xfrm>
            <a:off x="3640" y="996"/>
            <a:ext cx="839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2865" name="Equation" r:id="rId7" imgW="622300" imgH="203200" progId="Equation.DSMT4">
                    <p:embed/>
                  </p:oleObj>
                </mc:Choice>
                <mc:Fallback>
                  <p:oleObj name="Equation" r:id="rId7" imgW="622300" imgH="203200" progId="Equation.DSMT4">
                    <p:embed/>
                    <p:pic>
                      <p:nvPicPr>
                        <p:cNvPr id="0" name="图片 11028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0" y="996"/>
                          <a:ext cx="839" cy="27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73831" name="Group 7"/>
          <p:cNvGrpSpPr/>
          <p:nvPr/>
        </p:nvGrpSpPr>
        <p:grpSpPr bwMode="auto">
          <a:xfrm>
            <a:off x="2146300" y="2908300"/>
            <a:ext cx="5397500" cy="3416300"/>
            <a:chOff x="1032" y="1536"/>
            <a:chExt cx="3400" cy="2152"/>
          </a:xfrm>
        </p:grpSpPr>
        <p:grpSp>
          <p:nvGrpSpPr>
            <p:cNvPr id="973832" name="Group 8"/>
            <p:cNvGrpSpPr/>
            <p:nvPr/>
          </p:nvGrpSpPr>
          <p:grpSpPr bwMode="auto">
            <a:xfrm>
              <a:off x="1208" y="1880"/>
              <a:ext cx="1488" cy="1680"/>
              <a:chOff x="2400" y="1680"/>
              <a:chExt cx="1008" cy="1440"/>
            </a:xfrm>
          </p:grpSpPr>
          <p:sp>
            <p:nvSpPr>
              <p:cNvPr id="973833" name="Line 9"/>
              <p:cNvSpPr>
                <a:spLocks noChangeShapeType="1"/>
              </p:cNvSpPr>
              <p:nvPr/>
            </p:nvSpPr>
            <p:spPr bwMode="auto">
              <a:xfrm>
                <a:off x="3408" y="1680"/>
                <a:ext cx="0" cy="144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834" name="Line 10"/>
              <p:cNvSpPr>
                <a:spLocks noChangeShapeType="1"/>
              </p:cNvSpPr>
              <p:nvPr/>
            </p:nvSpPr>
            <p:spPr bwMode="auto">
              <a:xfrm rot="16200000">
                <a:off x="2902" y="1181"/>
                <a:ext cx="2" cy="100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835" name="Line 11"/>
              <p:cNvSpPr>
                <a:spLocks noChangeShapeType="1"/>
              </p:cNvSpPr>
              <p:nvPr/>
            </p:nvSpPr>
            <p:spPr bwMode="auto">
              <a:xfrm rot="16200000">
                <a:off x="2905" y="2613"/>
                <a:ext cx="2" cy="100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73836" name="Group 12"/>
            <p:cNvGrpSpPr/>
            <p:nvPr/>
          </p:nvGrpSpPr>
          <p:grpSpPr bwMode="auto">
            <a:xfrm rot="-16200000">
              <a:off x="2415" y="2129"/>
              <a:ext cx="450" cy="384"/>
              <a:chOff x="1818" y="2016"/>
              <a:chExt cx="450" cy="384"/>
            </a:xfrm>
          </p:grpSpPr>
          <p:grpSp>
            <p:nvGrpSpPr>
              <p:cNvPr id="973837" name="Group 13"/>
              <p:cNvGrpSpPr/>
              <p:nvPr/>
            </p:nvGrpSpPr>
            <p:grpSpPr bwMode="auto">
              <a:xfrm>
                <a:off x="2112" y="2016"/>
                <a:ext cx="156" cy="384"/>
                <a:chOff x="2112" y="2016"/>
                <a:chExt cx="156" cy="384"/>
              </a:xfrm>
            </p:grpSpPr>
            <p:sp>
              <p:nvSpPr>
                <p:cNvPr id="973838" name="Oval 14"/>
                <p:cNvSpPr>
                  <a:spLocks noChangeArrowheads="1"/>
                </p:cNvSpPr>
                <p:nvPr/>
              </p:nvSpPr>
              <p:spPr bwMode="auto">
                <a:xfrm>
                  <a:off x="2112" y="2016"/>
                  <a:ext cx="145" cy="33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73839" name="Rectangle 15"/>
                <p:cNvSpPr>
                  <a:spLocks noChangeArrowheads="1"/>
                </p:cNvSpPr>
                <p:nvPr/>
              </p:nvSpPr>
              <p:spPr bwMode="auto">
                <a:xfrm>
                  <a:off x="2124" y="2160"/>
                  <a:ext cx="144" cy="2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73840" name="Group 16"/>
              <p:cNvGrpSpPr/>
              <p:nvPr/>
            </p:nvGrpSpPr>
            <p:grpSpPr bwMode="auto">
              <a:xfrm>
                <a:off x="1968" y="2016"/>
                <a:ext cx="156" cy="384"/>
                <a:chOff x="2112" y="2016"/>
                <a:chExt cx="156" cy="384"/>
              </a:xfrm>
            </p:grpSpPr>
            <p:sp>
              <p:nvSpPr>
                <p:cNvPr id="973841" name="Oval 17"/>
                <p:cNvSpPr>
                  <a:spLocks noChangeArrowheads="1"/>
                </p:cNvSpPr>
                <p:nvPr/>
              </p:nvSpPr>
              <p:spPr bwMode="auto">
                <a:xfrm>
                  <a:off x="2112" y="2016"/>
                  <a:ext cx="145" cy="33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73842" name="Rectangle 18"/>
                <p:cNvSpPr>
                  <a:spLocks noChangeArrowheads="1"/>
                </p:cNvSpPr>
                <p:nvPr/>
              </p:nvSpPr>
              <p:spPr bwMode="auto">
                <a:xfrm>
                  <a:off x="2124" y="2160"/>
                  <a:ext cx="144" cy="2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973843" name="Oval 19"/>
              <p:cNvSpPr>
                <a:spLocks noChangeArrowheads="1"/>
              </p:cNvSpPr>
              <p:nvPr/>
            </p:nvSpPr>
            <p:spPr bwMode="auto">
              <a:xfrm>
                <a:off x="1824" y="2016"/>
                <a:ext cx="145" cy="33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3844" name="Rectangle 20"/>
              <p:cNvSpPr>
                <a:spLocks noChangeArrowheads="1"/>
              </p:cNvSpPr>
              <p:nvPr/>
            </p:nvSpPr>
            <p:spPr bwMode="auto">
              <a:xfrm>
                <a:off x="1818" y="2160"/>
                <a:ext cx="198" cy="2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73845" name="Group 21"/>
            <p:cNvGrpSpPr/>
            <p:nvPr/>
          </p:nvGrpSpPr>
          <p:grpSpPr bwMode="auto">
            <a:xfrm rot="-16200000">
              <a:off x="2415" y="2865"/>
              <a:ext cx="450" cy="384"/>
              <a:chOff x="1818" y="2016"/>
              <a:chExt cx="450" cy="384"/>
            </a:xfrm>
          </p:grpSpPr>
          <p:grpSp>
            <p:nvGrpSpPr>
              <p:cNvPr id="973846" name="Group 22"/>
              <p:cNvGrpSpPr/>
              <p:nvPr/>
            </p:nvGrpSpPr>
            <p:grpSpPr bwMode="auto">
              <a:xfrm>
                <a:off x="2112" y="2016"/>
                <a:ext cx="156" cy="384"/>
                <a:chOff x="2112" y="2016"/>
                <a:chExt cx="156" cy="384"/>
              </a:xfrm>
            </p:grpSpPr>
            <p:sp>
              <p:nvSpPr>
                <p:cNvPr id="973847" name="Oval 23"/>
                <p:cNvSpPr>
                  <a:spLocks noChangeArrowheads="1"/>
                </p:cNvSpPr>
                <p:nvPr/>
              </p:nvSpPr>
              <p:spPr bwMode="auto">
                <a:xfrm>
                  <a:off x="2112" y="2016"/>
                  <a:ext cx="145" cy="33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73848" name="Rectangle 24"/>
                <p:cNvSpPr>
                  <a:spLocks noChangeArrowheads="1"/>
                </p:cNvSpPr>
                <p:nvPr/>
              </p:nvSpPr>
              <p:spPr bwMode="auto">
                <a:xfrm>
                  <a:off x="2124" y="2160"/>
                  <a:ext cx="144" cy="2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73849" name="Group 25"/>
              <p:cNvGrpSpPr/>
              <p:nvPr/>
            </p:nvGrpSpPr>
            <p:grpSpPr bwMode="auto">
              <a:xfrm>
                <a:off x="1968" y="2016"/>
                <a:ext cx="156" cy="384"/>
                <a:chOff x="2112" y="2016"/>
                <a:chExt cx="156" cy="384"/>
              </a:xfrm>
            </p:grpSpPr>
            <p:sp>
              <p:nvSpPr>
                <p:cNvPr id="973850" name="Oval 26"/>
                <p:cNvSpPr>
                  <a:spLocks noChangeArrowheads="1"/>
                </p:cNvSpPr>
                <p:nvPr/>
              </p:nvSpPr>
              <p:spPr bwMode="auto">
                <a:xfrm>
                  <a:off x="2112" y="2016"/>
                  <a:ext cx="145" cy="33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73851" name="Rectangle 27"/>
                <p:cNvSpPr>
                  <a:spLocks noChangeArrowheads="1"/>
                </p:cNvSpPr>
                <p:nvPr/>
              </p:nvSpPr>
              <p:spPr bwMode="auto">
                <a:xfrm>
                  <a:off x="2124" y="2160"/>
                  <a:ext cx="144" cy="2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973852" name="Oval 28"/>
              <p:cNvSpPr>
                <a:spLocks noChangeArrowheads="1"/>
              </p:cNvSpPr>
              <p:nvPr/>
            </p:nvSpPr>
            <p:spPr bwMode="auto">
              <a:xfrm>
                <a:off x="1824" y="2016"/>
                <a:ext cx="145" cy="33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3853" name="Rectangle 29"/>
              <p:cNvSpPr>
                <a:spLocks noChangeArrowheads="1"/>
              </p:cNvSpPr>
              <p:nvPr/>
            </p:nvSpPr>
            <p:spPr bwMode="auto">
              <a:xfrm>
                <a:off x="1818" y="2160"/>
                <a:ext cx="198" cy="2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73854" name="Rectangle 30"/>
            <p:cNvSpPr>
              <a:spLocks noChangeArrowheads="1"/>
            </p:cNvSpPr>
            <p:nvPr/>
          </p:nvSpPr>
          <p:spPr bwMode="auto">
            <a:xfrm>
              <a:off x="2816" y="2160"/>
              <a:ext cx="311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L</a:t>
              </a:r>
              <a:r>
                <a:rPr lang="en-US" altLang="zh-CN" sz="2600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</a:p>
          </p:txBody>
        </p:sp>
        <p:sp>
          <p:nvSpPr>
            <p:cNvPr id="973855" name="Rectangle 31"/>
            <p:cNvSpPr>
              <a:spLocks noChangeArrowheads="1"/>
            </p:cNvSpPr>
            <p:nvPr/>
          </p:nvSpPr>
          <p:spPr bwMode="auto">
            <a:xfrm>
              <a:off x="2816" y="2896"/>
              <a:ext cx="311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L</a:t>
              </a:r>
              <a:r>
                <a:rPr lang="en-US" altLang="zh-CN" sz="2600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</a:p>
          </p:txBody>
        </p:sp>
        <p:sp>
          <p:nvSpPr>
            <p:cNvPr id="973856" name="Rectangle 32"/>
            <p:cNvSpPr>
              <a:spLocks noChangeArrowheads="1"/>
            </p:cNvSpPr>
            <p:nvPr/>
          </p:nvSpPr>
          <p:spPr bwMode="auto">
            <a:xfrm>
              <a:off x="2288" y="2520"/>
              <a:ext cx="301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i="1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M</a:t>
              </a:r>
              <a:endParaRPr lang="en-US" altLang="zh-CN" sz="2600" baseline="-250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73857" name="Rectangle 33"/>
            <p:cNvSpPr>
              <a:spLocks noChangeArrowheads="1"/>
            </p:cNvSpPr>
            <p:nvPr/>
          </p:nvSpPr>
          <p:spPr bwMode="auto">
            <a:xfrm>
              <a:off x="2480" y="1864"/>
              <a:ext cx="25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GB" sz="3400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*</a:t>
              </a:r>
              <a:endParaRPr lang="en-US" altLang="zh-CN" sz="34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73858" name="Rectangle 34"/>
            <p:cNvSpPr>
              <a:spLocks noChangeArrowheads="1"/>
            </p:cNvSpPr>
            <p:nvPr/>
          </p:nvSpPr>
          <p:spPr bwMode="auto">
            <a:xfrm>
              <a:off x="2472" y="3200"/>
              <a:ext cx="25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GB" sz="3400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*</a:t>
              </a:r>
              <a:endParaRPr lang="en-US" altLang="zh-CN" sz="34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73859" name="Text Box 35"/>
            <p:cNvSpPr txBox="1">
              <a:spLocks noChangeArrowheads="1"/>
            </p:cNvSpPr>
            <p:nvPr/>
          </p:nvSpPr>
          <p:spPr bwMode="auto">
            <a:xfrm>
              <a:off x="1624" y="1920"/>
              <a:ext cx="6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u</a:t>
              </a:r>
              <a:r>
                <a:rPr lang="en-US" altLang="zh-CN" sz="2800" i="1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R</a:t>
              </a: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(</a:t>
              </a:r>
              <a:r>
                <a:rPr lang="en-US" altLang="zh-CN" sz="2800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t</a:t>
              </a: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)</a:t>
              </a:r>
            </a:p>
          </p:txBody>
        </p:sp>
        <p:sp>
          <p:nvSpPr>
            <p:cNvPr id="973860" name="Text Box 36"/>
            <p:cNvSpPr txBox="1">
              <a:spLocks noChangeArrowheads="1"/>
            </p:cNvSpPr>
            <p:nvPr/>
          </p:nvSpPr>
          <p:spPr bwMode="auto">
            <a:xfrm>
              <a:off x="3824" y="1817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73861" name="Text Box 37"/>
            <p:cNvSpPr txBox="1">
              <a:spLocks noChangeArrowheads="1"/>
            </p:cNvSpPr>
            <p:nvPr/>
          </p:nvSpPr>
          <p:spPr bwMode="auto">
            <a:xfrm>
              <a:off x="3840" y="2257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_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73862" name="Text Box 38"/>
            <p:cNvSpPr txBox="1">
              <a:spLocks noChangeArrowheads="1"/>
            </p:cNvSpPr>
            <p:nvPr/>
          </p:nvSpPr>
          <p:spPr bwMode="auto">
            <a:xfrm>
              <a:off x="1104" y="1536"/>
              <a:ext cx="192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4400">
                  <a:effectLst/>
                </a:rPr>
                <a:t>.</a:t>
              </a:r>
            </a:p>
          </p:txBody>
        </p:sp>
        <p:sp>
          <p:nvSpPr>
            <p:cNvPr id="973863" name="Text Box 39"/>
            <p:cNvSpPr txBox="1">
              <a:spLocks noChangeArrowheads="1"/>
            </p:cNvSpPr>
            <p:nvPr/>
          </p:nvSpPr>
          <p:spPr bwMode="auto">
            <a:xfrm>
              <a:off x="1112" y="3208"/>
              <a:ext cx="288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4400">
                  <a:effectLst/>
                </a:rPr>
                <a:t>.</a:t>
              </a:r>
            </a:p>
          </p:txBody>
        </p:sp>
        <p:sp>
          <p:nvSpPr>
            <p:cNvPr id="973864" name="Text Box 40"/>
            <p:cNvSpPr txBox="1">
              <a:spLocks noChangeArrowheads="1"/>
            </p:cNvSpPr>
            <p:nvPr/>
          </p:nvSpPr>
          <p:spPr bwMode="auto">
            <a:xfrm>
              <a:off x="1032" y="2520"/>
              <a:ext cx="6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u</a:t>
              </a:r>
              <a:r>
                <a:rPr lang="en-US" altLang="zh-CN" sz="2800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s</a:t>
              </a: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(</a:t>
              </a:r>
              <a:r>
                <a:rPr lang="en-US" altLang="zh-CN" sz="2800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t</a:t>
              </a: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)</a:t>
              </a:r>
            </a:p>
          </p:txBody>
        </p:sp>
        <p:sp>
          <p:nvSpPr>
            <p:cNvPr id="973865" name="Text Box 41"/>
            <p:cNvSpPr txBox="1">
              <a:spLocks noChangeArrowheads="1"/>
            </p:cNvSpPr>
            <p:nvPr/>
          </p:nvSpPr>
          <p:spPr bwMode="auto">
            <a:xfrm>
              <a:off x="1096" y="1888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73866" name="Text Box 42"/>
            <p:cNvSpPr txBox="1">
              <a:spLocks noChangeArrowheads="1"/>
            </p:cNvSpPr>
            <p:nvPr/>
          </p:nvSpPr>
          <p:spPr bwMode="auto">
            <a:xfrm>
              <a:off x="1104" y="3128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_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73867" name="Rectangle 43"/>
            <p:cNvSpPr>
              <a:spLocks noChangeArrowheads="1"/>
            </p:cNvSpPr>
            <p:nvPr/>
          </p:nvSpPr>
          <p:spPr bwMode="auto">
            <a:xfrm>
              <a:off x="1688" y="1808"/>
              <a:ext cx="384" cy="1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3868" name="Rectangle 44"/>
            <p:cNvSpPr>
              <a:spLocks noChangeArrowheads="1"/>
            </p:cNvSpPr>
            <p:nvPr/>
          </p:nvSpPr>
          <p:spPr bwMode="auto">
            <a:xfrm>
              <a:off x="1784" y="1536"/>
              <a:ext cx="33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600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R</a:t>
              </a:r>
              <a:endParaRPr lang="en-US" altLang="zh-CN" sz="26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73869" name="Text Box 45"/>
            <p:cNvSpPr txBox="1">
              <a:spLocks noChangeArrowheads="1"/>
            </p:cNvSpPr>
            <p:nvPr/>
          </p:nvSpPr>
          <p:spPr bwMode="auto">
            <a:xfrm>
              <a:off x="1424" y="1928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73870" name="Text Box 46"/>
            <p:cNvSpPr txBox="1">
              <a:spLocks noChangeArrowheads="1"/>
            </p:cNvSpPr>
            <p:nvPr/>
          </p:nvSpPr>
          <p:spPr bwMode="auto">
            <a:xfrm>
              <a:off x="2112" y="1832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_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73871" name="Freeform 47"/>
            <p:cNvSpPr/>
            <p:nvPr/>
          </p:nvSpPr>
          <p:spPr bwMode="auto">
            <a:xfrm>
              <a:off x="2448" y="2112"/>
              <a:ext cx="144" cy="432"/>
            </a:xfrm>
            <a:custGeom>
              <a:avLst/>
              <a:gdLst>
                <a:gd name="T0" fmla="*/ 0 w 96"/>
                <a:gd name="T1" fmla="*/ 384 h 384"/>
                <a:gd name="T2" fmla="*/ 48 w 96"/>
                <a:gd name="T3" fmla="*/ 144 h 384"/>
                <a:gd name="T4" fmla="*/ 96 w 96"/>
                <a:gd name="T5" fmla="*/ 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384">
                  <a:moveTo>
                    <a:pt x="0" y="384"/>
                  </a:moveTo>
                  <a:cubicBezTo>
                    <a:pt x="16" y="296"/>
                    <a:pt x="32" y="208"/>
                    <a:pt x="48" y="144"/>
                  </a:cubicBezTo>
                  <a:cubicBezTo>
                    <a:pt x="64" y="80"/>
                    <a:pt x="80" y="40"/>
                    <a:pt x="96" y="0"/>
                  </a:cubicBezTo>
                </a:path>
              </a:pathLst>
            </a:custGeom>
            <a:noFill/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3872" name="Freeform 48"/>
            <p:cNvSpPr/>
            <p:nvPr/>
          </p:nvSpPr>
          <p:spPr bwMode="auto">
            <a:xfrm>
              <a:off x="2376" y="2784"/>
              <a:ext cx="168" cy="528"/>
            </a:xfrm>
            <a:custGeom>
              <a:avLst/>
              <a:gdLst>
                <a:gd name="T0" fmla="*/ 24 w 168"/>
                <a:gd name="T1" fmla="*/ 0 h 528"/>
                <a:gd name="T2" fmla="*/ 24 w 168"/>
                <a:gd name="T3" fmla="*/ 192 h 528"/>
                <a:gd name="T4" fmla="*/ 168 w 168"/>
                <a:gd name="T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8" h="528">
                  <a:moveTo>
                    <a:pt x="24" y="0"/>
                  </a:moveTo>
                  <a:cubicBezTo>
                    <a:pt x="12" y="52"/>
                    <a:pt x="0" y="104"/>
                    <a:pt x="24" y="192"/>
                  </a:cubicBezTo>
                  <a:cubicBezTo>
                    <a:pt x="48" y="280"/>
                    <a:pt x="108" y="404"/>
                    <a:pt x="168" y="528"/>
                  </a:cubicBezTo>
                </a:path>
              </a:pathLst>
            </a:custGeom>
            <a:noFill/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73873" name="Group 49"/>
            <p:cNvGrpSpPr/>
            <p:nvPr/>
          </p:nvGrpSpPr>
          <p:grpSpPr bwMode="auto">
            <a:xfrm>
              <a:off x="2687" y="1887"/>
              <a:ext cx="961" cy="800"/>
              <a:chOff x="2687" y="1887"/>
              <a:chExt cx="961" cy="800"/>
            </a:xfrm>
          </p:grpSpPr>
          <p:sp>
            <p:nvSpPr>
              <p:cNvPr id="973874" name="Line 50"/>
              <p:cNvSpPr>
                <a:spLocks noChangeShapeType="1"/>
              </p:cNvSpPr>
              <p:nvPr/>
            </p:nvSpPr>
            <p:spPr bwMode="auto">
              <a:xfrm rot="-5400000">
                <a:off x="3168" y="2207"/>
                <a:ext cx="0" cy="9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875" name="Line 51"/>
              <p:cNvSpPr>
                <a:spLocks noChangeShapeType="1"/>
              </p:cNvSpPr>
              <p:nvPr/>
            </p:nvSpPr>
            <p:spPr bwMode="auto">
              <a:xfrm rot="-5400000">
                <a:off x="3167" y="1407"/>
                <a:ext cx="0" cy="9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876" name="Line 52"/>
              <p:cNvSpPr>
                <a:spLocks noChangeShapeType="1"/>
              </p:cNvSpPr>
              <p:nvPr/>
            </p:nvSpPr>
            <p:spPr bwMode="auto">
              <a:xfrm rot="10800000">
                <a:off x="3641" y="1887"/>
                <a:ext cx="0" cy="8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73877" name="Group 53"/>
            <p:cNvGrpSpPr/>
            <p:nvPr/>
          </p:nvGrpSpPr>
          <p:grpSpPr bwMode="auto">
            <a:xfrm>
              <a:off x="3424" y="2169"/>
              <a:ext cx="432" cy="192"/>
              <a:chOff x="2496" y="2784"/>
              <a:chExt cx="432" cy="192"/>
            </a:xfrm>
          </p:grpSpPr>
          <p:sp>
            <p:nvSpPr>
              <p:cNvPr id="973878" name="Rectangle 54"/>
              <p:cNvSpPr>
                <a:spLocks noChangeArrowheads="1"/>
              </p:cNvSpPr>
              <p:nvPr/>
            </p:nvSpPr>
            <p:spPr bwMode="auto">
              <a:xfrm>
                <a:off x="2544" y="2832"/>
                <a:ext cx="336" cy="9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3879" name="Rectangle 55"/>
              <p:cNvSpPr>
                <a:spLocks noChangeArrowheads="1"/>
              </p:cNvSpPr>
              <p:nvPr/>
            </p:nvSpPr>
            <p:spPr bwMode="auto">
              <a:xfrm>
                <a:off x="2496" y="2784"/>
                <a:ext cx="96" cy="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3880" name="Rectangle 56"/>
              <p:cNvSpPr>
                <a:spLocks noChangeArrowheads="1"/>
              </p:cNvSpPr>
              <p:nvPr/>
            </p:nvSpPr>
            <p:spPr bwMode="auto">
              <a:xfrm>
                <a:off x="2832" y="2784"/>
                <a:ext cx="96" cy="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73881" name="Rectangle 57"/>
            <p:cNvSpPr>
              <a:spLocks noChangeArrowheads="1"/>
            </p:cNvSpPr>
            <p:nvPr/>
          </p:nvSpPr>
          <p:spPr bwMode="auto">
            <a:xfrm>
              <a:off x="3272" y="2097"/>
              <a:ext cx="255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</a:t>
              </a:r>
            </a:p>
          </p:txBody>
        </p:sp>
        <p:sp>
          <p:nvSpPr>
            <p:cNvPr id="973882" name="Text Box 58"/>
            <p:cNvSpPr txBox="1">
              <a:spLocks noChangeArrowheads="1"/>
            </p:cNvSpPr>
            <p:nvPr/>
          </p:nvSpPr>
          <p:spPr bwMode="auto">
            <a:xfrm>
              <a:off x="3760" y="2065"/>
              <a:ext cx="6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u</a:t>
              </a:r>
              <a:r>
                <a:rPr lang="en-US" altLang="zh-CN" sz="2800" i="1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</a:t>
              </a: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(</a:t>
              </a:r>
              <a:r>
                <a:rPr lang="en-US" altLang="zh-CN" sz="2800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t</a:t>
              </a: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95250"/>
            <a:ext cx="2514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附加题</a:t>
            </a:r>
          </a:p>
        </p:txBody>
      </p:sp>
      <p:sp>
        <p:nvSpPr>
          <p:cNvPr id="992260" name="Text Box 4"/>
          <p:cNvSpPr txBox="1">
            <a:spLocks noChangeArrowheads="1"/>
          </p:cNvSpPr>
          <p:nvPr/>
        </p:nvSpPr>
        <p:spPr bwMode="auto">
          <a:xfrm>
            <a:off x="457200" y="762000"/>
            <a:ext cx="3276600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60000"/>
              </a:lnSpc>
              <a:buFontTx/>
              <a:buBlip>
                <a:blip r:embed="rId4"/>
              </a:buBlip>
            </a:pP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</a:rPr>
              <a:t> </a:t>
            </a:r>
            <a:r>
              <a:rPr lang="en-US" altLang="zh-CN" sz="280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altLang="en-US" sz="260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  <a:r>
              <a:rPr lang="en-US" altLang="zh-CN" sz="2600">
                <a:effectLst>
                  <a:outerShdw blurRad="38100" dist="38100" dir="2700000" algn="tl">
                    <a:srgbClr val="C0C0C0"/>
                  </a:outerShdw>
                </a:effectLst>
              </a:rPr>
              <a:t>6V</a:t>
            </a:r>
            <a:r>
              <a:rPr lang="zh-CN" altLang="en-US" sz="2600">
                <a:effectLst>
                  <a:outerShdw blurRad="38100" dist="38100" dir="2700000" algn="tl">
                    <a:srgbClr val="C0C0C0"/>
                  </a:outerShdw>
                </a:effectLst>
              </a:rPr>
              <a:t>单独作用：</a:t>
            </a:r>
          </a:p>
        </p:txBody>
      </p:sp>
      <p:grpSp>
        <p:nvGrpSpPr>
          <p:cNvPr id="992316" name="Group 60"/>
          <p:cNvGrpSpPr/>
          <p:nvPr/>
        </p:nvGrpSpPr>
        <p:grpSpPr bwMode="auto">
          <a:xfrm>
            <a:off x="1905000" y="1752600"/>
            <a:ext cx="5105400" cy="3416300"/>
            <a:chOff x="1200" y="1152"/>
            <a:chExt cx="3216" cy="2152"/>
          </a:xfrm>
        </p:grpSpPr>
        <p:grpSp>
          <p:nvGrpSpPr>
            <p:cNvPr id="992264" name="Group 8"/>
            <p:cNvGrpSpPr/>
            <p:nvPr/>
          </p:nvGrpSpPr>
          <p:grpSpPr bwMode="auto">
            <a:xfrm>
              <a:off x="1376" y="1496"/>
              <a:ext cx="1488" cy="1680"/>
              <a:chOff x="2400" y="1680"/>
              <a:chExt cx="1008" cy="1440"/>
            </a:xfrm>
          </p:grpSpPr>
          <p:sp>
            <p:nvSpPr>
              <p:cNvPr id="992265" name="Line 9"/>
              <p:cNvSpPr>
                <a:spLocks noChangeShapeType="1"/>
              </p:cNvSpPr>
              <p:nvPr/>
            </p:nvSpPr>
            <p:spPr bwMode="auto">
              <a:xfrm>
                <a:off x="3408" y="1680"/>
                <a:ext cx="0" cy="144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2266" name="Line 10"/>
              <p:cNvSpPr>
                <a:spLocks noChangeShapeType="1"/>
              </p:cNvSpPr>
              <p:nvPr/>
            </p:nvSpPr>
            <p:spPr bwMode="auto">
              <a:xfrm rot="16200000">
                <a:off x="2902" y="1181"/>
                <a:ext cx="2" cy="100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2267" name="Line 11"/>
              <p:cNvSpPr>
                <a:spLocks noChangeShapeType="1"/>
              </p:cNvSpPr>
              <p:nvPr/>
            </p:nvSpPr>
            <p:spPr bwMode="auto">
              <a:xfrm rot="16200000">
                <a:off x="2905" y="2613"/>
                <a:ext cx="2" cy="100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92291" name="Text Box 35"/>
            <p:cNvSpPr txBox="1">
              <a:spLocks noChangeArrowheads="1"/>
            </p:cNvSpPr>
            <p:nvPr/>
          </p:nvSpPr>
          <p:spPr bwMode="auto">
            <a:xfrm>
              <a:off x="1846" y="1548"/>
              <a:ext cx="6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U</a:t>
              </a:r>
              <a:r>
                <a:rPr lang="en-US" altLang="zh-CN" sz="2800" i="1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R</a:t>
              </a:r>
              <a:r>
                <a:rPr lang="en-US" altLang="zh-CN" sz="2800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2292" name="Text Box 36"/>
            <p:cNvSpPr txBox="1">
              <a:spLocks noChangeArrowheads="1"/>
            </p:cNvSpPr>
            <p:nvPr/>
          </p:nvSpPr>
          <p:spPr bwMode="auto">
            <a:xfrm>
              <a:off x="3992" y="1433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2293" name="Text Box 37"/>
            <p:cNvSpPr txBox="1">
              <a:spLocks noChangeArrowheads="1"/>
            </p:cNvSpPr>
            <p:nvPr/>
          </p:nvSpPr>
          <p:spPr bwMode="auto">
            <a:xfrm>
              <a:off x="4008" y="1873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_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2294" name="Text Box 38"/>
            <p:cNvSpPr txBox="1">
              <a:spLocks noChangeArrowheads="1"/>
            </p:cNvSpPr>
            <p:nvPr/>
          </p:nvSpPr>
          <p:spPr bwMode="auto">
            <a:xfrm>
              <a:off x="1272" y="1152"/>
              <a:ext cx="192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4400">
                  <a:effectLst/>
                </a:rPr>
                <a:t>.</a:t>
              </a:r>
            </a:p>
          </p:txBody>
        </p:sp>
        <p:sp>
          <p:nvSpPr>
            <p:cNvPr id="992295" name="Text Box 39"/>
            <p:cNvSpPr txBox="1">
              <a:spLocks noChangeArrowheads="1"/>
            </p:cNvSpPr>
            <p:nvPr/>
          </p:nvSpPr>
          <p:spPr bwMode="auto">
            <a:xfrm>
              <a:off x="1280" y="2824"/>
              <a:ext cx="288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4400">
                  <a:effectLst/>
                </a:rPr>
                <a:t>.</a:t>
              </a:r>
            </a:p>
          </p:txBody>
        </p:sp>
        <p:sp>
          <p:nvSpPr>
            <p:cNvPr id="992296" name="Text Box 40"/>
            <p:cNvSpPr txBox="1">
              <a:spLocks noChangeArrowheads="1"/>
            </p:cNvSpPr>
            <p:nvPr/>
          </p:nvSpPr>
          <p:spPr bwMode="auto">
            <a:xfrm>
              <a:off x="1200" y="2166"/>
              <a:ext cx="5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6V</a:t>
              </a:r>
            </a:p>
          </p:txBody>
        </p:sp>
        <p:sp>
          <p:nvSpPr>
            <p:cNvPr id="992297" name="Text Box 41"/>
            <p:cNvSpPr txBox="1">
              <a:spLocks noChangeArrowheads="1"/>
            </p:cNvSpPr>
            <p:nvPr/>
          </p:nvSpPr>
          <p:spPr bwMode="auto">
            <a:xfrm>
              <a:off x="1264" y="1504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2298" name="Text Box 42"/>
            <p:cNvSpPr txBox="1">
              <a:spLocks noChangeArrowheads="1"/>
            </p:cNvSpPr>
            <p:nvPr/>
          </p:nvSpPr>
          <p:spPr bwMode="auto">
            <a:xfrm>
              <a:off x="1272" y="2744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_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2299" name="Rectangle 43"/>
            <p:cNvSpPr>
              <a:spLocks noChangeArrowheads="1"/>
            </p:cNvSpPr>
            <p:nvPr/>
          </p:nvSpPr>
          <p:spPr bwMode="auto">
            <a:xfrm>
              <a:off x="1856" y="1424"/>
              <a:ext cx="384" cy="1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2300" name="Rectangle 44"/>
            <p:cNvSpPr>
              <a:spLocks noChangeArrowheads="1"/>
            </p:cNvSpPr>
            <p:nvPr/>
          </p:nvSpPr>
          <p:spPr bwMode="auto">
            <a:xfrm>
              <a:off x="1952" y="1152"/>
              <a:ext cx="33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600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R</a:t>
              </a:r>
              <a:endParaRPr lang="en-US" altLang="zh-CN" sz="26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2301" name="Text Box 45"/>
            <p:cNvSpPr txBox="1">
              <a:spLocks noChangeArrowheads="1"/>
            </p:cNvSpPr>
            <p:nvPr/>
          </p:nvSpPr>
          <p:spPr bwMode="auto">
            <a:xfrm>
              <a:off x="1592" y="1544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2302" name="Text Box 46"/>
            <p:cNvSpPr txBox="1">
              <a:spLocks noChangeArrowheads="1"/>
            </p:cNvSpPr>
            <p:nvPr/>
          </p:nvSpPr>
          <p:spPr bwMode="auto">
            <a:xfrm>
              <a:off x="2280" y="1448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_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pSp>
          <p:nvGrpSpPr>
            <p:cNvPr id="992305" name="Group 49"/>
            <p:cNvGrpSpPr/>
            <p:nvPr/>
          </p:nvGrpSpPr>
          <p:grpSpPr bwMode="auto">
            <a:xfrm>
              <a:off x="2855" y="1503"/>
              <a:ext cx="961" cy="800"/>
              <a:chOff x="2687" y="1887"/>
              <a:chExt cx="961" cy="800"/>
            </a:xfrm>
          </p:grpSpPr>
          <p:sp>
            <p:nvSpPr>
              <p:cNvPr id="992306" name="Line 50"/>
              <p:cNvSpPr>
                <a:spLocks noChangeShapeType="1"/>
              </p:cNvSpPr>
              <p:nvPr/>
            </p:nvSpPr>
            <p:spPr bwMode="auto">
              <a:xfrm rot="-5400000">
                <a:off x="3168" y="2207"/>
                <a:ext cx="0" cy="9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2307" name="Line 51"/>
              <p:cNvSpPr>
                <a:spLocks noChangeShapeType="1"/>
              </p:cNvSpPr>
              <p:nvPr/>
            </p:nvSpPr>
            <p:spPr bwMode="auto">
              <a:xfrm rot="-5400000">
                <a:off x="3167" y="1407"/>
                <a:ext cx="0" cy="9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2308" name="Line 52"/>
              <p:cNvSpPr>
                <a:spLocks noChangeShapeType="1"/>
              </p:cNvSpPr>
              <p:nvPr/>
            </p:nvSpPr>
            <p:spPr bwMode="auto">
              <a:xfrm rot="10800000">
                <a:off x="3641" y="1887"/>
                <a:ext cx="0" cy="8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92314" name="Text Box 58"/>
            <p:cNvSpPr txBox="1">
              <a:spLocks noChangeArrowheads="1"/>
            </p:cNvSpPr>
            <p:nvPr/>
          </p:nvSpPr>
          <p:spPr bwMode="auto">
            <a:xfrm>
              <a:off x="3928" y="1681"/>
              <a:ext cx="4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u</a:t>
              </a:r>
              <a:r>
                <a:rPr lang="en-US" altLang="zh-CN" sz="2800" i="1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</a:t>
              </a:r>
              <a:r>
                <a:rPr lang="en-US" altLang="zh-CN" sz="2800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</a:p>
          </p:txBody>
        </p:sp>
        <p:sp>
          <p:nvSpPr>
            <p:cNvPr id="992315" name="Rectangle 59"/>
            <p:cNvSpPr>
              <a:spLocks noChangeArrowheads="1"/>
            </p:cNvSpPr>
            <p:nvPr/>
          </p:nvSpPr>
          <p:spPr bwMode="auto">
            <a:xfrm rot="5400000">
              <a:off x="3618" y="1848"/>
              <a:ext cx="384" cy="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992317" name="Object 61"/>
          <p:cNvGraphicFramePr>
            <a:graphicFrameLocks noChangeAspect="1"/>
          </p:cNvGraphicFramePr>
          <p:nvPr/>
        </p:nvGraphicFramePr>
        <p:xfrm>
          <a:off x="2971800" y="5486400"/>
          <a:ext cx="26670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716" name="Equation" r:id="rId5" imgW="1270000" imgH="228600" progId="Equation.DSMT4">
                  <p:embed/>
                </p:oleObj>
              </mc:Choice>
              <mc:Fallback>
                <p:oleObj name="Equation" r:id="rId5" imgW="1270000" imgH="228600" progId="Equation.DSMT4">
                  <p:embed/>
                  <p:pic>
                    <p:nvPicPr>
                      <p:cNvPr id="0" name="图片 10967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5486400"/>
                        <a:ext cx="2667000" cy="4794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9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3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95250"/>
            <a:ext cx="2514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附加题</a:t>
            </a:r>
          </a:p>
        </p:txBody>
      </p:sp>
      <p:graphicFrame>
        <p:nvGraphicFramePr>
          <p:cNvPr id="995355" name="Object 27"/>
          <p:cNvGraphicFramePr>
            <a:graphicFrameLocks noChangeAspect="1"/>
          </p:cNvGraphicFramePr>
          <p:nvPr/>
        </p:nvGraphicFramePr>
        <p:xfrm>
          <a:off x="2819400" y="5334000"/>
          <a:ext cx="2908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772" name="Equation" r:id="rId4" imgW="1384300" imgH="393700" progId="Equation.DSMT4">
                  <p:embed/>
                </p:oleObj>
              </mc:Choice>
              <mc:Fallback>
                <p:oleObj name="Equation" r:id="rId4" imgW="1384300" imgH="393700" progId="Equation.DSMT4">
                  <p:embed/>
                  <p:pic>
                    <p:nvPicPr>
                      <p:cNvPr id="0" name="图片 10977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334000"/>
                        <a:ext cx="2908300" cy="8255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95357" name="Group 29"/>
          <p:cNvGrpSpPr/>
          <p:nvPr/>
        </p:nvGrpSpPr>
        <p:grpSpPr bwMode="auto">
          <a:xfrm>
            <a:off x="457200" y="762000"/>
            <a:ext cx="4648200" cy="774700"/>
            <a:chOff x="288" y="480"/>
            <a:chExt cx="2928" cy="488"/>
          </a:xfrm>
        </p:grpSpPr>
        <p:sp>
          <p:nvSpPr>
            <p:cNvPr id="995331" name="Text Box 3"/>
            <p:cNvSpPr txBox="1">
              <a:spLocks noChangeArrowheads="1"/>
            </p:cNvSpPr>
            <p:nvPr/>
          </p:nvSpPr>
          <p:spPr bwMode="auto">
            <a:xfrm>
              <a:off x="288" y="480"/>
              <a:ext cx="2928" cy="4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60000"/>
                </a:lnSpc>
                <a:buFontTx/>
                <a:buBlip>
                  <a:blip r:embed="rId6"/>
                </a:buBlip>
              </a:pP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anose="02010609030101010101" pitchFamily="49" charset="-122"/>
                </a:rPr>
                <a:t> </a:t>
              </a:r>
              <a:r>
                <a:rPr lang="en-US" altLang="zh-CN" sz="2800">
                  <a:solidFill>
                    <a:srgbClr val="00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r>
                <a:rPr lang="zh-CN" altLang="en-US" sz="2600">
                  <a:solidFill>
                    <a:srgbClr val="00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：                        </a:t>
              </a:r>
              <a:r>
                <a:rPr lang="zh-CN" altLang="en-US" sz="26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单独作用：</a:t>
              </a:r>
            </a:p>
          </p:txBody>
        </p:sp>
        <p:graphicFrame>
          <p:nvGraphicFramePr>
            <p:cNvPr id="995356" name="Object 28"/>
            <p:cNvGraphicFramePr>
              <a:graphicFrameLocks noChangeAspect="1"/>
            </p:cNvGraphicFramePr>
            <p:nvPr/>
          </p:nvGraphicFramePr>
          <p:xfrm>
            <a:off x="882" y="624"/>
            <a:ext cx="1294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7773" name="Equation" r:id="rId7" imgW="977265" imgH="215900" progId="Equation.DSMT4">
                    <p:embed/>
                  </p:oleObj>
                </mc:Choice>
                <mc:Fallback>
                  <p:oleObj name="Equation" r:id="rId7" imgW="977265" imgH="215900" progId="Equation.DSMT4">
                    <p:embed/>
                    <p:pic>
                      <p:nvPicPr>
                        <p:cNvPr id="0" name="图片 10977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2" y="624"/>
                          <a:ext cx="1294" cy="28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95427" name="Group 99"/>
          <p:cNvGrpSpPr/>
          <p:nvPr/>
        </p:nvGrpSpPr>
        <p:grpSpPr bwMode="auto">
          <a:xfrm>
            <a:off x="1828800" y="1600200"/>
            <a:ext cx="5368925" cy="3425825"/>
            <a:chOff x="1154" y="1002"/>
            <a:chExt cx="3382" cy="2158"/>
          </a:xfrm>
        </p:grpSpPr>
        <p:grpSp>
          <p:nvGrpSpPr>
            <p:cNvPr id="995359" name="Group 31"/>
            <p:cNvGrpSpPr/>
            <p:nvPr/>
          </p:nvGrpSpPr>
          <p:grpSpPr bwMode="auto">
            <a:xfrm>
              <a:off x="1520" y="1352"/>
              <a:ext cx="1488" cy="1680"/>
              <a:chOff x="2400" y="1680"/>
              <a:chExt cx="1008" cy="1440"/>
            </a:xfrm>
          </p:grpSpPr>
          <p:sp>
            <p:nvSpPr>
              <p:cNvPr id="995360" name="Line 32"/>
              <p:cNvSpPr>
                <a:spLocks noChangeShapeType="1"/>
              </p:cNvSpPr>
              <p:nvPr/>
            </p:nvSpPr>
            <p:spPr bwMode="auto">
              <a:xfrm>
                <a:off x="3408" y="1680"/>
                <a:ext cx="0" cy="144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5361" name="Line 33"/>
              <p:cNvSpPr>
                <a:spLocks noChangeShapeType="1"/>
              </p:cNvSpPr>
              <p:nvPr/>
            </p:nvSpPr>
            <p:spPr bwMode="auto">
              <a:xfrm rot="16200000">
                <a:off x="2902" y="1181"/>
                <a:ext cx="2" cy="100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5362" name="Line 34"/>
              <p:cNvSpPr>
                <a:spLocks noChangeShapeType="1"/>
              </p:cNvSpPr>
              <p:nvPr/>
            </p:nvSpPr>
            <p:spPr bwMode="auto">
              <a:xfrm rot="16200000">
                <a:off x="2905" y="2613"/>
                <a:ext cx="2" cy="100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95363" name="Group 35"/>
            <p:cNvGrpSpPr/>
            <p:nvPr/>
          </p:nvGrpSpPr>
          <p:grpSpPr bwMode="auto">
            <a:xfrm rot="-16200000">
              <a:off x="2727" y="1601"/>
              <a:ext cx="450" cy="384"/>
              <a:chOff x="1818" y="2016"/>
              <a:chExt cx="450" cy="384"/>
            </a:xfrm>
          </p:grpSpPr>
          <p:grpSp>
            <p:nvGrpSpPr>
              <p:cNvPr id="995364" name="Group 36"/>
              <p:cNvGrpSpPr/>
              <p:nvPr/>
            </p:nvGrpSpPr>
            <p:grpSpPr bwMode="auto">
              <a:xfrm>
                <a:off x="2112" y="2016"/>
                <a:ext cx="156" cy="384"/>
                <a:chOff x="2112" y="2016"/>
                <a:chExt cx="156" cy="384"/>
              </a:xfrm>
            </p:grpSpPr>
            <p:sp>
              <p:nvSpPr>
                <p:cNvPr id="995365" name="Oval 37"/>
                <p:cNvSpPr>
                  <a:spLocks noChangeArrowheads="1"/>
                </p:cNvSpPr>
                <p:nvPr/>
              </p:nvSpPr>
              <p:spPr bwMode="auto">
                <a:xfrm>
                  <a:off x="2112" y="2016"/>
                  <a:ext cx="145" cy="33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95366" name="Rectangle 38"/>
                <p:cNvSpPr>
                  <a:spLocks noChangeArrowheads="1"/>
                </p:cNvSpPr>
                <p:nvPr/>
              </p:nvSpPr>
              <p:spPr bwMode="auto">
                <a:xfrm>
                  <a:off x="2124" y="2160"/>
                  <a:ext cx="144" cy="2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95367" name="Group 39"/>
              <p:cNvGrpSpPr/>
              <p:nvPr/>
            </p:nvGrpSpPr>
            <p:grpSpPr bwMode="auto">
              <a:xfrm>
                <a:off x="1968" y="2016"/>
                <a:ext cx="156" cy="384"/>
                <a:chOff x="2112" y="2016"/>
                <a:chExt cx="156" cy="384"/>
              </a:xfrm>
            </p:grpSpPr>
            <p:sp>
              <p:nvSpPr>
                <p:cNvPr id="995368" name="Oval 40"/>
                <p:cNvSpPr>
                  <a:spLocks noChangeArrowheads="1"/>
                </p:cNvSpPr>
                <p:nvPr/>
              </p:nvSpPr>
              <p:spPr bwMode="auto">
                <a:xfrm>
                  <a:off x="2112" y="2016"/>
                  <a:ext cx="145" cy="33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95369" name="Rectangle 41"/>
                <p:cNvSpPr>
                  <a:spLocks noChangeArrowheads="1"/>
                </p:cNvSpPr>
                <p:nvPr/>
              </p:nvSpPr>
              <p:spPr bwMode="auto">
                <a:xfrm>
                  <a:off x="2124" y="2160"/>
                  <a:ext cx="144" cy="2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995370" name="Oval 42"/>
              <p:cNvSpPr>
                <a:spLocks noChangeArrowheads="1"/>
              </p:cNvSpPr>
              <p:nvPr/>
            </p:nvSpPr>
            <p:spPr bwMode="auto">
              <a:xfrm>
                <a:off x="1824" y="2016"/>
                <a:ext cx="145" cy="33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5371" name="Rectangle 43"/>
              <p:cNvSpPr>
                <a:spLocks noChangeArrowheads="1"/>
              </p:cNvSpPr>
              <p:nvPr/>
            </p:nvSpPr>
            <p:spPr bwMode="auto">
              <a:xfrm>
                <a:off x="1818" y="2160"/>
                <a:ext cx="198" cy="2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95372" name="Group 44"/>
            <p:cNvGrpSpPr/>
            <p:nvPr/>
          </p:nvGrpSpPr>
          <p:grpSpPr bwMode="auto">
            <a:xfrm rot="-16200000">
              <a:off x="2727" y="2517"/>
              <a:ext cx="450" cy="384"/>
              <a:chOff x="1818" y="2016"/>
              <a:chExt cx="450" cy="384"/>
            </a:xfrm>
          </p:grpSpPr>
          <p:grpSp>
            <p:nvGrpSpPr>
              <p:cNvPr id="995373" name="Group 45"/>
              <p:cNvGrpSpPr/>
              <p:nvPr/>
            </p:nvGrpSpPr>
            <p:grpSpPr bwMode="auto">
              <a:xfrm>
                <a:off x="2112" y="2016"/>
                <a:ext cx="156" cy="384"/>
                <a:chOff x="2112" y="2016"/>
                <a:chExt cx="156" cy="384"/>
              </a:xfrm>
            </p:grpSpPr>
            <p:sp>
              <p:nvSpPr>
                <p:cNvPr id="995374" name="Oval 46"/>
                <p:cNvSpPr>
                  <a:spLocks noChangeArrowheads="1"/>
                </p:cNvSpPr>
                <p:nvPr/>
              </p:nvSpPr>
              <p:spPr bwMode="auto">
                <a:xfrm>
                  <a:off x="2112" y="2016"/>
                  <a:ext cx="145" cy="33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95375" name="Rectangle 47"/>
                <p:cNvSpPr>
                  <a:spLocks noChangeArrowheads="1"/>
                </p:cNvSpPr>
                <p:nvPr/>
              </p:nvSpPr>
              <p:spPr bwMode="auto">
                <a:xfrm>
                  <a:off x="2124" y="2160"/>
                  <a:ext cx="144" cy="2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95376" name="Group 48"/>
              <p:cNvGrpSpPr/>
              <p:nvPr/>
            </p:nvGrpSpPr>
            <p:grpSpPr bwMode="auto">
              <a:xfrm>
                <a:off x="1968" y="2016"/>
                <a:ext cx="156" cy="384"/>
                <a:chOff x="2112" y="2016"/>
                <a:chExt cx="156" cy="384"/>
              </a:xfrm>
            </p:grpSpPr>
            <p:sp>
              <p:nvSpPr>
                <p:cNvPr id="995377" name="Oval 49"/>
                <p:cNvSpPr>
                  <a:spLocks noChangeArrowheads="1"/>
                </p:cNvSpPr>
                <p:nvPr/>
              </p:nvSpPr>
              <p:spPr bwMode="auto">
                <a:xfrm>
                  <a:off x="2112" y="2016"/>
                  <a:ext cx="145" cy="33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95378" name="Rectangle 50"/>
                <p:cNvSpPr>
                  <a:spLocks noChangeArrowheads="1"/>
                </p:cNvSpPr>
                <p:nvPr/>
              </p:nvSpPr>
              <p:spPr bwMode="auto">
                <a:xfrm>
                  <a:off x="2124" y="2160"/>
                  <a:ext cx="144" cy="2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995379" name="Oval 51"/>
              <p:cNvSpPr>
                <a:spLocks noChangeArrowheads="1"/>
              </p:cNvSpPr>
              <p:nvPr/>
            </p:nvSpPr>
            <p:spPr bwMode="auto">
              <a:xfrm>
                <a:off x="1824" y="2016"/>
                <a:ext cx="145" cy="33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5380" name="Rectangle 52"/>
              <p:cNvSpPr>
                <a:spLocks noChangeArrowheads="1"/>
              </p:cNvSpPr>
              <p:nvPr/>
            </p:nvSpPr>
            <p:spPr bwMode="auto">
              <a:xfrm>
                <a:off x="1818" y="2160"/>
                <a:ext cx="198" cy="2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95387" name="Text Box 59"/>
            <p:cNvSpPr txBox="1">
              <a:spLocks noChangeArrowheads="1"/>
            </p:cNvSpPr>
            <p:nvPr/>
          </p:nvSpPr>
          <p:spPr bwMode="auto">
            <a:xfrm>
              <a:off x="4136" y="1289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5388" name="Text Box 60"/>
            <p:cNvSpPr txBox="1">
              <a:spLocks noChangeArrowheads="1"/>
            </p:cNvSpPr>
            <p:nvPr/>
          </p:nvSpPr>
          <p:spPr bwMode="auto">
            <a:xfrm>
              <a:off x="4152" y="1729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_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5389" name="Text Box 61"/>
            <p:cNvSpPr txBox="1">
              <a:spLocks noChangeArrowheads="1"/>
            </p:cNvSpPr>
            <p:nvPr/>
          </p:nvSpPr>
          <p:spPr bwMode="auto">
            <a:xfrm>
              <a:off x="1416" y="1008"/>
              <a:ext cx="192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4400">
                  <a:effectLst/>
                </a:rPr>
                <a:t>.</a:t>
              </a:r>
            </a:p>
          </p:txBody>
        </p:sp>
        <p:sp>
          <p:nvSpPr>
            <p:cNvPr id="995390" name="Text Box 62"/>
            <p:cNvSpPr txBox="1">
              <a:spLocks noChangeArrowheads="1"/>
            </p:cNvSpPr>
            <p:nvPr/>
          </p:nvSpPr>
          <p:spPr bwMode="auto">
            <a:xfrm>
              <a:off x="1424" y="2680"/>
              <a:ext cx="288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4400">
                  <a:effectLst/>
                </a:rPr>
                <a:t>.</a:t>
              </a:r>
            </a:p>
          </p:txBody>
        </p:sp>
        <p:sp>
          <p:nvSpPr>
            <p:cNvPr id="995392" name="Text Box 64"/>
            <p:cNvSpPr txBox="1">
              <a:spLocks noChangeArrowheads="1"/>
            </p:cNvSpPr>
            <p:nvPr/>
          </p:nvSpPr>
          <p:spPr bwMode="auto">
            <a:xfrm>
              <a:off x="1408" y="1360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5393" name="Text Box 65"/>
            <p:cNvSpPr txBox="1">
              <a:spLocks noChangeArrowheads="1"/>
            </p:cNvSpPr>
            <p:nvPr/>
          </p:nvSpPr>
          <p:spPr bwMode="auto">
            <a:xfrm>
              <a:off x="1416" y="2600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_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5394" name="Rectangle 66"/>
            <p:cNvSpPr>
              <a:spLocks noChangeArrowheads="1"/>
            </p:cNvSpPr>
            <p:nvPr/>
          </p:nvSpPr>
          <p:spPr bwMode="auto">
            <a:xfrm>
              <a:off x="2000" y="1280"/>
              <a:ext cx="384" cy="1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5396" name="Text Box 68"/>
            <p:cNvSpPr txBox="1">
              <a:spLocks noChangeArrowheads="1"/>
            </p:cNvSpPr>
            <p:nvPr/>
          </p:nvSpPr>
          <p:spPr bwMode="auto">
            <a:xfrm>
              <a:off x="1736" y="1400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5397" name="Text Box 69"/>
            <p:cNvSpPr txBox="1">
              <a:spLocks noChangeArrowheads="1"/>
            </p:cNvSpPr>
            <p:nvPr/>
          </p:nvSpPr>
          <p:spPr bwMode="auto">
            <a:xfrm>
              <a:off x="2424" y="1304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_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pSp>
          <p:nvGrpSpPr>
            <p:cNvPr id="995400" name="Group 72"/>
            <p:cNvGrpSpPr/>
            <p:nvPr/>
          </p:nvGrpSpPr>
          <p:grpSpPr bwMode="auto">
            <a:xfrm>
              <a:off x="2999" y="1359"/>
              <a:ext cx="961" cy="800"/>
              <a:chOff x="2687" y="1887"/>
              <a:chExt cx="961" cy="800"/>
            </a:xfrm>
          </p:grpSpPr>
          <p:sp>
            <p:nvSpPr>
              <p:cNvPr id="995401" name="Line 73"/>
              <p:cNvSpPr>
                <a:spLocks noChangeShapeType="1"/>
              </p:cNvSpPr>
              <p:nvPr/>
            </p:nvSpPr>
            <p:spPr bwMode="auto">
              <a:xfrm rot="-5400000">
                <a:off x="3168" y="2207"/>
                <a:ext cx="0" cy="9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5402" name="Line 74"/>
              <p:cNvSpPr>
                <a:spLocks noChangeShapeType="1"/>
              </p:cNvSpPr>
              <p:nvPr/>
            </p:nvSpPr>
            <p:spPr bwMode="auto">
              <a:xfrm rot="-5400000">
                <a:off x="3167" y="1407"/>
                <a:ext cx="0" cy="9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5403" name="Line 75"/>
              <p:cNvSpPr>
                <a:spLocks noChangeShapeType="1"/>
              </p:cNvSpPr>
              <p:nvPr/>
            </p:nvSpPr>
            <p:spPr bwMode="auto">
              <a:xfrm rot="10800000">
                <a:off x="3641" y="1887"/>
                <a:ext cx="0" cy="8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95404" name="Group 76"/>
            <p:cNvGrpSpPr/>
            <p:nvPr/>
          </p:nvGrpSpPr>
          <p:grpSpPr bwMode="auto">
            <a:xfrm>
              <a:off x="3736" y="1641"/>
              <a:ext cx="432" cy="192"/>
              <a:chOff x="2496" y="2784"/>
              <a:chExt cx="432" cy="192"/>
            </a:xfrm>
          </p:grpSpPr>
          <p:sp>
            <p:nvSpPr>
              <p:cNvPr id="995405" name="Rectangle 77"/>
              <p:cNvSpPr>
                <a:spLocks noChangeArrowheads="1"/>
              </p:cNvSpPr>
              <p:nvPr/>
            </p:nvSpPr>
            <p:spPr bwMode="auto">
              <a:xfrm>
                <a:off x="2544" y="2832"/>
                <a:ext cx="336" cy="9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5406" name="Rectangle 78"/>
              <p:cNvSpPr>
                <a:spLocks noChangeArrowheads="1"/>
              </p:cNvSpPr>
              <p:nvPr/>
            </p:nvSpPr>
            <p:spPr bwMode="auto">
              <a:xfrm>
                <a:off x="2496" y="2784"/>
                <a:ext cx="96" cy="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5407" name="Rectangle 79"/>
              <p:cNvSpPr>
                <a:spLocks noChangeArrowheads="1"/>
              </p:cNvSpPr>
              <p:nvPr/>
            </p:nvSpPr>
            <p:spPr bwMode="auto">
              <a:xfrm>
                <a:off x="2832" y="2784"/>
                <a:ext cx="96" cy="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995410" name="Object 82"/>
            <p:cNvGraphicFramePr>
              <a:graphicFrameLocks noChangeAspect="1"/>
            </p:cNvGraphicFramePr>
            <p:nvPr/>
          </p:nvGraphicFramePr>
          <p:xfrm>
            <a:off x="2055" y="1392"/>
            <a:ext cx="351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7774" name="Equation" r:id="rId9" imgW="266700" imgH="279400" progId="Equation.DSMT4">
                    <p:embed/>
                  </p:oleObj>
                </mc:Choice>
                <mc:Fallback>
                  <p:oleObj name="Equation" r:id="rId9" imgW="266700" imgH="279400" progId="Equation.DSMT4">
                    <p:embed/>
                    <p:pic>
                      <p:nvPicPr>
                        <p:cNvPr id="0" name="图片 10977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5" y="1392"/>
                          <a:ext cx="351" cy="36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5411" name="Object 83"/>
            <p:cNvGraphicFramePr>
              <a:graphicFrameLocks noChangeAspect="1"/>
            </p:cNvGraphicFramePr>
            <p:nvPr/>
          </p:nvGraphicFramePr>
          <p:xfrm>
            <a:off x="4158" y="1518"/>
            <a:ext cx="351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7775" name="Equation" r:id="rId11" imgW="266700" imgH="279400" progId="Equation.DSMT4">
                    <p:embed/>
                  </p:oleObj>
                </mc:Choice>
                <mc:Fallback>
                  <p:oleObj name="Equation" r:id="rId11" imgW="266700" imgH="279400" progId="Equation.DSMT4">
                    <p:embed/>
                    <p:pic>
                      <p:nvPicPr>
                        <p:cNvPr id="0" name="图片 10977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8" y="1518"/>
                          <a:ext cx="351" cy="36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5412" name="Object 84"/>
            <p:cNvGraphicFramePr>
              <a:graphicFrameLocks noChangeAspect="1"/>
            </p:cNvGraphicFramePr>
            <p:nvPr/>
          </p:nvGraphicFramePr>
          <p:xfrm>
            <a:off x="1154" y="2078"/>
            <a:ext cx="719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7776" name="Equation" r:id="rId13" imgW="545465" imgH="203200" progId="Equation.DSMT4">
                    <p:embed/>
                  </p:oleObj>
                </mc:Choice>
                <mc:Fallback>
                  <p:oleObj name="Equation" r:id="rId13" imgW="545465" imgH="203200" progId="Equation.DSMT4">
                    <p:embed/>
                    <p:pic>
                      <p:nvPicPr>
                        <p:cNvPr id="0" name="图片 10977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4" y="2078"/>
                          <a:ext cx="719" cy="26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5413" name="Rectangle 85"/>
            <p:cNvSpPr>
              <a:spLocks noChangeArrowheads="1"/>
            </p:cNvSpPr>
            <p:nvPr/>
          </p:nvSpPr>
          <p:spPr bwMode="auto">
            <a:xfrm>
              <a:off x="1902" y="1002"/>
              <a:ext cx="768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600">
                  <a:effectLst/>
                  <a:ea typeface="宋体" panose="02010600030101010101" pitchFamily="2" charset="-122"/>
                </a:rPr>
                <a:t>600</a:t>
              </a:r>
              <a:r>
                <a:rPr kumimoji="1" lang="en-US" altLang="zh-CN" sz="260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Ω</a:t>
              </a:r>
            </a:p>
          </p:txBody>
        </p:sp>
        <p:grpSp>
          <p:nvGrpSpPr>
            <p:cNvPr id="995414" name="Group 86"/>
            <p:cNvGrpSpPr/>
            <p:nvPr/>
          </p:nvGrpSpPr>
          <p:grpSpPr bwMode="auto">
            <a:xfrm>
              <a:off x="3300" y="2022"/>
              <a:ext cx="450" cy="384"/>
              <a:chOff x="1818" y="2016"/>
              <a:chExt cx="450" cy="384"/>
            </a:xfrm>
          </p:grpSpPr>
          <p:grpSp>
            <p:nvGrpSpPr>
              <p:cNvPr id="995415" name="Group 87"/>
              <p:cNvGrpSpPr/>
              <p:nvPr/>
            </p:nvGrpSpPr>
            <p:grpSpPr bwMode="auto">
              <a:xfrm>
                <a:off x="2112" y="2016"/>
                <a:ext cx="156" cy="384"/>
                <a:chOff x="2112" y="2016"/>
                <a:chExt cx="156" cy="384"/>
              </a:xfrm>
            </p:grpSpPr>
            <p:sp>
              <p:nvSpPr>
                <p:cNvPr id="995416" name="Oval 88"/>
                <p:cNvSpPr>
                  <a:spLocks noChangeArrowheads="1"/>
                </p:cNvSpPr>
                <p:nvPr/>
              </p:nvSpPr>
              <p:spPr bwMode="auto">
                <a:xfrm>
                  <a:off x="2112" y="2016"/>
                  <a:ext cx="145" cy="33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95417" name="Rectangle 89"/>
                <p:cNvSpPr>
                  <a:spLocks noChangeArrowheads="1"/>
                </p:cNvSpPr>
                <p:nvPr/>
              </p:nvSpPr>
              <p:spPr bwMode="auto">
                <a:xfrm>
                  <a:off x="2124" y="2160"/>
                  <a:ext cx="144" cy="2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95418" name="Group 90"/>
              <p:cNvGrpSpPr/>
              <p:nvPr/>
            </p:nvGrpSpPr>
            <p:grpSpPr bwMode="auto">
              <a:xfrm>
                <a:off x="1968" y="2016"/>
                <a:ext cx="156" cy="384"/>
                <a:chOff x="2112" y="2016"/>
                <a:chExt cx="156" cy="384"/>
              </a:xfrm>
            </p:grpSpPr>
            <p:sp>
              <p:nvSpPr>
                <p:cNvPr id="995419" name="Oval 91"/>
                <p:cNvSpPr>
                  <a:spLocks noChangeArrowheads="1"/>
                </p:cNvSpPr>
                <p:nvPr/>
              </p:nvSpPr>
              <p:spPr bwMode="auto">
                <a:xfrm>
                  <a:off x="2112" y="2016"/>
                  <a:ext cx="145" cy="33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95420" name="Rectangle 92"/>
                <p:cNvSpPr>
                  <a:spLocks noChangeArrowheads="1"/>
                </p:cNvSpPr>
                <p:nvPr/>
              </p:nvSpPr>
              <p:spPr bwMode="auto">
                <a:xfrm>
                  <a:off x="2124" y="2160"/>
                  <a:ext cx="144" cy="2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995421" name="Oval 93"/>
              <p:cNvSpPr>
                <a:spLocks noChangeArrowheads="1"/>
              </p:cNvSpPr>
              <p:nvPr/>
            </p:nvSpPr>
            <p:spPr bwMode="auto">
              <a:xfrm>
                <a:off x="1824" y="2016"/>
                <a:ext cx="145" cy="33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5422" name="Rectangle 94"/>
              <p:cNvSpPr>
                <a:spLocks noChangeArrowheads="1"/>
              </p:cNvSpPr>
              <p:nvPr/>
            </p:nvSpPr>
            <p:spPr bwMode="auto">
              <a:xfrm>
                <a:off x="1818" y="2160"/>
                <a:ext cx="198" cy="2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95423" name="Rectangle 95"/>
            <p:cNvSpPr>
              <a:spLocks noChangeArrowheads="1"/>
            </p:cNvSpPr>
            <p:nvPr/>
          </p:nvSpPr>
          <p:spPr bwMode="auto">
            <a:xfrm>
              <a:off x="2340" y="1716"/>
              <a:ext cx="768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600">
                  <a:effectLst/>
                  <a:ea typeface="宋体" panose="02010600030101010101" pitchFamily="2" charset="-122"/>
                </a:rPr>
                <a:t>j300</a:t>
              </a:r>
              <a:r>
                <a:rPr kumimoji="1" lang="en-US" altLang="zh-CN" sz="260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Ω</a:t>
              </a:r>
            </a:p>
          </p:txBody>
        </p:sp>
        <p:sp>
          <p:nvSpPr>
            <p:cNvPr id="995424" name="Rectangle 96"/>
            <p:cNvSpPr>
              <a:spLocks noChangeArrowheads="1"/>
            </p:cNvSpPr>
            <p:nvPr/>
          </p:nvSpPr>
          <p:spPr bwMode="auto">
            <a:xfrm>
              <a:off x="3210" y="2154"/>
              <a:ext cx="768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600">
                  <a:effectLst/>
                  <a:ea typeface="宋体" panose="02010600030101010101" pitchFamily="2" charset="-122"/>
                </a:rPr>
                <a:t>j100</a:t>
              </a:r>
              <a:r>
                <a:rPr kumimoji="1" lang="en-US" altLang="zh-CN" sz="260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Ω</a:t>
              </a:r>
            </a:p>
          </p:txBody>
        </p:sp>
        <p:sp>
          <p:nvSpPr>
            <p:cNvPr id="995425" name="Rectangle 97"/>
            <p:cNvSpPr>
              <a:spLocks noChangeArrowheads="1"/>
            </p:cNvSpPr>
            <p:nvPr/>
          </p:nvSpPr>
          <p:spPr bwMode="auto">
            <a:xfrm>
              <a:off x="3126" y="1578"/>
              <a:ext cx="960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600">
                  <a:effectLst/>
                  <a:ea typeface="宋体" panose="02010600030101010101" pitchFamily="2" charset="-122"/>
                </a:rPr>
                <a:t>-j400</a:t>
              </a:r>
              <a:r>
                <a:rPr kumimoji="1" lang="en-US" altLang="zh-CN" sz="260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Ω</a:t>
              </a:r>
            </a:p>
          </p:txBody>
        </p:sp>
        <p:sp>
          <p:nvSpPr>
            <p:cNvPr id="995426" name="Rectangle 98"/>
            <p:cNvSpPr>
              <a:spLocks noChangeArrowheads="1"/>
            </p:cNvSpPr>
            <p:nvPr/>
          </p:nvSpPr>
          <p:spPr bwMode="auto">
            <a:xfrm>
              <a:off x="2346" y="2556"/>
              <a:ext cx="768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600">
                  <a:effectLst/>
                  <a:ea typeface="宋体" panose="02010600030101010101" pitchFamily="2" charset="-122"/>
                </a:rPr>
                <a:t>j300</a:t>
              </a:r>
              <a:r>
                <a:rPr kumimoji="1" lang="en-US" altLang="zh-CN" sz="260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Ω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95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3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95250"/>
            <a:ext cx="2514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附加题</a:t>
            </a:r>
          </a:p>
        </p:txBody>
      </p:sp>
      <p:graphicFrame>
        <p:nvGraphicFramePr>
          <p:cNvPr id="997379" name="Object 3"/>
          <p:cNvGraphicFramePr>
            <a:graphicFrameLocks noChangeAspect="1"/>
          </p:cNvGraphicFramePr>
          <p:nvPr/>
        </p:nvGraphicFramePr>
        <p:xfrm>
          <a:off x="1905000" y="4800600"/>
          <a:ext cx="5335588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804" name="Equation" r:id="rId4" imgW="2540000" imgH="304800" progId="Equation.DSMT4">
                  <p:embed/>
                </p:oleObj>
              </mc:Choice>
              <mc:Fallback>
                <p:oleObj name="Equation" r:id="rId4" imgW="2540000" imgH="304800" progId="Equation.DSMT4">
                  <p:embed/>
                  <p:pic>
                    <p:nvPicPr>
                      <p:cNvPr id="0" name="图片 10987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800600"/>
                        <a:ext cx="5335588" cy="6397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97380" name="Group 4"/>
          <p:cNvGrpSpPr/>
          <p:nvPr/>
        </p:nvGrpSpPr>
        <p:grpSpPr bwMode="auto">
          <a:xfrm>
            <a:off x="457200" y="533400"/>
            <a:ext cx="4648200" cy="781050"/>
            <a:chOff x="288" y="480"/>
            <a:chExt cx="2928" cy="492"/>
          </a:xfrm>
        </p:grpSpPr>
        <p:sp>
          <p:nvSpPr>
            <p:cNvPr id="997381" name="Text Box 5"/>
            <p:cNvSpPr txBox="1">
              <a:spLocks noChangeArrowheads="1"/>
            </p:cNvSpPr>
            <p:nvPr/>
          </p:nvSpPr>
          <p:spPr bwMode="auto">
            <a:xfrm>
              <a:off x="288" y="480"/>
              <a:ext cx="2928" cy="4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60000"/>
                </a:lnSpc>
                <a:buFontTx/>
                <a:buBlip>
                  <a:blip r:embed="rId6"/>
                </a:buBlip>
              </a:pP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anose="02010609030101010101" pitchFamily="49" charset="-122"/>
                </a:rPr>
                <a:t> </a:t>
              </a:r>
              <a:r>
                <a:rPr lang="en-US" altLang="zh-CN" sz="2800">
                  <a:solidFill>
                    <a:srgbClr val="00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  <a:r>
                <a:rPr lang="zh-CN" altLang="en-US" sz="2600">
                  <a:solidFill>
                    <a:srgbClr val="00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：                        </a:t>
              </a:r>
              <a:r>
                <a:rPr lang="zh-CN" altLang="en-US" sz="26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单独作用：</a:t>
              </a:r>
            </a:p>
          </p:txBody>
        </p:sp>
        <p:graphicFrame>
          <p:nvGraphicFramePr>
            <p:cNvPr id="997382" name="Object 6"/>
            <p:cNvGraphicFramePr>
              <a:graphicFrameLocks noChangeAspect="1"/>
            </p:cNvGraphicFramePr>
            <p:nvPr/>
          </p:nvGraphicFramePr>
          <p:xfrm>
            <a:off x="924" y="624"/>
            <a:ext cx="1210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8805" name="Equation" r:id="rId7" imgW="913765" imgH="215900" progId="Equation.DSMT4">
                    <p:embed/>
                  </p:oleObj>
                </mc:Choice>
                <mc:Fallback>
                  <p:oleObj name="Equation" r:id="rId7" imgW="913765" imgH="215900" progId="Equation.DSMT4">
                    <p:embed/>
                    <p:pic>
                      <p:nvPicPr>
                        <p:cNvPr id="0" name="图片 10987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4" y="624"/>
                          <a:ext cx="1210" cy="28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97440" name="Group 64"/>
          <p:cNvGrpSpPr/>
          <p:nvPr/>
        </p:nvGrpSpPr>
        <p:grpSpPr bwMode="auto">
          <a:xfrm>
            <a:off x="1828800" y="1219200"/>
            <a:ext cx="5302250" cy="3425825"/>
            <a:chOff x="1194" y="1008"/>
            <a:chExt cx="3340" cy="2158"/>
          </a:xfrm>
        </p:grpSpPr>
        <p:grpSp>
          <p:nvGrpSpPr>
            <p:cNvPr id="997384" name="Group 8"/>
            <p:cNvGrpSpPr/>
            <p:nvPr/>
          </p:nvGrpSpPr>
          <p:grpSpPr bwMode="auto">
            <a:xfrm>
              <a:off x="1518" y="1358"/>
              <a:ext cx="1488" cy="1680"/>
              <a:chOff x="2400" y="1680"/>
              <a:chExt cx="1008" cy="1440"/>
            </a:xfrm>
          </p:grpSpPr>
          <p:sp>
            <p:nvSpPr>
              <p:cNvPr id="997385" name="Line 9"/>
              <p:cNvSpPr>
                <a:spLocks noChangeShapeType="1"/>
              </p:cNvSpPr>
              <p:nvPr/>
            </p:nvSpPr>
            <p:spPr bwMode="auto">
              <a:xfrm>
                <a:off x="3408" y="1680"/>
                <a:ext cx="0" cy="144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7386" name="Line 10"/>
              <p:cNvSpPr>
                <a:spLocks noChangeShapeType="1"/>
              </p:cNvSpPr>
              <p:nvPr/>
            </p:nvSpPr>
            <p:spPr bwMode="auto">
              <a:xfrm rot="16200000">
                <a:off x="2902" y="1181"/>
                <a:ext cx="2" cy="100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7387" name="Line 11"/>
              <p:cNvSpPr>
                <a:spLocks noChangeShapeType="1"/>
              </p:cNvSpPr>
              <p:nvPr/>
            </p:nvSpPr>
            <p:spPr bwMode="auto">
              <a:xfrm rot="16200000">
                <a:off x="2905" y="2613"/>
                <a:ext cx="2" cy="100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97388" name="Group 12"/>
            <p:cNvGrpSpPr/>
            <p:nvPr/>
          </p:nvGrpSpPr>
          <p:grpSpPr bwMode="auto">
            <a:xfrm rot="-16200000">
              <a:off x="2725" y="1607"/>
              <a:ext cx="450" cy="384"/>
              <a:chOff x="1818" y="2016"/>
              <a:chExt cx="450" cy="384"/>
            </a:xfrm>
          </p:grpSpPr>
          <p:grpSp>
            <p:nvGrpSpPr>
              <p:cNvPr id="997389" name="Group 13"/>
              <p:cNvGrpSpPr/>
              <p:nvPr/>
            </p:nvGrpSpPr>
            <p:grpSpPr bwMode="auto">
              <a:xfrm>
                <a:off x="2112" y="2016"/>
                <a:ext cx="156" cy="384"/>
                <a:chOff x="2112" y="2016"/>
                <a:chExt cx="156" cy="384"/>
              </a:xfrm>
            </p:grpSpPr>
            <p:sp>
              <p:nvSpPr>
                <p:cNvPr id="997390" name="Oval 14"/>
                <p:cNvSpPr>
                  <a:spLocks noChangeArrowheads="1"/>
                </p:cNvSpPr>
                <p:nvPr/>
              </p:nvSpPr>
              <p:spPr bwMode="auto">
                <a:xfrm>
                  <a:off x="2112" y="2016"/>
                  <a:ext cx="145" cy="33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97391" name="Rectangle 15"/>
                <p:cNvSpPr>
                  <a:spLocks noChangeArrowheads="1"/>
                </p:cNvSpPr>
                <p:nvPr/>
              </p:nvSpPr>
              <p:spPr bwMode="auto">
                <a:xfrm>
                  <a:off x="2124" y="2160"/>
                  <a:ext cx="144" cy="2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97392" name="Group 16"/>
              <p:cNvGrpSpPr/>
              <p:nvPr/>
            </p:nvGrpSpPr>
            <p:grpSpPr bwMode="auto">
              <a:xfrm>
                <a:off x="1968" y="2016"/>
                <a:ext cx="156" cy="384"/>
                <a:chOff x="2112" y="2016"/>
                <a:chExt cx="156" cy="384"/>
              </a:xfrm>
            </p:grpSpPr>
            <p:sp>
              <p:nvSpPr>
                <p:cNvPr id="997393" name="Oval 17"/>
                <p:cNvSpPr>
                  <a:spLocks noChangeArrowheads="1"/>
                </p:cNvSpPr>
                <p:nvPr/>
              </p:nvSpPr>
              <p:spPr bwMode="auto">
                <a:xfrm>
                  <a:off x="2112" y="2016"/>
                  <a:ext cx="145" cy="33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97394" name="Rectangle 18"/>
                <p:cNvSpPr>
                  <a:spLocks noChangeArrowheads="1"/>
                </p:cNvSpPr>
                <p:nvPr/>
              </p:nvSpPr>
              <p:spPr bwMode="auto">
                <a:xfrm>
                  <a:off x="2124" y="2160"/>
                  <a:ext cx="144" cy="2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997395" name="Oval 19"/>
              <p:cNvSpPr>
                <a:spLocks noChangeArrowheads="1"/>
              </p:cNvSpPr>
              <p:nvPr/>
            </p:nvSpPr>
            <p:spPr bwMode="auto">
              <a:xfrm>
                <a:off x="1824" y="2016"/>
                <a:ext cx="145" cy="33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7396" name="Rectangle 20"/>
              <p:cNvSpPr>
                <a:spLocks noChangeArrowheads="1"/>
              </p:cNvSpPr>
              <p:nvPr/>
            </p:nvSpPr>
            <p:spPr bwMode="auto">
              <a:xfrm>
                <a:off x="1818" y="2160"/>
                <a:ext cx="198" cy="2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97397" name="Group 21"/>
            <p:cNvGrpSpPr/>
            <p:nvPr/>
          </p:nvGrpSpPr>
          <p:grpSpPr bwMode="auto">
            <a:xfrm rot="-16200000">
              <a:off x="2725" y="2523"/>
              <a:ext cx="450" cy="384"/>
              <a:chOff x="1818" y="2016"/>
              <a:chExt cx="450" cy="384"/>
            </a:xfrm>
          </p:grpSpPr>
          <p:grpSp>
            <p:nvGrpSpPr>
              <p:cNvPr id="997398" name="Group 22"/>
              <p:cNvGrpSpPr/>
              <p:nvPr/>
            </p:nvGrpSpPr>
            <p:grpSpPr bwMode="auto">
              <a:xfrm>
                <a:off x="2112" y="2016"/>
                <a:ext cx="156" cy="384"/>
                <a:chOff x="2112" y="2016"/>
                <a:chExt cx="156" cy="384"/>
              </a:xfrm>
            </p:grpSpPr>
            <p:sp>
              <p:nvSpPr>
                <p:cNvPr id="997399" name="Oval 23"/>
                <p:cNvSpPr>
                  <a:spLocks noChangeArrowheads="1"/>
                </p:cNvSpPr>
                <p:nvPr/>
              </p:nvSpPr>
              <p:spPr bwMode="auto">
                <a:xfrm>
                  <a:off x="2112" y="2016"/>
                  <a:ext cx="145" cy="33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97400" name="Rectangle 24"/>
                <p:cNvSpPr>
                  <a:spLocks noChangeArrowheads="1"/>
                </p:cNvSpPr>
                <p:nvPr/>
              </p:nvSpPr>
              <p:spPr bwMode="auto">
                <a:xfrm>
                  <a:off x="2124" y="2160"/>
                  <a:ext cx="144" cy="2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97401" name="Group 25"/>
              <p:cNvGrpSpPr/>
              <p:nvPr/>
            </p:nvGrpSpPr>
            <p:grpSpPr bwMode="auto">
              <a:xfrm>
                <a:off x="1968" y="2016"/>
                <a:ext cx="156" cy="384"/>
                <a:chOff x="2112" y="2016"/>
                <a:chExt cx="156" cy="384"/>
              </a:xfrm>
            </p:grpSpPr>
            <p:sp>
              <p:nvSpPr>
                <p:cNvPr id="997402" name="Oval 26"/>
                <p:cNvSpPr>
                  <a:spLocks noChangeArrowheads="1"/>
                </p:cNvSpPr>
                <p:nvPr/>
              </p:nvSpPr>
              <p:spPr bwMode="auto">
                <a:xfrm>
                  <a:off x="2112" y="2016"/>
                  <a:ext cx="145" cy="33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97403" name="Rectangle 27"/>
                <p:cNvSpPr>
                  <a:spLocks noChangeArrowheads="1"/>
                </p:cNvSpPr>
                <p:nvPr/>
              </p:nvSpPr>
              <p:spPr bwMode="auto">
                <a:xfrm>
                  <a:off x="2124" y="2160"/>
                  <a:ext cx="144" cy="2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997404" name="Oval 28"/>
              <p:cNvSpPr>
                <a:spLocks noChangeArrowheads="1"/>
              </p:cNvSpPr>
              <p:nvPr/>
            </p:nvSpPr>
            <p:spPr bwMode="auto">
              <a:xfrm>
                <a:off x="1824" y="2016"/>
                <a:ext cx="145" cy="33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7405" name="Rectangle 29"/>
              <p:cNvSpPr>
                <a:spLocks noChangeArrowheads="1"/>
              </p:cNvSpPr>
              <p:nvPr/>
            </p:nvSpPr>
            <p:spPr bwMode="auto">
              <a:xfrm>
                <a:off x="1818" y="2160"/>
                <a:ext cx="198" cy="2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97406" name="Text Box 30"/>
            <p:cNvSpPr txBox="1">
              <a:spLocks noChangeArrowheads="1"/>
            </p:cNvSpPr>
            <p:nvPr/>
          </p:nvSpPr>
          <p:spPr bwMode="auto">
            <a:xfrm>
              <a:off x="4134" y="1295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7407" name="Text Box 31"/>
            <p:cNvSpPr txBox="1">
              <a:spLocks noChangeArrowheads="1"/>
            </p:cNvSpPr>
            <p:nvPr/>
          </p:nvSpPr>
          <p:spPr bwMode="auto">
            <a:xfrm>
              <a:off x="4150" y="1735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_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7408" name="Text Box 32"/>
            <p:cNvSpPr txBox="1">
              <a:spLocks noChangeArrowheads="1"/>
            </p:cNvSpPr>
            <p:nvPr/>
          </p:nvSpPr>
          <p:spPr bwMode="auto">
            <a:xfrm>
              <a:off x="1414" y="1014"/>
              <a:ext cx="192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4400">
                  <a:effectLst/>
                </a:rPr>
                <a:t>.</a:t>
              </a:r>
            </a:p>
          </p:txBody>
        </p:sp>
        <p:sp>
          <p:nvSpPr>
            <p:cNvPr id="997409" name="Text Box 33"/>
            <p:cNvSpPr txBox="1">
              <a:spLocks noChangeArrowheads="1"/>
            </p:cNvSpPr>
            <p:nvPr/>
          </p:nvSpPr>
          <p:spPr bwMode="auto">
            <a:xfrm>
              <a:off x="1422" y="2686"/>
              <a:ext cx="288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4400">
                  <a:effectLst/>
                </a:rPr>
                <a:t>.</a:t>
              </a:r>
            </a:p>
          </p:txBody>
        </p:sp>
        <p:sp>
          <p:nvSpPr>
            <p:cNvPr id="997410" name="Text Box 34"/>
            <p:cNvSpPr txBox="1">
              <a:spLocks noChangeArrowheads="1"/>
            </p:cNvSpPr>
            <p:nvPr/>
          </p:nvSpPr>
          <p:spPr bwMode="auto">
            <a:xfrm>
              <a:off x="1406" y="1366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7411" name="Text Box 35"/>
            <p:cNvSpPr txBox="1">
              <a:spLocks noChangeArrowheads="1"/>
            </p:cNvSpPr>
            <p:nvPr/>
          </p:nvSpPr>
          <p:spPr bwMode="auto">
            <a:xfrm>
              <a:off x="1414" y="2606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_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7412" name="Rectangle 36"/>
            <p:cNvSpPr>
              <a:spLocks noChangeArrowheads="1"/>
            </p:cNvSpPr>
            <p:nvPr/>
          </p:nvSpPr>
          <p:spPr bwMode="auto">
            <a:xfrm>
              <a:off x="1998" y="1286"/>
              <a:ext cx="384" cy="1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7413" name="Text Box 37"/>
            <p:cNvSpPr txBox="1">
              <a:spLocks noChangeArrowheads="1"/>
            </p:cNvSpPr>
            <p:nvPr/>
          </p:nvSpPr>
          <p:spPr bwMode="auto">
            <a:xfrm>
              <a:off x="1734" y="1406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7414" name="Text Box 38"/>
            <p:cNvSpPr txBox="1">
              <a:spLocks noChangeArrowheads="1"/>
            </p:cNvSpPr>
            <p:nvPr/>
          </p:nvSpPr>
          <p:spPr bwMode="auto">
            <a:xfrm>
              <a:off x="2422" y="1310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_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pSp>
          <p:nvGrpSpPr>
            <p:cNvPr id="997415" name="Group 39"/>
            <p:cNvGrpSpPr/>
            <p:nvPr/>
          </p:nvGrpSpPr>
          <p:grpSpPr bwMode="auto">
            <a:xfrm>
              <a:off x="2997" y="1365"/>
              <a:ext cx="961" cy="800"/>
              <a:chOff x="2687" y="1887"/>
              <a:chExt cx="961" cy="800"/>
            </a:xfrm>
          </p:grpSpPr>
          <p:sp>
            <p:nvSpPr>
              <p:cNvPr id="997416" name="Line 40"/>
              <p:cNvSpPr>
                <a:spLocks noChangeShapeType="1"/>
              </p:cNvSpPr>
              <p:nvPr/>
            </p:nvSpPr>
            <p:spPr bwMode="auto">
              <a:xfrm rot="-5400000">
                <a:off x="3168" y="2207"/>
                <a:ext cx="0" cy="9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7417" name="Line 41"/>
              <p:cNvSpPr>
                <a:spLocks noChangeShapeType="1"/>
              </p:cNvSpPr>
              <p:nvPr/>
            </p:nvSpPr>
            <p:spPr bwMode="auto">
              <a:xfrm rot="-5400000">
                <a:off x="3167" y="1407"/>
                <a:ext cx="0" cy="9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7418" name="Line 42"/>
              <p:cNvSpPr>
                <a:spLocks noChangeShapeType="1"/>
              </p:cNvSpPr>
              <p:nvPr/>
            </p:nvSpPr>
            <p:spPr bwMode="auto">
              <a:xfrm rot="10800000">
                <a:off x="3641" y="1887"/>
                <a:ext cx="0" cy="8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97419" name="Group 43"/>
            <p:cNvGrpSpPr/>
            <p:nvPr/>
          </p:nvGrpSpPr>
          <p:grpSpPr bwMode="auto">
            <a:xfrm>
              <a:off x="3734" y="1647"/>
              <a:ext cx="432" cy="192"/>
              <a:chOff x="2496" y="2784"/>
              <a:chExt cx="432" cy="192"/>
            </a:xfrm>
          </p:grpSpPr>
          <p:sp>
            <p:nvSpPr>
              <p:cNvPr id="997420" name="Rectangle 44"/>
              <p:cNvSpPr>
                <a:spLocks noChangeArrowheads="1"/>
              </p:cNvSpPr>
              <p:nvPr/>
            </p:nvSpPr>
            <p:spPr bwMode="auto">
              <a:xfrm>
                <a:off x="2544" y="2832"/>
                <a:ext cx="336" cy="9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7421" name="Rectangle 45"/>
              <p:cNvSpPr>
                <a:spLocks noChangeArrowheads="1"/>
              </p:cNvSpPr>
              <p:nvPr/>
            </p:nvSpPr>
            <p:spPr bwMode="auto">
              <a:xfrm>
                <a:off x="2496" y="2784"/>
                <a:ext cx="96" cy="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7422" name="Rectangle 46"/>
              <p:cNvSpPr>
                <a:spLocks noChangeArrowheads="1"/>
              </p:cNvSpPr>
              <p:nvPr/>
            </p:nvSpPr>
            <p:spPr bwMode="auto">
              <a:xfrm>
                <a:off x="2832" y="2784"/>
                <a:ext cx="96" cy="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997423" name="Object 47"/>
            <p:cNvGraphicFramePr>
              <a:graphicFrameLocks noChangeAspect="1"/>
            </p:cNvGraphicFramePr>
            <p:nvPr/>
          </p:nvGraphicFramePr>
          <p:xfrm>
            <a:off x="2045" y="1398"/>
            <a:ext cx="367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8806" name="Equation" r:id="rId9" imgW="279400" imgH="279400" progId="Equation.DSMT4">
                    <p:embed/>
                  </p:oleObj>
                </mc:Choice>
                <mc:Fallback>
                  <p:oleObj name="Equation" r:id="rId9" imgW="279400" imgH="279400" progId="Equation.DSMT4">
                    <p:embed/>
                    <p:pic>
                      <p:nvPicPr>
                        <p:cNvPr id="0" name="图片 10987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5" y="1398"/>
                          <a:ext cx="367" cy="36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7424" name="Object 48"/>
            <p:cNvGraphicFramePr>
              <a:graphicFrameLocks noChangeAspect="1"/>
            </p:cNvGraphicFramePr>
            <p:nvPr/>
          </p:nvGraphicFramePr>
          <p:xfrm>
            <a:off x="4148" y="1524"/>
            <a:ext cx="368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8807" name="Equation" r:id="rId11" imgW="279400" imgH="279400" progId="Equation.DSMT4">
                    <p:embed/>
                  </p:oleObj>
                </mc:Choice>
                <mc:Fallback>
                  <p:oleObj name="Equation" r:id="rId11" imgW="279400" imgH="279400" progId="Equation.DSMT4">
                    <p:embed/>
                    <p:pic>
                      <p:nvPicPr>
                        <p:cNvPr id="0" name="图片 10987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8" y="1524"/>
                          <a:ext cx="368" cy="36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7425" name="Object 49"/>
            <p:cNvGraphicFramePr>
              <a:graphicFrameLocks noChangeAspect="1"/>
            </p:cNvGraphicFramePr>
            <p:nvPr/>
          </p:nvGraphicFramePr>
          <p:xfrm>
            <a:off x="1194" y="2084"/>
            <a:ext cx="635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8808" name="Equation" r:id="rId13" imgW="482600" imgH="203200" progId="Equation.DSMT4">
                    <p:embed/>
                  </p:oleObj>
                </mc:Choice>
                <mc:Fallback>
                  <p:oleObj name="Equation" r:id="rId13" imgW="482600" imgH="203200" progId="Equation.DSMT4">
                    <p:embed/>
                    <p:pic>
                      <p:nvPicPr>
                        <p:cNvPr id="0" name="图片 109879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4" y="2084"/>
                          <a:ext cx="635" cy="26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7426" name="Rectangle 50"/>
            <p:cNvSpPr>
              <a:spLocks noChangeArrowheads="1"/>
            </p:cNvSpPr>
            <p:nvPr/>
          </p:nvSpPr>
          <p:spPr bwMode="auto">
            <a:xfrm>
              <a:off x="1900" y="1008"/>
              <a:ext cx="768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600">
                  <a:effectLst/>
                  <a:ea typeface="宋体" panose="02010600030101010101" pitchFamily="2" charset="-122"/>
                </a:rPr>
                <a:t>600</a:t>
              </a:r>
              <a:r>
                <a:rPr kumimoji="1" lang="en-US" altLang="zh-CN" sz="260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Ω</a:t>
              </a:r>
            </a:p>
          </p:txBody>
        </p:sp>
        <p:grpSp>
          <p:nvGrpSpPr>
            <p:cNvPr id="997427" name="Group 51"/>
            <p:cNvGrpSpPr/>
            <p:nvPr/>
          </p:nvGrpSpPr>
          <p:grpSpPr bwMode="auto">
            <a:xfrm>
              <a:off x="3298" y="2028"/>
              <a:ext cx="450" cy="384"/>
              <a:chOff x="1818" y="2016"/>
              <a:chExt cx="450" cy="384"/>
            </a:xfrm>
          </p:grpSpPr>
          <p:grpSp>
            <p:nvGrpSpPr>
              <p:cNvPr id="997428" name="Group 52"/>
              <p:cNvGrpSpPr/>
              <p:nvPr/>
            </p:nvGrpSpPr>
            <p:grpSpPr bwMode="auto">
              <a:xfrm>
                <a:off x="2112" y="2016"/>
                <a:ext cx="156" cy="384"/>
                <a:chOff x="2112" y="2016"/>
                <a:chExt cx="156" cy="384"/>
              </a:xfrm>
            </p:grpSpPr>
            <p:sp>
              <p:nvSpPr>
                <p:cNvPr id="997429" name="Oval 53"/>
                <p:cNvSpPr>
                  <a:spLocks noChangeArrowheads="1"/>
                </p:cNvSpPr>
                <p:nvPr/>
              </p:nvSpPr>
              <p:spPr bwMode="auto">
                <a:xfrm>
                  <a:off x="2112" y="2016"/>
                  <a:ext cx="145" cy="33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97430" name="Rectangle 54"/>
                <p:cNvSpPr>
                  <a:spLocks noChangeArrowheads="1"/>
                </p:cNvSpPr>
                <p:nvPr/>
              </p:nvSpPr>
              <p:spPr bwMode="auto">
                <a:xfrm>
                  <a:off x="2124" y="2160"/>
                  <a:ext cx="144" cy="2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97431" name="Group 55"/>
              <p:cNvGrpSpPr/>
              <p:nvPr/>
            </p:nvGrpSpPr>
            <p:grpSpPr bwMode="auto">
              <a:xfrm>
                <a:off x="1968" y="2016"/>
                <a:ext cx="156" cy="384"/>
                <a:chOff x="2112" y="2016"/>
                <a:chExt cx="156" cy="384"/>
              </a:xfrm>
            </p:grpSpPr>
            <p:sp>
              <p:nvSpPr>
                <p:cNvPr id="997432" name="Oval 56"/>
                <p:cNvSpPr>
                  <a:spLocks noChangeArrowheads="1"/>
                </p:cNvSpPr>
                <p:nvPr/>
              </p:nvSpPr>
              <p:spPr bwMode="auto">
                <a:xfrm>
                  <a:off x="2112" y="2016"/>
                  <a:ext cx="145" cy="33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97433" name="Rectangle 57"/>
                <p:cNvSpPr>
                  <a:spLocks noChangeArrowheads="1"/>
                </p:cNvSpPr>
                <p:nvPr/>
              </p:nvSpPr>
              <p:spPr bwMode="auto">
                <a:xfrm>
                  <a:off x="2124" y="2160"/>
                  <a:ext cx="144" cy="2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997434" name="Oval 58"/>
              <p:cNvSpPr>
                <a:spLocks noChangeArrowheads="1"/>
              </p:cNvSpPr>
              <p:nvPr/>
            </p:nvSpPr>
            <p:spPr bwMode="auto">
              <a:xfrm>
                <a:off x="1824" y="2016"/>
                <a:ext cx="145" cy="33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7435" name="Rectangle 59"/>
              <p:cNvSpPr>
                <a:spLocks noChangeArrowheads="1"/>
              </p:cNvSpPr>
              <p:nvPr/>
            </p:nvSpPr>
            <p:spPr bwMode="auto">
              <a:xfrm>
                <a:off x="1818" y="2160"/>
                <a:ext cx="198" cy="2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97436" name="Rectangle 60"/>
            <p:cNvSpPr>
              <a:spLocks noChangeArrowheads="1"/>
            </p:cNvSpPr>
            <p:nvPr/>
          </p:nvSpPr>
          <p:spPr bwMode="auto">
            <a:xfrm>
              <a:off x="2338" y="1722"/>
              <a:ext cx="768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600">
                  <a:effectLst/>
                  <a:ea typeface="宋体" panose="02010600030101010101" pitchFamily="2" charset="-122"/>
                </a:rPr>
                <a:t>j600</a:t>
              </a:r>
              <a:r>
                <a:rPr kumimoji="1" lang="en-US" altLang="zh-CN" sz="260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Ω</a:t>
              </a:r>
            </a:p>
          </p:txBody>
        </p:sp>
        <p:sp>
          <p:nvSpPr>
            <p:cNvPr id="997437" name="Rectangle 61"/>
            <p:cNvSpPr>
              <a:spLocks noChangeArrowheads="1"/>
            </p:cNvSpPr>
            <p:nvPr/>
          </p:nvSpPr>
          <p:spPr bwMode="auto">
            <a:xfrm>
              <a:off x="3208" y="2160"/>
              <a:ext cx="768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600">
                  <a:effectLst/>
                  <a:ea typeface="宋体" panose="02010600030101010101" pitchFamily="2" charset="-122"/>
                </a:rPr>
                <a:t>j200</a:t>
              </a:r>
              <a:r>
                <a:rPr kumimoji="1" lang="en-US" altLang="zh-CN" sz="260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Ω</a:t>
              </a:r>
            </a:p>
          </p:txBody>
        </p:sp>
        <p:sp>
          <p:nvSpPr>
            <p:cNvPr id="997438" name="Rectangle 62"/>
            <p:cNvSpPr>
              <a:spLocks noChangeArrowheads="1"/>
            </p:cNvSpPr>
            <p:nvPr/>
          </p:nvSpPr>
          <p:spPr bwMode="auto">
            <a:xfrm>
              <a:off x="3124" y="1584"/>
              <a:ext cx="960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600">
                  <a:effectLst/>
                  <a:ea typeface="宋体" panose="02010600030101010101" pitchFamily="2" charset="-122"/>
                </a:rPr>
                <a:t>-j200</a:t>
              </a:r>
              <a:r>
                <a:rPr kumimoji="1" lang="en-US" altLang="zh-CN" sz="260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Ω</a:t>
              </a:r>
            </a:p>
          </p:txBody>
        </p:sp>
        <p:sp>
          <p:nvSpPr>
            <p:cNvPr id="997439" name="Rectangle 63"/>
            <p:cNvSpPr>
              <a:spLocks noChangeArrowheads="1"/>
            </p:cNvSpPr>
            <p:nvPr/>
          </p:nvSpPr>
          <p:spPr bwMode="auto">
            <a:xfrm>
              <a:off x="2344" y="2562"/>
              <a:ext cx="768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600">
                  <a:effectLst/>
                  <a:ea typeface="宋体" panose="02010600030101010101" pitchFamily="2" charset="-122"/>
                </a:rPr>
                <a:t>j600</a:t>
              </a:r>
              <a:r>
                <a:rPr kumimoji="1" lang="en-US" altLang="zh-CN" sz="260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Ω</a:t>
              </a:r>
            </a:p>
          </p:txBody>
        </p:sp>
      </p:grpSp>
      <p:graphicFrame>
        <p:nvGraphicFramePr>
          <p:cNvPr id="997441" name="Object 65"/>
          <p:cNvGraphicFramePr>
            <a:graphicFrameLocks noChangeAspect="1"/>
          </p:cNvGraphicFramePr>
          <p:nvPr/>
        </p:nvGraphicFramePr>
        <p:xfrm>
          <a:off x="2971800" y="5715000"/>
          <a:ext cx="3068638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809" name="Equation" r:id="rId15" imgW="1460500" imgH="228600" progId="Equation.DSMT4">
                  <p:embed/>
                </p:oleObj>
              </mc:Choice>
              <mc:Fallback>
                <p:oleObj name="Equation" r:id="rId15" imgW="1460500" imgH="228600" progId="Equation.DSMT4">
                  <p:embed/>
                  <p:pic>
                    <p:nvPicPr>
                      <p:cNvPr id="0" name="图片 10987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5715000"/>
                        <a:ext cx="3068638" cy="4794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97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97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295400" y="1524000"/>
            <a:ext cx="6158230" cy="2984500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152400" y="838200"/>
            <a:ext cx="8964295" cy="4914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zh-CN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二端口网络如图所示，求短路导纳矩阵</a:t>
            </a:r>
            <a:r>
              <a:rPr lang="en-US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Y</a:t>
            </a:r>
            <a:r>
              <a:rPr lang="zh-CN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和开路阻抗矩阵</a:t>
            </a:r>
            <a:r>
              <a:rPr lang="en-US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Z</a:t>
            </a:r>
            <a:r>
              <a:rPr lang="zh-CN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。</a:t>
            </a:r>
            <a:endParaRPr lang="zh-CN" altLang="en-US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aphicFrame>
        <p:nvGraphicFramePr>
          <p:cNvPr id="2" name="对象 -2147482613"/>
          <p:cNvGraphicFramePr>
            <a:graphicFrameLocks noChangeAspect="1"/>
          </p:cNvGraphicFramePr>
          <p:nvPr/>
        </p:nvGraphicFramePr>
        <p:xfrm>
          <a:off x="758825" y="4728210"/>
          <a:ext cx="2070100" cy="1607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r:id="rId6" imgW="1079500" imgH="838200" progId="Equation.DSMT4">
                  <p:embed/>
                </p:oleObj>
              </mc:Choice>
              <mc:Fallback>
                <p:oleObj r:id="rId6" imgW="1079500" imgH="838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8825" y="4728210"/>
                        <a:ext cx="2070100" cy="160718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-2147482612"/>
          <p:cNvGraphicFramePr>
            <a:graphicFrameLocks noChangeAspect="1"/>
          </p:cNvGraphicFramePr>
          <p:nvPr/>
        </p:nvGraphicFramePr>
        <p:xfrm>
          <a:off x="3657600" y="4656455"/>
          <a:ext cx="5012055" cy="1741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r:id="rId8" imgW="2413000" imgH="838200" progId="Equation.DSMT4">
                  <p:embed/>
                </p:oleObj>
              </mc:Choice>
              <mc:Fallback>
                <p:oleObj r:id="rId8" imgW="2413000" imgH="838200" progId="Equation.DSMT4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657600" y="4656455"/>
                        <a:ext cx="5012055" cy="174117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76200"/>
            <a:ext cx="5938520" cy="65716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1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95250"/>
            <a:ext cx="4419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13.6</a:t>
            </a: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二端口网络的连接</a:t>
            </a:r>
          </a:p>
        </p:txBody>
      </p:sp>
      <p:grpSp>
        <p:nvGrpSpPr>
          <p:cNvPr id="988199" name="Group 39"/>
          <p:cNvGrpSpPr/>
          <p:nvPr/>
        </p:nvGrpSpPr>
        <p:grpSpPr bwMode="auto">
          <a:xfrm>
            <a:off x="152400" y="766762"/>
            <a:ext cx="8763000" cy="1519238"/>
            <a:chOff x="96" y="554"/>
            <a:chExt cx="5520" cy="957"/>
          </a:xfrm>
        </p:grpSpPr>
        <p:sp>
          <p:nvSpPr>
            <p:cNvPr id="988164" name="Text Box 4"/>
            <p:cNvSpPr txBox="1">
              <a:spLocks noChangeArrowheads="1"/>
            </p:cNvSpPr>
            <p:nvPr/>
          </p:nvSpPr>
          <p:spPr bwMode="auto">
            <a:xfrm>
              <a:off x="96" y="720"/>
              <a:ext cx="5520" cy="7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40000"/>
                </a:lnSpc>
                <a:buFontTx/>
                <a:buBlip>
                  <a:blip r:embed="rId4"/>
                </a:buBlip>
              </a:pPr>
              <a:r>
                <a:rPr lang="en-US" altLang="zh-CN" sz="2800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</a:t>
              </a:r>
              <a:r>
                <a:rPr lang="en-US" altLang="zh-CN" sz="2800" dirty="0" smtClean="0">
                  <a:solidFill>
                    <a:srgbClr val="00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13-16</a:t>
              </a:r>
              <a:r>
                <a:rPr lang="zh-CN" altLang="en-US" dirty="0" smtClean="0">
                  <a:solidFill>
                    <a:srgbClr val="00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：</a:t>
              </a:r>
              <a:r>
                <a:rPr lang="zh-CN" altLang="en-US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已知                                          </a:t>
              </a: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, </a:t>
              </a:r>
              <a:r>
                <a:rPr lang="zh-CN" altLang="en-US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求</a:t>
              </a: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L</a:t>
              </a: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=? </a:t>
              </a:r>
              <a:r>
                <a:rPr lang="zh-CN" altLang="en-US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时可</a:t>
              </a:r>
              <a:r>
                <a:rPr lang="zh-CN" altLang="en-US" dirty="0" smtClean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获得</a:t>
              </a:r>
              <a:endParaRPr lang="en-US" altLang="zh-CN" dirty="0" smtClean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>
                <a:lnSpc>
                  <a:spcPct val="140000"/>
                </a:lnSpc>
              </a:pP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</a:t>
              </a:r>
              <a:r>
                <a:rPr lang="en-US" altLang="zh-CN" dirty="0" smtClean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 </a:t>
              </a:r>
              <a:r>
                <a:rPr lang="zh-CN" altLang="en-US" dirty="0" smtClean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最大平均功率</a:t>
              </a:r>
              <a:r>
                <a:rPr lang="zh-CN" altLang="en-US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，并求此</a:t>
              </a:r>
              <a:r>
                <a:rPr lang="en-US" altLang="zh-CN" i="1" dirty="0" err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P</a:t>
              </a:r>
              <a:r>
                <a:rPr lang="en-US" altLang="zh-CN" baseline="-25000" dirty="0" err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max</a:t>
              </a:r>
              <a:r>
                <a:rPr lang="zh-CN" altLang="en-US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值</a:t>
              </a:r>
              <a:endParaRPr lang="zh-CN" altLang="en-US" sz="2800" baseline="-25000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aphicFrame>
          <p:nvGraphicFramePr>
            <p:cNvPr id="988165" name="Object 5"/>
            <p:cNvGraphicFramePr>
              <a:graphicFrameLocks noChangeAspect="1"/>
            </p:cNvGraphicFramePr>
            <p:nvPr/>
          </p:nvGraphicFramePr>
          <p:xfrm>
            <a:off x="1500" y="554"/>
            <a:ext cx="2238" cy="6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3912" name="Equation" r:id="rId5" imgW="1701800" imgH="457200" progId="Equation.DSMT4">
                    <p:embed/>
                  </p:oleObj>
                </mc:Choice>
                <mc:Fallback>
                  <p:oleObj name="Equation" r:id="rId5" imgW="1701800" imgH="457200" progId="Equation.DSMT4">
                    <p:embed/>
                    <p:pic>
                      <p:nvPicPr>
                        <p:cNvPr id="0" name="图片 11038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0" y="554"/>
                          <a:ext cx="2238" cy="6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88166" name="Group 6"/>
          <p:cNvGrpSpPr/>
          <p:nvPr/>
        </p:nvGrpSpPr>
        <p:grpSpPr bwMode="auto">
          <a:xfrm>
            <a:off x="76200" y="2924175"/>
            <a:ext cx="7040562" cy="2552700"/>
            <a:chOff x="413" y="1896"/>
            <a:chExt cx="4435" cy="1608"/>
          </a:xfrm>
        </p:grpSpPr>
        <p:graphicFrame>
          <p:nvGraphicFramePr>
            <p:cNvPr id="988167" name="Object 7"/>
            <p:cNvGraphicFramePr>
              <a:graphicFrameLocks noChangeAspect="1"/>
            </p:cNvGraphicFramePr>
            <p:nvPr/>
          </p:nvGraphicFramePr>
          <p:xfrm>
            <a:off x="2946" y="2708"/>
            <a:ext cx="718" cy="6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3913" name="Equation" r:id="rId7" imgW="546100" imgH="457200" progId="Equation.DSMT4">
                    <p:embed/>
                  </p:oleObj>
                </mc:Choice>
                <mc:Fallback>
                  <p:oleObj name="Equation" r:id="rId7" imgW="546100" imgH="457200" progId="Equation.DSMT4">
                    <p:embed/>
                    <p:pic>
                      <p:nvPicPr>
                        <p:cNvPr id="0" name="图片 11038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6" y="2708"/>
                          <a:ext cx="718" cy="6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88168" name="Group 8"/>
            <p:cNvGrpSpPr/>
            <p:nvPr/>
          </p:nvGrpSpPr>
          <p:grpSpPr bwMode="auto">
            <a:xfrm>
              <a:off x="2706" y="1962"/>
              <a:ext cx="1152" cy="1542"/>
              <a:chOff x="2472" y="1392"/>
              <a:chExt cx="2376" cy="2160"/>
            </a:xfrm>
          </p:grpSpPr>
          <p:sp>
            <p:nvSpPr>
              <p:cNvPr id="988169" name="Line 9"/>
              <p:cNvSpPr>
                <a:spLocks noChangeShapeType="1"/>
              </p:cNvSpPr>
              <p:nvPr/>
            </p:nvSpPr>
            <p:spPr bwMode="auto">
              <a:xfrm>
                <a:off x="2478" y="1392"/>
                <a:ext cx="0" cy="21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170" name="Line 10"/>
              <p:cNvSpPr>
                <a:spLocks noChangeShapeType="1"/>
              </p:cNvSpPr>
              <p:nvPr/>
            </p:nvSpPr>
            <p:spPr bwMode="auto">
              <a:xfrm>
                <a:off x="4848" y="1392"/>
                <a:ext cx="0" cy="21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171" name="Line 11"/>
              <p:cNvSpPr>
                <a:spLocks noChangeShapeType="1"/>
              </p:cNvSpPr>
              <p:nvPr/>
            </p:nvSpPr>
            <p:spPr bwMode="auto">
              <a:xfrm rot="16200000">
                <a:off x="3655" y="213"/>
                <a:ext cx="3" cy="237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172" name="Line 12"/>
              <p:cNvSpPr>
                <a:spLocks noChangeShapeType="1"/>
              </p:cNvSpPr>
              <p:nvPr/>
            </p:nvSpPr>
            <p:spPr bwMode="auto">
              <a:xfrm rot="16200000">
                <a:off x="3661" y="2362"/>
                <a:ext cx="3" cy="237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88173" name="Rectangle 13"/>
            <p:cNvSpPr>
              <a:spLocks noChangeArrowheads="1"/>
            </p:cNvSpPr>
            <p:nvPr/>
          </p:nvSpPr>
          <p:spPr bwMode="auto">
            <a:xfrm>
              <a:off x="3090" y="2256"/>
              <a:ext cx="4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N</a:t>
              </a:r>
              <a:endParaRPr lang="en-US" altLang="zh-CN" sz="2800" baseline="-30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aphicFrame>
          <p:nvGraphicFramePr>
            <p:cNvPr id="988174" name="Object 14"/>
            <p:cNvGraphicFramePr>
              <a:graphicFrameLocks noChangeAspect="1"/>
            </p:cNvGraphicFramePr>
            <p:nvPr/>
          </p:nvGraphicFramePr>
          <p:xfrm>
            <a:off x="413" y="2361"/>
            <a:ext cx="979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3914" name="Equation" r:id="rId9" imgW="736600" imgH="279400" progId="Equation.DSMT4">
                    <p:embed/>
                  </p:oleObj>
                </mc:Choice>
                <mc:Fallback>
                  <p:oleObj name="Equation" r:id="rId9" imgW="736600" imgH="279400" progId="Equation.DSMT4">
                    <p:embed/>
                    <p:pic>
                      <p:nvPicPr>
                        <p:cNvPr id="0" name="图片 11038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" y="2361"/>
                          <a:ext cx="979" cy="3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88175" name="Group 15"/>
            <p:cNvGrpSpPr/>
            <p:nvPr/>
          </p:nvGrpSpPr>
          <p:grpSpPr bwMode="auto">
            <a:xfrm>
              <a:off x="3714" y="2202"/>
              <a:ext cx="720" cy="1110"/>
              <a:chOff x="3084" y="2148"/>
              <a:chExt cx="852" cy="1344"/>
            </a:xfrm>
          </p:grpSpPr>
          <p:sp>
            <p:nvSpPr>
              <p:cNvPr id="988176" name="Line 16"/>
              <p:cNvSpPr>
                <a:spLocks noChangeShapeType="1"/>
              </p:cNvSpPr>
              <p:nvPr/>
            </p:nvSpPr>
            <p:spPr bwMode="auto">
              <a:xfrm>
                <a:off x="3936" y="2148"/>
                <a:ext cx="0" cy="13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177" name="Line 17"/>
              <p:cNvSpPr>
                <a:spLocks noChangeShapeType="1"/>
              </p:cNvSpPr>
              <p:nvPr/>
            </p:nvSpPr>
            <p:spPr bwMode="auto">
              <a:xfrm rot="16200000">
                <a:off x="3508" y="1726"/>
                <a:ext cx="2" cy="85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178" name="Line 18"/>
              <p:cNvSpPr>
                <a:spLocks noChangeShapeType="1"/>
              </p:cNvSpPr>
              <p:nvPr/>
            </p:nvSpPr>
            <p:spPr bwMode="auto">
              <a:xfrm rot="16200000">
                <a:off x="3510" y="3064"/>
                <a:ext cx="2" cy="85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88179" name="Rectangle 19"/>
            <p:cNvSpPr>
              <a:spLocks noChangeArrowheads="1"/>
            </p:cNvSpPr>
            <p:nvPr/>
          </p:nvSpPr>
          <p:spPr bwMode="auto">
            <a:xfrm>
              <a:off x="4512" y="2602"/>
              <a:ext cx="33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i="1">
                  <a:effectLst/>
                </a:rPr>
                <a:t>Z</a:t>
              </a:r>
              <a:r>
                <a:rPr lang="en-US" altLang="zh-CN" baseline="-25000">
                  <a:effectLst/>
                </a:rPr>
                <a:t>L</a:t>
              </a:r>
            </a:p>
          </p:txBody>
        </p:sp>
        <p:sp>
          <p:nvSpPr>
            <p:cNvPr id="988181" name="Rectangle 21"/>
            <p:cNvSpPr>
              <a:spLocks noChangeArrowheads="1"/>
            </p:cNvSpPr>
            <p:nvPr/>
          </p:nvSpPr>
          <p:spPr bwMode="auto">
            <a:xfrm rot="5400000">
              <a:off x="4240" y="2616"/>
              <a:ext cx="384" cy="1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8182" name="Line 22"/>
            <p:cNvSpPr>
              <a:spLocks noChangeShapeType="1"/>
            </p:cNvSpPr>
            <p:nvPr/>
          </p:nvSpPr>
          <p:spPr bwMode="auto">
            <a:xfrm flipV="1">
              <a:off x="4272" y="2562"/>
              <a:ext cx="384" cy="22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88183" name="Group 23"/>
            <p:cNvGrpSpPr/>
            <p:nvPr/>
          </p:nvGrpSpPr>
          <p:grpSpPr bwMode="auto">
            <a:xfrm flipH="1">
              <a:off x="1410" y="2220"/>
              <a:ext cx="1440" cy="1110"/>
              <a:chOff x="3084" y="2148"/>
              <a:chExt cx="852" cy="1344"/>
            </a:xfrm>
          </p:grpSpPr>
          <p:sp>
            <p:nvSpPr>
              <p:cNvPr id="988184" name="Line 24"/>
              <p:cNvSpPr>
                <a:spLocks noChangeShapeType="1"/>
              </p:cNvSpPr>
              <p:nvPr/>
            </p:nvSpPr>
            <p:spPr bwMode="auto">
              <a:xfrm>
                <a:off x="3936" y="2148"/>
                <a:ext cx="0" cy="13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185" name="Line 25"/>
              <p:cNvSpPr>
                <a:spLocks noChangeShapeType="1"/>
              </p:cNvSpPr>
              <p:nvPr/>
            </p:nvSpPr>
            <p:spPr bwMode="auto">
              <a:xfrm rot="16200000">
                <a:off x="3508" y="1726"/>
                <a:ext cx="2" cy="85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186" name="Line 26"/>
              <p:cNvSpPr>
                <a:spLocks noChangeShapeType="1"/>
              </p:cNvSpPr>
              <p:nvPr/>
            </p:nvSpPr>
            <p:spPr bwMode="auto">
              <a:xfrm rot="16200000">
                <a:off x="3510" y="3064"/>
                <a:ext cx="2" cy="85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88187" name="Rectangle 27"/>
            <p:cNvSpPr>
              <a:spLocks noChangeArrowheads="1"/>
            </p:cNvSpPr>
            <p:nvPr/>
          </p:nvSpPr>
          <p:spPr bwMode="auto">
            <a:xfrm>
              <a:off x="2064" y="2154"/>
              <a:ext cx="384" cy="1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8188" name="Rectangle 28"/>
            <p:cNvSpPr>
              <a:spLocks noChangeArrowheads="1"/>
            </p:cNvSpPr>
            <p:nvPr/>
          </p:nvSpPr>
          <p:spPr bwMode="auto">
            <a:xfrm>
              <a:off x="2022" y="1896"/>
              <a:ext cx="720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>
                  <a:effectLst/>
                  <a:ea typeface="宋体" panose="02010600030101010101" pitchFamily="2" charset="-122"/>
                </a:rPr>
                <a:t>15</a:t>
              </a:r>
              <a:r>
                <a:rPr kumimoji="1" lang="en-US" altLang="zh-CN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Ω</a:t>
              </a:r>
            </a:p>
          </p:txBody>
        </p:sp>
        <p:sp>
          <p:nvSpPr>
            <p:cNvPr id="988189" name="Line 29"/>
            <p:cNvSpPr>
              <a:spLocks noChangeShapeType="1"/>
            </p:cNvSpPr>
            <p:nvPr/>
          </p:nvSpPr>
          <p:spPr bwMode="auto">
            <a:xfrm>
              <a:off x="1836" y="2226"/>
              <a:ext cx="0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8190" name="Rectangle 30"/>
            <p:cNvSpPr>
              <a:spLocks noChangeArrowheads="1"/>
            </p:cNvSpPr>
            <p:nvPr/>
          </p:nvSpPr>
          <p:spPr bwMode="auto">
            <a:xfrm rot="5400000">
              <a:off x="1644" y="2706"/>
              <a:ext cx="384" cy="1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8192" name="Oval 32"/>
            <p:cNvSpPr>
              <a:spLocks noChangeArrowheads="1"/>
            </p:cNvSpPr>
            <p:nvPr/>
          </p:nvSpPr>
          <p:spPr bwMode="auto">
            <a:xfrm rot="-5400000">
              <a:off x="1265" y="2783"/>
              <a:ext cx="288" cy="288"/>
            </a:xfrm>
            <a:prstGeom prst="ellipse">
              <a:avLst/>
            </a:prstGeom>
            <a:solidFill>
              <a:srgbClr val="CC99FF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8193" name="Line 33"/>
            <p:cNvSpPr>
              <a:spLocks noChangeShapeType="1"/>
            </p:cNvSpPr>
            <p:nvPr/>
          </p:nvSpPr>
          <p:spPr bwMode="auto">
            <a:xfrm rot="-5400000">
              <a:off x="1409" y="2774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8194" name="Line 34"/>
            <p:cNvSpPr>
              <a:spLocks noChangeShapeType="1"/>
            </p:cNvSpPr>
            <p:nvPr/>
          </p:nvSpPr>
          <p:spPr bwMode="auto">
            <a:xfrm rot="-5400000">
              <a:off x="1265" y="2639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8195" name="Rectangle 35"/>
            <p:cNvSpPr>
              <a:spLocks noChangeArrowheads="1"/>
            </p:cNvSpPr>
            <p:nvPr/>
          </p:nvSpPr>
          <p:spPr bwMode="auto">
            <a:xfrm>
              <a:off x="1872" y="2620"/>
              <a:ext cx="720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>
                  <a:effectLst/>
                  <a:ea typeface="宋体" panose="02010600030101010101" pitchFamily="2" charset="-122"/>
                </a:rPr>
                <a:t>10</a:t>
              </a:r>
              <a:r>
                <a:rPr kumimoji="1" lang="en-US" altLang="zh-CN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Ω</a:t>
              </a:r>
            </a:p>
          </p:txBody>
        </p:sp>
      </p:grpSp>
      <p:grpSp>
        <p:nvGrpSpPr>
          <p:cNvPr id="988196" name="Group 36"/>
          <p:cNvGrpSpPr/>
          <p:nvPr/>
        </p:nvGrpSpPr>
        <p:grpSpPr bwMode="auto">
          <a:xfrm>
            <a:off x="762000" y="5562600"/>
            <a:ext cx="7559675" cy="825500"/>
            <a:chOff x="240" y="2882"/>
            <a:chExt cx="4762" cy="520"/>
          </a:xfrm>
        </p:grpSpPr>
        <p:graphicFrame>
          <p:nvGraphicFramePr>
            <p:cNvPr id="988197" name="Object 37"/>
            <p:cNvGraphicFramePr>
              <a:graphicFrameLocks noChangeAspect="1"/>
            </p:cNvGraphicFramePr>
            <p:nvPr/>
          </p:nvGraphicFramePr>
          <p:xfrm>
            <a:off x="3450" y="2882"/>
            <a:ext cx="1552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3915" name="Equation" r:id="rId11" imgW="1180465" imgH="393700" progId="Equation.DSMT4">
                    <p:embed/>
                  </p:oleObj>
                </mc:Choice>
                <mc:Fallback>
                  <p:oleObj name="Equation" r:id="rId11" imgW="1180465" imgH="393700" progId="Equation.DSMT4">
                    <p:embed/>
                    <p:pic>
                      <p:nvPicPr>
                        <p:cNvPr id="0" name="图片 110390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0" y="2882"/>
                          <a:ext cx="1552" cy="5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8198" name="Rectangle 38"/>
            <p:cNvSpPr>
              <a:spLocks noChangeArrowheads="1"/>
            </p:cNvSpPr>
            <p:nvPr/>
          </p:nvSpPr>
          <p:spPr bwMode="auto">
            <a:xfrm>
              <a:off x="240" y="2976"/>
              <a:ext cx="3275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</a:t>
              </a: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当</a:t>
              </a:r>
              <a:r>
                <a:rPr lang="en-US" altLang="zh-CN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i="1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L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= 50</a:t>
              </a:r>
              <a:r>
                <a:rPr kumimoji="1" lang="en-US" altLang="zh-CN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Ω</a:t>
              </a: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时可获最大平均功率，</a:t>
              </a:r>
            </a:p>
          </p:txBody>
        </p:sp>
      </p:grpSp>
      <p:graphicFrame>
        <p:nvGraphicFramePr>
          <p:cNvPr id="39" name="Object 49"/>
          <p:cNvGraphicFramePr>
            <a:graphicFrameLocks noChangeAspect="1"/>
          </p:cNvGraphicFramePr>
          <p:nvPr/>
        </p:nvGraphicFramePr>
        <p:xfrm>
          <a:off x="7091362" y="1905000"/>
          <a:ext cx="1919287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916" name="Equation" r:id="rId13" imgW="914400" imgH="431800" progId="Equation.DSMT4">
                  <p:embed/>
                </p:oleObj>
              </mc:Choice>
              <mc:Fallback>
                <p:oleObj name="Equation" r:id="rId13" imgW="914400" imgH="431800" progId="Equation.DSMT4">
                  <p:embed/>
                  <p:pic>
                    <p:nvPicPr>
                      <p:cNvPr id="0" name="图片 11039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1362" y="1905000"/>
                        <a:ext cx="1919287" cy="9064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50"/>
          <p:cNvGraphicFramePr>
            <a:graphicFrameLocks noChangeAspect="1"/>
          </p:cNvGraphicFramePr>
          <p:nvPr/>
        </p:nvGraphicFramePr>
        <p:xfrm>
          <a:off x="7116762" y="2967831"/>
          <a:ext cx="1946275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917" name="Equation" r:id="rId15" imgW="927100" imgH="520700" progId="Equation.DSMT4">
                  <p:embed/>
                </p:oleObj>
              </mc:Choice>
              <mc:Fallback>
                <p:oleObj name="Equation" r:id="rId15" imgW="927100" imgH="520700" progId="Equation.DSMT4">
                  <p:embed/>
                  <p:pic>
                    <p:nvPicPr>
                      <p:cNvPr id="0" name="图片 11039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6762" y="2967831"/>
                        <a:ext cx="1946275" cy="10937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98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2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95250"/>
            <a:ext cx="4419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13.6</a:t>
            </a: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二端口网络的连接</a:t>
            </a:r>
          </a:p>
        </p:txBody>
      </p:sp>
      <p:sp>
        <p:nvSpPr>
          <p:cNvPr id="990211" name="Text Box 3"/>
          <p:cNvSpPr txBox="1">
            <a:spLocks noChangeArrowheads="1"/>
          </p:cNvSpPr>
          <p:nvPr/>
        </p:nvSpPr>
        <p:spPr bwMode="auto">
          <a:xfrm>
            <a:off x="381000" y="685800"/>
            <a:ext cx="1219200" cy="690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  <a:buFontTx/>
              <a:buBlip>
                <a:blip r:embed="rId4"/>
              </a:buBlip>
            </a:pP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altLang="en-US" sz="280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解</a:t>
            </a:r>
            <a:r>
              <a:rPr lang="zh-CN" altLang="en-US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  <a:endParaRPr lang="zh-CN" altLang="en-US" sz="2800" baseline="-250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990212" name="Object 4"/>
          <p:cNvGraphicFramePr>
            <a:graphicFrameLocks noChangeAspect="1"/>
          </p:cNvGraphicFramePr>
          <p:nvPr/>
        </p:nvGraphicFramePr>
        <p:xfrm>
          <a:off x="4648200" y="1219200"/>
          <a:ext cx="2384425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954" name="Equation" r:id="rId5" imgW="1143000" imgH="304800" progId="Equation.DSMT4">
                  <p:embed/>
                </p:oleObj>
              </mc:Choice>
              <mc:Fallback>
                <p:oleObj name="Equation" r:id="rId5" imgW="1143000" imgH="304800" progId="Equation.DSMT4">
                  <p:embed/>
                  <p:pic>
                    <p:nvPicPr>
                      <p:cNvPr id="0" name="图片 11049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219200"/>
                        <a:ext cx="2384425" cy="639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90213" name="Group 5"/>
          <p:cNvGrpSpPr/>
          <p:nvPr/>
        </p:nvGrpSpPr>
        <p:grpSpPr bwMode="auto">
          <a:xfrm>
            <a:off x="476250" y="1085850"/>
            <a:ext cx="3867150" cy="2571750"/>
            <a:chOff x="300" y="684"/>
            <a:chExt cx="2436" cy="1620"/>
          </a:xfrm>
        </p:grpSpPr>
        <p:grpSp>
          <p:nvGrpSpPr>
            <p:cNvPr id="990215" name="Group 7"/>
            <p:cNvGrpSpPr/>
            <p:nvPr/>
          </p:nvGrpSpPr>
          <p:grpSpPr bwMode="auto">
            <a:xfrm>
              <a:off x="402" y="1064"/>
              <a:ext cx="2064" cy="1106"/>
              <a:chOff x="1410" y="2222"/>
              <a:chExt cx="1440" cy="1106"/>
            </a:xfrm>
          </p:grpSpPr>
          <p:sp>
            <p:nvSpPr>
              <p:cNvPr id="990216" name="Line 8"/>
              <p:cNvSpPr>
                <a:spLocks noChangeShapeType="1"/>
              </p:cNvSpPr>
              <p:nvPr/>
            </p:nvSpPr>
            <p:spPr bwMode="auto">
              <a:xfrm rot="5400000" flipH="1">
                <a:off x="2131" y="1504"/>
                <a:ext cx="1" cy="14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0217" name="Line 9"/>
              <p:cNvSpPr>
                <a:spLocks noChangeShapeType="1"/>
              </p:cNvSpPr>
              <p:nvPr/>
            </p:nvSpPr>
            <p:spPr bwMode="auto">
              <a:xfrm rot="5400000" flipH="1">
                <a:off x="2128" y="2609"/>
                <a:ext cx="1" cy="14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90218" name="Rectangle 10"/>
            <p:cNvSpPr>
              <a:spLocks noChangeArrowheads="1"/>
            </p:cNvSpPr>
            <p:nvPr/>
          </p:nvSpPr>
          <p:spPr bwMode="auto">
            <a:xfrm>
              <a:off x="1452" y="996"/>
              <a:ext cx="384" cy="1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0219" name="Rectangle 11"/>
            <p:cNvSpPr>
              <a:spLocks noChangeArrowheads="1"/>
            </p:cNvSpPr>
            <p:nvPr/>
          </p:nvSpPr>
          <p:spPr bwMode="auto">
            <a:xfrm>
              <a:off x="1410" y="738"/>
              <a:ext cx="720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>
                  <a:effectLst/>
                  <a:ea typeface="宋体" panose="02010600030101010101" pitchFamily="2" charset="-122"/>
                </a:rPr>
                <a:t>15</a:t>
              </a:r>
              <a:r>
                <a:rPr kumimoji="1" lang="en-US" altLang="zh-CN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Ω</a:t>
              </a:r>
            </a:p>
          </p:txBody>
        </p:sp>
        <p:sp>
          <p:nvSpPr>
            <p:cNvPr id="990220" name="Line 12"/>
            <p:cNvSpPr>
              <a:spLocks noChangeShapeType="1"/>
            </p:cNvSpPr>
            <p:nvPr/>
          </p:nvSpPr>
          <p:spPr bwMode="auto">
            <a:xfrm>
              <a:off x="1182" y="1068"/>
              <a:ext cx="0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0221" name="Rectangle 13"/>
            <p:cNvSpPr>
              <a:spLocks noChangeArrowheads="1"/>
            </p:cNvSpPr>
            <p:nvPr/>
          </p:nvSpPr>
          <p:spPr bwMode="auto">
            <a:xfrm rot="5400000">
              <a:off x="990" y="1548"/>
              <a:ext cx="384" cy="1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0223" name="Rectangle 15"/>
            <p:cNvSpPr>
              <a:spLocks noChangeArrowheads="1"/>
            </p:cNvSpPr>
            <p:nvPr/>
          </p:nvSpPr>
          <p:spPr bwMode="auto">
            <a:xfrm>
              <a:off x="1218" y="1462"/>
              <a:ext cx="720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>
                  <a:effectLst/>
                  <a:ea typeface="宋体" panose="02010600030101010101" pitchFamily="2" charset="-122"/>
                </a:rPr>
                <a:t>10</a:t>
              </a:r>
              <a:r>
                <a:rPr kumimoji="1" lang="en-US" altLang="zh-CN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Ω</a:t>
              </a:r>
            </a:p>
          </p:txBody>
        </p:sp>
        <p:sp>
          <p:nvSpPr>
            <p:cNvPr id="990224" name="Text Box 16"/>
            <p:cNvSpPr txBox="1">
              <a:spLocks noChangeArrowheads="1"/>
            </p:cNvSpPr>
            <p:nvPr/>
          </p:nvSpPr>
          <p:spPr bwMode="auto">
            <a:xfrm>
              <a:off x="2322" y="1059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0225" name="Text Box 17"/>
            <p:cNvSpPr txBox="1">
              <a:spLocks noChangeArrowheads="1"/>
            </p:cNvSpPr>
            <p:nvPr/>
          </p:nvSpPr>
          <p:spPr bwMode="auto">
            <a:xfrm>
              <a:off x="2352" y="1767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_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aphicFrame>
          <p:nvGraphicFramePr>
            <p:cNvPr id="990226" name="Object 18"/>
            <p:cNvGraphicFramePr>
              <a:graphicFrameLocks noChangeAspect="1"/>
            </p:cNvGraphicFramePr>
            <p:nvPr/>
          </p:nvGraphicFramePr>
          <p:xfrm>
            <a:off x="2360" y="1413"/>
            <a:ext cx="286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4955" name="Equation" r:id="rId7" imgW="215900" imgH="279400" progId="Equation.DSMT4">
                    <p:embed/>
                  </p:oleObj>
                </mc:Choice>
                <mc:Fallback>
                  <p:oleObj name="Equation" r:id="rId7" imgW="215900" imgH="279400" progId="Equation.DSMT4">
                    <p:embed/>
                    <p:pic>
                      <p:nvPicPr>
                        <p:cNvPr id="0" name="图片 11049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0" y="1413"/>
                          <a:ext cx="286" cy="3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0227" name="Object 19"/>
            <p:cNvGraphicFramePr>
              <a:graphicFrameLocks noChangeAspect="1"/>
            </p:cNvGraphicFramePr>
            <p:nvPr/>
          </p:nvGraphicFramePr>
          <p:xfrm>
            <a:off x="2022" y="684"/>
            <a:ext cx="237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4956" name="Equation" r:id="rId9" imgW="177800" imgH="279400" progId="Equation.DSMT4">
                    <p:embed/>
                  </p:oleObj>
                </mc:Choice>
                <mc:Fallback>
                  <p:oleObj name="Equation" r:id="rId9" imgW="177800" imgH="279400" progId="Equation.DSMT4">
                    <p:embed/>
                    <p:pic>
                      <p:nvPicPr>
                        <p:cNvPr id="0" name="图片 11049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2" y="684"/>
                          <a:ext cx="237" cy="36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0228" name="Line 20"/>
            <p:cNvSpPr>
              <a:spLocks noChangeShapeType="1"/>
            </p:cNvSpPr>
            <p:nvPr/>
          </p:nvSpPr>
          <p:spPr bwMode="auto">
            <a:xfrm flipH="1">
              <a:off x="714" y="1068"/>
              <a:ext cx="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0229" name="Text Box 21"/>
            <p:cNvSpPr txBox="1">
              <a:spLocks noChangeArrowheads="1"/>
            </p:cNvSpPr>
            <p:nvPr/>
          </p:nvSpPr>
          <p:spPr bwMode="auto">
            <a:xfrm>
              <a:off x="300" y="1086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aphicFrame>
          <p:nvGraphicFramePr>
            <p:cNvPr id="990230" name="Object 22"/>
            <p:cNvGraphicFramePr>
              <a:graphicFrameLocks noChangeAspect="1"/>
            </p:cNvGraphicFramePr>
            <p:nvPr/>
          </p:nvGraphicFramePr>
          <p:xfrm>
            <a:off x="342" y="1386"/>
            <a:ext cx="270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4957" name="Equation" r:id="rId11" imgW="203200" imgH="279400" progId="Equation.DSMT4">
                    <p:embed/>
                  </p:oleObj>
                </mc:Choice>
                <mc:Fallback>
                  <p:oleObj name="Equation" r:id="rId11" imgW="203200" imgH="279400" progId="Equation.DSMT4">
                    <p:embed/>
                    <p:pic>
                      <p:nvPicPr>
                        <p:cNvPr id="0" name="图片 11049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" y="1386"/>
                          <a:ext cx="270" cy="3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0231" name="Object 23"/>
            <p:cNvGraphicFramePr>
              <a:graphicFrameLocks noChangeAspect="1"/>
            </p:cNvGraphicFramePr>
            <p:nvPr/>
          </p:nvGraphicFramePr>
          <p:xfrm>
            <a:off x="746" y="688"/>
            <a:ext cx="220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4958" name="Equation" r:id="rId13" imgW="165100" imgH="279400" progId="Equation.DSMT4">
                    <p:embed/>
                  </p:oleObj>
                </mc:Choice>
                <mc:Fallback>
                  <p:oleObj name="Equation" r:id="rId13" imgW="165100" imgH="279400" progId="Equation.DSMT4">
                    <p:embed/>
                    <p:pic>
                      <p:nvPicPr>
                        <p:cNvPr id="0" name="图片 11049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6" y="688"/>
                          <a:ext cx="220" cy="36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0232" name="Text Box 24"/>
            <p:cNvSpPr txBox="1">
              <a:spLocks noChangeArrowheads="1"/>
            </p:cNvSpPr>
            <p:nvPr/>
          </p:nvSpPr>
          <p:spPr bwMode="auto">
            <a:xfrm>
              <a:off x="306" y="714"/>
              <a:ext cx="192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4400">
                  <a:effectLst/>
                </a:rPr>
                <a:t>.</a:t>
              </a:r>
            </a:p>
          </p:txBody>
        </p:sp>
        <p:sp>
          <p:nvSpPr>
            <p:cNvPr id="990233" name="Text Box 25"/>
            <p:cNvSpPr txBox="1">
              <a:spLocks noChangeArrowheads="1"/>
            </p:cNvSpPr>
            <p:nvPr/>
          </p:nvSpPr>
          <p:spPr bwMode="auto">
            <a:xfrm>
              <a:off x="306" y="1818"/>
              <a:ext cx="192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4400">
                  <a:effectLst/>
                </a:rPr>
                <a:t>.</a:t>
              </a:r>
            </a:p>
          </p:txBody>
        </p:sp>
        <p:sp>
          <p:nvSpPr>
            <p:cNvPr id="990234" name="Line 26"/>
            <p:cNvSpPr>
              <a:spLocks noChangeShapeType="1"/>
            </p:cNvSpPr>
            <p:nvPr/>
          </p:nvSpPr>
          <p:spPr bwMode="auto">
            <a:xfrm flipH="1">
              <a:off x="2160" y="1062"/>
              <a:ext cx="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0235" name="Text Box 27"/>
            <p:cNvSpPr txBox="1">
              <a:spLocks noChangeArrowheads="1"/>
            </p:cNvSpPr>
            <p:nvPr/>
          </p:nvSpPr>
          <p:spPr bwMode="auto">
            <a:xfrm>
              <a:off x="2370" y="720"/>
              <a:ext cx="192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4400">
                  <a:effectLst/>
                </a:rPr>
                <a:t>.</a:t>
              </a:r>
            </a:p>
          </p:txBody>
        </p:sp>
        <p:sp>
          <p:nvSpPr>
            <p:cNvPr id="990236" name="Text Box 28"/>
            <p:cNvSpPr txBox="1">
              <a:spLocks noChangeArrowheads="1"/>
            </p:cNvSpPr>
            <p:nvPr/>
          </p:nvSpPr>
          <p:spPr bwMode="auto">
            <a:xfrm>
              <a:off x="2370" y="1824"/>
              <a:ext cx="192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4400">
                  <a:effectLst/>
                </a:rPr>
                <a:t>.</a:t>
              </a:r>
            </a:p>
          </p:txBody>
        </p:sp>
        <p:sp>
          <p:nvSpPr>
            <p:cNvPr id="990237" name="Text Box 29"/>
            <p:cNvSpPr txBox="1">
              <a:spLocks noChangeArrowheads="1"/>
            </p:cNvSpPr>
            <p:nvPr/>
          </p:nvSpPr>
          <p:spPr bwMode="auto">
            <a:xfrm>
              <a:off x="306" y="1764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_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aphicFrame>
        <p:nvGraphicFramePr>
          <p:cNvPr id="990238" name="Object 30"/>
          <p:cNvGraphicFramePr>
            <a:graphicFrameLocks noChangeAspect="1"/>
          </p:cNvGraphicFramePr>
          <p:nvPr/>
        </p:nvGraphicFramePr>
        <p:xfrm>
          <a:off x="4660900" y="1983581"/>
          <a:ext cx="2806700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959" name="Equation" r:id="rId15" imgW="32308800" imgH="7315200" progId="Equation.DSMT4">
                  <p:embed/>
                </p:oleObj>
              </mc:Choice>
              <mc:Fallback>
                <p:oleObj name="Equation" r:id="rId15" imgW="32308800" imgH="7315200" progId="Equation.DSMT4">
                  <p:embed/>
                  <p:pic>
                    <p:nvPicPr>
                      <p:cNvPr id="0" name="图片 11049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0900" y="1983581"/>
                        <a:ext cx="2806700" cy="639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39" name="Object 31"/>
          <p:cNvGraphicFramePr>
            <a:graphicFrameLocks noChangeAspect="1"/>
          </p:cNvGraphicFramePr>
          <p:nvPr/>
        </p:nvGraphicFramePr>
        <p:xfrm>
          <a:off x="4343400" y="2895600"/>
          <a:ext cx="270192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960" name="Equation" r:id="rId17" imgW="1295400" imgH="457200" progId="Equation.DSMT4">
                  <p:embed/>
                </p:oleObj>
              </mc:Choice>
              <mc:Fallback>
                <p:oleObj name="Equation" r:id="rId17" imgW="1295400" imgH="457200" progId="Equation.DSMT4">
                  <p:embed/>
                  <p:pic>
                    <p:nvPicPr>
                      <p:cNvPr id="0" name="图片 11049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895600"/>
                        <a:ext cx="2701925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40" name="Object 32"/>
          <p:cNvGraphicFramePr>
            <a:graphicFrameLocks noChangeAspect="1"/>
          </p:cNvGraphicFramePr>
          <p:nvPr/>
        </p:nvGraphicFramePr>
        <p:xfrm>
          <a:off x="450850" y="4168775"/>
          <a:ext cx="765492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961" name="Equation" r:id="rId19" imgW="3670300" imgH="482600" progId="Equation.DSMT4">
                  <p:embed/>
                </p:oleObj>
              </mc:Choice>
              <mc:Fallback>
                <p:oleObj name="Equation" r:id="rId19" imgW="3670300" imgH="482600" progId="Equation.DSMT4">
                  <p:embed/>
                  <p:pic>
                    <p:nvPicPr>
                      <p:cNvPr id="0" name="图片 11049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" y="4168775"/>
                        <a:ext cx="7654925" cy="1012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41" name="Object 33"/>
          <p:cNvGraphicFramePr>
            <a:graphicFrameLocks noChangeAspect="1"/>
          </p:cNvGraphicFramePr>
          <p:nvPr/>
        </p:nvGraphicFramePr>
        <p:xfrm>
          <a:off x="838200" y="5334000"/>
          <a:ext cx="5006975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962" name="Equation" r:id="rId21" imgW="2400300" imgH="457200" progId="Equation.DSMT4">
                  <p:embed/>
                </p:oleObj>
              </mc:Choice>
              <mc:Fallback>
                <p:oleObj name="Equation" r:id="rId21" imgW="2400300" imgH="457200" progId="Equation.DSMT4">
                  <p:embed/>
                  <p:pic>
                    <p:nvPicPr>
                      <p:cNvPr id="0" name="图片 11049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334000"/>
                        <a:ext cx="5006975" cy="960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90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90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90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90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90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95250"/>
            <a:ext cx="4419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13.6</a:t>
            </a: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二端口网络的连接</a:t>
            </a:r>
          </a:p>
        </p:txBody>
      </p:sp>
      <p:graphicFrame>
        <p:nvGraphicFramePr>
          <p:cNvPr id="992259" name="Object 3"/>
          <p:cNvGraphicFramePr>
            <a:graphicFrameLocks noChangeAspect="1"/>
          </p:cNvGraphicFramePr>
          <p:nvPr/>
        </p:nvGraphicFramePr>
        <p:xfrm>
          <a:off x="1376363" y="1735138"/>
          <a:ext cx="2941637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942" name="Equation" r:id="rId4" imgW="1409700" imgH="457200" progId="Equation.DSMT4">
                  <p:embed/>
                </p:oleObj>
              </mc:Choice>
              <mc:Fallback>
                <p:oleObj name="Equation" r:id="rId4" imgW="1409700" imgH="457200" progId="Equation.DSMT4">
                  <p:embed/>
                  <p:pic>
                    <p:nvPicPr>
                      <p:cNvPr id="0" name="图片 11059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6363" y="1735138"/>
                        <a:ext cx="2941637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92260" name="Group 4"/>
          <p:cNvGrpSpPr/>
          <p:nvPr/>
        </p:nvGrpSpPr>
        <p:grpSpPr bwMode="auto">
          <a:xfrm>
            <a:off x="1295400" y="2955925"/>
            <a:ext cx="3387725" cy="1173163"/>
            <a:chOff x="816" y="1862"/>
            <a:chExt cx="2134" cy="739"/>
          </a:xfrm>
        </p:grpSpPr>
        <p:graphicFrame>
          <p:nvGraphicFramePr>
            <p:cNvPr id="992261" name="Object 5"/>
            <p:cNvGraphicFramePr>
              <a:graphicFrameLocks noChangeAspect="1"/>
            </p:cNvGraphicFramePr>
            <p:nvPr/>
          </p:nvGraphicFramePr>
          <p:xfrm>
            <a:off x="1131" y="1862"/>
            <a:ext cx="1819" cy="7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5943" name="Equation" r:id="rId6" imgW="1384300" imgH="558800" progId="Equation.DSMT4">
                    <p:embed/>
                  </p:oleObj>
                </mc:Choice>
                <mc:Fallback>
                  <p:oleObj name="Equation" r:id="rId6" imgW="1384300" imgH="558800" progId="Equation.DSMT4">
                    <p:embed/>
                    <p:pic>
                      <p:nvPicPr>
                        <p:cNvPr id="0" name="图片 11059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1" y="1862"/>
                          <a:ext cx="1819" cy="7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2262" name="Rectangle 6"/>
            <p:cNvSpPr>
              <a:spLocks noChangeArrowheads="1"/>
            </p:cNvSpPr>
            <p:nvPr/>
          </p:nvSpPr>
          <p:spPr bwMode="auto">
            <a:xfrm>
              <a:off x="816" y="2072"/>
              <a:ext cx="325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则</a:t>
              </a:r>
            </a:p>
          </p:txBody>
        </p:sp>
      </p:grpSp>
      <p:grpSp>
        <p:nvGrpSpPr>
          <p:cNvPr id="992263" name="Group 7"/>
          <p:cNvGrpSpPr/>
          <p:nvPr/>
        </p:nvGrpSpPr>
        <p:grpSpPr bwMode="auto">
          <a:xfrm>
            <a:off x="898525" y="4343400"/>
            <a:ext cx="7559675" cy="825500"/>
            <a:chOff x="240" y="2882"/>
            <a:chExt cx="4762" cy="520"/>
          </a:xfrm>
        </p:grpSpPr>
        <p:graphicFrame>
          <p:nvGraphicFramePr>
            <p:cNvPr id="992264" name="Object 8"/>
            <p:cNvGraphicFramePr>
              <a:graphicFrameLocks noChangeAspect="1"/>
            </p:cNvGraphicFramePr>
            <p:nvPr/>
          </p:nvGraphicFramePr>
          <p:xfrm>
            <a:off x="3450" y="2882"/>
            <a:ext cx="1552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5944" name="Equation" r:id="rId8" imgW="1180465" imgH="393700" progId="Equation.DSMT4">
                    <p:embed/>
                  </p:oleObj>
                </mc:Choice>
                <mc:Fallback>
                  <p:oleObj name="Equation" r:id="rId8" imgW="1180465" imgH="393700" progId="Equation.DSMT4">
                    <p:embed/>
                    <p:pic>
                      <p:nvPicPr>
                        <p:cNvPr id="0" name="图片 11059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0" y="2882"/>
                          <a:ext cx="1552" cy="5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2265" name="Rectangle 9"/>
            <p:cNvSpPr>
              <a:spLocks noChangeArrowheads="1"/>
            </p:cNvSpPr>
            <p:nvPr/>
          </p:nvSpPr>
          <p:spPr bwMode="auto">
            <a:xfrm>
              <a:off x="240" y="2976"/>
              <a:ext cx="3380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故当</a:t>
              </a:r>
              <a:r>
                <a:rPr lang="en-US" altLang="zh-CN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i="1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L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= 50</a:t>
              </a:r>
              <a:r>
                <a:rPr kumimoji="1" lang="en-US" altLang="zh-CN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Ω</a:t>
              </a: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时可获最大平均功率，</a:t>
              </a:r>
            </a:p>
          </p:txBody>
        </p:sp>
      </p:grpSp>
      <p:sp>
        <p:nvSpPr>
          <p:cNvPr id="992266" name="AutoShape 10">
            <a:hlinkClick r:id="rId10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229600" y="5983288"/>
            <a:ext cx="889000" cy="493712"/>
          </a:xfrm>
          <a:prstGeom prst="actionButtonReturn">
            <a:avLst/>
          </a:prstGeom>
          <a:noFill/>
          <a:ln w="28575">
            <a:solidFill>
              <a:srgbClr val="99CC00"/>
            </a:solidFill>
            <a:miter lim="800000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92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92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92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92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226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3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95250"/>
            <a:ext cx="4419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13.7</a:t>
            </a: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理想回转器</a:t>
            </a:r>
          </a:p>
        </p:txBody>
      </p:sp>
      <p:sp>
        <p:nvSpPr>
          <p:cNvPr id="996355" name="Text Box 3"/>
          <p:cNvSpPr txBox="1">
            <a:spLocks noChangeArrowheads="1"/>
          </p:cNvSpPr>
          <p:nvPr/>
        </p:nvSpPr>
        <p:spPr bwMode="auto">
          <a:xfrm>
            <a:off x="1295400" y="609600"/>
            <a:ext cx="73914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  <a:buFontTx/>
              <a:buBlip>
                <a:blip r:embed="rId4"/>
              </a:buBlip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</a:rPr>
              <a:t>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</a:rPr>
              <a:t>理想回转器（线性、非互易二端口网络）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96356" name="Rectangle 4"/>
          <p:cNvSpPr>
            <a:spLocks noChangeArrowheads="1"/>
          </p:cNvSpPr>
          <p:nvPr/>
        </p:nvSpPr>
        <p:spPr bwMode="auto">
          <a:xfrm>
            <a:off x="457200" y="1295400"/>
            <a:ext cx="8001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kumimoji="1" lang="zh-CN" altLang="en-US" sz="2800">
                <a:solidFill>
                  <a:srgbClr val="0000FF"/>
                </a:solidFill>
                <a:effectLst/>
              </a:rPr>
              <a:t>一、电路模型及其方程</a:t>
            </a:r>
            <a:endParaRPr kumimoji="1" lang="zh-CN" altLang="en-US" sz="2800" i="1">
              <a:solidFill>
                <a:srgbClr val="0000FF"/>
              </a:solidFill>
              <a:effectLst/>
            </a:endParaRPr>
          </a:p>
        </p:txBody>
      </p:sp>
      <p:grpSp>
        <p:nvGrpSpPr>
          <p:cNvPr id="996357" name="Group 5"/>
          <p:cNvGrpSpPr/>
          <p:nvPr/>
        </p:nvGrpSpPr>
        <p:grpSpPr bwMode="auto">
          <a:xfrm>
            <a:off x="609600" y="2057400"/>
            <a:ext cx="4343400" cy="2230438"/>
            <a:chOff x="384" y="1296"/>
            <a:chExt cx="2736" cy="1405"/>
          </a:xfrm>
        </p:grpSpPr>
        <p:sp>
          <p:nvSpPr>
            <p:cNvPr id="996358" name="Line 6"/>
            <p:cNvSpPr>
              <a:spLocks noChangeShapeType="1"/>
            </p:cNvSpPr>
            <p:nvPr/>
          </p:nvSpPr>
          <p:spPr bwMode="auto">
            <a:xfrm>
              <a:off x="627" y="1638"/>
              <a:ext cx="22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6359" name="Line 7"/>
            <p:cNvSpPr>
              <a:spLocks noChangeShapeType="1"/>
            </p:cNvSpPr>
            <p:nvPr/>
          </p:nvSpPr>
          <p:spPr bwMode="auto">
            <a:xfrm>
              <a:off x="627" y="2565"/>
              <a:ext cx="22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6360" name="Text Box 8"/>
            <p:cNvSpPr txBox="1">
              <a:spLocks noChangeArrowheads="1"/>
            </p:cNvSpPr>
            <p:nvPr/>
          </p:nvSpPr>
          <p:spPr bwMode="auto">
            <a:xfrm>
              <a:off x="396" y="1512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>
                  <a:effectLst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996361" name="Text Box 9"/>
            <p:cNvSpPr txBox="1">
              <a:spLocks noChangeArrowheads="1"/>
            </p:cNvSpPr>
            <p:nvPr/>
          </p:nvSpPr>
          <p:spPr bwMode="auto">
            <a:xfrm>
              <a:off x="384" y="2451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>
                  <a:effectLst/>
                  <a:ea typeface="宋体" panose="02010600030101010101" pitchFamily="2" charset="-122"/>
                </a:rPr>
                <a:t>1</a:t>
              </a:r>
              <a:r>
                <a:rPr kumimoji="1" lang="en-US" altLang="zh-CN" sz="200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'</a:t>
              </a:r>
              <a:endParaRPr kumimoji="1" lang="en-US" altLang="zh-CN" sz="2000">
                <a:effectLst/>
                <a:ea typeface="宋体" panose="02010600030101010101" pitchFamily="2" charset="-122"/>
              </a:endParaRPr>
            </a:p>
          </p:txBody>
        </p:sp>
        <p:sp>
          <p:nvSpPr>
            <p:cNvPr id="996362" name="Text Box 10"/>
            <p:cNvSpPr txBox="1">
              <a:spLocks noChangeArrowheads="1"/>
            </p:cNvSpPr>
            <p:nvPr/>
          </p:nvSpPr>
          <p:spPr bwMode="auto">
            <a:xfrm>
              <a:off x="2832" y="1503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>
                  <a:effectLst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996363" name="Text Box 11"/>
            <p:cNvSpPr txBox="1">
              <a:spLocks noChangeArrowheads="1"/>
            </p:cNvSpPr>
            <p:nvPr/>
          </p:nvSpPr>
          <p:spPr bwMode="auto">
            <a:xfrm>
              <a:off x="2832" y="2439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>
                  <a:effectLst/>
                  <a:ea typeface="宋体" panose="02010600030101010101" pitchFamily="2" charset="-122"/>
                </a:rPr>
                <a:t>2</a:t>
              </a:r>
              <a:r>
                <a:rPr kumimoji="1" lang="en-US" altLang="zh-CN" sz="200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'</a:t>
              </a:r>
              <a:endParaRPr kumimoji="1" lang="en-US" altLang="zh-CN" sz="2000">
                <a:effectLst/>
                <a:ea typeface="宋体" panose="02010600030101010101" pitchFamily="2" charset="-122"/>
              </a:endParaRPr>
            </a:p>
          </p:txBody>
        </p:sp>
        <p:sp>
          <p:nvSpPr>
            <p:cNvPr id="996364" name="Line 12"/>
            <p:cNvSpPr>
              <a:spLocks noChangeShapeType="1"/>
            </p:cNvSpPr>
            <p:nvPr/>
          </p:nvSpPr>
          <p:spPr bwMode="auto">
            <a:xfrm>
              <a:off x="934" y="1635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6365" name="Line 13"/>
            <p:cNvSpPr>
              <a:spLocks noChangeShapeType="1"/>
            </p:cNvSpPr>
            <p:nvPr/>
          </p:nvSpPr>
          <p:spPr bwMode="auto">
            <a:xfrm flipH="1">
              <a:off x="2400" y="1635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96366" name="Object 14"/>
            <p:cNvGraphicFramePr>
              <a:graphicFrameLocks noChangeAspect="1"/>
            </p:cNvGraphicFramePr>
            <p:nvPr/>
          </p:nvGraphicFramePr>
          <p:xfrm>
            <a:off x="930" y="1360"/>
            <a:ext cx="151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6978" name="Equation" r:id="rId5" imgW="127000" imgH="228600" progId="Equation.DSMT4">
                    <p:embed/>
                  </p:oleObj>
                </mc:Choice>
                <mc:Fallback>
                  <p:oleObj name="Equation" r:id="rId5" imgW="127000" imgH="228600" progId="Equation.DSMT4">
                    <p:embed/>
                    <p:pic>
                      <p:nvPicPr>
                        <p:cNvPr id="0" name="图片 11069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1360"/>
                          <a:ext cx="151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6367" name="Object 15"/>
            <p:cNvGraphicFramePr>
              <a:graphicFrameLocks noChangeAspect="1"/>
            </p:cNvGraphicFramePr>
            <p:nvPr/>
          </p:nvGraphicFramePr>
          <p:xfrm>
            <a:off x="2351" y="1351"/>
            <a:ext cx="166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6979" name="Equation" r:id="rId7" imgW="139700" imgH="228600" progId="Equation.DSMT4">
                    <p:embed/>
                  </p:oleObj>
                </mc:Choice>
                <mc:Fallback>
                  <p:oleObj name="Equation" r:id="rId7" imgW="139700" imgH="228600" progId="Equation.DSMT4">
                    <p:embed/>
                    <p:pic>
                      <p:nvPicPr>
                        <p:cNvPr id="0" name="图片 11069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1" y="1351"/>
                          <a:ext cx="166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6368" name="Text Box 16"/>
            <p:cNvSpPr txBox="1">
              <a:spLocks noChangeArrowheads="1"/>
            </p:cNvSpPr>
            <p:nvPr/>
          </p:nvSpPr>
          <p:spPr bwMode="auto">
            <a:xfrm>
              <a:off x="519" y="1617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effectLst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996369" name="Text Box 17"/>
            <p:cNvSpPr txBox="1">
              <a:spLocks noChangeArrowheads="1"/>
            </p:cNvSpPr>
            <p:nvPr/>
          </p:nvSpPr>
          <p:spPr bwMode="auto">
            <a:xfrm>
              <a:off x="528" y="2160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effectLst/>
                  <a:ea typeface="宋体" panose="02010600030101010101" pitchFamily="2" charset="-122"/>
                </a:rPr>
                <a:t>_</a:t>
              </a:r>
            </a:p>
          </p:txBody>
        </p:sp>
        <p:sp>
          <p:nvSpPr>
            <p:cNvPr id="996370" name="Text Box 18"/>
            <p:cNvSpPr txBox="1">
              <a:spLocks noChangeArrowheads="1"/>
            </p:cNvSpPr>
            <p:nvPr/>
          </p:nvSpPr>
          <p:spPr bwMode="auto">
            <a:xfrm>
              <a:off x="2685" y="1629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effectLst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996371" name="Text Box 19"/>
            <p:cNvSpPr txBox="1">
              <a:spLocks noChangeArrowheads="1"/>
            </p:cNvSpPr>
            <p:nvPr/>
          </p:nvSpPr>
          <p:spPr bwMode="auto">
            <a:xfrm>
              <a:off x="2694" y="2181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effectLst/>
                  <a:ea typeface="宋体" panose="02010600030101010101" pitchFamily="2" charset="-122"/>
                </a:rPr>
                <a:t>_</a:t>
              </a:r>
            </a:p>
          </p:txBody>
        </p:sp>
        <p:graphicFrame>
          <p:nvGraphicFramePr>
            <p:cNvPr id="996372" name="Object 20"/>
            <p:cNvGraphicFramePr>
              <a:graphicFrameLocks noChangeAspect="1"/>
            </p:cNvGraphicFramePr>
            <p:nvPr/>
          </p:nvGraphicFramePr>
          <p:xfrm>
            <a:off x="519" y="1966"/>
            <a:ext cx="197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6980" name="Equation" r:id="rId9" imgW="165100" imgH="228600" progId="Equation.DSMT4">
                    <p:embed/>
                  </p:oleObj>
                </mc:Choice>
                <mc:Fallback>
                  <p:oleObj name="Equation" r:id="rId9" imgW="165100" imgH="228600" progId="Equation.DSMT4">
                    <p:embed/>
                    <p:pic>
                      <p:nvPicPr>
                        <p:cNvPr id="0" name="图片 11069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" y="1966"/>
                          <a:ext cx="197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6373" name="Object 21"/>
            <p:cNvGraphicFramePr>
              <a:graphicFrameLocks noChangeAspect="1"/>
            </p:cNvGraphicFramePr>
            <p:nvPr/>
          </p:nvGraphicFramePr>
          <p:xfrm>
            <a:off x="2730" y="1966"/>
            <a:ext cx="211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6981" name="Equation" r:id="rId11" imgW="177800" imgH="228600" progId="Equation.DSMT4">
                    <p:embed/>
                  </p:oleObj>
                </mc:Choice>
                <mc:Fallback>
                  <p:oleObj name="Equation" r:id="rId11" imgW="177800" imgH="228600" progId="Equation.DSMT4">
                    <p:embed/>
                    <p:pic>
                      <p:nvPicPr>
                        <p:cNvPr id="0" name="图片 11069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0" y="1966"/>
                          <a:ext cx="211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6374" name="Rectangle 22"/>
            <p:cNvSpPr>
              <a:spLocks noChangeArrowheads="1"/>
            </p:cNvSpPr>
            <p:nvPr/>
          </p:nvSpPr>
          <p:spPr bwMode="auto">
            <a:xfrm>
              <a:off x="1440" y="1479"/>
              <a:ext cx="576" cy="1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6375" name="Line 23"/>
            <p:cNvSpPr>
              <a:spLocks noChangeShapeType="1"/>
            </p:cNvSpPr>
            <p:nvPr/>
          </p:nvSpPr>
          <p:spPr bwMode="auto">
            <a:xfrm>
              <a:off x="1440" y="1632"/>
              <a:ext cx="0" cy="95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6376" name="Line 24"/>
            <p:cNvSpPr>
              <a:spLocks noChangeShapeType="1"/>
            </p:cNvSpPr>
            <p:nvPr/>
          </p:nvSpPr>
          <p:spPr bwMode="auto">
            <a:xfrm>
              <a:off x="2016" y="1632"/>
              <a:ext cx="0" cy="95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6377" name="Oval 25"/>
            <p:cNvSpPr>
              <a:spLocks noChangeArrowheads="1"/>
            </p:cNvSpPr>
            <p:nvPr/>
          </p:nvSpPr>
          <p:spPr bwMode="auto">
            <a:xfrm>
              <a:off x="1200" y="1851"/>
              <a:ext cx="450" cy="54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6378" name="Oval 26"/>
            <p:cNvSpPr>
              <a:spLocks noChangeArrowheads="1"/>
            </p:cNvSpPr>
            <p:nvPr/>
          </p:nvSpPr>
          <p:spPr bwMode="auto">
            <a:xfrm>
              <a:off x="1785" y="1845"/>
              <a:ext cx="450" cy="54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6379" name="Rectangle 27"/>
            <p:cNvSpPr>
              <a:spLocks noChangeArrowheads="1"/>
            </p:cNvSpPr>
            <p:nvPr/>
          </p:nvSpPr>
          <p:spPr bwMode="auto">
            <a:xfrm>
              <a:off x="1095" y="1842"/>
              <a:ext cx="336" cy="5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6380" name="Rectangle 28"/>
            <p:cNvSpPr>
              <a:spLocks noChangeArrowheads="1"/>
            </p:cNvSpPr>
            <p:nvPr/>
          </p:nvSpPr>
          <p:spPr bwMode="auto">
            <a:xfrm>
              <a:off x="2028" y="1833"/>
              <a:ext cx="336" cy="5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6381" name="Freeform 29"/>
            <p:cNvSpPr/>
            <p:nvPr/>
          </p:nvSpPr>
          <p:spPr bwMode="auto">
            <a:xfrm>
              <a:off x="1536" y="1575"/>
              <a:ext cx="384" cy="96"/>
            </a:xfrm>
            <a:custGeom>
              <a:avLst/>
              <a:gdLst>
                <a:gd name="T0" fmla="*/ 0 w 384"/>
                <a:gd name="T1" fmla="*/ 96 h 96"/>
                <a:gd name="T2" fmla="*/ 192 w 384"/>
                <a:gd name="T3" fmla="*/ 0 h 96"/>
                <a:gd name="T4" fmla="*/ 384 w 384"/>
                <a:gd name="T5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4" h="96">
                  <a:moveTo>
                    <a:pt x="0" y="96"/>
                  </a:moveTo>
                  <a:cubicBezTo>
                    <a:pt x="64" y="48"/>
                    <a:pt x="128" y="0"/>
                    <a:pt x="192" y="0"/>
                  </a:cubicBezTo>
                  <a:cubicBezTo>
                    <a:pt x="256" y="0"/>
                    <a:pt x="352" y="80"/>
                    <a:pt x="384" y="96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6382" name="Text Box 30"/>
            <p:cNvSpPr txBox="1">
              <a:spLocks noChangeArrowheads="1"/>
            </p:cNvSpPr>
            <p:nvPr/>
          </p:nvSpPr>
          <p:spPr bwMode="auto">
            <a:xfrm>
              <a:off x="1590" y="1296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i="1">
                  <a:effectLst/>
                  <a:ea typeface="宋体" panose="02010600030101010101" pitchFamily="2" charset="-122"/>
                </a:rPr>
                <a:t>g</a:t>
              </a:r>
              <a:r>
                <a:rPr kumimoji="1" lang="en-US" altLang="zh-CN" sz="2000">
                  <a:effectLst/>
                  <a:ea typeface="宋体" panose="02010600030101010101" pitchFamily="2" charset="-122"/>
                </a:rPr>
                <a:t>(</a:t>
              </a:r>
              <a:r>
                <a:rPr kumimoji="1" lang="en-US" altLang="zh-CN" sz="2000" i="1">
                  <a:effectLst/>
                  <a:ea typeface="宋体" panose="02010600030101010101" pitchFamily="2" charset="-122"/>
                </a:rPr>
                <a:t>r</a:t>
              </a:r>
              <a:r>
                <a:rPr kumimoji="1" lang="en-US" altLang="zh-CN" sz="2000">
                  <a:effectLst/>
                  <a:ea typeface="宋体" panose="02010600030101010101" pitchFamily="2" charset="-122"/>
                </a:rPr>
                <a:t>)</a:t>
              </a:r>
            </a:p>
          </p:txBody>
        </p:sp>
      </p:grpSp>
      <p:sp>
        <p:nvSpPr>
          <p:cNvPr id="996383" name="Text Box 31"/>
          <p:cNvSpPr txBox="1">
            <a:spLocks noChangeArrowheads="1"/>
          </p:cNvSpPr>
          <p:nvPr/>
        </p:nvSpPr>
        <p:spPr bwMode="auto">
          <a:xfrm>
            <a:off x="5486400" y="1752600"/>
            <a:ext cx="3276600" cy="237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000">
                <a:solidFill>
                  <a:srgbClr val="800000"/>
                </a:solidFill>
                <a:effectLst/>
              </a:rPr>
              <a:t>        </a:t>
            </a:r>
            <a:r>
              <a:rPr kumimoji="1" lang="zh-CN" altLang="en-US" sz="2000">
                <a:solidFill>
                  <a:srgbClr val="800000"/>
                </a:solidFill>
                <a:effectLst/>
              </a:rPr>
              <a:t>回转器是一种二端口元件，可以用晶体管或运算放大器的电路来实现。理想回转器的电路模型如图所示，图中箭头表示回转方向。</a:t>
            </a:r>
          </a:p>
        </p:txBody>
      </p:sp>
      <p:sp>
        <p:nvSpPr>
          <p:cNvPr id="996384" name="Text Box 32"/>
          <p:cNvSpPr txBox="1">
            <a:spLocks noChangeArrowheads="1"/>
          </p:cNvSpPr>
          <p:nvPr/>
        </p:nvSpPr>
        <p:spPr bwMode="auto">
          <a:xfrm>
            <a:off x="304800" y="4495800"/>
            <a:ext cx="66294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000">
                <a:solidFill>
                  <a:srgbClr val="800000"/>
                </a:solidFill>
                <a:effectLst/>
              </a:rPr>
              <a:t> </a:t>
            </a:r>
            <a:r>
              <a:rPr kumimoji="1" lang="zh-CN" altLang="en-US" sz="2000">
                <a:solidFill>
                  <a:srgbClr val="0000FF"/>
                </a:solidFill>
                <a:effectLst/>
              </a:rPr>
              <a:t>在图示参考方向下，理想回转器端口的伏安关系为：</a:t>
            </a:r>
          </a:p>
        </p:txBody>
      </p:sp>
      <p:graphicFrame>
        <p:nvGraphicFramePr>
          <p:cNvPr id="996385" name="Object 33"/>
          <p:cNvGraphicFramePr>
            <a:graphicFrameLocks noChangeAspect="1"/>
          </p:cNvGraphicFramePr>
          <p:nvPr/>
        </p:nvGraphicFramePr>
        <p:xfrm>
          <a:off x="1295400" y="5181600"/>
          <a:ext cx="3810000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982" name="Equation" r:id="rId13" imgW="1637665" imgH="482600" progId="Equation.DSMT4">
                  <p:embed/>
                </p:oleObj>
              </mc:Choice>
              <mc:Fallback>
                <p:oleObj name="Equation" r:id="rId13" imgW="1637665" imgH="482600" progId="Equation.DSMT4">
                  <p:embed/>
                  <p:pic>
                    <p:nvPicPr>
                      <p:cNvPr id="0" name="图片 11069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181600"/>
                        <a:ext cx="3810000" cy="112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6386" name="Text Box 34"/>
          <p:cNvSpPr txBox="1">
            <a:spLocks noChangeArrowheads="1"/>
          </p:cNvSpPr>
          <p:nvPr/>
        </p:nvSpPr>
        <p:spPr bwMode="auto">
          <a:xfrm>
            <a:off x="6248400" y="5334000"/>
            <a:ext cx="20574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000">
                <a:solidFill>
                  <a:srgbClr val="800000"/>
                </a:solidFill>
                <a:effectLst/>
              </a:rPr>
              <a:t> </a:t>
            </a:r>
            <a:r>
              <a:rPr kumimoji="1" lang="en-US" altLang="zh-CN" sz="2000" i="1">
                <a:solidFill>
                  <a:srgbClr val="800000"/>
                </a:solidFill>
                <a:effectLst/>
              </a:rPr>
              <a:t>r</a:t>
            </a:r>
            <a:r>
              <a:rPr kumimoji="1" lang="en-US" altLang="zh-CN" sz="2000">
                <a:solidFill>
                  <a:srgbClr val="800000"/>
                </a:solidFill>
                <a:effectLst/>
              </a:rPr>
              <a:t>——</a:t>
            </a:r>
            <a:r>
              <a:rPr kumimoji="1" lang="zh-CN" altLang="en-US" sz="2000">
                <a:solidFill>
                  <a:srgbClr val="800000"/>
                </a:solidFill>
                <a:effectLst/>
              </a:rPr>
              <a:t>回转电阻</a:t>
            </a:r>
          </a:p>
          <a:p>
            <a:pPr>
              <a:lnSpc>
                <a:spcPct val="150000"/>
              </a:lnSpc>
            </a:pPr>
            <a:r>
              <a:rPr kumimoji="1" lang="zh-CN" altLang="en-US" sz="2000">
                <a:solidFill>
                  <a:srgbClr val="800000"/>
                </a:solidFill>
                <a:effectLst/>
              </a:rPr>
              <a:t> </a:t>
            </a:r>
            <a:r>
              <a:rPr kumimoji="1" lang="en-US" altLang="zh-CN" sz="2000" i="1">
                <a:solidFill>
                  <a:srgbClr val="800000"/>
                </a:solidFill>
                <a:effectLst/>
              </a:rPr>
              <a:t>g</a:t>
            </a:r>
            <a:r>
              <a:rPr kumimoji="1" lang="en-US" altLang="zh-CN" sz="2000">
                <a:solidFill>
                  <a:srgbClr val="800000"/>
                </a:solidFill>
                <a:effectLst/>
              </a:rPr>
              <a:t>——</a:t>
            </a:r>
            <a:r>
              <a:rPr kumimoji="1" lang="zh-CN" altLang="en-US" sz="2000">
                <a:solidFill>
                  <a:srgbClr val="800000"/>
                </a:solidFill>
                <a:effectLst/>
              </a:rPr>
              <a:t>回转电导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996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9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96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996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96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996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99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99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6355" grpId="0" autoUpdateAnimBg="0"/>
      <p:bldP spid="996356" grpId="0" build="p" autoUpdateAnimBg="0" advAuto="0"/>
      <p:bldP spid="996383" grpId="0" build="p" autoUpdateAnimBg="0"/>
      <p:bldP spid="996384" grpId="0" build="p" autoUpdateAnimBg="0"/>
      <p:bldP spid="996386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4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95250"/>
            <a:ext cx="4419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13.7</a:t>
            </a: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理想回转器</a:t>
            </a:r>
          </a:p>
        </p:txBody>
      </p:sp>
      <p:grpSp>
        <p:nvGrpSpPr>
          <p:cNvPr id="998403" name="Group 3"/>
          <p:cNvGrpSpPr/>
          <p:nvPr/>
        </p:nvGrpSpPr>
        <p:grpSpPr bwMode="auto">
          <a:xfrm>
            <a:off x="1143000" y="3930650"/>
            <a:ext cx="4395788" cy="2317750"/>
            <a:chOff x="1296" y="988"/>
            <a:chExt cx="2769" cy="1460"/>
          </a:xfrm>
        </p:grpSpPr>
        <p:sp>
          <p:nvSpPr>
            <p:cNvPr id="998404" name="Line 4"/>
            <p:cNvSpPr>
              <a:spLocks noChangeShapeType="1"/>
            </p:cNvSpPr>
            <p:nvPr/>
          </p:nvSpPr>
          <p:spPr bwMode="auto">
            <a:xfrm>
              <a:off x="2336" y="1348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8405" name="Line 5"/>
            <p:cNvSpPr>
              <a:spLocks noChangeShapeType="1"/>
            </p:cNvSpPr>
            <p:nvPr/>
          </p:nvSpPr>
          <p:spPr bwMode="auto">
            <a:xfrm rot="16200000">
              <a:off x="1950" y="968"/>
              <a:ext cx="1" cy="7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8406" name="Line 6"/>
            <p:cNvSpPr>
              <a:spLocks noChangeShapeType="1"/>
            </p:cNvSpPr>
            <p:nvPr/>
          </p:nvSpPr>
          <p:spPr bwMode="auto">
            <a:xfrm rot="16200000">
              <a:off x="1952" y="1923"/>
              <a:ext cx="1" cy="7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8407" name="Line 7"/>
            <p:cNvSpPr>
              <a:spLocks noChangeShapeType="1"/>
            </p:cNvSpPr>
            <p:nvPr/>
          </p:nvSpPr>
          <p:spPr bwMode="auto">
            <a:xfrm>
              <a:off x="3010" y="1340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8408" name="Line 8"/>
            <p:cNvSpPr>
              <a:spLocks noChangeShapeType="1"/>
            </p:cNvSpPr>
            <p:nvPr/>
          </p:nvSpPr>
          <p:spPr bwMode="auto">
            <a:xfrm rot="16200000">
              <a:off x="3390" y="960"/>
              <a:ext cx="1" cy="7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8409" name="Line 9"/>
            <p:cNvSpPr>
              <a:spLocks noChangeShapeType="1"/>
            </p:cNvSpPr>
            <p:nvPr/>
          </p:nvSpPr>
          <p:spPr bwMode="auto">
            <a:xfrm rot="16200000">
              <a:off x="3392" y="1915"/>
              <a:ext cx="1" cy="7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8410" name="Freeform 10"/>
            <p:cNvSpPr/>
            <p:nvPr/>
          </p:nvSpPr>
          <p:spPr bwMode="auto">
            <a:xfrm>
              <a:off x="2336" y="1540"/>
              <a:ext cx="240" cy="576"/>
            </a:xfrm>
            <a:custGeom>
              <a:avLst/>
              <a:gdLst>
                <a:gd name="T0" fmla="*/ 0 w 240"/>
                <a:gd name="T1" fmla="*/ 0 h 288"/>
                <a:gd name="T2" fmla="*/ 240 w 240"/>
                <a:gd name="T3" fmla="*/ 144 h 288"/>
                <a:gd name="T4" fmla="*/ 0 w 240"/>
                <a:gd name="T5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0" h="288">
                  <a:moveTo>
                    <a:pt x="0" y="0"/>
                  </a:moveTo>
                  <a:cubicBezTo>
                    <a:pt x="120" y="48"/>
                    <a:pt x="240" y="96"/>
                    <a:pt x="240" y="144"/>
                  </a:cubicBezTo>
                  <a:cubicBezTo>
                    <a:pt x="240" y="192"/>
                    <a:pt x="120" y="240"/>
                    <a:pt x="0" y="288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8411" name="Freeform 11"/>
            <p:cNvSpPr/>
            <p:nvPr/>
          </p:nvSpPr>
          <p:spPr bwMode="auto">
            <a:xfrm flipH="1">
              <a:off x="2768" y="1540"/>
              <a:ext cx="240" cy="576"/>
            </a:xfrm>
            <a:custGeom>
              <a:avLst/>
              <a:gdLst>
                <a:gd name="T0" fmla="*/ 0 w 240"/>
                <a:gd name="T1" fmla="*/ 0 h 288"/>
                <a:gd name="T2" fmla="*/ 240 w 240"/>
                <a:gd name="T3" fmla="*/ 144 h 288"/>
                <a:gd name="T4" fmla="*/ 0 w 240"/>
                <a:gd name="T5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0" h="288">
                  <a:moveTo>
                    <a:pt x="0" y="0"/>
                  </a:moveTo>
                  <a:cubicBezTo>
                    <a:pt x="120" y="48"/>
                    <a:pt x="240" y="96"/>
                    <a:pt x="240" y="144"/>
                  </a:cubicBezTo>
                  <a:cubicBezTo>
                    <a:pt x="240" y="192"/>
                    <a:pt x="120" y="240"/>
                    <a:pt x="0" y="288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8412" name="Text Box 12"/>
            <p:cNvSpPr txBox="1">
              <a:spLocks noChangeArrowheads="1"/>
            </p:cNvSpPr>
            <p:nvPr/>
          </p:nvSpPr>
          <p:spPr bwMode="auto">
            <a:xfrm>
              <a:off x="1472" y="1964"/>
              <a:ext cx="192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4400">
                  <a:effectLst/>
                </a:rPr>
                <a:t>.</a:t>
              </a:r>
            </a:p>
          </p:txBody>
        </p:sp>
        <p:sp>
          <p:nvSpPr>
            <p:cNvPr id="998413" name="Text Box 13"/>
            <p:cNvSpPr txBox="1">
              <a:spLocks noChangeArrowheads="1"/>
            </p:cNvSpPr>
            <p:nvPr/>
          </p:nvSpPr>
          <p:spPr bwMode="auto">
            <a:xfrm>
              <a:off x="1472" y="996"/>
              <a:ext cx="192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4400">
                  <a:effectLst/>
                </a:rPr>
                <a:t>.</a:t>
              </a:r>
            </a:p>
          </p:txBody>
        </p:sp>
        <p:sp>
          <p:nvSpPr>
            <p:cNvPr id="998414" name="Text Box 14"/>
            <p:cNvSpPr txBox="1">
              <a:spLocks noChangeArrowheads="1"/>
            </p:cNvSpPr>
            <p:nvPr/>
          </p:nvSpPr>
          <p:spPr bwMode="auto">
            <a:xfrm>
              <a:off x="3680" y="1956"/>
              <a:ext cx="192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4400">
                  <a:effectLst/>
                </a:rPr>
                <a:t>.</a:t>
              </a:r>
            </a:p>
          </p:txBody>
        </p:sp>
        <p:sp>
          <p:nvSpPr>
            <p:cNvPr id="998415" name="Text Box 15"/>
            <p:cNvSpPr txBox="1">
              <a:spLocks noChangeArrowheads="1"/>
            </p:cNvSpPr>
            <p:nvPr/>
          </p:nvSpPr>
          <p:spPr bwMode="auto">
            <a:xfrm>
              <a:off x="3680" y="988"/>
              <a:ext cx="192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4400">
                  <a:effectLst/>
                </a:rPr>
                <a:t>.</a:t>
              </a:r>
            </a:p>
          </p:txBody>
        </p:sp>
        <p:sp>
          <p:nvSpPr>
            <p:cNvPr id="998416" name="Rectangle 16"/>
            <p:cNvSpPr>
              <a:spLocks noChangeArrowheads="1"/>
            </p:cNvSpPr>
            <p:nvPr/>
          </p:nvSpPr>
          <p:spPr bwMode="auto">
            <a:xfrm>
              <a:off x="1344" y="1164"/>
              <a:ext cx="220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folHlink"/>
                  </a:solidFill>
                  <a:effectLst/>
                </a:rPr>
                <a:t>1</a:t>
              </a:r>
            </a:p>
          </p:txBody>
        </p:sp>
        <p:sp>
          <p:nvSpPr>
            <p:cNvPr id="998417" name="Rectangle 17"/>
            <p:cNvSpPr>
              <a:spLocks noChangeArrowheads="1"/>
            </p:cNvSpPr>
            <p:nvPr/>
          </p:nvSpPr>
          <p:spPr bwMode="auto">
            <a:xfrm>
              <a:off x="1296" y="2140"/>
              <a:ext cx="289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folHlink"/>
                  </a:solidFill>
                  <a:effectLst/>
                </a:rPr>
                <a:t>1’</a:t>
              </a:r>
            </a:p>
          </p:txBody>
        </p:sp>
        <p:sp>
          <p:nvSpPr>
            <p:cNvPr id="998418" name="Rectangle 18"/>
            <p:cNvSpPr>
              <a:spLocks noChangeArrowheads="1"/>
            </p:cNvSpPr>
            <p:nvPr/>
          </p:nvSpPr>
          <p:spPr bwMode="auto">
            <a:xfrm>
              <a:off x="3800" y="1168"/>
              <a:ext cx="220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folHlink"/>
                  </a:solidFill>
                  <a:effectLst/>
                </a:rPr>
                <a:t>2</a:t>
              </a:r>
            </a:p>
          </p:txBody>
        </p:sp>
        <p:sp>
          <p:nvSpPr>
            <p:cNvPr id="998419" name="Rectangle 19"/>
            <p:cNvSpPr>
              <a:spLocks noChangeArrowheads="1"/>
            </p:cNvSpPr>
            <p:nvPr/>
          </p:nvSpPr>
          <p:spPr bwMode="auto">
            <a:xfrm>
              <a:off x="3776" y="2128"/>
              <a:ext cx="289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folHlink"/>
                  </a:solidFill>
                  <a:effectLst/>
                </a:rPr>
                <a:t>2’</a:t>
              </a:r>
            </a:p>
          </p:txBody>
        </p:sp>
        <p:sp>
          <p:nvSpPr>
            <p:cNvPr id="998420" name="Rectangle 20"/>
            <p:cNvSpPr>
              <a:spLocks noChangeArrowheads="1"/>
            </p:cNvSpPr>
            <p:nvPr/>
          </p:nvSpPr>
          <p:spPr bwMode="auto">
            <a:xfrm>
              <a:off x="2472" y="1228"/>
              <a:ext cx="4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g</a:t>
              </a: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(</a:t>
              </a:r>
              <a:r>
                <a:rPr lang="en-US" altLang="zh-CN" sz="2800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r</a:t>
              </a: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)</a:t>
              </a:r>
            </a:p>
          </p:txBody>
        </p:sp>
        <p:sp>
          <p:nvSpPr>
            <p:cNvPr id="998421" name="Freeform 21"/>
            <p:cNvSpPr/>
            <p:nvPr/>
          </p:nvSpPr>
          <p:spPr bwMode="auto">
            <a:xfrm>
              <a:off x="2384" y="1156"/>
              <a:ext cx="528" cy="144"/>
            </a:xfrm>
            <a:custGeom>
              <a:avLst/>
              <a:gdLst>
                <a:gd name="T0" fmla="*/ 0 w 528"/>
                <a:gd name="T1" fmla="*/ 144 h 144"/>
                <a:gd name="T2" fmla="*/ 240 w 528"/>
                <a:gd name="T3" fmla="*/ 0 h 144"/>
                <a:gd name="T4" fmla="*/ 528 w 528"/>
                <a:gd name="T5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8" h="144">
                  <a:moveTo>
                    <a:pt x="0" y="144"/>
                  </a:moveTo>
                  <a:cubicBezTo>
                    <a:pt x="76" y="72"/>
                    <a:pt x="152" y="0"/>
                    <a:pt x="240" y="0"/>
                  </a:cubicBezTo>
                  <a:cubicBezTo>
                    <a:pt x="328" y="0"/>
                    <a:pt x="428" y="72"/>
                    <a:pt x="528" y="144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stealth" w="lg" len="lg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8422" name="Line 22"/>
            <p:cNvSpPr>
              <a:spLocks noChangeShapeType="1"/>
            </p:cNvSpPr>
            <p:nvPr/>
          </p:nvSpPr>
          <p:spPr bwMode="auto">
            <a:xfrm>
              <a:off x="1856" y="1340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8423" name="Rectangle 23"/>
            <p:cNvSpPr>
              <a:spLocks noChangeArrowheads="1"/>
            </p:cNvSpPr>
            <p:nvPr/>
          </p:nvSpPr>
          <p:spPr bwMode="auto">
            <a:xfrm>
              <a:off x="1848" y="1012"/>
              <a:ext cx="25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i</a:t>
              </a:r>
              <a:r>
                <a:rPr lang="en-US" altLang="zh-CN" sz="2800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</a:p>
          </p:txBody>
        </p:sp>
        <p:sp>
          <p:nvSpPr>
            <p:cNvPr id="998424" name="Rectangle 24"/>
            <p:cNvSpPr>
              <a:spLocks noChangeArrowheads="1"/>
            </p:cNvSpPr>
            <p:nvPr/>
          </p:nvSpPr>
          <p:spPr bwMode="auto">
            <a:xfrm>
              <a:off x="3264" y="988"/>
              <a:ext cx="25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i</a:t>
              </a:r>
              <a:r>
                <a:rPr lang="en-US" altLang="zh-CN" sz="2800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</a:p>
          </p:txBody>
        </p:sp>
        <p:sp>
          <p:nvSpPr>
            <p:cNvPr id="998425" name="Line 25"/>
            <p:cNvSpPr>
              <a:spLocks noChangeShapeType="1"/>
            </p:cNvSpPr>
            <p:nvPr/>
          </p:nvSpPr>
          <p:spPr bwMode="auto">
            <a:xfrm flipH="1">
              <a:off x="3400" y="1324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8426" name="Rectangle 26"/>
            <p:cNvSpPr>
              <a:spLocks noChangeArrowheads="1"/>
            </p:cNvSpPr>
            <p:nvPr/>
          </p:nvSpPr>
          <p:spPr bwMode="auto">
            <a:xfrm>
              <a:off x="1480" y="1628"/>
              <a:ext cx="31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u</a:t>
              </a:r>
              <a:r>
                <a:rPr lang="en-US" altLang="zh-CN" sz="2800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</a:p>
          </p:txBody>
        </p:sp>
        <p:sp>
          <p:nvSpPr>
            <p:cNvPr id="998427" name="Rectangle 27"/>
            <p:cNvSpPr>
              <a:spLocks noChangeArrowheads="1"/>
            </p:cNvSpPr>
            <p:nvPr/>
          </p:nvSpPr>
          <p:spPr bwMode="auto">
            <a:xfrm>
              <a:off x="3651" y="1620"/>
              <a:ext cx="31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u</a:t>
              </a:r>
              <a:r>
                <a:rPr lang="en-US" altLang="zh-CN" sz="2800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</a:p>
          </p:txBody>
        </p:sp>
        <p:sp>
          <p:nvSpPr>
            <p:cNvPr id="998428" name="Text Box 28"/>
            <p:cNvSpPr txBox="1">
              <a:spLocks noChangeArrowheads="1"/>
            </p:cNvSpPr>
            <p:nvPr/>
          </p:nvSpPr>
          <p:spPr bwMode="auto">
            <a:xfrm>
              <a:off x="1480" y="1348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8429" name="Text Box 29"/>
            <p:cNvSpPr txBox="1">
              <a:spLocks noChangeArrowheads="1"/>
            </p:cNvSpPr>
            <p:nvPr/>
          </p:nvSpPr>
          <p:spPr bwMode="auto">
            <a:xfrm>
              <a:off x="1472" y="1876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_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8430" name="Text Box 30"/>
            <p:cNvSpPr txBox="1">
              <a:spLocks noChangeArrowheads="1"/>
            </p:cNvSpPr>
            <p:nvPr/>
          </p:nvSpPr>
          <p:spPr bwMode="auto">
            <a:xfrm>
              <a:off x="3680" y="1340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8431" name="Text Box 31"/>
            <p:cNvSpPr txBox="1">
              <a:spLocks noChangeArrowheads="1"/>
            </p:cNvSpPr>
            <p:nvPr/>
          </p:nvSpPr>
          <p:spPr bwMode="auto">
            <a:xfrm>
              <a:off x="3672" y="1868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_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aphicFrame>
        <p:nvGraphicFramePr>
          <p:cNvPr id="998432" name="Object 32"/>
          <p:cNvGraphicFramePr>
            <a:graphicFrameLocks noChangeAspect="1"/>
          </p:cNvGraphicFramePr>
          <p:nvPr/>
        </p:nvGraphicFramePr>
        <p:xfrm>
          <a:off x="5983288" y="4573588"/>
          <a:ext cx="13319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020" name="Equation" r:id="rId4" imgW="571500" imgH="228600" progId="Equation.DSMT4">
                  <p:embed/>
                </p:oleObj>
              </mc:Choice>
              <mc:Fallback>
                <p:oleObj name="Equation" r:id="rId4" imgW="571500" imgH="228600" progId="Equation.DSMT4">
                  <p:embed/>
                  <p:pic>
                    <p:nvPicPr>
                      <p:cNvPr id="0" name="图片 11080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3288" y="4573588"/>
                        <a:ext cx="1331912" cy="5318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8433" name="Object 33"/>
          <p:cNvGraphicFramePr>
            <a:graphicFrameLocks noChangeAspect="1"/>
          </p:cNvGraphicFramePr>
          <p:nvPr/>
        </p:nvGraphicFramePr>
        <p:xfrm>
          <a:off x="5943600" y="5334000"/>
          <a:ext cx="2630488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021" name="Equation" r:id="rId6" imgW="1143000" imgH="228600" progId="Equation.DSMT4">
                  <p:embed/>
                </p:oleObj>
              </mc:Choice>
              <mc:Fallback>
                <p:oleObj name="Equation" r:id="rId6" imgW="1143000" imgH="228600" progId="Equation.DSMT4">
                  <p:embed/>
                  <p:pic>
                    <p:nvPicPr>
                      <p:cNvPr id="0" name="图片 11080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5334000"/>
                        <a:ext cx="2630488" cy="5254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98434" name="Group 34"/>
          <p:cNvGrpSpPr/>
          <p:nvPr/>
        </p:nvGrpSpPr>
        <p:grpSpPr bwMode="auto">
          <a:xfrm>
            <a:off x="1752600" y="3200400"/>
            <a:ext cx="4800600" cy="690563"/>
            <a:chOff x="1062" y="2304"/>
            <a:chExt cx="3024" cy="435"/>
          </a:xfrm>
        </p:grpSpPr>
        <p:sp>
          <p:nvSpPr>
            <p:cNvPr id="998435" name="Text Box 35"/>
            <p:cNvSpPr txBox="1">
              <a:spLocks noChangeArrowheads="1"/>
            </p:cNvSpPr>
            <p:nvPr/>
          </p:nvSpPr>
          <p:spPr bwMode="auto">
            <a:xfrm>
              <a:off x="1062" y="2304"/>
              <a:ext cx="3024" cy="4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40000"/>
                </a:lnSpc>
                <a:buFontTx/>
                <a:buBlip>
                  <a:blip r:embed="rId8"/>
                </a:buBlip>
              </a:pP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</a:t>
              </a: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如果回转方向相反，</a:t>
              </a:r>
              <a:endParaRPr lang="zh-CN" altLang="en-US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aphicFrame>
          <p:nvGraphicFramePr>
            <p:cNvPr id="998436" name="Object 36"/>
            <p:cNvGraphicFramePr>
              <a:graphicFrameLocks noChangeAspect="1"/>
            </p:cNvGraphicFramePr>
            <p:nvPr/>
          </p:nvGraphicFramePr>
          <p:xfrm>
            <a:off x="3096" y="2416"/>
            <a:ext cx="857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8022" name="Equation" r:id="rId9" imgW="647700" imgH="203200" progId="Equation.DSMT4">
                    <p:embed/>
                  </p:oleObj>
                </mc:Choice>
                <mc:Fallback>
                  <p:oleObj name="Equation" r:id="rId9" imgW="647700" imgH="203200" progId="Equation.DSMT4">
                    <p:embed/>
                    <p:pic>
                      <p:nvPicPr>
                        <p:cNvPr id="0" name="图片 11080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6" y="2416"/>
                          <a:ext cx="857" cy="26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98437" name="Group 37"/>
          <p:cNvGrpSpPr/>
          <p:nvPr/>
        </p:nvGrpSpPr>
        <p:grpSpPr bwMode="auto">
          <a:xfrm>
            <a:off x="1066800" y="838200"/>
            <a:ext cx="4343400" cy="2230438"/>
            <a:chOff x="384" y="1296"/>
            <a:chExt cx="2736" cy="1405"/>
          </a:xfrm>
        </p:grpSpPr>
        <p:sp>
          <p:nvSpPr>
            <p:cNvPr id="998438" name="Line 38"/>
            <p:cNvSpPr>
              <a:spLocks noChangeShapeType="1"/>
            </p:cNvSpPr>
            <p:nvPr/>
          </p:nvSpPr>
          <p:spPr bwMode="auto">
            <a:xfrm>
              <a:off x="627" y="1638"/>
              <a:ext cx="22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8439" name="Line 39"/>
            <p:cNvSpPr>
              <a:spLocks noChangeShapeType="1"/>
            </p:cNvSpPr>
            <p:nvPr/>
          </p:nvSpPr>
          <p:spPr bwMode="auto">
            <a:xfrm>
              <a:off x="627" y="2565"/>
              <a:ext cx="22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8440" name="Text Box 40"/>
            <p:cNvSpPr txBox="1">
              <a:spLocks noChangeArrowheads="1"/>
            </p:cNvSpPr>
            <p:nvPr/>
          </p:nvSpPr>
          <p:spPr bwMode="auto">
            <a:xfrm>
              <a:off x="396" y="1512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>
                  <a:effectLst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998441" name="Text Box 41"/>
            <p:cNvSpPr txBox="1">
              <a:spLocks noChangeArrowheads="1"/>
            </p:cNvSpPr>
            <p:nvPr/>
          </p:nvSpPr>
          <p:spPr bwMode="auto">
            <a:xfrm>
              <a:off x="384" y="2451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>
                  <a:effectLst/>
                  <a:ea typeface="宋体" panose="02010600030101010101" pitchFamily="2" charset="-122"/>
                </a:rPr>
                <a:t>1</a:t>
              </a:r>
              <a:r>
                <a:rPr kumimoji="1" lang="en-US" altLang="zh-CN" sz="200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'</a:t>
              </a:r>
              <a:endParaRPr kumimoji="1" lang="en-US" altLang="zh-CN" sz="2000">
                <a:effectLst/>
                <a:ea typeface="宋体" panose="02010600030101010101" pitchFamily="2" charset="-122"/>
              </a:endParaRPr>
            </a:p>
          </p:txBody>
        </p:sp>
        <p:sp>
          <p:nvSpPr>
            <p:cNvPr id="998442" name="Text Box 42"/>
            <p:cNvSpPr txBox="1">
              <a:spLocks noChangeArrowheads="1"/>
            </p:cNvSpPr>
            <p:nvPr/>
          </p:nvSpPr>
          <p:spPr bwMode="auto">
            <a:xfrm>
              <a:off x="2832" y="1503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>
                  <a:effectLst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998443" name="Text Box 43"/>
            <p:cNvSpPr txBox="1">
              <a:spLocks noChangeArrowheads="1"/>
            </p:cNvSpPr>
            <p:nvPr/>
          </p:nvSpPr>
          <p:spPr bwMode="auto">
            <a:xfrm>
              <a:off x="2832" y="2439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>
                  <a:effectLst/>
                  <a:ea typeface="宋体" panose="02010600030101010101" pitchFamily="2" charset="-122"/>
                </a:rPr>
                <a:t>2</a:t>
              </a:r>
              <a:r>
                <a:rPr kumimoji="1" lang="en-US" altLang="zh-CN" sz="200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'</a:t>
              </a:r>
              <a:endParaRPr kumimoji="1" lang="en-US" altLang="zh-CN" sz="2000">
                <a:effectLst/>
                <a:ea typeface="宋体" panose="02010600030101010101" pitchFamily="2" charset="-122"/>
              </a:endParaRPr>
            </a:p>
          </p:txBody>
        </p:sp>
        <p:sp>
          <p:nvSpPr>
            <p:cNvPr id="998444" name="Line 44"/>
            <p:cNvSpPr>
              <a:spLocks noChangeShapeType="1"/>
            </p:cNvSpPr>
            <p:nvPr/>
          </p:nvSpPr>
          <p:spPr bwMode="auto">
            <a:xfrm>
              <a:off x="934" y="1635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8445" name="Line 45"/>
            <p:cNvSpPr>
              <a:spLocks noChangeShapeType="1"/>
            </p:cNvSpPr>
            <p:nvPr/>
          </p:nvSpPr>
          <p:spPr bwMode="auto">
            <a:xfrm flipH="1">
              <a:off x="2400" y="1635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98446" name="Object 46"/>
            <p:cNvGraphicFramePr>
              <a:graphicFrameLocks noChangeAspect="1"/>
            </p:cNvGraphicFramePr>
            <p:nvPr/>
          </p:nvGraphicFramePr>
          <p:xfrm>
            <a:off x="930" y="1360"/>
            <a:ext cx="151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8023" name="Equation" r:id="rId11" imgW="127000" imgH="228600" progId="Equation.DSMT4">
                    <p:embed/>
                  </p:oleObj>
                </mc:Choice>
                <mc:Fallback>
                  <p:oleObj name="Equation" r:id="rId11" imgW="127000" imgH="228600" progId="Equation.DSMT4">
                    <p:embed/>
                    <p:pic>
                      <p:nvPicPr>
                        <p:cNvPr id="0" name="图片 11080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1360"/>
                          <a:ext cx="151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8447" name="Object 47"/>
            <p:cNvGraphicFramePr>
              <a:graphicFrameLocks noChangeAspect="1"/>
            </p:cNvGraphicFramePr>
            <p:nvPr/>
          </p:nvGraphicFramePr>
          <p:xfrm>
            <a:off x="2351" y="1351"/>
            <a:ext cx="166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8024" name="Equation" r:id="rId13" imgW="139700" imgH="228600" progId="Equation.DSMT4">
                    <p:embed/>
                  </p:oleObj>
                </mc:Choice>
                <mc:Fallback>
                  <p:oleObj name="Equation" r:id="rId13" imgW="139700" imgH="228600" progId="Equation.DSMT4">
                    <p:embed/>
                    <p:pic>
                      <p:nvPicPr>
                        <p:cNvPr id="0" name="图片 11080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1" y="1351"/>
                          <a:ext cx="166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8448" name="Text Box 48"/>
            <p:cNvSpPr txBox="1">
              <a:spLocks noChangeArrowheads="1"/>
            </p:cNvSpPr>
            <p:nvPr/>
          </p:nvSpPr>
          <p:spPr bwMode="auto">
            <a:xfrm>
              <a:off x="519" y="1617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effectLst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998449" name="Text Box 49"/>
            <p:cNvSpPr txBox="1">
              <a:spLocks noChangeArrowheads="1"/>
            </p:cNvSpPr>
            <p:nvPr/>
          </p:nvSpPr>
          <p:spPr bwMode="auto">
            <a:xfrm>
              <a:off x="528" y="2160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effectLst/>
                  <a:ea typeface="宋体" panose="02010600030101010101" pitchFamily="2" charset="-122"/>
                </a:rPr>
                <a:t>_</a:t>
              </a:r>
            </a:p>
          </p:txBody>
        </p:sp>
        <p:sp>
          <p:nvSpPr>
            <p:cNvPr id="998450" name="Text Box 50"/>
            <p:cNvSpPr txBox="1">
              <a:spLocks noChangeArrowheads="1"/>
            </p:cNvSpPr>
            <p:nvPr/>
          </p:nvSpPr>
          <p:spPr bwMode="auto">
            <a:xfrm>
              <a:off x="2685" y="1629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effectLst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998451" name="Text Box 51"/>
            <p:cNvSpPr txBox="1">
              <a:spLocks noChangeArrowheads="1"/>
            </p:cNvSpPr>
            <p:nvPr/>
          </p:nvSpPr>
          <p:spPr bwMode="auto">
            <a:xfrm>
              <a:off x="2694" y="2181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effectLst/>
                  <a:ea typeface="宋体" panose="02010600030101010101" pitchFamily="2" charset="-122"/>
                </a:rPr>
                <a:t>_</a:t>
              </a:r>
            </a:p>
          </p:txBody>
        </p:sp>
        <p:graphicFrame>
          <p:nvGraphicFramePr>
            <p:cNvPr id="998452" name="Object 52"/>
            <p:cNvGraphicFramePr>
              <a:graphicFrameLocks noChangeAspect="1"/>
            </p:cNvGraphicFramePr>
            <p:nvPr/>
          </p:nvGraphicFramePr>
          <p:xfrm>
            <a:off x="519" y="1966"/>
            <a:ext cx="197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8025" name="Equation" r:id="rId15" imgW="165100" imgH="228600" progId="Equation.DSMT4">
                    <p:embed/>
                  </p:oleObj>
                </mc:Choice>
                <mc:Fallback>
                  <p:oleObj name="Equation" r:id="rId15" imgW="165100" imgH="228600" progId="Equation.DSMT4">
                    <p:embed/>
                    <p:pic>
                      <p:nvPicPr>
                        <p:cNvPr id="0" name="图片 11080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" y="1966"/>
                          <a:ext cx="197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8453" name="Object 53"/>
            <p:cNvGraphicFramePr>
              <a:graphicFrameLocks noChangeAspect="1"/>
            </p:cNvGraphicFramePr>
            <p:nvPr/>
          </p:nvGraphicFramePr>
          <p:xfrm>
            <a:off x="2730" y="1966"/>
            <a:ext cx="211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8026" name="Equation" r:id="rId17" imgW="177800" imgH="228600" progId="Equation.DSMT4">
                    <p:embed/>
                  </p:oleObj>
                </mc:Choice>
                <mc:Fallback>
                  <p:oleObj name="Equation" r:id="rId17" imgW="177800" imgH="228600" progId="Equation.DSMT4">
                    <p:embed/>
                    <p:pic>
                      <p:nvPicPr>
                        <p:cNvPr id="0" name="图片 11080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0" y="1966"/>
                          <a:ext cx="211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8454" name="Rectangle 54"/>
            <p:cNvSpPr>
              <a:spLocks noChangeArrowheads="1"/>
            </p:cNvSpPr>
            <p:nvPr/>
          </p:nvSpPr>
          <p:spPr bwMode="auto">
            <a:xfrm>
              <a:off x="1440" y="1479"/>
              <a:ext cx="576" cy="1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8455" name="Line 55"/>
            <p:cNvSpPr>
              <a:spLocks noChangeShapeType="1"/>
            </p:cNvSpPr>
            <p:nvPr/>
          </p:nvSpPr>
          <p:spPr bwMode="auto">
            <a:xfrm>
              <a:off x="1440" y="1632"/>
              <a:ext cx="0" cy="95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8456" name="Line 56"/>
            <p:cNvSpPr>
              <a:spLocks noChangeShapeType="1"/>
            </p:cNvSpPr>
            <p:nvPr/>
          </p:nvSpPr>
          <p:spPr bwMode="auto">
            <a:xfrm>
              <a:off x="2016" y="1632"/>
              <a:ext cx="0" cy="95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8457" name="Oval 57"/>
            <p:cNvSpPr>
              <a:spLocks noChangeArrowheads="1"/>
            </p:cNvSpPr>
            <p:nvPr/>
          </p:nvSpPr>
          <p:spPr bwMode="auto">
            <a:xfrm>
              <a:off x="1200" y="1851"/>
              <a:ext cx="450" cy="54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8458" name="Oval 58"/>
            <p:cNvSpPr>
              <a:spLocks noChangeArrowheads="1"/>
            </p:cNvSpPr>
            <p:nvPr/>
          </p:nvSpPr>
          <p:spPr bwMode="auto">
            <a:xfrm>
              <a:off x="1785" y="1845"/>
              <a:ext cx="450" cy="54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8459" name="Rectangle 59"/>
            <p:cNvSpPr>
              <a:spLocks noChangeArrowheads="1"/>
            </p:cNvSpPr>
            <p:nvPr/>
          </p:nvSpPr>
          <p:spPr bwMode="auto">
            <a:xfrm>
              <a:off x="1095" y="1842"/>
              <a:ext cx="336" cy="5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8460" name="Rectangle 60"/>
            <p:cNvSpPr>
              <a:spLocks noChangeArrowheads="1"/>
            </p:cNvSpPr>
            <p:nvPr/>
          </p:nvSpPr>
          <p:spPr bwMode="auto">
            <a:xfrm>
              <a:off x="2028" y="1833"/>
              <a:ext cx="336" cy="5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8461" name="Freeform 61"/>
            <p:cNvSpPr/>
            <p:nvPr/>
          </p:nvSpPr>
          <p:spPr bwMode="auto">
            <a:xfrm>
              <a:off x="1536" y="1575"/>
              <a:ext cx="384" cy="96"/>
            </a:xfrm>
            <a:custGeom>
              <a:avLst/>
              <a:gdLst>
                <a:gd name="T0" fmla="*/ 0 w 384"/>
                <a:gd name="T1" fmla="*/ 96 h 96"/>
                <a:gd name="T2" fmla="*/ 192 w 384"/>
                <a:gd name="T3" fmla="*/ 0 h 96"/>
                <a:gd name="T4" fmla="*/ 384 w 384"/>
                <a:gd name="T5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4" h="96">
                  <a:moveTo>
                    <a:pt x="0" y="96"/>
                  </a:moveTo>
                  <a:cubicBezTo>
                    <a:pt x="64" y="48"/>
                    <a:pt x="128" y="0"/>
                    <a:pt x="192" y="0"/>
                  </a:cubicBezTo>
                  <a:cubicBezTo>
                    <a:pt x="256" y="0"/>
                    <a:pt x="352" y="80"/>
                    <a:pt x="384" y="96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8462" name="Text Box 62"/>
            <p:cNvSpPr txBox="1">
              <a:spLocks noChangeArrowheads="1"/>
            </p:cNvSpPr>
            <p:nvPr/>
          </p:nvSpPr>
          <p:spPr bwMode="auto">
            <a:xfrm>
              <a:off x="1590" y="1296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i="1">
                  <a:effectLst/>
                  <a:ea typeface="宋体" panose="02010600030101010101" pitchFamily="2" charset="-122"/>
                </a:rPr>
                <a:t>g</a:t>
              </a:r>
              <a:r>
                <a:rPr kumimoji="1" lang="en-US" altLang="zh-CN" sz="2000">
                  <a:effectLst/>
                  <a:ea typeface="宋体" panose="02010600030101010101" pitchFamily="2" charset="-122"/>
                </a:rPr>
                <a:t>(</a:t>
              </a:r>
              <a:r>
                <a:rPr kumimoji="1" lang="en-US" altLang="zh-CN" sz="2000" i="1">
                  <a:effectLst/>
                  <a:ea typeface="宋体" panose="02010600030101010101" pitchFamily="2" charset="-122"/>
                </a:rPr>
                <a:t>r</a:t>
              </a:r>
              <a:r>
                <a:rPr kumimoji="1" lang="en-US" altLang="zh-CN" sz="2000">
                  <a:effectLst/>
                  <a:ea typeface="宋体" panose="02010600030101010101" pitchFamily="2" charset="-122"/>
                </a:rPr>
                <a:t>)</a:t>
              </a:r>
            </a:p>
          </p:txBody>
        </p:sp>
      </p:grpSp>
      <p:graphicFrame>
        <p:nvGraphicFramePr>
          <p:cNvPr id="998463" name="Object 63"/>
          <p:cNvGraphicFramePr>
            <a:graphicFrameLocks noChangeAspect="1"/>
          </p:cNvGraphicFramePr>
          <p:nvPr/>
        </p:nvGraphicFramePr>
        <p:xfrm>
          <a:off x="5867400" y="1600200"/>
          <a:ext cx="1654175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027" name="Equation" r:id="rId19" imgW="711200" imgH="482600" progId="Equation.DSMT4">
                  <p:embed/>
                </p:oleObj>
              </mc:Choice>
              <mc:Fallback>
                <p:oleObj name="Equation" r:id="rId19" imgW="711200" imgH="482600" progId="Equation.DSMT4">
                  <p:embed/>
                  <p:pic>
                    <p:nvPicPr>
                      <p:cNvPr id="0" name="图片 11080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600200"/>
                        <a:ext cx="1654175" cy="112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9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98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98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98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95250"/>
            <a:ext cx="4419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13.7</a:t>
            </a: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理想回转器</a:t>
            </a:r>
          </a:p>
        </p:txBody>
      </p:sp>
      <p:sp>
        <p:nvSpPr>
          <p:cNvPr id="1000451" name="Text Box 3"/>
          <p:cNvSpPr txBox="1">
            <a:spLocks noChangeArrowheads="1"/>
          </p:cNvSpPr>
          <p:nvPr/>
        </p:nvSpPr>
        <p:spPr bwMode="auto">
          <a:xfrm>
            <a:off x="1066800" y="833438"/>
            <a:ext cx="6553200" cy="690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  <a:buFontTx/>
              <a:buBlip>
                <a:blip r:embed="rId4"/>
              </a:buBlip>
            </a:pP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由端口方程，可作出回转器的等效电路：</a:t>
            </a:r>
            <a:endParaRPr lang="zh-CN" altLang="en-US" sz="2800" baseline="-250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1000452" name="Object 4"/>
          <p:cNvGraphicFramePr>
            <a:graphicFrameLocks noChangeAspect="1"/>
          </p:cNvGraphicFramePr>
          <p:nvPr/>
        </p:nvGraphicFramePr>
        <p:xfrm>
          <a:off x="685800" y="2352675"/>
          <a:ext cx="1743075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080" name="Equation" r:id="rId5" imgW="748665" imgH="482600" progId="Equation.DSMT4">
                  <p:embed/>
                </p:oleObj>
              </mc:Choice>
              <mc:Fallback>
                <p:oleObj name="Equation" r:id="rId5" imgW="748665" imgH="482600" progId="Equation.DSMT4">
                  <p:embed/>
                  <p:pic>
                    <p:nvPicPr>
                      <p:cNvPr id="0" name="图片 11090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352675"/>
                        <a:ext cx="1743075" cy="112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00453" name="Group 5"/>
          <p:cNvGrpSpPr/>
          <p:nvPr/>
        </p:nvGrpSpPr>
        <p:grpSpPr bwMode="auto">
          <a:xfrm>
            <a:off x="3821113" y="3962400"/>
            <a:ext cx="4343400" cy="2143125"/>
            <a:chOff x="2400" y="2778"/>
            <a:chExt cx="2736" cy="1350"/>
          </a:xfrm>
        </p:grpSpPr>
        <p:sp>
          <p:nvSpPr>
            <p:cNvPr id="1000454" name="Text Box 6"/>
            <p:cNvSpPr txBox="1">
              <a:spLocks noChangeArrowheads="1"/>
            </p:cNvSpPr>
            <p:nvPr/>
          </p:nvSpPr>
          <p:spPr bwMode="auto">
            <a:xfrm>
              <a:off x="3216" y="3635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effectLst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000455" name="Text Box 7"/>
            <p:cNvSpPr txBox="1">
              <a:spLocks noChangeArrowheads="1"/>
            </p:cNvSpPr>
            <p:nvPr/>
          </p:nvSpPr>
          <p:spPr bwMode="auto">
            <a:xfrm>
              <a:off x="3234" y="2972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effectLst/>
                  <a:ea typeface="宋体" panose="02010600030101010101" pitchFamily="2" charset="-122"/>
                </a:rPr>
                <a:t>_</a:t>
              </a:r>
            </a:p>
          </p:txBody>
        </p:sp>
        <p:sp>
          <p:nvSpPr>
            <p:cNvPr id="1000456" name="Text Box 8"/>
            <p:cNvSpPr txBox="1">
              <a:spLocks noChangeArrowheads="1"/>
            </p:cNvSpPr>
            <p:nvPr/>
          </p:nvSpPr>
          <p:spPr bwMode="auto">
            <a:xfrm>
              <a:off x="4080" y="3146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effectLst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000457" name="Line 9"/>
            <p:cNvSpPr>
              <a:spLocks noChangeShapeType="1"/>
            </p:cNvSpPr>
            <p:nvPr/>
          </p:nvSpPr>
          <p:spPr bwMode="auto">
            <a:xfrm>
              <a:off x="2643" y="3065"/>
              <a:ext cx="22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458" name="Line 10"/>
            <p:cNvSpPr>
              <a:spLocks noChangeShapeType="1"/>
            </p:cNvSpPr>
            <p:nvPr/>
          </p:nvSpPr>
          <p:spPr bwMode="auto">
            <a:xfrm>
              <a:off x="2643" y="3992"/>
              <a:ext cx="22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459" name="Text Box 11"/>
            <p:cNvSpPr txBox="1">
              <a:spLocks noChangeArrowheads="1"/>
            </p:cNvSpPr>
            <p:nvPr/>
          </p:nvSpPr>
          <p:spPr bwMode="auto">
            <a:xfrm>
              <a:off x="2412" y="2939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>
                  <a:effectLst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000460" name="Text Box 12"/>
            <p:cNvSpPr txBox="1">
              <a:spLocks noChangeArrowheads="1"/>
            </p:cNvSpPr>
            <p:nvPr/>
          </p:nvSpPr>
          <p:spPr bwMode="auto">
            <a:xfrm>
              <a:off x="2400" y="3878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>
                  <a:effectLst/>
                  <a:ea typeface="宋体" panose="02010600030101010101" pitchFamily="2" charset="-122"/>
                </a:rPr>
                <a:t>1</a:t>
              </a:r>
              <a:r>
                <a:rPr kumimoji="1" lang="en-US" altLang="zh-CN" sz="200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'</a:t>
              </a:r>
              <a:endParaRPr kumimoji="1" lang="en-US" altLang="zh-CN" sz="2000">
                <a:effectLst/>
                <a:ea typeface="宋体" panose="02010600030101010101" pitchFamily="2" charset="-122"/>
              </a:endParaRPr>
            </a:p>
          </p:txBody>
        </p:sp>
        <p:sp>
          <p:nvSpPr>
            <p:cNvPr id="1000461" name="Text Box 13"/>
            <p:cNvSpPr txBox="1">
              <a:spLocks noChangeArrowheads="1"/>
            </p:cNvSpPr>
            <p:nvPr/>
          </p:nvSpPr>
          <p:spPr bwMode="auto">
            <a:xfrm>
              <a:off x="4848" y="2930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>
                  <a:effectLst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000462" name="Text Box 14"/>
            <p:cNvSpPr txBox="1">
              <a:spLocks noChangeArrowheads="1"/>
            </p:cNvSpPr>
            <p:nvPr/>
          </p:nvSpPr>
          <p:spPr bwMode="auto">
            <a:xfrm>
              <a:off x="4848" y="3866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>
                  <a:effectLst/>
                  <a:ea typeface="宋体" panose="02010600030101010101" pitchFamily="2" charset="-122"/>
                </a:rPr>
                <a:t>2</a:t>
              </a:r>
              <a:r>
                <a:rPr kumimoji="1" lang="en-US" altLang="zh-CN" sz="200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'</a:t>
              </a:r>
              <a:endParaRPr kumimoji="1" lang="en-US" altLang="zh-CN" sz="2000">
                <a:effectLst/>
                <a:ea typeface="宋体" panose="02010600030101010101" pitchFamily="2" charset="-122"/>
              </a:endParaRPr>
            </a:p>
          </p:txBody>
        </p:sp>
        <p:sp>
          <p:nvSpPr>
            <p:cNvPr id="1000463" name="Line 15"/>
            <p:cNvSpPr>
              <a:spLocks noChangeShapeType="1"/>
            </p:cNvSpPr>
            <p:nvPr/>
          </p:nvSpPr>
          <p:spPr bwMode="auto">
            <a:xfrm>
              <a:off x="2950" y="3062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464" name="Line 16"/>
            <p:cNvSpPr>
              <a:spLocks noChangeShapeType="1"/>
            </p:cNvSpPr>
            <p:nvPr/>
          </p:nvSpPr>
          <p:spPr bwMode="auto">
            <a:xfrm flipH="1">
              <a:off x="4416" y="3062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00465" name="Object 17"/>
            <p:cNvGraphicFramePr>
              <a:graphicFrameLocks noChangeAspect="1"/>
            </p:cNvGraphicFramePr>
            <p:nvPr/>
          </p:nvGraphicFramePr>
          <p:xfrm>
            <a:off x="2946" y="2787"/>
            <a:ext cx="151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9081" name="Equation" r:id="rId7" imgW="127000" imgH="228600" progId="Equation.DSMT4">
                    <p:embed/>
                  </p:oleObj>
                </mc:Choice>
                <mc:Fallback>
                  <p:oleObj name="Equation" r:id="rId7" imgW="127000" imgH="228600" progId="Equation.DSMT4">
                    <p:embed/>
                    <p:pic>
                      <p:nvPicPr>
                        <p:cNvPr id="0" name="图片 11090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6" y="2787"/>
                          <a:ext cx="151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00466" name="Object 18"/>
            <p:cNvGraphicFramePr>
              <a:graphicFrameLocks noChangeAspect="1"/>
            </p:cNvGraphicFramePr>
            <p:nvPr/>
          </p:nvGraphicFramePr>
          <p:xfrm>
            <a:off x="4375" y="2778"/>
            <a:ext cx="166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9082" name="Equation" r:id="rId9" imgW="139700" imgH="228600" progId="Equation.DSMT4">
                    <p:embed/>
                  </p:oleObj>
                </mc:Choice>
                <mc:Fallback>
                  <p:oleObj name="Equation" r:id="rId9" imgW="139700" imgH="228600" progId="Equation.DSMT4">
                    <p:embed/>
                    <p:pic>
                      <p:nvPicPr>
                        <p:cNvPr id="0" name="图片 11090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5" y="2778"/>
                          <a:ext cx="166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0467" name="Text Box 19"/>
            <p:cNvSpPr txBox="1">
              <a:spLocks noChangeArrowheads="1"/>
            </p:cNvSpPr>
            <p:nvPr/>
          </p:nvSpPr>
          <p:spPr bwMode="auto">
            <a:xfrm>
              <a:off x="2535" y="3044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effectLst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000468" name="Text Box 20"/>
            <p:cNvSpPr txBox="1">
              <a:spLocks noChangeArrowheads="1"/>
            </p:cNvSpPr>
            <p:nvPr/>
          </p:nvSpPr>
          <p:spPr bwMode="auto">
            <a:xfrm>
              <a:off x="2544" y="3587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effectLst/>
                  <a:ea typeface="宋体" panose="02010600030101010101" pitchFamily="2" charset="-122"/>
                </a:rPr>
                <a:t>_</a:t>
              </a:r>
            </a:p>
          </p:txBody>
        </p:sp>
        <p:sp>
          <p:nvSpPr>
            <p:cNvPr id="1000469" name="Text Box 21"/>
            <p:cNvSpPr txBox="1">
              <a:spLocks noChangeArrowheads="1"/>
            </p:cNvSpPr>
            <p:nvPr/>
          </p:nvSpPr>
          <p:spPr bwMode="auto">
            <a:xfrm>
              <a:off x="4701" y="3056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effectLst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000470" name="Text Box 22"/>
            <p:cNvSpPr txBox="1">
              <a:spLocks noChangeArrowheads="1"/>
            </p:cNvSpPr>
            <p:nvPr/>
          </p:nvSpPr>
          <p:spPr bwMode="auto">
            <a:xfrm>
              <a:off x="4710" y="3608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effectLst/>
                  <a:ea typeface="宋体" panose="02010600030101010101" pitchFamily="2" charset="-122"/>
                </a:rPr>
                <a:t>_</a:t>
              </a:r>
            </a:p>
          </p:txBody>
        </p:sp>
        <p:graphicFrame>
          <p:nvGraphicFramePr>
            <p:cNvPr id="1000471" name="Object 23"/>
            <p:cNvGraphicFramePr>
              <a:graphicFrameLocks noChangeAspect="1"/>
            </p:cNvGraphicFramePr>
            <p:nvPr/>
          </p:nvGraphicFramePr>
          <p:xfrm>
            <a:off x="2535" y="3393"/>
            <a:ext cx="197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9083" name="Equation" r:id="rId11" imgW="165100" imgH="228600" progId="Equation.DSMT4">
                    <p:embed/>
                  </p:oleObj>
                </mc:Choice>
                <mc:Fallback>
                  <p:oleObj name="Equation" r:id="rId11" imgW="165100" imgH="228600" progId="Equation.DSMT4">
                    <p:embed/>
                    <p:pic>
                      <p:nvPicPr>
                        <p:cNvPr id="0" name="图片 11090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5" y="3393"/>
                          <a:ext cx="197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00472" name="Object 24"/>
            <p:cNvGraphicFramePr>
              <a:graphicFrameLocks noChangeAspect="1"/>
            </p:cNvGraphicFramePr>
            <p:nvPr/>
          </p:nvGraphicFramePr>
          <p:xfrm>
            <a:off x="4746" y="3393"/>
            <a:ext cx="211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9084" name="Equation" r:id="rId13" imgW="177800" imgH="228600" progId="Equation.DSMT4">
                    <p:embed/>
                  </p:oleObj>
                </mc:Choice>
                <mc:Fallback>
                  <p:oleObj name="Equation" r:id="rId13" imgW="177800" imgH="228600" progId="Equation.DSMT4">
                    <p:embed/>
                    <p:pic>
                      <p:nvPicPr>
                        <p:cNvPr id="0" name="图片 11090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6" y="3393"/>
                          <a:ext cx="211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0473" name="Rectangle 25"/>
            <p:cNvSpPr>
              <a:spLocks noChangeArrowheads="1"/>
            </p:cNvSpPr>
            <p:nvPr/>
          </p:nvSpPr>
          <p:spPr bwMode="auto">
            <a:xfrm>
              <a:off x="3456" y="2906"/>
              <a:ext cx="576" cy="1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0474" name="AutoShape 26"/>
            <p:cNvSpPr>
              <a:spLocks noChangeArrowheads="1"/>
            </p:cNvSpPr>
            <p:nvPr/>
          </p:nvSpPr>
          <p:spPr bwMode="auto">
            <a:xfrm>
              <a:off x="3338" y="3347"/>
              <a:ext cx="240" cy="336"/>
            </a:xfrm>
            <a:prstGeom prst="diamond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0475" name="AutoShape 27"/>
            <p:cNvSpPr>
              <a:spLocks noChangeArrowheads="1"/>
            </p:cNvSpPr>
            <p:nvPr/>
          </p:nvSpPr>
          <p:spPr bwMode="auto">
            <a:xfrm>
              <a:off x="3909" y="3356"/>
              <a:ext cx="240" cy="336"/>
            </a:xfrm>
            <a:prstGeom prst="diamond">
              <a:avLst/>
            </a:prstGeom>
            <a:solidFill>
              <a:srgbClr val="FFCC00"/>
            </a:solidFill>
            <a:ln w="381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0476" name="Line 28"/>
            <p:cNvSpPr>
              <a:spLocks noChangeShapeType="1"/>
            </p:cNvSpPr>
            <p:nvPr/>
          </p:nvSpPr>
          <p:spPr bwMode="auto">
            <a:xfrm>
              <a:off x="3456" y="3059"/>
              <a:ext cx="0" cy="95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477" name="Line 29"/>
            <p:cNvSpPr>
              <a:spLocks noChangeShapeType="1"/>
            </p:cNvSpPr>
            <p:nvPr/>
          </p:nvSpPr>
          <p:spPr bwMode="auto">
            <a:xfrm>
              <a:off x="4032" y="3059"/>
              <a:ext cx="0" cy="95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478" name="Text Box 30"/>
            <p:cNvSpPr txBox="1">
              <a:spLocks noChangeArrowheads="1"/>
            </p:cNvSpPr>
            <p:nvPr/>
          </p:nvSpPr>
          <p:spPr bwMode="auto">
            <a:xfrm>
              <a:off x="4080" y="3530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effectLst/>
                  <a:ea typeface="宋体" panose="02010600030101010101" pitchFamily="2" charset="-122"/>
                </a:rPr>
                <a:t>_</a:t>
              </a:r>
            </a:p>
          </p:txBody>
        </p:sp>
        <p:graphicFrame>
          <p:nvGraphicFramePr>
            <p:cNvPr id="1000479" name="Object 31"/>
            <p:cNvGraphicFramePr>
              <a:graphicFrameLocks noChangeAspect="1"/>
            </p:cNvGraphicFramePr>
            <p:nvPr/>
          </p:nvGraphicFramePr>
          <p:xfrm>
            <a:off x="4186" y="3443"/>
            <a:ext cx="227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9085" name="Equation" r:id="rId15" imgW="190500" imgH="228600" progId="Equation.DSMT4">
                    <p:embed/>
                  </p:oleObj>
                </mc:Choice>
                <mc:Fallback>
                  <p:oleObj name="Equation" r:id="rId15" imgW="190500" imgH="228600" progId="Equation.DSMT4">
                    <p:embed/>
                    <p:pic>
                      <p:nvPicPr>
                        <p:cNvPr id="0" name="图片 11090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6" y="3443"/>
                          <a:ext cx="227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00480" name="Object 32"/>
            <p:cNvGraphicFramePr>
              <a:graphicFrameLocks noChangeAspect="1"/>
            </p:cNvGraphicFramePr>
            <p:nvPr/>
          </p:nvGraphicFramePr>
          <p:xfrm>
            <a:off x="3082" y="3395"/>
            <a:ext cx="242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9086" name="Equation" r:id="rId17" imgW="203200" imgH="228600" progId="Equation.DSMT4">
                    <p:embed/>
                  </p:oleObj>
                </mc:Choice>
                <mc:Fallback>
                  <p:oleObj name="Equation" r:id="rId17" imgW="203200" imgH="228600" progId="Equation.DSMT4">
                    <p:embed/>
                    <p:pic>
                      <p:nvPicPr>
                        <p:cNvPr id="0" name="图片 11090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2" y="3395"/>
                          <a:ext cx="242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00481" name="Object 33"/>
          <p:cNvGraphicFramePr>
            <a:graphicFrameLocks noChangeAspect="1"/>
          </p:cNvGraphicFramePr>
          <p:nvPr/>
        </p:nvGraphicFramePr>
        <p:xfrm>
          <a:off x="711200" y="4546600"/>
          <a:ext cx="1595438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087" name="Equation" r:id="rId19" imgW="685800" imgH="482600" progId="Equation.DSMT4">
                  <p:embed/>
                </p:oleObj>
              </mc:Choice>
              <mc:Fallback>
                <p:oleObj name="Equation" r:id="rId19" imgW="685800" imgH="482600" progId="Equation.DSMT4">
                  <p:embed/>
                  <p:pic>
                    <p:nvPicPr>
                      <p:cNvPr id="0" name="图片 11090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" y="4546600"/>
                        <a:ext cx="1595438" cy="112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0482" name="AutoShape 34"/>
          <p:cNvSpPr>
            <a:spLocks noChangeArrowheads="1"/>
          </p:cNvSpPr>
          <p:nvPr/>
        </p:nvSpPr>
        <p:spPr bwMode="auto">
          <a:xfrm>
            <a:off x="2743200" y="2581275"/>
            <a:ext cx="685800" cy="68580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rotWithShape="0">
            <a:gsLst>
              <a:gs pos="0">
                <a:srgbClr val="00CC66"/>
              </a:gs>
              <a:gs pos="100000">
                <a:srgbClr val="00660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0483" name="AutoShape 35"/>
          <p:cNvSpPr>
            <a:spLocks noChangeArrowheads="1"/>
          </p:cNvSpPr>
          <p:nvPr/>
        </p:nvSpPr>
        <p:spPr bwMode="auto">
          <a:xfrm>
            <a:off x="2678113" y="4851400"/>
            <a:ext cx="685800" cy="68580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rotWithShape="0">
            <a:gsLst>
              <a:gs pos="0">
                <a:srgbClr val="00CC66"/>
              </a:gs>
              <a:gs pos="100000">
                <a:srgbClr val="00660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00484" name="Group 36"/>
          <p:cNvGrpSpPr/>
          <p:nvPr/>
        </p:nvGrpSpPr>
        <p:grpSpPr bwMode="auto">
          <a:xfrm>
            <a:off x="3797300" y="1714500"/>
            <a:ext cx="4343400" cy="2143125"/>
            <a:chOff x="2448" y="1104"/>
            <a:chExt cx="2736" cy="1350"/>
          </a:xfrm>
        </p:grpSpPr>
        <p:sp>
          <p:nvSpPr>
            <p:cNvPr id="1000485" name="Line 37"/>
            <p:cNvSpPr>
              <a:spLocks noChangeShapeType="1"/>
            </p:cNvSpPr>
            <p:nvPr/>
          </p:nvSpPr>
          <p:spPr bwMode="auto">
            <a:xfrm>
              <a:off x="2691" y="1391"/>
              <a:ext cx="22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486" name="Line 38"/>
            <p:cNvSpPr>
              <a:spLocks noChangeShapeType="1"/>
            </p:cNvSpPr>
            <p:nvPr/>
          </p:nvSpPr>
          <p:spPr bwMode="auto">
            <a:xfrm>
              <a:off x="2691" y="2318"/>
              <a:ext cx="22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487" name="Text Box 39"/>
            <p:cNvSpPr txBox="1">
              <a:spLocks noChangeArrowheads="1"/>
            </p:cNvSpPr>
            <p:nvPr/>
          </p:nvSpPr>
          <p:spPr bwMode="auto">
            <a:xfrm>
              <a:off x="2460" y="1265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>
                  <a:effectLst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000488" name="Text Box 40"/>
            <p:cNvSpPr txBox="1">
              <a:spLocks noChangeArrowheads="1"/>
            </p:cNvSpPr>
            <p:nvPr/>
          </p:nvSpPr>
          <p:spPr bwMode="auto">
            <a:xfrm>
              <a:off x="2448" y="2204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>
                  <a:effectLst/>
                  <a:ea typeface="宋体" panose="02010600030101010101" pitchFamily="2" charset="-122"/>
                </a:rPr>
                <a:t>1</a:t>
              </a:r>
              <a:r>
                <a:rPr kumimoji="1" lang="en-US" altLang="zh-CN" sz="200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'</a:t>
              </a:r>
              <a:endParaRPr kumimoji="1" lang="en-US" altLang="zh-CN" sz="2000">
                <a:effectLst/>
                <a:ea typeface="宋体" panose="02010600030101010101" pitchFamily="2" charset="-122"/>
              </a:endParaRPr>
            </a:p>
          </p:txBody>
        </p:sp>
        <p:sp>
          <p:nvSpPr>
            <p:cNvPr id="1000489" name="Text Box 41"/>
            <p:cNvSpPr txBox="1">
              <a:spLocks noChangeArrowheads="1"/>
            </p:cNvSpPr>
            <p:nvPr/>
          </p:nvSpPr>
          <p:spPr bwMode="auto">
            <a:xfrm>
              <a:off x="4896" y="1256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>
                  <a:effectLst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000490" name="Text Box 42"/>
            <p:cNvSpPr txBox="1">
              <a:spLocks noChangeArrowheads="1"/>
            </p:cNvSpPr>
            <p:nvPr/>
          </p:nvSpPr>
          <p:spPr bwMode="auto">
            <a:xfrm>
              <a:off x="4896" y="2192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>
                  <a:effectLst/>
                  <a:ea typeface="宋体" panose="02010600030101010101" pitchFamily="2" charset="-122"/>
                </a:rPr>
                <a:t>2</a:t>
              </a:r>
              <a:r>
                <a:rPr kumimoji="1" lang="en-US" altLang="zh-CN" sz="200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'</a:t>
              </a:r>
              <a:endParaRPr kumimoji="1" lang="en-US" altLang="zh-CN" sz="2000">
                <a:effectLst/>
                <a:ea typeface="宋体" panose="02010600030101010101" pitchFamily="2" charset="-122"/>
              </a:endParaRPr>
            </a:p>
          </p:txBody>
        </p:sp>
        <p:sp>
          <p:nvSpPr>
            <p:cNvPr id="1000491" name="Line 43"/>
            <p:cNvSpPr>
              <a:spLocks noChangeShapeType="1"/>
            </p:cNvSpPr>
            <p:nvPr/>
          </p:nvSpPr>
          <p:spPr bwMode="auto">
            <a:xfrm>
              <a:off x="2998" y="1388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492" name="Line 44"/>
            <p:cNvSpPr>
              <a:spLocks noChangeShapeType="1"/>
            </p:cNvSpPr>
            <p:nvPr/>
          </p:nvSpPr>
          <p:spPr bwMode="auto">
            <a:xfrm flipH="1">
              <a:off x="4464" y="1388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00493" name="Object 45"/>
            <p:cNvGraphicFramePr>
              <a:graphicFrameLocks noChangeAspect="1"/>
            </p:cNvGraphicFramePr>
            <p:nvPr/>
          </p:nvGraphicFramePr>
          <p:xfrm>
            <a:off x="2994" y="1113"/>
            <a:ext cx="151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9088" name="Equation" r:id="rId21" imgW="127000" imgH="228600" progId="Equation.DSMT4">
                    <p:embed/>
                  </p:oleObj>
                </mc:Choice>
                <mc:Fallback>
                  <p:oleObj name="Equation" r:id="rId21" imgW="127000" imgH="228600" progId="Equation.DSMT4">
                    <p:embed/>
                    <p:pic>
                      <p:nvPicPr>
                        <p:cNvPr id="0" name="图片 11090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4" y="1113"/>
                          <a:ext cx="151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00494" name="Object 46"/>
            <p:cNvGraphicFramePr>
              <a:graphicFrameLocks noChangeAspect="1"/>
            </p:cNvGraphicFramePr>
            <p:nvPr/>
          </p:nvGraphicFramePr>
          <p:xfrm>
            <a:off x="4391" y="1104"/>
            <a:ext cx="166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9089" name="Equation" r:id="rId22" imgW="139700" imgH="228600" progId="Equation.DSMT4">
                    <p:embed/>
                  </p:oleObj>
                </mc:Choice>
                <mc:Fallback>
                  <p:oleObj name="Equation" r:id="rId22" imgW="139700" imgH="228600" progId="Equation.DSMT4">
                    <p:embed/>
                    <p:pic>
                      <p:nvPicPr>
                        <p:cNvPr id="0" name="图片 11090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1" y="1104"/>
                          <a:ext cx="166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0495" name="Text Box 47"/>
            <p:cNvSpPr txBox="1">
              <a:spLocks noChangeArrowheads="1"/>
            </p:cNvSpPr>
            <p:nvPr/>
          </p:nvSpPr>
          <p:spPr bwMode="auto">
            <a:xfrm>
              <a:off x="2583" y="1370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effectLst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000496" name="Text Box 48"/>
            <p:cNvSpPr txBox="1">
              <a:spLocks noChangeArrowheads="1"/>
            </p:cNvSpPr>
            <p:nvPr/>
          </p:nvSpPr>
          <p:spPr bwMode="auto">
            <a:xfrm>
              <a:off x="2592" y="1913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effectLst/>
                  <a:ea typeface="宋体" panose="02010600030101010101" pitchFamily="2" charset="-122"/>
                </a:rPr>
                <a:t>_</a:t>
              </a:r>
            </a:p>
          </p:txBody>
        </p:sp>
        <p:sp>
          <p:nvSpPr>
            <p:cNvPr id="1000497" name="Text Box 49"/>
            <p:cNvSpPr txBox="1">
              <a:spLocks noChangeArrowheads="1"/>
            </p:cNvSpPr>
            <p:nvPr/>
          </p:nvSpPr>
          <p:spPr bwMode="auto">
            <a:xfrm>
              <a:off x="4749" y="1382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effectLst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000498" name="Text Box 50"/>
            <p:cNvSpPr txBox="1">
              <a:spLocks noChangeArrowheads="1"/>
            </p:cNvSpPr>
            <p:nvPr/>
          </p:nvSpPr>
          <p:spPr bwMode="auto">
            <a:xfrm>
              <a:off x="4758" y="1934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effectLst/>
                  <a:ea typeface="宋体" panose="02010600030101010101" pitchFamily="2" charset="-122"/>
                </a:rPr>
                <a:t>_</a:t>
              </a:r>
            </a:p>
          </p:txBody>
        </p:sp>
        <p:graphicFrame>
          <p:nvGraphicFramePr>
            <p:cNvPr id="1000499" name="Object 51"/>
            <p:cNvGraphicFramePr>
              <a:graphicFrameLocks noChangeAspect="1"/>
            </p:cNvGraphicFramePr>
            <p:nvPr/>
          </p:nvGraphicFramePr>
          <p:xfrm>
            <a:off x="2583" y="1719"/>
            <a:ext cx="197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9090" name="Equation" r:id="rId23" imgW="165100" imgH="228600" progId="Equation.DSMT4">
                    <p:embed/>
                  </p:oleObj>
                </mc:Choice>
                <mc:Fallback>
                  <p:oleObj name="Equation" r:id="rId23" imgW="165100" imgH="228600" progId="Equation.DSMT4">
                    <p:embed/>
                    <p:pic>
                      <p:nvPicPr>
                        <p:cNvPr id="0" name="图片 11090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3" y="1719"/>
                          <a:ext cx="197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00500" name="Object 52"/>
            <p:cNvGraphicFramePr>
              <a:graphicFrameLocks noChangeAspect="1"/>
            </p:cNvGraphicFramePr>
            <p:nvPr/>
          </p:nvGraphicFramePr>
          <p:xfrm>
            <a:off x="4794" y="1719"/>
            <a:ext cx="211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9091" name="Equation" r:id="rId24" imgW="177800" imgH="228600" progId="Equation.DSMT4">
                    <p:embed/>
                  </p:oleObj>
                </mc:Choice>
                <mc:Fallback>
                  <p:oleObj name="Equation" r:id="rId24" imgW="177800" imgH="228600" progId="Equation.DSMT4">
                    <p:embed/>
                    <p:pic>
                      <p:nvPicPr>
                        <p:cNvPr id="0" name="图片 11090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4" y="1719"/>
                          <a:ext cx="211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0501" name="Rectangle 53"/>
            <p:cNvSpPr>
              <a:spLocks noChangeArrowheads="1"/>
            </p:cNvSpPr>
            <p:nvPr/>
          </p:nvSpPr>
          <p:spPr bwMode="auto">
            <a:xfrm>
              <a:off x="3504" y="1232"/>
              <a:ext cx="576" cy="1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0502" name="Line 54"/>
            <p:cNvSpPr>
              <a:spLocks noChangeShapeType="1"/>
            </p:cNvSpPr>
            <p:nvPr/>
          </p:nvSpPr>
          <p:spPr bwMode="auto">
            <a:xfrm>
              <a:off x="3504" y="1385"/>
              <a:ext cx="0" cy="95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503" name="Line 55"/>
            <p:cNvSpPr>
              <a:spLocks noChangeShapeType="1"/>
            </p:cNvSpPr>
            <p:nvPr/>
          </p:nvSpPr>
          <p:spPr bwMode="auto">
            <a:xfrm>
              <a:off x="4080" y="1385"/>
              <a:ext cx="0" cy="95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504" name="AutoShape 56"/>
            <p:cNvSpPr>
              <a:spLocks noChangeArrowheads="1"/>
            </p:cNvSpPr>
            <p:nvPr/>
          </p:nvSpPr>
          <p:spPr bwMode="auto">
            <a:xfrm>
              <a:off x="3378" y="1577"/>
              <a:ext cx="240" cy="336"/>
            </a:xfrm>
            <a:prstGeom prst="diamond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0505" name="Line 57"/>
            <p:cNvSpPr>
              <a:spLocks noChangeShapeType="1"/>
            </p:cNvSpPr>
            <p:nvPr/>
          </p:nvSpPr>
          <p:spPr bwMode="auto">
            <a:xfrm>
              <a:off x="3369" y="1751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506" name="Line 58"/>
            <p:cNvSpPr>
              <a:spLocks noChangeShapeType="1"/>
            </p:cNvSpPr>
            <p:nvPr/>
          </p:nvSpPr>
          <p:spPr bwMode="auto">
            <a:xfrm>
              <a:off x="3504" y="2009"/>
              <a:ext cx="0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507" name="AutoShape 59"/>
            <p:cNvSpPr>
              <a:spLocks noChangeArrowheads="1"/>
            </p:cNvSpPr>
            <p:nvPr/>
          </p:nvSpPr>
          <p:spPr bwMode="auto">
            <a:xfrm flipV="1">
              <a:off x="3954" y="1829"/>
              <a:ext cx="240" cy="336"/>
            </a:xfrm>
            <a:prstGeom prst="diamond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0508" name="Line 60"/>
            <p:cNvSpPr>
              <a:spLocks noChangeShapeType="1"/>
            </p:cNvSpPr>
            <p:nvPr/>
          </p:nvSpPr>
          <p:spPr bwMode="auto">
            <a:xfrm flipV="1">
              <a:off x="3945" y="1991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509" name="Line 61"/>
            <p:cNvSpPr>
              <a:spLocks noChangeShapeType="1"/>
            </p:cNvSpPr>
            <p:nvPr/>
          </p:nvSpPr>
          <p:spPr bwMode="auto">
            <a:xfrm flipV="1">
              <a:off x="4080" y="1589"/>
              <a:ext cx="0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00510" name="Object 62"/>
            <p:cNvGraphicFramePr>
              <a:graphicFrameLocks noChangeAspect="1"/>
            </p:cNvGraphicFramePr>
            <p:nvPr/>
          </p:nvGraphicFramePr>
          <p:xfrm>
            <a:off x="3163" y="1913"/>
            <a:ext cx="317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9092" name="Equation" r:id="rId25" imgW="266700" imgH="228600" progId="Equation.DSMT4">
                    <p:embed/>
                  </p:oleObj>
                </mc:Choice>
                <mc:Fallback>
                  <p:oleObj name="Equation" r:id="rId25" imgW="266700" imgH="228600" progId="Equation.DSMT4">
                    <p:embed/>
                    <p:pic>
                      <p:nvPicPr>
                        <p:cNvPr id="0" name="图片 11090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3" y="1913"/>
                          <a:ext cx="317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00511" name="Object 63"/>
            <p:cNvGraphicFramePr>
              <a:graphicFrameLocks noChangeAspect="1"/>
            </p:cNvGraphicFramePr>
            <p:nvPr/>
          </p:nvGraphicFramePr>
          <p:xfrm>
            <a:off x="4123" y="1577"/>
            <a:ext cx="303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9093" name="Equation" r:id="rId27" imgW="254000" imgH="228600" progId="Equation.DSMT4">
                    <p:embed/>
                  </p:oleObj>
                </mc:Choice>
                <mc:Fallback>
                  <p:oleObj name="Equation" r:id="rId27" imgW="254000" imgH="228600" progId="Equation.DSMT4">
                    <p:embed/>
                    <p:pic>
                      <p:nvPicPr>
                        <p:cNvPr id="0" name="图片 11090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3" y="1577"/>
                          <a:ext cx="303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000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00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0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00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000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0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000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451" grpId="0" autoUpdateAnimBg="0"/>
      <p:bldP spid="1000482" grpId="0" animBg="1"/>
      <p:bldP spid="100048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4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95250"/>
            <a:ext cx="4419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13.7</a:t>
            </a: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理想回转器</a:t>
            </a:r>
          </a:p>
        </p:txBody>
      </p:sp>
      <p:sp>
        <p:nvSpPr>
          <p:cNvPr id="1002499" name="Text Box 3"/>
          <p:cNvSpPr txBox="1">
            <a:spLocks noChangeArrowheads="1"/>
          </p:cNvSpPr>
          <p:nvPr/>
        </p:nvSpPr>
        <p:spPr bwMode="auto">
          <a:xfrm>
            <a:off x="3733800" y="944563"/>
            <a:ext cx="1530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Blip>
                <a:blip r:embed="rId4"/>
              </a:buBlip>
            </a:pPr>
            <a:r>
              <a:rPr lang="en-US" altLang="zh-CN" sz="28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</a:rPr>
              <a:t> </a:t>
            </a:r>
            <a:r>
              <a:rPr lang="zh-CN" altLang="en-US" sz="32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功 率</a:t>
            </a:r>
          </a:p>
        </p:txBody>
      </p:sp>
      <p:graphicFrame>
        <p:nvGraphicFramePr>
          <p:cNvPr id="1002500" name="Object 4"/>
          <p:cNvGraphicFramePr>
            <a:graphicFrameLocks noChangeAspect="1"/>
          </p:cNvGraphicFramePr>
          <p:nvPr/>
        </p:nvGraphicFramePr>
        <p:xfrm>
          <a:off x="1676400" y="4495800"/>
          <a:ext cx="6248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056" name="Equation" r:id="rId5" imgW="2336800" imgH="228600" progId="Equation.DSMT4">
                  <p:embed/>
                </p:oleObj>
              </mc:Choice>
              <mc:Fallback>
                <p:oleObj name="Equation" r:id="rId5" imgW="2336800" imgH="228600" progId="Equation.DSMT4">
                  <p:embed/>
                  <p:pic>
                    <p:nvPicPr>
                      <p:cNvPr id="0" name="图片 1110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495800"/>
                        <a:ext cx="6248400" cy="609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2501" name="Rectangle 5"/>
          <p:cNvSpPr>
            <a:spLocks noChangeArrowheads="1"/>
          </p:cNvSpPr>
          <p:nvPr/>
        </p:nvSpPr>
        <p:spPr bwMode="auto">
          <a:xfrm>
            <a:off x="2895600" y="5410200"/>
            <a:ext cx="32004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既不储能也不耗能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  <p:grpSp>
        <p:nvGrpSpPr>
          <p:cNvPr id="1002502" name="Group 6"/>
          <p:cNvGrpSpPr/>
          <p:nvPr/>
        </p:nvGrpSpPr>
        <p:grpSpPr bwMode="auto">
          <a:xfrm>
            <a:off x="1295400" y="1981200"/>
            <a:ext cx="4343400" cy="2230438"/>
            <a:chOff x="384" y="1296"/>
            <a:chExt cx="2736" cy="1405"/>
          </a:xfrm>
        </p:grpSpPr>
        <p:sp>
          <p:nvSpPr>
            <p:cNvPr id="1002503" name="Line 7"/>
            <p:cNvSpPr>
              <a:spLocks noChangeShapeType="1"/>
            </p:cNvSpPr>
            <p:nvPr/>
          </p:nvSpPr>
          <p:spPr bwMode="auto">
            <a:xfrm>
              <a:off x="627" y="1638"/>
              <a:ext cx="22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2504" name="Line 8"/>
            <p:cNvSpPr>
              <a:spLocks noChangeShapeType="1"/>
            </p:cNvSpPr>
            <p:nvPr/>
          </p:nvSpPr>
          <p:spPr bwMode="auto">
            <a:xfrm>
              <a:off x="627" y="2565"/>
              <a:ext cx="22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2505" name="Text Box 9"/>
            <p:cNvSpPr txBox="1">
              <a:spLocks noChangeArrowheads="1"/>
            </p:cNvSpPr>
            <p:nvPr/>
          </p:nvSpPr>
          <p:spPr bwMode="auto">
            <a:xfrm>
              <a:off x="396" y="1512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>
                  <a:effectLst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002506" name="Text Box 10"/>
            <p:cNvSpPr txBox="1">
              <a:spLocks noChangeArrowheads="1"/>
            </p:cNvSpPr>
            <p:nvPr/>
          </p:nvSpPr>
          <p:spPr bwMode="auto">
            <a:xfrm>
              <a:off x="384" y="2451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>
                  <a:effectLst/>
                  <a:ea typeface="宋体" panose="02010600030101010101" pitchFamily="2" charset="-122"/>
                </a:rPr>
                <a:t>1</a:t>
              </a:r>
              <a:r>
                <a:rPr kumimoji="1" lang="en-US" altLang="zh-CN" sz="200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'</a:t>
              </a:r>
              <a:endParaRPr kumimoji="1" lang="en-US" altLang="zh-CN" sz="2000">
                <a:effectLst/>
                <a:ea typeface="宋体" panose="02010600030101010101" pitchFamily="2" charset="-122"/>
              </a:endParaRPr>
            </a:p>
          </p:txBody>
        </p:sp>
        <p:sp>
          <p:nvSpPr>
            <p:cNvPr id="1002507" name="Text Box 11"/>
            <p:cNvSpPr txBox="1">
              <a:spLocks noChangeArrowheads="1"/>
            </p:cNvSpPr>
            <p:nvPr/>
          </p:nvSpPr>
          <p:spPr bwMode="auto">
            <a:xfrm>
              <a:off x="2832" y="1503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>
                  <a:effectLst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002508" name="Text Box 12"/>
            <p:cNvSpPr txBox="1">
              <a:spLocks noChangeArrowheads="1"/>
            </p:cNvSpPr>
            <p:nvPr/>
          </p:nvSpPr>
          <p:spPr bwMode="auto">
            <a:xfrm>
              <a:off x="2832" y="2439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>
                  <a:effectLst/>
                  <a:ea typeface="宋体" panose="02010600030101010101" pitchFamily="2" charset="-122"/>
                </a:rPr>
                <a:t>2</a:t>
              </a:r>
              <a:r>
                <a:rPr kumimoji="1" lang="en-US" altLang="zh-CN" sz="200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'</a:t>
              </a:r>
              <a:endParaRPr kumimoji="1" lang="en-US" altLang="zh-CN" sz="2000">
                <a:effectLst/>
                <a:ea typeface="宋体" panose="02010600030101010101" pitchFamily="2" charset="-122"/>
              </a:endParaRPr>
            </a:p>
          </p:txBody>
        </p:sp>
        <p:sp>
          <p:nvSpPr>
            <p:cNvPr id="1002509" name="Line 13"/>
            <p:cNvSpPr>
              <a:spLocks noChangeShapeType="1"/>
            </p:cNvSpPr>
            <p:nvPr/>
          </p:nvSpPr>
          <p:spPr bwMode="auto">
            <a:xfrm>
              <a:off x="934" y="1635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2510" name="Line 14"/>
            <p:cNvSpPr>
              <a:spLocks noChangeShapeType="1"/>
            </p:cNvSpPr>
            <p:nvPr/>
          </p:nvSpPr>
          <p:spPr bwMode="auto">
            <a:xfrm flipH="1">
              <a:off x="2400" y="1635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02511" name="Object 15"/>
            <p:cNvGraphicFramePr>
              <a:graphicFrameLocks noChangeAspect="1"/>
            </p:cNvGraphicFramePr>
            <p:nvPr/>
          </p:nvGraphicFramePr>
          <p:xfrm>
            <a:off x="930" y="1360"/>
            <a:ext cx="151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0057" name="Equation" r:id="rId7" imgW="127000" imgH="228600" progId="Equation.DSMT4">
                    <p:embed/>
                  </p:oleObj>
                </mc:Choice>
                <mc:Fallback>
                  <p:oleObj name="Equation" r:id="rId7" imgW="127000" imgH="228600" progId="Equation.DSMT4">
                    <p:embed/>
                    <p:pic>
                      <p:nvPicPr>
                        <p:cNvPr id="0" name="图片 11100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1360"/>
                          <a:ext cx="151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02512" name="Object 16"/>
            <p:cNvGraphicFramePr>
              <a:graphicFrameLocks noChangeAspect="1"/>
            </p:cNvGraphicFramePr>
            <p:nvPr/>
          </p:nvGraphicFramePr>
          <p:xfrm>
            <a:off x="2351" y="1351"/>
            <a:ext cx="166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0058" name="Equation" r:id="rId9" imgW="139700" imgH="228600" progId="Equation.DSMT4">
                    <p:embed/>
                  </p:oleObj>
                </mc:Choice>
                <mc:Fallback>
                  <p:oleObj name="Equation" r:id="rId9" imgW="139700" imgH="228600" progId="Equation.DSMT4">
                    <p:embed/>
                    <p:pic>
                      <p:nvPicPr>
                        <p:cNvPr id="0" name="图片 11100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1" y="1351"/>
                          <a:ext cx="166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2513" name="Text Box 17"/>
            <p:cNvSpPr txBox="1">
              <a:spLocks noChangeArrowheads="1"/>
            </p:cNvSpPr>
            <p:nvPr/>
          </p:nvSpPr>
          <p:spPr bwMode="auto">
            <a:xfrm>
              <a:off x="519" y="1617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effectLst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002514" name="Text Box 18"/>
            <p:cNvSpPr txBox="1">
              <a:spLocks noChangeArrowheads="1"/>
            </p:cNvSpPr>
            <p:nvPr/>
          </p:nvSpPr>
          <p:spPr bwMode="auto">
            <a:xfrm>
              <a:off x="528" y="2160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effectLst/>
                  <a:ea typeface="宋体" panose="02010600030101010101" pitchFamily="2" charset="-122"/>
                </a:rPr>
                <a:t>_</a:t>
              </a:r>
            </a:p>
          </p:txBody>
        </p:sp>
        <p:sp>
          <p:nvSpPr>
            <p:cNvPr id="1002515" name="Text Box 19"/>
            <p:cNvSpPr txBox="1">
              <a:spLocks noChangeArrowheads="1"/>
            </p:cNvSpPr>
            <p:nvPr/>
          </p:nvSpPr>
          <p:spPr bwMode="auto">
            <a:xfrm>
              <a:off x="2685" y="1629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effectLst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002516" name="Text Box 20"/>
            <p:cNvSpPr txBox="1">
              <a:spLocks noChangeArrowheads="1"/>
            </p:cNvSpPr>
            <p:nvPr/>
          </p:nvSpPr>
          <p:spPr bwMode="auto">
            <a:xfrm>
              <a:off x="2694" y="2181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effectLst/>
                  <a:ea typeface="宋体" panose="02010600030101010101" pitchFamily="2" charset="-122"/>
                </a:rPr>
                <a:t>_</a:t>
              </a:r>
            </a:p>
          </p:txBody>
        </p:sp>
        <p:graphicFrame>
          <p:nvGraphicFramePr>
            <p:cNvPr id="1002517" name="Object 21"/>
            <p:cNvGraphicFramePr>
              <a:graphicFrameLocks noChangeAspect="1"/>
            </p:cNvGraphicFramePr>
            <p:nvPr/>
          </p:nvGraphicFramePr>
          <p:xfrm>
            <a:off x="519" y="1966"/>
            <a:ext cx="197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0059" name="Equation" r:id="rId11" imgW="165100" imgH="228600" progId="Equation.DSMT4">
                    <p:embed/>
                  </p:oleObj>
                </mc:Choice>
                <mc:Fallback>
                  <p:oleObj name="Equation" r:id="rId11" imgW="165100" imgH="228600" progId="Equation.DSMT4">
                    <p:embed/>
                    <p:pic>
                      <p:nvPicPr>
                        <p:cNvPr id="0" name="图片 11100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" y="1966"/>
                          <a:ext cx="197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02518" name="Object 22"/>
            <p:cNvGraphicFramePr>
              <a:graphicFrameLocks noChangeAspect="1"/>
            </p:cNvGraphicFramePr>
            <p:nvPr/>
          </p:nvGraphicFramePr>
          <p:xfrm>
            <a:off x="2730" y="1966"/>
            <a:ext cx="211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0060" name="Equation" r:id="rId13" imgW="177800" imgH="228600" progId="Equation.DSMT4">
                    <p:embed/>
                  </p:oleObj>
                </mc:Choice>
                <mc:Fallback>
                  <p:oleObj name="Equation" r:id="rId13" imgW="177800" imgH="228600" progId="Equation.DSMT4">
                    <p:embed/>
                    <p:pic>
                      <p:nvPicPr>
                        <p:cNvPr id="0" name="图片 11100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0" y="1966"/>
                          <a:ext cx="211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2519" name="Rectangle 23"/>
            <p:cNvSpPr>
              <a:spLocks noChangeArrowheads="1"/>
            </p:cNvSpPr>
            <p:nvPr/>
          </p:nvSpPr>
          <p:spPr bwMode="auto">
            <a:xfrm>
              <a:off x="1440" y="1479"/>
              <a:ext cx="576" cy="1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2520" name="Line 24"/>
            <p:cNvSpPr>
              <a:spLocks noChangeShapeType="1"/>
            </p:cNvSpPr>
            <p:nvPr/>
          </p:nvSpPr>
          <p:spPr bwMode="auto">
            <a:xfrm>
              <a:off x="1440" y="1632"/>
              <a:ext cx="0" cy="95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2521" name="Line 25"/>
            <p:cNvSpPr>
              <a:spLocks noChangeShapeType="1"/>
            </p:cNvSpPr>
            <p:nvPr/>
          </p:nvSpPr>
          <p:spPr bwMode="auto">
            <a:xfrm>
              <a:off x="2016" y="1632"/>
              <a:ext cx="0" cy="95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2522" name="Oval 26"/>
            <p:cNvSpPr>
              <a:spLocks noChangeArrowheads="1"/>
            </p:cNvSpPr>
            <p:nvPr/>
          </p:nvSpPr>
          <p:spPr bwMode="auto">
            <a:xfrm>
              <a:off x="1200" y="1851"/>
              <a:ext cx="450" cy="54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2523" name="Oval 27"/>
            <p:cNvSpPr>
              <a:spLocks noChangeArrowheads="1"/>
            </p:cNvSpPr>
            <p:nvPr/>
          </p:nvSpPr>
          <p:spPr bwMode="auto">
            <a:xfrm>
              <a:off x="1785" y="1845"/>
              <a:ext cx="450" cy="54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2524" name="Rectangle 28"/>
            <p:cNvSpPr>
              <a:spLocks noChangeArrowheads="1"/>
            </p:cNvSpPr>
            <p:nvPr/>
          </p:nvSpPr>
          <p:spPr bwMode="auto">
            <a:xfrm>
              <a:off x="1095" y="1842"/>
              <a:ext cx="336" cy="5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2525" name="Rectangle 29"/>
            <p:cNvSpPr>
              <a:spLocks noChangeArrowheads="1"/>
            </p:cNvSpPr>
            <p:nvPr/>
          </p:nvSpPr>
          <p:spPr bwMode="auto">
            <a:xfrm>
              <a:off x="2028" y="1833"/>
              <a:ext cx="336" cy="5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2526" name="Freeform 30"/>
            <p:cNvSpPr/>
            <p:nvPr/>
          </p:nvSpPr>
          <p:spPr bwMode="auto">
            <a:xfrm>
              <a:off x="1536" y="1575"/>
              <a:ext cx="384" cy="96"/>
            </a:xfrm>
            <a:custGeom>
              <a:avLst/>
              <a:gdLst>
                <a:gd name="T0" fmla="*/ 0 w 384"/>
                <a:gd name="T1" fmla="*/ 96 h 96"/>
                <a:gd name="T2" fmla="*/ 192 w 384"/>
                <a:gd name="T3" fmla="*/ 0 h 96"/>
                <a:gd name="T4" fmla="*/ 384 w 384"/>
                <a:gd name="T5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4" h="96">
                  <a:moveTo>
                    <a:pt x="0" y="96"/>
                  </a:moveTo>
                  <a:cubicBezTo>
                    <a:pt x="64" y="48"/>
                    <a:pt x="128" y="0"/>
                    <a:pt x="192" y="0"/>
                  </a:cubicBezTo>
                  <a:cubicBezTo>
                    <a:pt x="256" y="0"/>
                    <a:pt x="352" y="80"/>
                    <a:pt x="384" y="96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2527" name="Text Box 31"/>
            <p:cNvSpPr txBox="1">
              <a:spLocks noChangeArrowheads="1"/>
            </p:cNvSpPr>
            <p:nvPr/>
          </p:nvSpPr>
          <p:spPr bwMode="auto">
            <a:xfrm>
              <a:off x="1590" y="1296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i="1">
                  <a:effectLst/>
                  <a:ea typeface="宋体" panose="02010600030101010101" pitchFamily="2" charset="-122"/>
                </a:rPr>
                <a:t>g</a:t>
              </a:r>
              <a:r>
                <a:rPr kumimoji="1" lang="en-US" altLang="zh-CN" sz="2000">
                  <a:effectLst/>
                  <a:ea typeface="宋体" panose="02010600030101010101" pitchFamily="2" charset="-122"/>
                </a:rPr>
                <a:t>(</a:t>
              </a:r>
              <a:r>
                <a:rPr kumimoji="1" lang="en-US" altLang="zh-CN" sz="2000" i="1">
                  <a:effectLst/>
                  <a:ea typeface="宋体" panose="02010600030101010101" pitchFamily="2" charset="-122"/>
                </a:rPr>
                <a:t>r</a:t>
              </a:r>
              <a:r>
                <a:rPr kumimoji="1" lang="en-US" altLang="zh-CN" sz="2000">
                  <a:effectLst/>
                  <a:ea typeface="宋体" panose="02010600030101010101" pitchFamily="2" charset="-122"/>
                </a:rPr>
                <a:t>)</a:t>
              </a:r>
            </a:p>
          </p:txBody>
        </p:sp>
      </p:grpSp>
      <p:graphicFrame>
        <p:nvGraphicFramePr>
          <p:cNvPr id="1002528" name="Object 32"/>
          <p:cNvGraphicFramePr>
            <a:graphicFrameLocks noChangeAspect="1"/>
          </p:cNvGraphicFramePr>
          <p:nvPr/>
        </p:nvGraphicFramePr>
        <p:xfrm>
          <a:off x="6019800" y="2590800"/>
          <a:ext cx="1654175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061" name="Equation" r:id="rId15" imgW="711200" imgH="482600" progId="Equation.DSMT4">
                  <p:embed/>
                </p:oleObj>
              </mc:Choice>
              <mc:Fallback>
                <p:oleObj name="Equation" r:id="rId15" imgW="711200" imgH="482600" progId="Equation.DSMT4">
                  <p:embed/>
                  <p:pic>
                    <p:nvPicPr>
                      <p:cNvPr id="0" name="图片 11100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590800"/>
                        <a:ext cx="1654175" cy="112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002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002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002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2499" grpId="0" autoUpdateAnimBg="0"/>
      <p:bldP spid="1002501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5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95250"/>
            <a:ext cx="4419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13.7</a:t>
            </a: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理想回转器</a:t>
            </a:r>
          </a:p>
        </p:txBody>
      </p:sp>
      <p:sp>
        <p:nvSpPr>
          <p:cNvPr id="1004547" name="Text Box 3"/>
          <p:cNvSpPr txBox="1">
            <a:spLocks noChangeArrowheads="1"/>
          </p:cNvSpPr>
          <p:nvPr/>
        </p:nvSpPr>
        <p:spPr bwMode="auto">
          <a:xfrm>
            <a:off x="990600" y="685800"/>
            <a:ext cx="2438400" cy="690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  <a:buFontTx/>
              <a:buBlip>
                <a:blip r:embed="rId4"/>
              </a:buBlip>
            </a:pP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altLang="en-US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例：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求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Z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i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= ?</a:t>
            </a:r>
            <a:endParaRPr lang="en-US" altLang="zh-CN" sz="2800" baseline="-250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1004548" name="Group 4"/>
          <p:cNvGrpSpPr/>
          <p:nvPr/>
        </p:nvGrpSpPr>
        <p:grpSpPr bwMode="auto">
          <a:xfrm>
            <a:off x="1295400" y="1625600"/>
            <a:ext cx="5791200" cy="2514600"/>
            <a:chOff x="816" y="1024"/>
            <a:chExt cx="3648" cy="1584"/>
          </a:xfrm>
        </p:grpSpPr>
        <p:sp>
          <p:nvSpPr>
            <p:cNvPr id="1004549" name="Line 5"/>
            <p:cNvSpPr>
              <a:spLocks noChangeShapeType="1"/>
            </p:cNvSpPr>
            <p:nvPr/>
          </p:nvSpPr>
          <p:spPr bwMode="auto">
            <a:xfrm>
              <a:off x="2528" y="1464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550" name="Line 6"/>
            <p:cNvSpPr>
              <a:spLocks noChangeShapeType="1"/>
            </p:cNvSpPr>
            <p:nvPr/>
          </p:nvSpPr>
          <p:spPr bwMode="auto">
            <a:xfrm rot="16200000">
              <a:off x="2142" y="1084"/>
              <a:ext cx="1" cy="7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551" name="Line 7"/>
            <p:cNvSpPr>
              <a:spLocks noChangeShapeType="1"/>
            </p:cNvSpPr>
            <p:nvPr/>
          </p:nvSpPr>
          <p:spPr bwMode="auto">
            <a:xfrm rot="16200000">
              <a:off x="2144" y="2039"/>
              <a:ext cx="1" cy="7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552" name="Freeform 8"/>
            <p:cNvSpPr/>
            <p:nvPr/>
          </p:nvSpPr>
          <p:spPr bwMode="auto">
            <a:xfrm>
              <a:off x="2528" y="1656"/>
              <a:ext cx="240" cy="576"/>
            </a:xfrm>
            <a:custGeom>
              <a:avLst/>
              <a:gdLst>
                <a:gd name="T0" fmla="*/ 0 w 240"/>
                <a:gd name="T1" fmla="*/ 0 h 288"/>
                <a:gd name="T2" fmla="*/ 240 w 240"/>
                <a:gd name="T3" fmla="*/ 144 h 288"/>
                <a:gd name="T4" fmla="*/ 0 w 240"/>
                <a:gd name="T5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0" h="288">
                  <a:moveTo>
                    <a:pt x="0" y="0"/>
                  </a:moveTo>
                  <a:cubicBezTo>
                    <a:pt x="120" y="48"/>
                    <a:pt x="240" y="96"/>
                    <a:pt x="240" y="144"/>
                  </a:cubicBezTo>
                  <a:cubicBezTo>
                    <a:pt x="240" y="192"/>
                    <a:pt x="120" y="240"/>
                    <a:pt x="0" y="288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553" name="Freeform 9"/>
            <p:cNvSpPr/>
            <p:nvPr/>
          </p:nvSpPr>
          <p:spPr bwMode="auto">
            <a:xfrm flipH="1">
              <a:off x="2960" y="1656"/>
              <a:ext cx="240" cy="576"/>
            </a:xfrm>
            <a:custGeom>
              <a:avLst/>
              <a:gdLst>
                <a:gd name="T0" fmla="*/ 0 w 240"/>
                <a:gd name="T1" fmla="*/ 0 h 288"/>
                <a:gd name="T2" fmla="*/ 240 w 240"/>
                <a:gd name="T3" fmla="*/ 144 h 288"/>
                <a:gd name="T4" fmla="*/ 0 w 240"/>
                <a:gd name="T5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0" h="288">
                  <a:moveTo>
                    <a:pt x="0" y="0"/>
                  </a:moveTo>
                  <a:cubicBezTo>
                    <a:pt x="120" y="48"/>
                    <a:pt x="240" y="96"/>
                    <a:pt x="240" y="144"/>
                  </a:cubicBezTo>
                  <a:cubicBezTo>
                    <a:pt x="240" y="192"/>
                    <a:pt x="120" y="240"/>
                    <a:pt x="0" y="288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554" name="Text Box 10"/>
            <p:cNvSpPr txBox="1">
              <a:spLocks noChangeArrowheads="1"/>
            </p:cNvSpPr>
            <p:nvPr/>
          </p:nvSpPr>
          <p:spPr bwMode="auto">
            <a:xfrm>
              <a:off x="1664" y="2080"/>
              <a:ext cx="192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4400">
                  <a:effectLst/>
                </a:rPr>
                <a:t>.</a:t>
              </a:r>
            </a:p>
          </p:txBody>
        </p:sp>
        <p:sp>
          <p:nvSpPr>
            <p:cNvPr id="1004555" name="Text Box 11"/>
            <p:cNvSpPr txBox="1">
              <a:spLocks noChangeArrowheads="1"/>
            </p:cNvSpPr>
            <p:nvPr/>
          </p:nvSpPr>
          <p:spPr bwMode="auto">
            <a:xfrm>
              <a:off x="1664" y="1112"/>
              <a:ext cx="192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4400">
                  <a:effectLst/>
                </a:rPr>
                <a:t>.</a:t>
              </a:r>
            </a:p>
          </p:txBody>
        </p:sp>
        <p:sp>
          <p:nvSpPr>
            <p:cNvPr id="1004556" name="Rectangle 12"/>
            <p:cNvSpPr>
              <a:spLocks noChangeArrowheads="1"/>
            </p:cNvSpPr>
            <p:nvPr/>
          </p:nvSpPr>
          <p:spPr bwMode="auto">
            <a:xfrm>
              <a:off x="2740" y="1224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g</a:t>
              </a:r>
              <a:endPara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04557" name="Freeform 13"/>
            <p:cNvSpPr/>
            <p:nvPr/>
          </p:nvSpPr>
          <p:spPr bwMode="auto">
            <a:xfrm>
              <a:off x="2576" y="1272"/>
              <a:ext cx="528" cy="144"/>
            </a:xfrm>
            <a:custGeom>
              <a:avLst/>
              <a:gdLst>
                <a:gd name="T0" fmla="*/ 0 w 528"/>
                <a:gd name="T1" fmla="*/ 144 h 144"/>
                <a:gd name="T2" fmla="*/ 240 w 528"/>
                <a:gd name="T3" fmla="*/ 0 h 144"/>
                <a:gd name="T4" fmla="*/ 528 w 528"/>
                <a:gd name="T5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8" h="144">
                  <a:moveTo>
                    <a:pt x="0" y="144"/>
                  </a:moveTo>
                  <a:cubicBezTo>
                    <a:pt x="76" y="72"/>
                    <a:pt x="152" y="0"/>
                    <a:pt x="240" y="0"/>
                  </a:cubicBezTo>
                  <a:cubicBezTo>
                    <a:pt x="328" y="0"/>
                    <a:pt x="428" y="72"/>
                    <a:pt x="528" y="144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558" name="Line 14"/>
            <p:cNvSpPr>
              <a:spLocks noChangeShapeType="1"/>
            </p:cNvSpPr>
            <p:nvPr/>
          </p:nvSpPr>
          <p:spPr bwMode="auto">
            <a:xfrm>
              <a:off x="2048" y="1456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559" name="Line 15"/>
            <p:cNvSpPr>
              <a:spLocks noChangeShapeType="1"/>
            </p:cNvSpPr>
            <p:nvPr/>
          </p:nvSpPr>
          <p:spPr bwMode="auto">
            <a:xfrm flipH="1">
              <a:off x="3576" y="1456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560" name="Text Box 16"/>
            <p:cNvSpPr txBox="1">
              <a:spLocks noChangeArrowheads="1"/>
            </p:cNvSpPr>
            <p:nvPr/>
          </p:nvSpPr>
          <p:spPr bwMode="auto">
            <a:xfrm>
              <a:off x="1672" y="1464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04561" name="Text Box 17"/>
            <p:cNvSpPr txBox="1">
              <a:spLocks noChangeArrowheads="1"/>
            </p:cNvSpPr>
            <p:nvPr/>
          </p:nvSpPr>
          <p:spPr bwMode="auto">
            <a:xfrm>
              <a:off x="1664" y="1992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_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04562" name="Text Box 18"/>
            <p:cNvSpPr txBox="1">
              <a:spLocks noChangeArrowheads="1"/>
            </p:cNvSpPr>
            <p:nvPr/>
          </p:nvSpPr>
          <p:spPr bwMode="auto">
            <a:xfrm>
              <a:off x="3584" y="1480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04563" name="Text Box 19"/>
            <p:cNvSpPr txBox="1">
              <a:spLocks noChangeArrowheads="1"/>
            </p:cNvSpPr>
            <p:nvPr/>
          </p:nvSpPr>
          <p:spPr bwMode="auto">
            <a:xfrm>
              <a:off x="3576" y="2008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_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pSp>
          <p:nvGrpSpPr>
            <p:cNvPr id="1004564" name="Group 20"/>
            <p:cNvGrpSpPr/>
            <p:nvPr/>
          </p:nvGrpSpPr>
          <p:grpSpPr bwMode="auto">
            <a:xfrm>
              <a:off x="3200" y="1464"/>
              <a:ext cx="832" cy="944"/>
              <a:chOff x="2472" y="1392"/>
              <a:chExt cx="2376" cy="2160"/>
            </a:xfrm>
          </p:grpSpPr>
          <p:sp>
            <p:nvSpPr>
              <p:cNvPr id="1004565" name="Line 21"/>
              <p:cNvSpPr>
                <a:spLocks noChangeShapeType="1"/>
              </p:cNvSpPr>
              <p:nvPr/>
            </p:nvSpPr>
            <p:spPr bwMode="auto">
              <a:xfrm>
                <a:off x="2478" y="1392"/>
                <a:ext cx="0" cy="21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4566" name="Line 22"/>
              <p:cNvSpPr>
                <a:spLocks noChangeShapeType="1"/>
              </p:cNvSpPr>
              <p:nvPr/>
            </p:nvSpPr>
            <p:spPr bwMode="auto">
              <a:xfrm>
                <a:off x="4848" y="1392"/>
                <a:ext cx="0" cy="21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4567" name="Line 23"/>
              <p:cNvSpPr>
                <a:spLocks noChangeShapeType="1"/>
              </p:cNvSpPr>
              <p:nvPr/>
            </p:nvSpPr>
            <p:spPr bwMode="auto">
              <a:xfrm rot="16200000">
                <a:off x="3655" y="213"/>
                <a:ext cx="3" cy="237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4568" name="Line 24"/>
              <p:cNvSpPr>
                <a:spLocks noChangeShapeType="1"/>
              </p:cNvSpPr>
              <p:nvPr/>
            </p:nvSpPr>
            <p:spPr bwMode="auto">
              <a:xfrm rot="16200000">
                <a:off x="3661" y="2362"/>
                <a:ext cx="3" cy="237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004569" name="Object 25"/>
            <p:cNvGraphicFramePr>
              <a:graphicFrameLocks noChangeAspect="1"/>
            </p:cNvGraphicFramePr>
            <p:nvPr/>
          </p:nvGraphicFramePr>
          <p:xfrm>
            <a:off x="1680" y="1744"/>
            <a:ext cx="268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1074" name="Equation" r:id="rId5" imgW="203200" imgH="279400" progId="Equation.DSMT4">
                    <p:embed/>
                  </p:oleObj>
                </mc:Choice>
                <mc:Fallback>
                  <p:oleObj name="Equation" r:id="rId5" imgW="203200" imgH="279400" progId="Equation.DSMT4">
                    <p:embed/>
                    <p:pic>
                      <p:nvPicPr>
                        <p:cNvPr id="0" name="图片 11110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1744"/>
                          <a:ext cx="268" cy="3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04570" name="Object 26"/>
            <p:cNvGraphicFramePr>
              <a:graphicFrameLocks noChangeAspect="1"/>
            </p:cNvGraphicFramePr>
            <p:nvPr/>
          </p:nvGraphicFramePr>
          <p:xfrm>
            <a:off x="3592" y="1760"/>
            <a:ext cx="285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1075" name="Equation" r:id="rId7" imgW="215900" imgH="279400" progId="Equation.DSMT4">
                    <p:embed/>
                  </p:oleObj>
                </mc:Choice>
                <mc:Fallback>
                  <p:oleObj name="Equation" r:id="rId7" imgW="215900" imgH="279400" progId="Equation.DSMT4">
                    <p:embed/>
                    <p:pic>
                      <p:nvPicPr>
                        <p:cNvPr id="0" name="图片 11110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2" y="1760"/>
                          <a:ext cx="285" cy="3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04571" name="Object 27"/>
            <p:cNvGraphicFramePr>
              <a:graphicFrameLocks noChangeAspect="1"/>
            </p:cNvGraphicFramePr>
            <p:nvPr/>
          </p:nvGraphicFramePr>
          <p:xfrm>
            <a:off x="2063" y="1064"/>
            <a:ext cx="201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1076" name="Equation" r:id="rId9" imgW="152400" imgH="279400" progId="Equation.DSMT4">
                    <p:embed/>
                  </p:oleObj>
                </mc:Choice>
                <mc:Fallback>
                  <p:oleObj name="Equation" r:id="rId9" imgW="152400" imgH="279400" progId="Equation.DSMT4">
                    <p:embed/>
                    <p:pic>
                      <p:nvPicPr>
                        <p:cNvPr id="0" name="图片 11110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3" y="1064"/>
                          <a:ext cx="201" cy="3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4572" name="Rectangle 28"/>
            <p:cNvSpPr>
              <a:spLocks noChangeArrowheads="1"/>
            </p:cNvSpPr>
            <p:nvPr/>
          </p:nvSpPr>
          <p:spPr bwMode="auto">
            <a:xfrm rot="5400000">
              <a:off x="3840" y="1856"/>
              <a:ext cx="384" cy="1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4573" name="Rectangle 29"/>
            <p:cNvSpPr>
              <a:spLocks noChangeArrowheads="1"/>
            </p:cNvSpPr>
            <p:nvPr/>
          </p:nvSpPr>
          <p:spPr bwMode="auto">
            <a:xfrm>
              <a:off x="4080" y="1768"/>
              <a:ext cx="33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i="1">
                  <a:effectLst/>
                </a:rPr>
                <a:t>Z</a:t>
              </a:r>
              <a:r>
                <a:rPr lang="en-US" altLang="zh-CN" baseline="-25000">
                  <a:effectLst/>
                </a:rPr>
                <a:t>2</a:t>
              </a:r>
            </a:p>
          </p:txBody>
        </p:sp>
        <p:graphicFrame>
          <p:nvGraphicFramePr>
            <p:cNvPr id="1004574" name="Object 30"/>
            <p:cNvGraphicFramePr>
              <a:graphicFrameLocks noChangeAspect="1"/>
            </p:cNvGraphicFramePr>
            <p:nvPr/>
          </p:nvGraphicFramePr>
          <p:xfrm>
            <a:off x="3479" y="1072"/>
            <a:ext cx="235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1077" name="Equation" r:id="rId11" imgW="177800" imgH="279400" progId="Equation.DSMT4">
                    <p:embed/>
                  </p:oleObj>
                </mc:Choice>
                <mc:Fallback>
                  <p:oleObj name="Equation" r:id="rId11" imgW="177800" imgH="279400" progId="Equation.DSMT4">
                    <p:embed/>
                    <p:pic>
                      <p:nvPicPr>
                        <p:cNvPr id="0" name="图片 11110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9" y="1072"/>
                          <a:ext cx="235" cy="3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4575" name="Rectangle 31"/>
            <p:cNvSpPr>
              <a:spLocks noChangeArrowheads="1"/>
            </p:cNvSpPr>
            <p:nvPr/>
          </p:nvSpPr>
          <p:spPr bwMode="auto">
            <a:xfrm>
              <a:off x="2304" y="1024"/>
              <a:ext cx="2160" cy="1584"/>
            </a:xfrm>
            <a:prstGeom prst="rect">
              <a:avLst/>
            </a:prstGeom>
            <a:noFill/>
            <a:ln w="28575">
              <a:solidFill>
                <a:schemeClr val="hlink"/>
              </a:solidFill>
              <a:prstDash val="dash"/>
              <a:miter lim="800000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4576" name="AutoShape 32"/>
            <p:cNvSpPr>
              <a:spLocks noChangeArrowheads="1"/>
            </p:cNvSpPr>
            <p:nvPr/>
          </p:nvSpPr>
          <p:spPr bwMode="auto">
            <a:xfrm>
              <a:off x="816" y="1728"/>
              <a:ext cx="768" cy="192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gradFill rotWithShape="0">
              <a:gsLst>
                <a:gs pos="0">
                  <a:schemeClr val="folHlink"/>
                </a:gs>
                <a:gs pos="50000">
                  <a:srgbClr val="CCECFF"/>
                </a:gs>
                <a:gs pos="100000">
                  <a:schemeClr val="folHlink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4577" name="Rectangle 33"/>
            <p:cNvSpPr>
              <a:spLocks noChangeArrowheads="1"/>
            </p:cNvSpPr>
            <p:nvPr/>
          </p:nvSpPr>
          <p:spPr bwMode="auto">
            <a:xfrm>
              <a:off x="1048" y="1432"/>
              <a:ext cx="33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i="1">
                  <a:effectLst/>
                </a:rPr>
                <a:t>Z</a:t>
              </a:r>
              <a:r>
                <a:rPr lang="en-US" altLang="zh-CN" baseline="-25000">
                  <a:effectLst/>
                </a:rPr>
                <a:t>i</a:t>
              </a:r>
            </a:p>
          </p:txBody>
        </p:sp>
      </p:grpSp>
      <p:graphicFrame>
        <p:nvGraphicFramePr>
          <p:cNvPr id="1004578" name="Object 34"/>
          <p:cNvGraphicFramePr>
            <a:graphicFrameLocks noChangeAspect="1"/>
          </p:cNvGraphicFramePr>
          <p:nvPr/>
        </p:nvGraphicFramePr>
        <p:xfrm>
          <a:off x="2895600" y="4724400"/>
          <a:ext cx="2041525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078" name="Equation" r:id="rId13" imgW="977900" imgH="558800" progId="Equation.DSMT4">
                  <p:embed/>
                </p:oleObj>
              </mc:Choice>
              <mc:Fallback>
                <p:oleObj name="Equation" r:id="rId13" imgW="977900" imgH="558800" progId="Equation.DSMT4">
                  <p:embed/>
                  <p:pic>
                    <p:nvPicPr>
                      <p:cNvPr id="0" name="图片 11110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724400"/>
                        <a:ext cx="2041525" cy="11731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4579" name="Rectangle 35"/>
          <p:cNvSpPr>
            <a:spLocks noChangeArrowheads="1"/>
          </p:cNvSpPr>
          <p:nvPr/>
        </p:nvSpPr>
        <p:spPr bwMode="auto">
          <a:xfrm>
            <a:off x="5029200" y="5105400"/>
            <a:ext cx="23145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阻抗倒换性质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0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0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4579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5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95250"/>
            <a:ext cx="4419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13.7</a:t>
            </a: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理想回转器</a:t>
            </a:r>
          </a:p>
        </p:txBody>
      </p:sp>
      <p:sp>
        <p:nvSpPr>
          <p:cNvPr id="1006595" name="Text Box 3"/>
          <p:cNvSpPr txBox="1">
            <a:spLocks noChangeArrowheads="1"/>
          </p:cNvSpPr>
          <p:nvPr/>
        </p:nvSpPr>
        <p:spPr bwMode="auto">
          <a:xfrm>
            <a:off x="546100" y="647700"/>
            <a:ext cx="2438400" cy="690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  <a:buFontTx/>
              <a:buBlip>
                <a:blip r:embed="rId4"/>
              </a:buBlip>
            </a:pP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altLang="en-US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解：</a:t>
            </a:r>
            <a:endParaRPr lang="zh-CN" altLang="en-US" sz="2800" baseline="-250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1006596" name="Object 4"/>
          <p:cNvGraphicFramePr>
            <a:graphicFrameLocks noChangeAspect="1"/>
          </p:cNvGraphicFramePr>
          <p:nvPr/>
        </p:nvGraphicFramePr>
        <p:xfrm>
          <a:off x="1270000" y="914400"/>
          <a:ext cx="4746625" cy="205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2116" name="Equation" r:id="rId5" imgW="2273300" imgH="977900" progId="Equation.DSMT4">
                  <p:embed/>
                </p:oleObj>
              </mc:Choice>
              <mc:Fallback>
                <p:oleObj name="Equation" r:id="rId5" imgW="2273300" imgH="977900" progId="Equation.DSMT4">
                  <p:embed/>
                  <p:pic>
                    <p:nvPicPr>
                      <p:cNvPr id="0" name="图片 11120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000" y="914400"/>
                        <a:ext cx="4746625" cy="2051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6597" name="Rectangle 5"/>
          <p:cNvSpPr>
            <a:spLocks noChangeArrowheads="1"/>
          </p:cNvSpPr>
          <p:nvPr/>
        </p:nvSpPr>
        <p:spPr bwMode="auto">
          <a:xfrm>
            <a:off x="5991225" y="1485900"/>
            <a:ext cx="23145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阻抗倒换性质</a:t>
            </a:r>
          </a:p>
        </p:txBody>
      </p:sp>
      <p:grpSp>
        <p:nvGrpSpPr>
          <p:cNvPr id="1006598" name="Group 6"/>
          <p:cNvGrpSpPr/>
          <p:nvPr/>
        </p:nvGrpSpPr>
        <p:grpSpPr bwMode="auto">
          <a:xfrm>
            <a:off x="1219200" y="3101975"/>
            <a:ext cx="7350125" cy="555625"/>
            <a:chOff x="768" y="1954"/>
            <a:chExt cx="4630" cy="350"/>
          </a:xfrm>
        </p:grpSpPr>
        <p:graphicFrame>
          <p:nvGraphicFramePr>
            <p:cNvPr id="1006599" name="Object 7"/>
            <p:cNvGraphicFramePr>
              <a:graphicFrameLocks noChangeAspect="1"/>
            </p:cNvGraphicFramePr>
            <p:nvPr/>
          </p:nvGraphicFramePr>
          <p:xfrm>
            <a:off x="768" y="1988"/>
            <a:ext cx="702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2117" name="Equation" r:id="rId7" imgW="533400" imgH="228600" progId="Equation.DSMT4">
                    <p:embed/>
                  </p:oleObj>
                </mc:Choice>
                <mc:Fallback>
                  <p:oleObj name="Equation" r:id="rId7" imgW="533400" imgH="228600" progId="Equation.DSMT4">
                    <p:embed/>
                    <p:pic>
                      <p:nvPicPr>
                        <p:cNvPr id="0" name="图片 11120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1988"/>
                          <a:ext cx="702" cy="3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6600" name="Rectangle 8"/>
            <p:cNvSpPr>
              <a:spLocks noChangeArrowheads="1"/>
            </p:cNvSpPr>
            <p:nvPr/>
          </p:nvSpPr>
          <p:spPr bwMode="auto">
            <a:xfrm>
              <a:off x="1422" y="1954"/>
              <a:ext cx="397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(</a:t>
              </a:r>
              <a:r>
                <a:rPr lang="zh-CN" altLang="en-US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端口</a:t>
              </a: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  <a:r>
                <a:rPr lang="zh-CN" altLang="en-US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开路</a:t>
              </a: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)</a:t>
              </a:r>
              <a:r>
                <a:rPr lang="zh-CN" altLang="en-US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，          </a:t>
              </a: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(</a:t>
              </a:r>
              <a:r>
                <a:rPr lang="zh-CN" altLang="en-US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端口</a:t>
              </a:r>
              <a:r>
                <a:rPr lang="en-US" altLang="zh-CN" dirty="0" smtClean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r>
                <a:rPr lang="zh-CN" altLang="en-US" dirty="0" smtClean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短路</a:t>
              </a: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)</a:t>
              </a:r>
            </a:p>
          </p:txBody>
        </p:sp>
        <p:graphicFrame>
          <p:nvGraphicFramePr>
            <p:cNvPr id="1006601" name="Object 9"/>
            <p:cNvGraphicFramePr>
              <a:graphicFrameLocks noChangeAspect="1"/>
            </p:cNvGraphicFramePr>
            <p:nvPr/>
          </p:nvGraphicFramePr>
          <p:xfrm>
            <a:off x="2662" y="2002"/>
            <a:ext cx="619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2118" name="Equation" r:id="rId9" imgW="469900" imgH="228600" progId="Equation.DSMT4">
                    <p:embed/>
                  </p:oleObj>
                </mc:Choice>
                <mc:Fallback>
                  <p:oleObj name="Equation" r:id="rId9" imgW="469900" imgH="228600" progId="Equation.DSMT4">
                    <p:embed/>
                    <p:pic>
                      <p:nvPicPr>
                        <p:cNvPr id="0" name="图片 11120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2" y="2002"/>
                          <a:ext cx="619" cy="3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06602" name="Group 10"/>
          <p:cNvGrpSpPr/>
          <p:nvPr/>
        </p:nvGrpSpPr>
        <p:grpSpPr bwMode="auto">
          <a:xfrm>
            <a:off x="1231900" y="3886200"/>
            <a:ext cx="7310438" cy="533400"/>
            <a:chOff x="776" y="2448"/>
            <a:chExt cx="4605" cy="336"/>
          </a:xfrm>
        </p:grpSpPr>
        <p:graphicFrame>
          <p:nvGraphicFramePr>
            <p:cNvPr id="1006603" name="Object 11"/>
            <p:cNvGraphicFramePr>
              <a:graphicFrameLocks noChangeAspect="1"/>
            </p:cNvGraphicFramePr>
            <p:nvPr/>
          </p:nvGraphicFramePr>
          <p:xfrm>
            <a:off x="776" y="2482"/>
            <a:ext cx="652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2119" name="Equation" r:id="rId11" imgW="495300" imgH="228600" progId="Equation.DSMT4">
                    <p:embed/>
                  </p:oleObj>
                </mc:Choice>
                <mc:Fallback>
                  <p:oleObj name="Equation" r:id="rId11" imgW="495300" imgH="228600" progId="Equation.DSMT4">
                    <p:embed/>
                    <p:pic>
                      <p:nvPicPr>
                        <p:cNvPr id="0" name="图片 111210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6" y="2482"/>
                          <a:ext cx="652" cy="3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6604" name="Rectangle 12"/>
            <p:cNvSpPr>
              <a:spLocks noChangeArrowheads="1"/>
            </p:cNvSpPr>
            <p:nvPr/>
          </p:nvSpPr>
          <p:spPr bwMode="auto">
            <a:xfrm>
              <a:off x="1405" y="2448"/>
              <a:ext cx="397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(</a:t>
              </a:r>
              <a:r>
                <a:rPr lang="zh-CN" altLang="en-US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端口</a:t>
              </a: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  <a:r>
                <a:rPr lang="zh-CN" altLang="en-US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短路</a:t>
              </a: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)</a:t>
              </a:r>
              <a:r>
                <a:rPr lang="zh-CN" altLang="en-US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，          </a:t>
              </a: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(</a:t>
              </a:r>
              <a:r>
                <a:rPr lang="zh-CN" altLang="en-US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端口</a:t>
              </a:r>
              <a:r>
                <a:rPr lang="en-US" altLang="zh-CN" dirty="0" smtClean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r>
                <a:rPr lang="zh-CN" altLang="en-US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开</a:t>
              </a:r>
              <a:r>
                <a:rPr lang="zh-CN" altLang="en-US" dirty="0" smtClean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路</a:t>
              </a: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)</a:t>
              </a:r>
            </a:p>
          </p:txBody>
        </p:sp>
        <p:graphicFrame>
          <p:nvGraphicFramePr>
            <p:cNvPr id="1006605" name="Object 13"/>
            <p:cNvGraphicFramePr>
              <a:graphicFrameLocks noChangeAspect="1"/>
            </p:cNvGraphicFramePr>
            <p:nvPr/>
          </p:nvGraphicFramePr>
          <p:xfrm>
            <a:off x="2620" y="2480"/>
            <a:ext cx="669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2120" name="Equation" r:id="rId13" imgW="508000" imgH="228600" progId="Equation.DSMT4">
                    <p:embed/>
                  </p:oleObj>
                </mc:Choice>
                <mc:Fallback>
                  <p:oleObj name="Equation" r:id="rId13" imgW="508000" imgH="228600" progId="Equation.DSMT4">
                    <p:embed/>
                    <p:pic>
                      <p:nvPicPr>
                        <p:cNvPr id="0" name="图片 11121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0" y="2480"/>
                          <a:ext cx="669" cy="3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06606" name="Group 14"/>
          <p:cNvGrpSpPr/>
          <p:nvPr/>
        </p:nvGrpSpPr>
        <p:grpSpPr bwMode="auto">
          <a:xfrm>
            <a:off x="1139825" y="4519613"/>
            <a:ext cx="5919788" cy="903287"/>
            <a:chOff x="718" y="2847"/>
            <a:chExt cx="3729" cy="569"/>
          </a:xfrm>
        </p:grpSpPr>
        <p:graphicFrame>
          <p:nvGraphicFramePr>
            <p:cNvPr id="1006607" name="Object 15"/>
            <p:cNvGraphicFramePr>
              <a:graphicFrameLocks noChangeAspect="1"/>
            </p:cNvGraphicFramePr>
            <p:nvPr/>
          </p:nvGraphicFramePr>
          <p:xfrm>
            <a:off x="982" y="2847"/>
            <a:ext cx="925" cy="5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2121" name="Equation" r:id="rId15" imgW="698500" imgH="419100" progId="Equation.DSMT4">
                    <p:embed/>
                  </p:oleObj>
                </mc:Choice>
                <mc:Fallback>
                  <p:oleObj name="Equation" r:id="rId15" imgW="698500" imgH="419100" progId="Equation.DSMT4">
                    <p:embed/>
                    <p:pic>
                      <p:nvPicPr>
                        <p:cNvPr id="0" name="图片 11121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2" y="2847"/>
                          <a:ext cx="925" cy="55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6608" name="Text Box 16"/>
            <p:cNvSpPr txBox="1">
              <a:spLocks noChangeArrowheads="1"/>
            </p:cNvSpPr>
            <p:nvPr/>
          </p:nvSpPr>
          <p:spPr bwMode="auto">
            <a:xfrm>
              <a:off x="718" y="2853"/>
              <a:ext cx="2784" cy="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取</a:t>
              </a:r>
            </a:p>
          </p:txBody>
        </p:sp>
        <p:sp>
          <p:nvSpPr>
            <p:cNvPr id="1006609" name="Rectangle 17"/>
            <p:cNvSpPr>
              <a:spLocks noChangeArrowheads="1"/>
            </p:cNvSpPr>
            <p:nvPr/>
          </p:nvSpPr>
          <p:spPr bwMode="auto">
            <a:xfrm>
              <a:off x="1806" y="2928"/>
              <a:ext cx="6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, </a:t>
              </a:r>
              <a:r>
                <a:rPr lang="zh-CN" altLang="en-US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则：</a:t>
              </a:r>
            </a:p>
          </p:txBody>
        </p:sp>
        <p:graphicFrame>
          <p:nvGraphicFramePr>
            <p:cNvPr id="1006610" name="Object 18"/>
            <p:cNvGraphicFramePr>
              <a:graphicFrameLocks noChangeAspect="1"/>
            </p:cNvGraphicFramePr>
            <p:nvPr/>
          </p:nvGraphicFramePr>
          <p:xfrm>
            <a:off x="2295" y="2861"/>
            <a:ext cx="2152" cy="5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2122" name="Equation" r:id="rId17" imgW="1625600" imgH="419100" progId="Equation.DSMT4">
                    <p:embed/>
                  </p:oleObj>
                </mc:Choice>
                <mc:Fallback>
                  <p:oleObj name="Equation" r:id="rId17" imgW="1625600" imgH="419100" progId="Equation.DSMT4">
                    <p:embed/>
                    <p:pic>
                      <p:nvPicPr>
                        <p:cNvPr id="0" name="图片 11121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5" y="2861"/>
                          <a:ext cx="2152" cy="5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06611" name="Group 19"/>
          <p:cNvGrpSpPr/>
          <p:nvPr/>
        </p:nvGrpSpPr>
        <p:grpSpPr bwMode="auto">
          <a:xfrm>
            <a:off x="-76200" y="5499100"/>
            <a:ext cx="9448800" cy="647700"/>
            <a:chOff x="-16" y="3504"/>
            <a:chExt cx="5952" cy="408"/>
          </a:xfrm>
        </p:grpSpPr>
        <p:graphicFrame>
          <p:nvGraphicFramePr>
            <p:cNvPr id="1006612" name="Object 20"/>
            <p:cNvGraphicFramePr>
              <a:graphicFrameLocks noChangeAspect="1"/>
            </p:cNvGraphicFramePr>
            <p:nvPr/>
          </p:nvGraphicFramePr>
          <p:xfrm>
            <a:off x="296" y="3592"/>
            <a:ext cx="2170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2123" name="Equation" r:id="rId19" imgW="1638300" imgH="228600" progId="Equation.DSMT4">
                    <p:embed/>
                  </p:oleObj>
                </mc:Choice>
                <mc:Fallback>
                  <p:oleObj name="Equation" r:id="rId19" imgW="1638300" imgH="228600" progId="Equation.DSMT4">
                    <p:embed/>
                    <p:pic>
                      <p:nvPicPr>
                        <p:cNvPr id="0" name="图片 11121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" y="3592"/>
                          <a:ext cx="2170" cy="3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6613" name="Text Box 21"/>
            <p:cNvSpPr txBox="1">
              <a:spLocks noChangeArrowheads="1"/>
            </p:cNvSpPr>
            <p:nvPr/>
          </p:nvSpPr>
          <p:spPr bwMode="auto">
            <a:xfrm>
              <a:off x="-16" y="3504"/>
              <a:ext cx="2784" cy="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(</a:t>
              </a: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取</a:t>
              </a:r>
            </a:p>
          </p:txBody>
        </p:sp>
        <p:sp>
          <p:nvSpPr>
            <p:cNvPr id="1006614" name="Rectangle 22"/>
            <p:cNvSpPr>
              <a:spLocks noChangeArrowheads="1"/>
            </p:cNvSpPr>
            <p:nvPr/>
          </p:nvSpPr>
          <p:spPr bwMode="auto">
            <a:xfrm>
              <a:off x="2372" y="3584"/>
              <a:ext cx="3564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, </a:t>
              </a: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用回转器构成电感可使电路小型化）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6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95250"/>
            <a:ext cx="4419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13.7</a:t>
            </a: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理想回转器</a:t>
            </a:r>
          </a:p>
        </p:txBody>
      </p:sp>
      <p:sp>
        <p:nvSpPr>
          <p:cNvPr id="1008643" name="Text Box 3"/>
          <p:cNvSpPr txBox="1">
            <a:spLocks noChangeArrowheads="1"/>
          </p:cNvSpPr>
          <p:nvPr/>
        </p:nvSpPr>
        <p:spPr bwMode="auto">
          <a:xfrm>
            <a:off x="304800" y="838200"/>
            <a:ext cx="8610600" cy="3068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  <a:buFontTx/>
              <a:buBlip>
                <a:blip r:embed="rId3"/>
              </a:buBlip>
            </a:pPr>
            <a:r>
              <a:rPr kumimoji="1" lang="en-US" altLang="zh-CN" sz="2000">
                <a:effectLst/>
              </a:rPr>
              <a:t>  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理想回转器具有把一个端口的电压（流）回转成另一个端口的电流（压）的功能。</a:t>
            </a:r>
          </a:p>
          <a:p>
            <a:pPr>
              <a:lnSpc>
                <a:spcPct val="150000"/>
              </a:lnSpc>
              <a:buFontTx/>
              <a:buBlip>
                <a:blip r:embed="rId3"/>
              </a:buBlip>
            </a:pPr>
            <a:r>
              <a:rPr kumimoji="1" lang="zh-CN" altLang="en-US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理想回转器的一个重要用途是将电感回转成电容，或反之。</a:t>
            </a:r>
          </a:p>
          <a:p>
            <a:pPr>
              <a:lnSpc>
                <a:spcPct val="150000"/>
              </a:lnSpc>
              <a:buFontTx/>
              <a:buBlip>
                <a:blip r:embed="rId3"/>
              </a:buBlip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 在微电子学中，常将集成电容回转成较难集成的电感。</a:t>
            </a:r>
          </a:p>
        </p:txBody>
      </p:sp>
      <p:sp>
        <p:nvSpPr>
          <p:cNvPr id="1008644" name="Text Box 4"/>
          <p:cNvSpPr txBox="1">
            <a:spLocks noChangeArrowheads="1"/>
          </p:cNvSpPr>
          <p:nvPr/>
        </p:nvSpPr>
        <p:spPr bwMode="auto">
          <a:xfrm>
            <a:off x="330200" y="3962400"/>
            <a:ext cx="8356600" cy="207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  <a:buFontTx/>
              <a:buBlip>
                <a:blip r:embed="rId4"/>
              </a:buBlip>
            </a:pPr>
            <a:r>
              <a:rPr kumimoji="1" lang="en-US" altLang="zh-CN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</a:t>
            </a:r>
            <a:r>
              <a:rPr kumimoji="1"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理想回转器也具有变换阻抗的功能，但与理想变压器有着本质的区别。</a:t>
            </a:r>
          </a:p>
          <a:p>
            <a:pPr>
              <a:lnSpc>
                <a:spcPct val="150000"/>
              </a:lnSpc>
              <a:spcBef>
                <a:spcPct val="50000"/>
              </a:spcBef>
              <a:buFontTx/>
              <a:buBlip>
                <a:blip r:embed="rId4"/>
              </a:buBlip>
            </a:pPr>
            <a:r>
              <a:rPr kumimoji="1"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用两个回转器可实现一个理想变压器。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08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08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08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086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086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8643" grpId="0" build="p" autoUpdateAnimBg="0"/>
      <p:bldP spid="1008644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0690" name="Group 2"/>
          <p:cNvGrpSpPr/>
          <p:nvPr/>
        </p:nvGrpSpPr>
        <p:grpSpPr bwMode="auto">
          <a:xfrm>
            <a:off x="1219200" y="-76200"/>
            <a:ext cx="7543800" cy="1758950"/>
            <a:chOff x="368" y="428"/>
            <a:chExt cx="4608" cy="1108"/>
          </a:xfrm>
        </p:grpSpPr>
        <p:sp>
          <p:nvSpPr>
            <p:cNvPr id="1010691" name="Text Box 3"/>
            <p:cNvSpPr txBox="1">
              <a:spLocks noChangeArrowheads="1"/>
            </p:cNvSpPr>
            <p:nvPr/>
          </p:nvSpPr>
          <p:spPr bwMode="auto">
            <a:xfrm>
              <a:off x="368" y="428"/>
              <a:ext cx="4608" cy="11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40000"/>
                </a:lnSpc>
                <a:buFontTx/>
                <a:buBlip>
                  <a:blip r:embed="rId4"/>
                </a:buBlip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</a:t>
              </a:r>
              <a:r>
                <a:rPr lang="zh-CN" altLang="en-US">
                  <a:solidFill>
                    <a:srgbClr val="00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例：</a:t>
              </a: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已知：                                                             ，</a:t>
              </a:r>
            </a:p>
            <a:p>
              <a:pPr>
                <a:lnSpc>
                  <a:spcPct val="140000"/>
                </a:lnSpc>
              </a:pPr>
              <a:r>
                <a:rPr lang="zh-CN" altLang="en-US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               </a:t>
              </a: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求：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1. K</a:t>
              </a: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断开时，输入阻抗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11’</a:t>
              </a:r>
            </a:p>
            <a:p>
              <a:pPr>
                <a:lnSpc>
                  <a:spcPct val="140000"/>
                </a:lnSpc>
              </a:pP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                           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2. K</a:t>
              </a: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闭合时，输入阻抗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i="1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ab</a:t>
              </a:r>
            </a:p>
          </p:txBody>
        </p:sp>
        <p:graphicFrame>
          <p:nvGraphicFramePr>
            <p:cNvPr id="1010692" name="Object 4"/>
            <p:cNvGraphicFramePr>
              <a:graphicFrameLocks noChangeAspect="1"/>
            </p:cNvGraphicFramePr>
            <p:nvPr/>
          </p:nvGraphicFramePr>
          <p:xfrm>
            <a:off x="1538" y="436"/>
            <a:ext cx="3306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3147" name="Equation" r:id="rId5" imgW="2514600" imgH="317500" progId="Equation.DSMT4">
                    <p:embed/>
                  </p:oleObj>
                </mc:Choice>
                <mc:Fallback>
                  <p:oleObj name="Equation" r:id="rId5" imgW="2514600" imgH="317500" progId="Equation.DSMT4">
                    <p:embed/>
                    <p:pic>
                      <p:nvPicPr>
                        <p:cNvPr id="0" name="图片 11131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8" y="436"/>
                          <a:ext cx="3306" cy="41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10693" name="Group 5"/>
          <p:cNvGrpSpPr/>
          <p:nvPr/>
        </p:nvGrpSpPr>
        <p:grpSpPr bwMode="auto">
          <a:xfrm>
            <a:off x="1219200" y="1600200"/>
            <a:ext cx="6769100" cy="3886200"/>
            <a:chOff x="768" y="1584"/>
            <a:chExt cx="4264" cy="2448"/>
          </a:xfrm>
        </p:grpSpPr>
        <p:sp>
          <p:nvSpPr>
            <p:cNvPr id="1010694" name="Line 6"/>
            <p:cNvSpPr>
              <a:spLocks noChangeShapeType="1"/>
            </p:cNvSpPr>
            <p:nvPr/>
          </p:nvSpPr>
          <p:spPr bwMode="auto">
            <a:xfrm>
              <a:off x="3520" y="1984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0695" name="Line 7"/>
            <p:cNvSpPr>
              <a:spLocks noChangeShapeType="1"/>
            </p:cNvSpPr>
            <p:nvPr/>
          </p:nvSpPr>
          <p:spPr bwMode="auto">
            <a:xfrm rot="16200000">
              <a:off x="3134" y="1604"/>
              <a:ext cx="1" cy="7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0696" name="Line 8"/>
            <p:cNvSpPr>
              <a:spLocks noChangeShapeType="1"/>
            </p:cNvSpPr>
            <p:nvPr/>
          </p:nvSpPr>
          <p:spPr bwMode="auto">
            <a:xfrm rot="16200000">
              <a:off x="3136" y="2559"/>
              <a:ext cx="1" cy="7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0697" name="Freeform 9"/>
            <p:cNvSpPr/>
            <p:nvPr/>
          </p:nvSpPr>
          <p:spPr bwMode="auto">
            <a:xfrm>
              <a:off x="3520" y="2176"/>
              <a:ext cx="240" cy="576"/>
            </a:xfrm>
            <a:custGeom>
              <a:avLst/>
              <a:gdLst>
                <a:gd name="T0" fmla="*/ 0 w 240"/>
                <a:gd name="T1" fmla="*/ 0 h 288"/>
                <a:gd name="T2" fmla="*/ 240 w 240"/>
                <a:gd name="T3" fmla="*/ 144 h 288"/>
                <a:gd name="T4" fmla="*/ 0 w 240"/>
                <a:gd name="T5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0" h="288">
                  <a:moveTo>
                    <a:pt x="0" y="0"/>
                  </a:moveTo>
                  <a:cubicBezTo>
                    <a:pt x="120" y="48"/>
                    <a:pt x="240" y="96"/>
                    <a:pt x="240" y="144"/>
                  </a:cubicBezTo>
                  <a:cubicBezTo>
                    <a:pt x="240" y="192"/>
                    <a:pt x="120" y="240"/>
                    <a:pt x="0" y="288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0698" name="Freeform 10"/>
            <p:cNvSpPr/>
            <p:nvPr/>
          </p:nvSpPr>
          <p:spPr bwMode="auto">
            <a:xfrm flipH="1">
              <a:off x="3952" y="2176"/>
              <a:ext cx="240" cy="576"/>
            </a:xfrm>
            <a:custGeom>
              <a:avLst/>
              <a:gdLst>
                <a:gd name="T0" fmla="*/ 0 w 240"/>
                <a:gd name="T1" fmla="*/ 0 h 288"/>
                <a:gd name="T2" fmla="*/ 240 w 240"/>
                <a:gd name="T3" fmla="*/ 144 h 288"/>
                <a:gd name="T4" fmla="*/ 0 w 240"/>
                <a:gd name="T5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0" h="288">
                  <a:moveTo>
                    <a:pt x="0" y="0"/>
                  </a:moveTo>
                  <a:cubicBezTo>
                    <a:pt x="120" y="48"/>
                    <a:pt x="240" y="96"/>
                    <a:pt x="240" y="144"/>
                  </a:cubicBezTo>
                  <a:cubicBezTo>
                    <a:pt x="240" y="192"/>
                    <a:pt x="120" y="240"/>
                    <a:pt x="0" y="288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0699" name="Rectangle 11"/>
            <p:cNvSpPr>
              <a:spLocks noChangeArrowheads="1"/>
            </p:cNvSpPr>
            <p:nvPr/>
          </p:nvSpPr>
          <p:spPr bwMode="auto">
            <a:xfrm>
              <a:off x="3732" y="1744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g</a:t>
              </a:r>
              <a:endPara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10700" name="Freeform 12"/>
            <p:cNvSpPr/>
            <p:nvPr/>
          </p:nvSpPr>
          <p:spPr bwMode="auto">
            <a:xfrm>
              <a:off x="3568" y="1792"/>
              <a:ext cx="528" cy="144"/>
            </a:xfrm>
            <a:custGeom>
              <a:avLst/>
              <a:gdLst>
                <a:gd name="T0" fmla="*/ 0 w 528"/>
                <a:gd name="T1" fmla="*/ 144 h 144"/>
                <a:gd name="T2" fmla="*/ 240 w 528"/>
                <a:gd name="T3" fmla="*/ 0 h 144"/>
                <a:gd name="T4" fmla="*/ 528 w 528"/>
                <a:gd name="T5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8" h="144">
                  <a:moveTo>
                    <a:pt x="0" y="144"/>
                  </a:moveTo>
                  <a:cubicBezTo>
                    <a:pt x="76" y="72"/>
                    <a:pt x="152" y="0"/>
                    <a:pt x="240" y="0"/>
                  </a:cubicBezTo>
                  <a:cubicBezTo>
                    <a:pt x="328" y="0"/>
                    <a:pt x="428" y="72"/>
                    <a:pt x="528" y="144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0701" name="Line 13"/>
            <p:cNvSpPr>
              <a:spLocks noChangeShapeType="1"/>
            </p:cNvSpPr>
            <p:nvPr/>
          </p:nvSpPr>
          <p:spPr bwMode="auto">
            <a:xfrm>
              <a:off x="3049" y="1976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0702" name="Text Box 14"/>
            <p:cNvSpPr txBox="1">
              <a:spLocks noChangeArrowheads="1"/>
            </p:cNvSpPr>
            <p:nvPr/>
          </p:nvSpPr>
          <p:spPr bwMode="auto">
            <a:xfrm>
              <a:off x="3208" y="1992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10703" name="Text Box 15"/>
            <p:cNvSpPr txBox="1">
              <a:spLocks noChangeArrowheads="1"/>
            </p:cNvSpPr>
            <p:nvPr/>
          </p:nvSpPr>
          <p:spPr bwMode="auto">
            <a:xfrm>
              <a:off x="3200" y="2520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_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10704" name="Text Box 16"/>
            <p:cNvSpPr txBox="1">
              <a:spLocks noChangeArrowheads="1"/>
            </p:cNvSpPr>
            <p:nvPr/>
          </p:nvSpPr>
          <p:spPr bwMode="auto">
            <a:xfrm>
              <a:off x="4272" y="2657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10705" name="Text Box 17"/>
            <p:cNvSpPr txBox="1">
              <a:spLocks noChangeArrowheads="1"/>
            </p:cNvSpPr>
            <p:nvPr/>
          </p:nvSpPr>
          <p:spPr bwMode="auto">
            <a:xfrm>
              <a:off x="4280" y="1864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_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10706" name="Line 18"/>
            <p:cNvSpPr>
              <a:spLocks noChangeShapeType="1"/>
            </p:cNvSpPr>
            <p:nvPr/>
          </p:nvSpPr>
          <p:spPr bwMode="auto">
            <a:xfrm>
              <a:off x="4194" y="2008"/>
              <a:ext cx="0" cy="9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0707" name="Line 19"/>
            <p:cNvSpPr>
              <a:spLocks noChangeShapeType="1"/>
            </p:cNvSpPr>
            <p:nvPr/>
          </p:nvSpPr>
          <p:spPr bwMode="auto">
            <a:xfrm>
              <a:off x="5024" y="2008"/>
              <a:ext cx="0" cy="19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0708" name="Line 20"/>
            <p:cNvSpPr>
              <a:spLocks noChangeShapeType="1"/>
            </p:cNvSpPr>
            <p:nvPr/>
          </p:nvSpPr>
          <p:spPr bwMode="auto">
            <a:xfrm rot="16200000">
              <a:off x="4606" y="1596"/>
              <a:ext cx="1" cy="83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0709" name="Line 21"/>
            <p:cNvSpPr>
              <a:spLocks noChangeShapeType="1"/>
            </p:cNvSpPr>
            <p:nvPr/>
          </p:nvSpPr>
          <p:spPr bwMode="auto">
            <a:xfrm rot="16200000">
              <a:off x="4385" y="2759"/>
              <a:ext cx="0" cy="3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10710" name="Object 22"/>
            <p:cNvGraphicFramePr>
              <a:graphicFrameLocks noChangeAspect="1"/>
            </p:cNvGraphicFramePr>
            <p:nvPr/>
          </p:nvGraphicFramePr>
          <p:xfrm>
            <a:off x="3208" y="2272"/>
            <a:ext cx="285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3148" name="Equation" r:id="rId7" imgW="215900" imgH="279400" progId="Equation.DSMT4">
                    <p:embed/>
                  </p:oleObj>
                </mc:Choice>
                <mc:Fallback>
                  <p:oleObj name="Equation" r:id="rId7" imgW="215900" imgH="279400" progId="Equation.DSMT4">
                    <p:embed/>
                    <p:pic>
                      <p:nvPicPr>
                        <p:cNvPr id="0" name="图片 11131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8" y="2272"/>
                          <a:ext cx="285" cy="3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0711" name="Object 23"/>
            <p:cNvGraphicFramePr>
              <a:graphicFrameLocks noChangeAspect="1"/>
            </p:cNvGraphicFramePr>
            <p:nvPr/>
          </p:nvGraphicFramePr>
          <p:xfrm>
            <a:off x="4280" y="2240"/>
            <a:ext cx="352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3149" name="Equation" r:id="rId9" imgW="266700" imgH="279400" progId="Equation.DSMT4">
                    <p:embed/>
                  </p:oleObj>
                </mc:Choice>
                <mc:Fallback>
                  <p:oleObj name="Equation" r:id="rId9" imgW="266700" imgH="279400" progId="Equation.DSMT4">
                    <p:embed/>
                    <p:pic>
                      <p:nvPicPr>
                        <p:cNvPr id="0" name="图片 11131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0" y="2240"/>
                          <a:ext cx="352" cy="3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0712" name="Object 24"/>
            <p:cNvGraphicFramePr>
              <a:graphicFrameLocks noChangeAspect="1"/>
            </p:cNvGraphicFramePr>
            <p:nvPr/>
          </p:nvGraphicFramePr>
          <p:xfrm>
            <a:off x="2944" y="1584"/>
            <a:ext cx="234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3150" name="Equation" r:id="rId11" imgW="177800" imgH="279400" progId="Equation.DSMT4">
                    <p:embed/>
                  </p:oleObj>
                </mc:Choice>
                <mc:Fallback>
                  <p:oleObj name="Equation" r:id="rId11" imgW="177800" imgH="279400" progId="Equation.DSMT4">
                    <p:embed/>
                    <p:pic>
                      <p:nvPicPr>
                        <p:cNvPr id="0" name="图片 11131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4" y="1584"/>
                          <a:ext cx="234" cy="3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10713" name="Group 25"/>
            <p:cNvGrpSpPr/>
            <p:nvPr/>
          </p:nvGrpSpPr>
          <p:grpSpPr bwMode="auto">
            <a:xfrm>
              <a:off x="2224" y="1696"/>
              <a:ext cx="528" cy="1488"/>
              <a:chOff x="2472" y="1392"/>
              <a:chExt cx="2376" cy="2160"/>
            </a:xfrm>
          </p:grpSpPr>
          <p:sp>
            <p:nvSpPr>
              <p:cNvPr id="1010714" name="Line 26"/>
              <p:cNvSpPr>
                <a:spLocks noChangeShapeType="1"/>
              </p:cNvSpPr>
              <p:nvPr/>
            </p:nvSpPr>
            <p:spPr bwMode="auto">
              <a:xfrm>
                <a:off x="2478" y="1392"/>
                <a:ext cx="0" cy="21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0715" name="Line 27"/>
              <p:cNvSpPr>
                <a:spLocks noChangeShapeType="1"/>
              </p:cNvSpPr>
              <p:nvPr/>
            </p:nvSpPr>
            <p:spPr bwMode="auto">
              <a:xfrm>
                <a:off x="4848" y="1392"/>
                <a:ext cx="0" cy="21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0716" name="Line 28"/>
              <p:cNvSpPr>
                <a:spLocks noChangeShapeType="1"/>
              </p:cNvSpPr>
              <p:nvPr/>
            </p:nvSpPr>
            <p:spPr bwMode="auto">
              <a:xfrm rot="16200000">
                <a:off x="3655" y="213"/>
                <a:ext cx="3" cy="237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0717" name="Line 29"/>
              <p:cNvSpPr>
                <a:spLocks noChangeShapeType="1"/>
              </p:cNvSpPr>
              <p:nvPr/>
            </p:nvSpPr>
            <p:spPr bwMode="auto">
              <a:xfrm rot="16200000">
                <a:off x="3661" y="2362"/>
                <a:ext cx="3" cy="237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10718" name="Rectangle 30"/>
            <p:cNvSpPr>
              <a:spLocks noChangeArrowheads="1"/>
            </p:cNvSpPr>
            <p:nvPr/>
          </p:nvSpPr>
          <p:spPr bwMode="auto">
            <a:xfrm>
              <a:off x="2360" y="2288"/>
              <a:ext cx="26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N</a:t>
              </a:r>
            </a:p>
          </p:txBody>
        </p:sp>
        <p:sp>
          <p:nvSpPr>
            <p:cNvPr id="1010719" name="Line 31"/>
            <p:cNvSpPr>
              <a:spLocks noChangeShapeType="1"/>
            </p:cNvSpPr>
            <p:nvPr/>
          </p:nvSpPr>
          <p:spPr bwMode="auto">
            <a:xfrm rot="16200000">
              <a:off x="1602" y="1386"/>
              <a:ext cx="2" cy="122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0720" name="Rectangle 32"/>
            <p:cNvSpPr>
              <a:spLocks noChangeArrowheads="1"/>
            </p:cNvSpPr>
            <p:nvPr/>
          </p:nvSpPr>
          <p:spPr bwMode="auto">
            <a:xfrm>
              <a:off x="4608" y="2780"/>
              <a:ext cx="289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1’</a:t>
              </a:r>
            </a:p>
          </p:txBody>
        </p:sp>
        <p:sp>
          <p:nvSpPr>
            <p:cNvPr id="1010721" name="Text Box 33"/>
            <p:cNvSpPr txBox="1">
              <a:spLocks noChangeArrowheads="1"/>
            </p:cNvSpPr>
            <p:nvPr/>
          </p:nvSpPr>
          <p:spPr bwMode="auto">
            <a:xfrm>
              <a:off x="4488" y="2600"/>
              <a:ext cx="192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4400">
                  <a:effectLst/>
                </a:rPr>
                <a:t>.</a:t>
              </a:r>
            </a:p>
          </p:txBody>
        </p:sp>
        <p:sp>
          <p:nvSpPr>
            <p:cNvPr id="1010722" name="Line 34"/>
            <p:cNvSpPr>
              <a:spLocks noChangeShapeType="1"/>
            </p:cNvSpPr>
            <p:nvPr/>
          </p:nvSpPr>
          <p:spPr bwMode="auto">
            <a:xfrm>
              <a:off x="4592" y="2952"/>
              <a:ext cx="0" cy="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0723" name="Line 35"/>
            <p:cNvSpPr>
              <a:spLocks noChangeShapeType="1"/>
            </p:cNvSpPr>
            <p:nvPr/>
          </p:nvSpPr>
          <p:spPr bwMode="auto">
            <a:xfrm rot="16200000">
              <a:off x="1967" y="2688"/>
              <a:ext cx="1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0724" name="Line 36"/>
            <p:cNvSpPr>
              <a:spLocks noChangeShapeType="1"/>
            </p:cNvSpPr>
            <p:nvPr/>
          </p:nvSpPr>
          <p:spPr bwMode="auto">
            <a:xfrm>
              <a:off x="1719" y="2952"/>
              <a:ext cx="0" cy="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0725" name="Line 37"/>
            <p:cNvSpPr>
              <a:spLocks noChangeShapeType="1"/>
            </p:cNvSpPr>
            <p:nvPr/>
          </p:nvSpPr>
          <p:spPr bwMode="auto">
            <a:xfrm rot="16200000">
              <a:off x="3155" y="2114"/>
              <a:ext cx="1" cy="28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0726" name="Line 38"/>
            <p:cNvSpPr>
              <a:spLocks noChangeShapeType="1"/>
            </p:cNvSpPr>
            <p:nvPr/>
          </p:nvSpPr>
          <p:spPr bwMode="auto">
            <a:xfrm flipH="1" flipV="1">
              <a:off x="1000" y="3904"/>
              <a:ext cx="40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0727" name="Text Box 39"/>
            <p:cNvSpPr txBox="1">
              <a:spLocks noChangeArrowheads="1"/>
            </p:cNvSpPr>
            <p:nvPr/>
          </p:nvSpPr>
          <p:spPr bwMode="auto">
            <a:xfrm>
              <a:off x="1624" y="2608"/>
              <a:ext cx="192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4400">
                  <a:effectLst/>
                </a:rPr>
                <a:t>.</a:t>
              </a:r>
            </a:p>
          </p:txBody>
        </p:sp>
        <p:sp>
          <p:nvSpPr>
            <p:cNvPr id="1010728" name="Text Box 40"/>
            <p:cNvSpPr txBox="1">
              <a:spLocks noChangeArrowheads="1"/>
            </p:cNvSpPr>
            <p:nvPr/>
          </p:nvSpPr>
          <p:spPr bwMode="auto">
            <a:xfrm>
              <a:off x="904" y="3552"/>
              <a:ext cx="192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4400">
                  <a:effectLst/>
                </a:rPr>
                <a:t>.</a:t>
              </a:r>
            </a:p>
          </p:txBody>
        </p:sp>
        <p:sp>
          <p:nvSpPr>
            <p:cNvPr id="1010729" name="Text Box 41"/>
            <p:cNvSpPr txBox="1">
              <a:spLocks noChangeArrowheads="1"/>
            </p:cNvSpPr>
            <p:nvPr/>
          </p:nvSpPr>
          <p:spPr bwMode="auto">
            <a:xfrm>
              <a:off x="912" y="1648"/>
              <a:ext cx="192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4400">
                  <a:effectLst/>
                </a:rPr>
                <a:t>.</a:t>
              </a:r>
            </a:p>
          </p:txBody>
        </p:sp>
        <p:sp>
          <p:nvSpPr>
            <p:cNvPr id="1010730" name="Text Box 42"/>
            <p:cNvSpPr txBox="1">
              <a:spLocks noChangeArrowheads="1"/>
            </p:cNvSpPr>
            <p:nvPr/>
          </p:nvSpPr>
          <p:spPr bwMode="auto">
            <a:xfrm>
              <a:off x="1616" y="1648"/>
              <a:ext cx="192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4400">
                  <a:effectLst/>
                </a:rPr>
                <a:t>.</a:t>
              </a:r>
            </a:p>
          </p:txBody>
        </p:sp>
        <p:grpSp>
          <p:nvGrpSpPr>
            <p:cNvPr id="1010731" name="Group 43"/>
            <p:cNvGrpSpPr/>
            <p:nvPr/>
          </p:nvGrpSpPr>
          <p:grpSpPr bwMode="auto">
            <a:xfrm>
              <a:off x="3000" y="3200"/>
              <a:ext cx="552" cy="480"/>
              <a:chOff x="1008" y="2784"/>
              <a:chExt cx="552" cy="480"/>
            </a:xfrm>
          </p:grpSpPr>
          <p:sp>
            <p:nvSpPr>
              <p:cNvPr id="1010732" name="Rectangle 44"/>
              <p:cNvSpPr>
                <a:spLocks noChangeArrowheads="1"/>
              </p:cNvSpPr>
              <p:nvPr/>
            </p:nvSpPr>
            <p:spPr bwMode="auto">
              <a:xfrm>
                <a:off x="1144" y="3064"/>
                <a:ext cx="296" cy="1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10733" name="Text Box 45"/>
              <p:cNvSpPr txBox="1">
                <a:spLocks noChangeArrowheads="1"/>
              </p:cNvSpPr>
              <p:nvPr/>
            </p:nvSpPr>
            <p:spPr bwMode="auto">
              <a:xfrm>
                <a:off x="1008" y="2784"/>
                <a:ext cx="192" cy="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4400">
                    <a:effectLst/>
                  </a:rPr>
                  <a:t>.</a:t>
                </a:r>
              </a:p>
            </p:txBody>
          </p:sp>
          <p:sp>
            <p:nvSpPr>
              <p:cNvPr id="1010734" name="Text Box 46"/>
              <p:cNvSpPr txBox="1">
                <a:spLocks noChangeArrowheads="1"/>
              </p:cNvSpPr>
              <p:nvPr/>
            </p:nvSpPr>
            <p:spPr bwMode="auto">
              <a:xfrm>
                <a:off x="1368" y="2784"/>
                <a:ext cx="192" cy="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4400">
                    <a:effectLst/>
                  </a:rPr>
                  <a:t>.</a:t>
                </a:r>
              </a:p>
            </p:txBody>
          </p:sp>
          <p:sp>
            <p:nvSpPr>
              <p:cNvPr id="1010735" name="Line 47"/>
              <p:cNvSpPr>
                <a:spLocks noChangeShapeType="1"/>
              </p:cNvSpPr>
              <p:nvPr/>
            </p:nvSpPr>
            <p:spPr bwMode="auto">
              <a:xfrm flipV="1">
                <a:off x="1112" y="2976"/>
                <a:ext cx="424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0736" name="Freeform 48"/>
              <p:cNvSpPr/>
              <p:nvPr/>
            </p:nvSpPr>
            <p:spPr bwMode="auto">
              <a:xfrm>
                <a:off x="1160" y="2992"/>
                <a:ext cx="256" cy="217"/>
              </a:xfrm>
              <a:custGeom>
                <a:avLst/>
                <a:gdLst>
                  <a:gd name="T0" fmla="*/ 0 w 240"/>
                  <a:gd name="T1" fmla="*/ 0 h 192"/>
                  <a:gd name="T2" fmla="*/ 96 w 240"/>
                  <a:gd name="T3" fmla="*/ 48 h 192"/>
                  <a:gd name="T4" fmla="*/ 240 w 240"/>
                  <a:gd name="T5" fmla="*/ 192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0" h="192">
                    <a:moveTo>
                      <a:pt x="0" y="0"/>
                    </a:moveTo>
                    <a:cubicBezTo>
                      <a:pt x="28" y="8"/>
                      <a:pt x="56" y="16"/>
                      <a:pt x="96" y="48"/>
                    </a:cubicBezTo>
                    <a:cubicBezTo>
                      <a:pt x="136" y="80"/>
                      <a:pt x="188" y="136"/>
                      <a:pt x="240" y="192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10737" name="Rectangle 49"/>
            <p:cNvSpPr>
              <a:spLocks noChangeArrowheads="1"/>
            </p:cNvSpPr>
            <p:nvPr/>
          </p:nvSpPr>
          <p:spPr bwMode="auto">
            <a:xfrm>
              <a:off x="3136" y="3568"/>
              <a:ext cx="278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K</a:t>
              </a:r>
            </a:p>
          </p:txBody>
        </p:sp>
        <p:sp>
          <p:nvSpPr>
            <p:cNvPr id="1010738" name="Line 50"/>
            <p:cNvSpPr>
              <a:spLocks noChangeShapeType="1"/>
            </p:cNvSpPr>
            <p:nvPr/>
          </p:nvSpPr>
          <p:spPr bwMode="auto">
            <a:xfrm>
              <a:off x="1880" y="199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10739" name="Object 51"/>
            <p:cNvGraphicFramePr>
              <a:graphicFrameLocks noChangeAspect="1"/>
            </p:cNvGraphicFramePr>
            <p:nvPr/>
          </p:nvGraphicFramePr>
          <p:xfrm>
            <a:off x="1912" y="1624"/>
            <a:ext cx="201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3151" name="Equation" r:id="rId13" imgW="152400" imgH="279400" progId="Equation.DSMT4">
                    <p:embed/>
                  </p:oleObj>
                </mc:Choice>
                <mc:Fallback>
                  <p:oleObj name="Equation" r:id="rId13" imgW="152400" imgH="279400" progId="Equation.DSMT4">
                    <p:embed/>
                    <p:pic>
                      <p:nvPicPr>
                        <p:cNvPr id="0" name="图片 11131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2" y="1624"/>
                          <a:ext cx="201" cy="3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0740" name="Text Box 52"/>
            <p:cNvSpPr txBox="1">
              <a:spLocks noChangeArrowheads="1"/>
            </p:cNvSpPr>
            <p:nvPr/>
          </p:nvSpPr>
          <p:spPr bwMode="auto">
            <a:xfrm>
              <a:off x="1672" y="1992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10741" name="Text Box 53"/>
            <p:cNvSpPr txBox="1">
              <a:spLocks noChangeArrowheads="1"/>
            </p:cNvSpPr>
            <p:nvPr/>
          </p:nvSpPr>
          <p:spPr bwMode="auto">
            <a:xfrm>
              <a:off x="1664" y="2520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_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aphicFrame>
          <p:nvGraphicFramePr>
            <p:cNvPr id="1010742" name="Object 54"/>
            <p:cNvGraphicFramePr>
              <a:graphicFrameLocks noChangeAspect="1"/>
            </p:cNvGraphicFramePr>
            <p:nvPr/>
          </p:nvGraphicFramePr>
          <p:xfrm>
            <a:off x="1680" y="2272"/>
            <a:ext cx="268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3152" name="Equation" r:id="rId15" imgW="203200" imgH="279400" progId="Equation.DSMT4">
                    <p:embed/>
                  </p:oleObj>
                </mc:Choice>
                <mc:Fallback>
                  <p:oleObj name="Equation" r:id="rId15" imgW="203200" imgH="279400" progId="Equation.DSMT4">
                    <p:embed/>
                    <p:pic>
                      <p:nvPicPr>
                        <p:cNvPr id="0" name="图片 11131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2272"/>
                          <a:ext cx="268" cy="3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0743" name="Rectangle 55"/>
            <p:cNvSpPr>
              <a:spLocks noChangeArrowheads="1"/>
            </p:cNvSpPr>
            <p:nvPr/>
          </p:nvSpPr>
          <p:spPr bwMode="auto">
            <a:xfrm>
              <a:off x="1432" y="2784"/>
              <a:ext cx="289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1’</a:t>
              </a:r>
            </a:p>
          </p:txBody>
        </p:sp>
        <p:sp>
          <p:nvSpPr>
            <p:cNvPr id="1010744" name="Rectangle 56"/>
            <p:cNvSpPr>
              <a:spLocks noChangeArrowheads="1"/>
            </p:cNvSpPr>
            <p:nvPr/>
          </p:nvSpPr>
          <p:spPr bwMode="auto">
            <a:xfrm>
              <a:off x="1604" y="1676"/>
              <a:ext cx="220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</a:p>
          </p:txBody>
        </p:sp>
        <p:sp>
          <p:nvSpPr>
            <p:cNvPr id="1010745" name="Rectangle 57"/>
            <p:cNvSpPr>
              <a:spLocks noChangeArrowheads="1"/>
            </p:cNvSpPr>
            <p:nvPr/>
          </p:nvSpPr>
          <p:spPr bwMode="auto">
            <a:xfrm>
              <a:off x="768" y="1808"/>
              <a:ext cx="220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</a:p>
          </p:txBody>
        </p:sp>
        <p:sp>
          <p:nvSpPr>
            <p:cNvPr id="1010746" name="Rectangle 58"/>
            <p:cNvSpPr>
              <a:spLocks noChangeArrowheads="1"/>
            </p:cNvSpPr>
            <p:nvPr/>
          </p:nvSpPr>
          <p:spPr bwMode="auto">
            <a:xfrm>
              <a:off x="768" y="3724"/>
              <a:ext cx="220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</a:p>
          </p:txBody>
        </p:sp>
        <p:graphicFrame>
          <p:nvGraphicFramePr>
            <p:cNvPr id="1010747" name="Object 59"/>
            <p:cNvGraphicFramePr>
              <a:graphicFrameLocks noChangeAspect="1"/>
            </p:cNvGraphicFramePr>
            <p:nvPr/>
          </p:nvGraphicFramePr>
          <p:xfrm>
            <a:off x="817" y="2751"/>
            <a:ext cx="335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3153" name="Equation" r:id="rId17" imgW="254000" imgH="279400" progId="Equation.DSMT4">
                    <p:embed/>
                  </p:oleObj>
                </mc:Choice>
                <mc:Fallback>
                  <p:oleObj name="Equation" r:id="rId17" imgW="254000" imgH="279400" progId="Equation.DSMT4">
                    <p:embed/>
                    <p:pic>
                      <p:nvPicPr>
                        <p:cNvPr id="0" name="图片 11131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7" y="2751"/>
                          <a:ext cx="335" cy="3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0748" name="Text Box 60"/>
            <p:cNvSpPr txBox="1">
              <a:spLocks noChangeArrowheads="1"/>
            </p:cNvSpPr>
            <p:nvPr/>
          </p:nvSpPr>
          <p:spPr bwMode="auto">
            <a:xfrm>
              <a:off x="896" y="2105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10749" name="Text Box 61"/>
            <p:cNvSpPr txBox="1">
              <a:spLocks noChangeArrowheads="1"/>
            </p:cNvSpPr>
            <p:nvPr/>
          </p:nvSpPr>
          <p:spPr bwMode="auto">
            <a:xfrm>
              <a:off x="912" y="3416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_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aphicFrame>
        <p:nvGraphicFramePr>
          <p:cNvPr id="1010750" name="Object 62"/>
          <p:cNvGraphicFramePr>
            <a:graphicFrameLocks noChangeAspect="1"/>
          </p:cNvGraphicFramePr>
          <p:nvPr/>
        </p:nvGraphicFramePr>
        <p:xfrm>
          <a:off x="1981200" y="5410200"/>
          <a:ext cx="1989138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3154" name="Equation" r:id="rId19" imgW="951865" imgH="558800" progId="Equation.DSMT4">
                  <p:embed/>
                </p:oleObj>
              </mc:Choice>
              <mc:Fallback>
                <p:oleObj name="Equation" r:id="rId19" imgW="951865" imgH="558800" progId="Equation.DSMT4">
                  <p:embed/>
                  <p:pic>
                    <p:nvPicPr>
                      <p:cNvPr id="0" name="图片 11131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5410200"/>
                        <a:ext cx="1989138" cy="11699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0751" name="Object 63"/>
          <p:cNvGraphicFramePr>
            <a:graphicFrameLocks noChangeAspect="1"/>
          </p:cNvGraphicFramePr>
          <p:nvPr/>
        </p:nvGraphicFramePr>
        <p:xfrm>
          <a:off x="4191000" y="5562600"/>
          <a:ext cx="4108450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3155" name="Equation" r:id="rId21" imgW="1968500" imgH="419100" progId="Equation.DSMT4">
                  <p:embed/>
                </p:oleObj>
              </mc:Choice>
              <mc:Fallback>
                <p:oleObj name="Equation" r:id="rId21" imgW="1968500" imgH="419100" progId="Equation.DSMT4">
                  <p:embed/>
                  <p:pic>
                    <p:nvPicPr>
                      <p:cNvPr id="0" name="图片 11131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5562600"/>
                        <a:ext cx="4108450" cy="877888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10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10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7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95250"/>
            <a:ext cx="4419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13.7</a:t>
            </a: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理想回转器</a:t>
            </a:r>
          </a:p>
        </p:txBody>
      </p:sp>
      <p:sp>
        <p:nvSpPr>
          <p:cNvPr id="1012739" name="Text Box 3"/>
          <p:cNvSpPr txBox="1">
            <a:spLocks noChangeArrowheads="1"/>
          </p:cNvSpPr>
          <p:nvPr/>
        </p:nvSpPr>
        <p:spPr bwMode="auto">
          <a:xfrm>
            <a:off x="584200" y="876300"/>
            <a:ext cx="57404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  <a:buFontTx/>
              <a:buBlip>
                <a:blip r:embed="rId4"/>
              </a:buBlip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altLang="en-US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解：</a:t>
            </a:r>
            <a:r>
              <a:rPr lang="en-US" altLang="zh-CN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1.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K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断开，利用阻抗倒换性质：</a:t>
            </a:r>
            <a:endParaRPr lang="zh-CN" altLang="en-US" i="1" baseline="-250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1012740" name="Object 4"/>
          <p:cNvGraphicFramePr>
            <a:graphicFrameLocks noChangeAspect="1"/>
          </p:cNvGraphicFramePr>
          <p:nvPr/>
        </p:nvGraphicFramePr>
        <p:xfrm>
          <a:off x="2517775" y="4849813"/>
          <a:ext cx="3101975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4146" name="Equation" r:id="rId5" imgW="1485900" imgH="558800" progId="Equation.DSMT4">
                  <p:embed/>
                </p:oleObj>
              </mc:Choice>
              <mc:Fallback>
                <p:oleObj name="Equation" r:id="rId5" imgW="1485900" imgH="558800" progId="Equation.DSMT4">
                  <p:embed/>
                  <p:pic>
                    <p:nvPicPr>
                      <p:cNvPr id="0" name="图片 11141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7775" y="4849813"/>
                        <a:ext cx="3101975" cy="1169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12741" name="Group 5"/>
          <p:cNvGrpSpPr/>
          <p:nvPr/>
        </p:nvGrpSpPr>
        <p:grpSpPr bwMode="auto">
          <a:xfrm>
            <a:off x="2108200" y="1879600"/>
            <a:ext cx="3454400" cy="2540000"/>
            <a:chOff x="1328" y="1184"/>
            <a:chExt cx="2176" cy="1600"/>
          </a:xfrm>
        </p:grpSpPr>
        <p:sp>
          <p:nvSpPr>
            <p:cNvPr id="1012742" name="Line 6"/>
            <p:cNvSpPr>
              <a:spLocks noChangeShapeType="1"/>
            </p:cNvSpPr>
            <p:nvPr/>
          </p:nvSpPr>
          <p:spPr bwMode="auto">
            <a:xfrm>
              <a:off x="3504" y="1584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2743" name="Line 7"/>
            <p:cNvSpPr>
              <a:spLocks noChangeShapeType="1"/>
            </p:cNvSpPr>
            <p:nvPr/>
          </p:nvSpPr>
          <p:spPr bwMode="auto">
            <a:xfrm rot="16200000">
              <a:off x="3118" y="1204"/>
              <a:ext cx="1" cy="7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2744" name="Line 8"/>
            <p:cNvSpPr>
              <a:spLocks noChangeShapeType="1"/>
            </p:cNvSpPr>
            <p:nvPr/>
          </p:nvSpPr>
          <p:spPr bwMode="auto">
            <a:xfrm rot="16200000">
              <a:off x="3120" y="2159"/>
              <a:ext cx="1" cy="7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2745" name="Line 9"/>
            <p:cNvSpPr>
              <a:spLocks noChangeShapeType="1"/>
            </p:cNvSpPr>
            <p:nvPr/>
          </p:nvSpPr>
          <p:spPr bwMode="auto">
            <a:xfrm>
              <a:off x="3033" y="1576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2746" name="Text Box 10"/>
            <p:cNvSpPr txBox="1">
              <a:spLocks noChangeArrowheads="1"/>
            </p:cNvSpPr>
            <p:nvPr/>
          </p:nvSpPr>
          <p:spPr bwMode="auto">
            <a:xfrm>
              <a:off x="3016" y="1592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12747" name="Text Box 11"/>
            <p:cNvSpPr txBox="1">
              <a:spLocks noChangeArrowheads="1"/>
            </p:cNvSpPr>
            <p:nvPr/>
          </p:nvSpPr>
          <p:spPr bwMode="auto">
            <a:xfrm>
              <a:off x="3008" y="2120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_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aphicFrame>
          <p:nvGraphicFramePr>
            <p:cNvPr id="1012748" name="Object 12"/>
            <p:cNvGraphicFramePr>
              <a:graphicFrameLocks noChangeAspect="1"/>
            </p:cNvGraphicFramePr>
            <p:nvPr/>
          </p:nvGraphicFramePr>
          <p:xfrm>
            <a:off x="2864" y="1872"/>
            <a:ext cx="603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4147" name="Equation" r:id="rId7" imgW="457200" imgH="279400" progId="Equation.DSMT4">
                    <p:embed/>
                  </p:oleObj>
                </mc:Choice>
                <mc:Fallback>
                  <p:oleObj name="Equation" r:id="rId7" imgW="457200" imgH="279400" progId="Equation.DSMT4">
                    <p:embed/>
                    <p:pic>
                      <p:nvPicPr>
                        <p:cNvPr id="0" name="图片 11141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4" y="1872"/>
                          <a:ext cx="603" cy="3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2749" name="Object 13"/>
            <p:cNvGraphicFramePr>
              <a:graphicFrameLocks noChangeAspect="1"/>
            </p:cNvGraphicFramePr>
            <p:nvPr/>
          </p:nvGraphicFramePr>
          <p:xfrm>
            <a:off x="2928" y="1184"/>
            <a:ext cx="234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4148" name="Equation" r:id="rId9" imgW="177800" imgH="279400" progId="Equation.DSMT4">
                    <p:embed/>
                  </p:oleObj>
                </mc:Choice>
                <mc:Fallback>
                  <p:oleObj name="Equation" r:id="rId9" imgW="177800" imgH="279400" progId="Equation.DSMT4">
                    <p:embed/>
                    <p:pic>
                      <p:nvPicPr>
                        <p:cNvPr id="0" name="图片 11141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8" y="1184"/>
                          <a:ext cx="234" cy="3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12750" name="Group 14"/>
            <p:cNvGrpSpPr/>
            <p:nvPr/>
          </p:nvGrpSpPr>
          <p:grpSpPr bwMode="auto">
            <a:xfrm>
              <a:off x="2208" y="1296"/>
              <a:ext cx="528" cy="1488"/>
              <a:chOff x="2472" y="1392"/>
              <a:chExt cx="2376" cy="2160"/>
            </a:xfrm>
          </p:grpSpPr>
          <p:sp>
            <p:nvSpPr>
              <p:cNvPr id="1012751" name="Line 15"/>
              <p:cNvSpPr>
                <a:spLocks noChangeShapeType="1"/>
              </p:cNvSpPr>
              <p:nvPr/>
            </p:nvSpPr>
            <p:spPr bwMode="auto">
              <a:xfrm>
                <a:off x="2478" y="1392"/>
                <a:ext cx="0" cy="21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2752" name="Line 16"/>
              <p:cNvSpPr>
                <a:spLocks noChangeShapeType="1"/>
              </p:cNvSpPr>
              <p:nvPr/>
            </p:nvSpPr>
            <p:spPr bwMode="auto">
              <a:xfrm>
                <a:off x="4848" y="1392"/>
                <a:ext cx="0" cy="21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2753" name="Line 17"/>
              <p:cNvSpPr>
                <a:spLocks noChangeShapeType="1"/>
              </p:cNvSpPr>
              <p:nvPr/>
            </p:nvSpPr>
            <p:spPr bwMode="auto">
              <a:xfrm rot="16200000">
                <a:off x="3655" y="213"/>
                <a:ext cx="3" cy="237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2754" name="Line 18"/>
              <p:cNvSpPr>
                <a:spLocks noChangeShapeType="1"/>
              </p:cNvSpPr>
              <p:nvPr/>
            </p:nvSpPr>
            <p:spPr bwMode="auto">
              <a:xfrm rot="16200000">
                <a:off x="3661" y="2362"/>
                <a:ext cx="3" cy="237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12755" name="Rectangle 19"/>
            <p:cNvSpPr>
              <a:spLocks noChangeArrowheads="1"/>
            </p:cNvSpPr>
            <p:nvPr/>
          </p:nvSpPr>
          <p:spPr bwMode="auto">
            <a:xfrm>
              <a:off x="2344" y="1888"/>
              <a:ext cx="26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N</a:t>
              </a:r>
            </a:p>
          </p:txBody>
        </p:sp>
        <p:sp>
          <p:nvSpPr>
            <p:cNvPr id="1012756" name="Line 20"/>
            <p:cNvSpPr>
              <a:spLocks noChangeShapeType="1"/>
            </p:cNvSpPr>
            <p:nvPr/>
          </p:nvSpPr>
          <p:spPr bwMode="auto">
            <a:xfrm rot="16200000">
              <a:off x="1819" y="2156"/>
              <a:ext cx="2" cy="7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2757" name="Text Box 21"/>
            <p:cNvSpPr txBox="1">
              <a:spLocks noChangeArrowheads="1"/>
            </p:cNvSpPr>
            <p:nvPr/>
          </p:nvSpPr>
          <p:spPr bwMode="auto">
            <a:xfrm>
              <a:off x="1336" y="2208"/>
              <a:ext cx="192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4400">
                  <a:effectLst/>
                </a:rPr>
                <a:t>.</a:t>
              </a:r>
            </a:p>
          </p:txBody>
        </p:sp>
        <p:sp>
          <p:nvSpPr>
            <p:cNvPr id="1012758" name="Text Box 22"/>
            <p:cNvSpPr txBox="1">
              <a:spLocks noChangeArrowheads="1"/>
            </p:cNvSpPr>
            <p:nvPr/>
          </p:nvSpPr>
          <p:spPr bwMode="auto">
            <a:xfrm>
              <a:off x="1328" y="1248"/>
              <a:ext cx="192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4400">
                  <a:effectLst/>
                </a:rPr>
                <a:t>.</a:t>
              </a:r>
            </a:p>
          </p:txBody>
        </p:sp>
        <p:sp>
          <p:nvSpPr>
            <p:cNvPr id="1012759" name="Line 23"/>
            <p:cNvSpPr>
              <a:spLocks noChangeShapeType="1"/>
            </p:cNvSpPr>
            <p:nvPr/>
          </p:nvSpPr>
          <p:spPr bwMode="auto">
            <a:xfrm>
              <a:off x="1751" y="159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12760" name="Object 24"/>
            <p:cNvGraphicFramePr>
              <a:graphicFrameLocks noChangeAspect="1"/>
            </p:cNvGraphicFramePr>
            <p:nvPr/>
          </p:nvGraphicFramePr>
          <p:xfrm>
            <a:off x="1783" y="1224"/>
            <a:ext cx="201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4149" name="Equation" r:id="rId11" imgW="152400" imgH="279400" progId="Equation.DSMT4">
                    <p:embed/>
                  </p:oleObj>
                </mc:Choice>
                <mc:Fallback>
                  <p:oleObj name="Equation" r:id="rId11" imgW="152400" imgH="279400" progId="Equation.DSMT4">
                    <p:embed/>
                    <p:pic>
                      <p:nvPicPr>
                        <p:cNvPr id="0" name="图片 11141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3" y="1224"/>
                          <a:ext cx="201" cy="3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2761" name="Text Box 25"/>
            <p:cNvSpPr txBox="1">
              <a:spLocks noChangeArrowheads="1"/>
            </p:cNvSpPr>
            <p:nvPr/>
          </p:nvSpPr>
          <p:spPr bwMode="auto">
            <a:xfrm>
              <a:off x="1384" y="1592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12762" name="Text Box 26"/>
            <p:cNvSpPr txBox="1">
              <a:spLocks noChangeArrowheads="1"/>
            </p:cNvSpPr>
            <p:nvPr/>
          </p:nvSpPr>
          <p:spPr bwMode="auto">
            <a:xfrm>
              <a:off x="1376" y="2120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_</a:t>
              </a:r>
              <a:endParaRPr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aphicFrame>
          <p:nvGraphicFramePr>
            <p:cNvPr id="1012763" name="Object 27"/>
            <p:cNvGraphicFramePr>
              <a:graphicFrameLocks noChangeAspect="1"/>
            </p:cNvGraphicFramePr>
            <p:nvPr/>
          </p:nvGraphicFramePr>
          <p:xfrm>
            <a:off x="1392" y="1872"/>
            <a:ext cx="268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4150" name="Equation" r:id="rId13" imgW="203200" imgH="279400" progId="Equation.DSMT4">
                    <p:embed/>
                  </p:oleObj>
                </mc:Choice>
                <mc:Fallback>
                  <p:oleObj name="Equation" r:id="rId13" imgW="203200" imgH="279400" progId="Equation.DSMT4">
                    <p:embed/>
                    <p:pic>
                      <p:nvPicPr>
                        <p:cNvPr id="0" name="图片 11141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872"/>
                          <a:ext cx="268" cy="3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2764" name="Line 28"/>
            <p:cNvSpPr>
              <a:spLocks noChangeShapeType="1"/>
            </p:cNvSpPr>
            <p:nvPr/>
          </p:nvSpPr>
          <p:spPr bwMode="auto">
            <a:xfrm rot="16200000">
              <a:off x="1819" y="1203"/>
              <a:ext cx="2" cy="7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7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95250"/>
            <a:ext cx="4419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13.7</a:t>
            </a: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理想回转器</a:t>
            </a:r>
          </a:p>
        </p:txBody>
      </p:sp>
      <p:sp>
        <p:nvSpPr>
          <p:cNvPr id="1014787" name="Text Box 3"/>
          <p:cNvSpPr txBox="1">
            <a:spLocks noChangeArrowheads="1"/>
          </p:cNvSpPr>
          <p:nvPr/>
        </p:nvSpPr>
        <p:spPr bwMode="auto">
          <a:xfrm>
            <a:off x="584200" y="609600"/>
            <a:ext cx="57404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  <a:buFontTx/>
              <a:buBlip>
                <a:blip r:embed="rId4"/>
              </a:buBlip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altLang="en-US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解：</a:t>
            </a:r>
            <a:r>
              <a:rPr lang="en-US" altLang="zh-CN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K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闭合时：</a:t>
            </a:r>
            <a:endParaRPr lang="zh-CN" altLang="en-US" i="1" baseline="-250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1014788" name="Object 4"/>
          <p:cNvGraphicFramePr>
            <a:graphicFrameLocks noChangeAspect="1"/>
          </p:cNvGraphicFramePr>
          <p:nvPr/>
        </p:nvGraphicFramePr>
        <p:xfrm>
          <a:off x="2076450" y="1066800"/>
          <a:ext cx="4268788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5170" name="Equation" r:id="rId5" imgW="2044700" imgH="558800" progId="Equation.DSMT4">
                  <p:embed/>
                </p:oleObj>
              </mc:Choice>
              <mc:Fallback>
                <p:oleObj name="Equation" r:id="rId5" imgW="2044700" imgH="558800" progId="Equation.DSMT4">
                  <p:embed/>
                  <p:pic>
                    <p:nvPicPr>
                      <p:cNvPr id="0" name="图片 11151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450" y="1066800"/>
                        <a:ext cx="4268788" cy="1169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14789" name="Group 5"/>
          <p:cNvGrpSpPr/>
          <p:nvPr/>
        </p:nvGrpSpPr>
        <p:grpSpPr bwMode="auto">
          <a:xfrm>
            <a:off x="1828800" y="2257425"/>
            <a:ext cx="5794375" cy="638175"/>
            <a:chOff x="1198" y="1470"/>
            <a:chExt cx="3650" cy="402"/>
          </a:xfrm>
        </p:grpSpPr>
        <p:sp>
          <p:nvSpPr>
            <p:cNvPr id="1014790" name="Rectangle 6"/>
            <p:cNvSpPr>
              <a:spLocks noChangeArrowheads="1"/>
            </p:cNvSpPr>
            <p:nvPr/>
          </p:nvSpPr>
          <p:spPr bwMode="auto">
            <a:xfrm>
              <a:off x="1198" y="1540"/>
              <a:ext cx="1370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对于回转器：</a:t>
              </a:r>
            </a:p>
          </p:txBody>
        </p:sp>
        <p:graphicFrame>
          <p:nvGraphicFramePr>
            <p:cNvPr id="1014791" name="Object 7"/>
            <p:cNvGraphicFramePr>
              <a:graphicFrameLocks noChangeAspect="1"/>
            </p:cNvGraphicFramePr>
            <p:nvPr/>
          </p:nvGraphicFramePr>
          <p:xfrm>
            <a:off x="2410" y="1470"/>
            <a:ext cx="2438" cy="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5171" name="Equation" r:id="rId7" imgW="1854200" imgH="304800" progId="Equation.DSMT4">
                    <p:embed/>
                  </p:oleObj>
                </mc:Choice>
                <mc:Fallback>
                  <p:oleObj name="Equation" r:id="rId7" imgW="1854200" imgH="304800" progId="Equation.DSMT4">
                    <p:embed/>
                    <p:pic>
                      <p:nvPicPr>
                        <p:cNvPr id="0" name="图片 11151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0" y="1470"/>
                          <a:ext cx="2438" cy="4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14792" name="Object 8"/>
          <p:cNvGraphicFramePr>
            <a:graphicFrameLocks noChangeAspect="1"/>
          </p:cNvGraphicFramePr>
          <p:nvPr/>
        </p:nvGraphicFramePr>
        <p:xfrm>
          <a:off x="2133600" y="3048000"/>
          <a:ext cx="4641850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5172" name="Equation" r:id="rId9" imgW="2222500" imgH="558800" progId="Equation.DSMT4">
                  <p:embed/>
                </p:oleObj>
              </mc:Choice>
              <mc:Fallback>
                <p:oleObj name="Equation" r:id="rId9" imgW="2222500" imgH="558800" progId="Equation.DSMT4">
                  <p:embed/>
                  <p:pic>
                    <p:nvPicPr>
                      <p:cNvPr id="0" name="图片 11151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048000"/>
                        <a:ext cx="4641850" cy="1169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793" name="Object 9"/>
          <p:cNvGraphicFramePr>
            <a:graphicFrameLocks noChangeAspect="1"/>
          </p:cNvGraphicFramePr>
          <p:nvPr/>
        </p:nvGraphicFramePr>
        <p:xfrm>
          <a:off x="1743075" y="4149725"/>
          <a:ext cx="6099175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5173" name="Equation" r:id="rId11" imgW="2921000" imgH="711200" progId="Equation.DSMT4">
                  <p:embed/>
                </p:oleObj>
              </mc:Choice>
              <mc:Fallback>
                <p:oleObj name="Equation" r:id="rId11" imgW="2921000" imgH="711200" progId="Equation.DSMT4">
                  <p:embed/>
                  <p:pic>
                    <p:nvPicPr>
                      <p:cNvPr id="0" name="图片 11151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3075" y="4149725"/>
                        <a:ext cx="6099175" cy="148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794" name="Object 10"/>
          <p:cNvGraphicFramePr>
            <a:graphicFrameLocks noChangeAspect="1"/>
          </p:cNvGraphicFramePr>
          <p:nvPr/>
        </p:nvGraphicFramePr>
        <p:xfrm>
          <a:off x="1438275" y="5638800"/>
          <a:ext cx="4452938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5174" name="Equation" r:id="rId13" imgW="2133600" imgH="419100" progId="Equation.DSMT4">
                  <p:embed/>
                </p:oleObj>
              </mc:Choice>
              <mc:Fallback>
                <p:oleObj name="Equation" r:id="rId13" imgW="2133600" imgH="419100" progId="Equation.DSMT4">
                  <p:embed/>
                  <p:pic>
                    <p:nvPicPr>
                      <p:cNvPr id="0" name="图片 11151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8275" y="5638800"/>
                        <a:ext cx="4452938" cy="877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50" name="Rectangle 2"/>
          <p:cNvSpPr>
            <a:spLocks noChangeArrowheads="1"/>
          </p:cNvSpPr>
          <p:nvPr/>
        </p:nvSpPr>
        <p:spPr bwMode="auto">
          <a:xfrm>
            <a:off x="733425" y="542925"/>
            <a:ext cx="80010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kumimoji="1" lang="zh-CN" altLang="en-US" sz="32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附加题：</a:t>
            </a:r>
            <a:r>
              <a:rPr kumimoji="1"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电路如图所示，已知</a:t>
            </a:r>
            <a:r>
              <a:rPr kumimoji="1" lang="en-US" altLang="zh-CN" sz="32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kumimoji="1"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为无源对称二端口网络，图</a:t>
            </a:r>
            <a:r>
              <a:rPr kumimoji="1"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(a)</a:t>
            </a:r>
            <a:r>
              <a:rPr kumimoji="1"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中的输入导纳为</a:t>
            </a:r>
            <a:r>
              <a:rPr kumimoji="1" lang="en-US" altLang="zh-CN" sz="3200" i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kumimoji="1" lang="en-US" altLang="zh-CN" sz="3200" baseline="-25000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kumimoji="1"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，图</a:t>
            </a:r>
            <a:r>
              <a:rPr kumimoji="1"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(b)</a:t>
            </a:r>
            <a:r>
              <a:rPr kumimoji="1"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中的输入导纳为</a:t>
            </a:r>
            <a:r>
              <a:rPr kumimoji="1" lang="en-US" altLang="zh-CN" sz="3200" i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kumimoji="1" lang="en-US" altLang="zh-CN" sz="3200" baseline="-25000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kumimoji="1"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，求</a:t>
            </a:r>
            <a:r>
              <a:rPr kumimoji="1" lang="en-US" altLang="zh-CN" sz="32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kumimoji="1"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的</a:t>
            </a:r>
            <a:r>
              <a:rPr kumimoji="1" lang="en-US" altLang="zh-CN" sz="32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kumimoji="1"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参数</a:t>
            </a:r>
            <a:r>
              <a:rPr kumimoji="1"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  <p:grpSp>
        <p:nvGrpSpPr>
          <p:cNvPr id="1000451" name="Group 3"/>
          <p:cNvGrpSpPr/>
          <p:nvPr/>
        </p:nvGrpSpPr>
        <p:grpSpPr bwMode="auto">
          <a:xfrm>
            <a:off x="609600" y="2286000"/>
            <a:ext cx="7416800" cy="4384675"/>
            <a:chOff x="476" y="1475"/>
            <a:chExt cx="4672" cy="2762"/>
          </a:xfrm>
        </p:grpSpPr>
        <p:sp>
          <p:nvSpPr>
            <p:cNvPr id="1000452" name="Rectangle 4"/>
            <p:cNvSpPr>
              <a:spLocks noChangeArrowheads="1"/>
            </p:cNvSpPr>
            <p:nvPr/>
          </p:nvSpPr>
          <p:spPr bwMode="auto">
            <a:xfrm>
              <a:off x="2177" y="1852"/>
              <a:ext cx="975" cy="154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0453" name="Text Box 5"/>
            <p:cNvSpPr txBox="1">
              <a:spLocks noChangeArrowheads="1"/>
            </p:cNvSpPr>
            <p:nvPr/>
          </p:nvSpPr>
          <p:spPr bwMode="auto">
            <a:xfrm>
              <a:off x="2495" y="2396"/>
              <a:ext cx="30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3600" b="0" i="1">
                  <a:effectLst/>
                  <a:ea typeface="宋体" panose="02010600030101010101" pitchFamily="2" charset="-122"/>
                </a:rPr>
                <a:t>N</a:t>
              </a:r>
            </a:p>
          </p:txBody>
        </p:sp>
        <p:sp>
          <p:nvSpPr>
            <p:cNvPr id="1000454" name="Line 6"/>
            <p:cNvSpPr>
              <a:spLocks noChangeShapeType="1"/>
            </p:cNvSpPr>
            <p:nvPr/>
          </p:nvSpPr>
          <p:spPr bwMode="auto">
            <a:xfrm>
              <a:off x="3016" y="2079"/>
              <a:ext cx="77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00455" name="Line 7"/>
            <p:cNvSpPr>
              <a:spLocks noChangeShapeType="1"/>
            </p:cNvSpPr>
            <p:nvPr/>
          </p:nvSpPr>
          <p:spPr bwMode="auto">
            <a:xfrm>
              <a:off x="3026" y="3213"/>
              <a:ext cx="77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00456" name="Line 8"/>
            <p:cNvSpPr>
              <a:spLocks noChangeShapeType="1"/>
            </p:cNvSpPr>
            <p:nvPr/>
          </p:nvSpPr>
          <p:spPr bwMode="auto">
            <a:xfrm>
              <a:off x="3781" y="2079"/>
              <a:ext cx="0" cy="113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000457" name="Group 9"/>
            <p:cNvGrpSpPr/>
            <p:nvPr/>
          </p:nvGrpSpPr>
          <p:grpSpPr bwMode="auto">
            <a:xfrm rot="-16132910">
              <a:off x="3472" y="2454"/>
              <a:ext cx="590" cy="430"/>
              <a:chOff x="528" y="2304"/>
              <a:chExt cx="432" cy="384"/>
            </a:xfrm>
          </p:grpSpPr>
          <p:sp>
            <p:nvSpPr>
              <p:cNvPr id="1000458" name="Oval 10"/>
              <p:cNvSpPr>
                <a:spLocks noChangeArrowheads="1"/>
              </p:cNvSpPr>
              <p:nvPr/>
            </p:nvSpPr>
            <p:spPr bwMode="auto">
              <a:xfrm>
                <a:off x="528" y="2304"/>
                <a:ext cx="144" cy="33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00459" name="Oval 11"/>
              <p:cNvSpPr>
                <a:spLocks noChangeArrowheads="1"/>
              </p:cNvSpPr>
              <p:nvPr/>
            </p:nvSpPr>
            <p:spPr bwMode="auto">
              <a:xfrm>
                <a:off x="664" y="2304"/>
                <a:ext cx="144" cy="33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00460" name="Oval 12"/>
              <p:cNvSpPr>
                <a:spLocks noChangeArrowheads="1"/>
              </p:cNvSpPr>
              <p:nvPr/>
            </p:nvSpPr>
            <p:spPr bwMode="auto">
              <a:xfrm>
                <a:off x="800" y="2304"/>
                <a:ext cx="144" cy="33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00461" name="Rectangle 13"/>
              <p:cNvSpPr>
                <a:spLocks noChangeArrowheads="1"/>
              </p:cNvSpPr>
              <p:nvPr/>
            </p:nvSpPr>
            <p:spPr bwMode="auto">
              <a:xfrm>
                <a:off x="528" y="2464"/>
                <a:ext cx="432" cy="2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00462" name="Line 14"/>
            <p:cNvSpPr>
              <a:spLocks noChangeShapeType="1"/>
            </p:cNvSpPr>
            <p:nvPr/>
          </p:nvSpPr>
          <p:spPr bwMode="auto">
            <a:xfrm>
              <a:off x="4513" y="2111"/>
              <a:ext cx="0" cy="113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000463" name="Group 15"/>
            <p:cNvGrpSpPr/>
            <p:nvPr/>
          </p:nvGrpSpPr>
          <p:grpSpPr bwMode="auto">
            <a:xfrm rot="16200000">
              <a:off x="4238" y="2440"/>
              <a:ext cx="590" cy="430"/>
              <a:chOff x="528" y="2304"/>
              <a:chExt cx="432" cy="384"/>
            </a:xfrm>
          </p:grpSpPr>
          <p:sp>
            <p:nvSpPr>
              <p:cNvPr id="1000464" name="Oval 16"/>
              <p:cNvSpPr>
                <a:spLocks noChangeArrowheads="1"/>
              </p:cNvSpPr>
              <p:nvPr/>
            </p:nvSpPr>
            <p:spPr bwMode="auto">
              <a:xfrm>
                <a:off x="528" y="2304"/>
                <a:ext cx="144" cy="33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00465" name="Oval 17"/>
              <p:cNvSpPr>
                <a:spLocks noChangeArrowheads="1"/>
              </p:cNvSpPr>
              <p:nvPr/>
            </p:nvSpPr>
            <p:spPr bwMode="auto">
              <a:xfrm>
                <a:off x="664" y="2304"/>
                <a:ext cx="144" cy="33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00466" name="Oval 18"/>
              <p:cNvSpPr>
                <a:spLocks noChangeArrowheads="1"/>
              </p:cNvSpPr>
              <p:nvPr/>
            </p:nvSpPr>
            <p:spPr bwMode="auto">
              <a:xfrm>
                <a:off x="800" y="2304"/>
                <a:ext cx="144" cy="33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00467" name="Rectangle 19"/>
              <p:cNvSpPr>
                <a:spLocks noChangeArrowheads="1"/>
              </p:cNvSpPr>
              <p:nvPr/>
            </p:nvSpPr>
            <p:spPr bwMode="auto">
              <a:xfrm>
                <a:off x="528" y="2464"/>
                <a:ext cx="432" cy="2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00468" name="Line 20"/>
            <p:cNvSpPr>
              <a:spLocks noChangeShapeType="1"/>
            </p:cNvSpPr>
            <p:nvPr/>
          </p:nvSpPr>
          <p:spPr bwMode="auto">
            <a:xfrm>
              <a:off x="4504" y="2115"/>
              <a:ext cx="63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00469" name="Line 21"/>
            <p:cNvSpPr>
              <a:spLocks noChangeShapeType="1"/>
            </p:cNvSpPr>
            <p:nvPr/>
          </p:nvSpPr>
          <p:spPr bwMode="auto">
            <a:xfrm>
              <a:off x="4513" y="3235"/>
              <a:ext cx="63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00470" name="Line 22"/>
            <p:cNvSpPr>
              <a:spLocks noChangeShapeType="1"/>
            </p:cNvSpPr>
            <p:nvPr/>
          </p:nvSpPr>
          <p:spPr bwMode="auto">
            <a:xfrm>
              <a:off x="862" y="2111"/>
              <a:ext cx="14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00471" name="Line 23"/>
            <p:cNvSpPr>
              <a:spLocks noChangeShapeType="1"/>
            </p:cNvSpPr>
            <p:nvPr/>
          </p:nvSpPr>
          <p:spPr bwMode="auto">
            <a:xfrm>
              <a:off x="853" y="3213"/>
              <a:ext cx="14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00472" name="Line 24"/>
            <p:cNvSpPr>
              <a:spLocks noChangeShapeType="1"/>
            </p:cNvSpPr>
            <p:nvPr/>
          </p:nvSpPr>
          <p:spPr bwMode="auto">
            <a:xfrm flipV="1">
              <a:off x="1383" y="1489"/>
              <a:ext cx="0" cy="6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00473" name="Line 25"/>
            <p:cNvSpPr>
              <a:spLocks noChangeShapeType="1"/>
            </p:cNvSpPr>
            <p:nvPr/>
          </p:nvSpPr>
          <p:spPr bwMode="auto">
            <a:xfrm flipV="1">
              <a:off x="1392" y="3199"/>
              <a:ext cx="0" cy="6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00474" name="Line 26"/>
            <p:cNvSpPr>
              <a:spLocks noChangeShapeType="1"/>
            </p:cNvSpPr>
            <p:nvPr/>
          </p:nvSpPr>
          <p:spPr bwMode="auto">
            <a:xfrm>
              <a:off x="1392" y="3802"/>
              <a:ext cx="37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00475" name="Line 27"/>
            <p:cNvSpPr>
              <a:spLocks noChangeShapeType="1"/>
            </p:cNvSpPr>
            <p:nvPr/>
          </p:nvSpPr>
          <p:spPr bwMode="auto">
            <a:xfrm>
              <a:off x="5142" y="3235"/>
              <a:ext cx="0" cy="5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00476" name="Line 28"/>
            <p:cNvSpPr>
              <a:spLocks noChangeShapeType="1"/>
            </p:cNvSpPr>
            <p:nvPr/>
          </p:nvSpPr>
          <p:spPr bwMode="auto">
            <a:xfrm>
              <a:off x="1374" y="1485"/>
              <a:ext cx="37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00477" name="Line 29"/>
            <p:cNvSpPr>
              <a:spLocks noChangeShapeType="1"/>
            </p:cNvSpPr>
            <p:nvPr/>
          </p:nvSpPr>
          <p:spPr bwMode="auto">
            <a:xfrm>
              <a:off x="5129" y="1475"/>
              <a:ext cx="0" cy="6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00478" name="Oval 30"/>
            <p:cNvSpPr>
              <a:spLocks noChangeArrowheads="1"/>
            </p:cNvSpPr>
            <p:nvPr/>
          </p:nvSpPr>
          <p:spPr bwMode="auto">
            <a:xfrm>
              <a:off x="771" y="2056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0479" name="Oval 31"/>
            <p:cNvSpPr>
              <a:spLocks noChangeArrowheads="1"/>
            </p:cNvSpPr>
            <p:nvPr/>
          </p:nvSpPr>
          <p:spPr bwMode="auto">
            <a:xfrm>
              <a:off x="771" y="3163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0480" name="Text Box 32"/>
            <p:cNvSpPr txBox="1">
              <a:spLocks noChangeArrowheads="1"/>
            </p:cNvSpPr>
            <p:nvPr/>
          </p:nvSpPr>
          <p:spPr bwMode="auto">
            <a:xfrm>
              <a:off x="3515" y="2124"/>
              <a:ext cx="480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4000">
                  <a:solidFill>
                    <a:srgbClr val="006600"/>
                  </a:solidFill>
                  <a:effectLst/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1000481" name="Text Box 33"/>
            <p:cNvSpPr txBox="1">
              <a:spLocks noChangeArrowheads="1"/>
            </p:cNvSpPr>
            <p:nvPr/>
          </p:nvSpPr>
          <p:spPr bwMode="auto">
            <a:xfrm>
              <a:off x="4509" y="2160"/>
              <a:ext cx="480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4000">
                  <a:solidFill>
                    <a:srgbClr val="006600"/>
                  </a:solidFill>
                  <a:effectLst/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1000482" name="Text Box 34"/>
            <p:cNvSpPr txBox="1">
              <a:spLocks noChangeArrowheads="1"/>
            </p:cNvSpPr>
            <p:nvPr/>
          </p:nvSpPr>
          <p:spPr bwMode="auto">
            <a:xfrm>
              <a:off x="3918" y="2015"/>
              <a:ext cx="90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3200">
                  <a:solidFill>
                    <a:srgbClr val="006600"/>
                  </a:solidFill>
                  <a:effectLst/>
                  <a:ea typeface="宋体" panose="02010600030101010101" pitchFamily="2" charset="-122"/>
                </a:rPr>
                <a:t>1:1</a:t>
              </a:r>
            </a:p>
          </p:txBody>
        </p:sp>
        <p:sp>
          <p:nvSpPr>
            <p:cNvPr id="1000483" name="Text Box 35"/>
            <p:cNvSpPr txBox="1">
              <a:spLocks noChangeArrowheads="1"/>
            </p:cNvSpPr>
            <p:nvPr/>
          </p:nvSpPr>
          <p:spPr bwMode="auto">
            <a:xfrm>
              <a:off x="1274" y="2768"/>
              <a:ext cx="52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3600">
                  <a:effectLst/>
                  <a:ea typeface="宋体" panose="02010600030101010101" pitchFamily="2" charset="-122"/>
                </a:rPr>
                <a:t>_</a:t>
              </a:r>
              <a:endParaRPr kumimoji="1" lang="en-US" altLang="zh-CN" sz="3600" baseline="-25000">
                <a:effectLst/>
                <a:ea typeface="宋体" panose="02010600030101010101" pitchFamily="2" charset="-122"/>
              </a:endParaRPr>
            </a:p>
          </p:txBody>
        </p:sp>
        <p:sp>
          <p:nvSpPr>
            <p:cNvPr id="1000484" name="Text Box 36"/>
            <p:cNvSpPr txBox="1">
              <a:spLocks noChangeArrowheads="1"/>
            </p:cNvSpPr>
            <p:nvPr/>
          </p:nvSpPr>
          <p:spPr bwMode="auto">
            <a:xfrm>
              <a:off x="1247" y="2051"/>
              <a:ext cx="52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3600">
                  <a:effectLst/>
                  <a:ea typeface="宋体" panose="02010600030101010101" pitchFamily="2" charset="-122"/>
                </a:rPr>
                <a:t>+</a:t>
              </a:r>
              <a:endParaRPr kumimoji="1" lang="en-US" altLang="zh-CN" sz="3600" baseline="-25000">
                <a:effectLst/>
                <a:ea typeface="宋体" panose="02010600030101010101" pitchFamily="2" charset="-122"/>
              </a:endParaRPr>
            </a:p>
          </p:txBody>
        </p:sp>
        <p:sp>
          <p:nvSpPr>
            <p:cNvPr id="1000485" name="Text Box 37"/>
            <p:cNvSpPr txBox="1">
              <a:spLocks noChangeArrowheads="1"/>
            </p:cNvSpPr>
            <p:nvPr/>
          </p:nvSpPr>
          <p:spPr bwMode="auto">
            <a:xfrm>
              <a:off x="3324" y="2760"/>
              <a:ext cx="52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3600">
                  <a:effectLst/>
                  <a:ea typeface="宋体" panose="02010600030101010101" pitchFamily="2" charset="-122"/>
                </a:rPr>
                <a:t>_</a:t>
              </a:r>
              <a:endParaRPr kumimoji="1" lang="en-US" altLang="zh-CN" sz="3600" baseline="-25000">
                <a:effectLst/>
                <a:ea typeface="宋体" panose="02010600030101010101" pitchFamily="2" charset="-122"/>
              </a:endParaRPr>
            </a:p>
          </p:txBody>
        </p:sp>
        <p:sp>
          <p:nvSpPr>
            <p:cNvPr id="1000486" name="Text Box 38"/>
            <p:cNvSpPr txBox="1">
              <a:spLocks noChangeArrowheads="1"/>
            </p:cNvSpPr>
            <p:nvPr/>
          </p:nvSpPr>
          <p:spPr bwMode="auto">
            <a:xfrm>
              <a:off x="3297" y="2043"/>
              <a:ext cx="52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3600">
                  <a:effectLst/>
                  <a:ea typeface="宋体" panose="02010600030101010101" pitchFamily="2" charset="-122"/>
                </a:rPr>
                <a:t>+</a:t>
              </a:r>
              <a:endParaRPr kumimoji="1" lang="en-US" altLang="zh-CN" sz="3600" baseline="-25000">
                <a:effectLst/>
                <a:ea typeface="宋体" panose="02010600030101010101" pitchFamily="2" charset="-122"/>
              </a:endParaRPr>
            </a:p>
          </p:txBody>
        </p:sp>
        <p:sp>
          <p:nvSpPr>
            <p:cNvPr id="1000487" name="Line 39"/>
            <p:cNvSpPr>
              <a:spLocks noChangeShapeType="1"/>
            </p:cNvSpPr>
            <p:nvPr/>
          </p:nvSpPr>
          <p:spPr bwMode="auto">
            <a:xfrm>
              <a:off x="1098" y="2110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488" name="Line 40"/>
            <p:cNvSpPr>
              <a:spLocks noChangeShapeType="1"/>
            </p:cNvSpPr>
            <p:nvPr/>
          </p:nvSpPr>
          <p:spPr bwMode="auto">
            <a:xfrm flipH="1">
              <a:off x="3239" y="2074"/>
              <a:ext cx="91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489" name="Line 41"/>
            <p:cNvSpPr>
              <a:spLocks noChangeShapeType="1"/>
            </p:cNvSpPr>
            <p:nvPr/>
          </p:nvSpPr>
          <p:spPr bwMode="auto">
            <a:xfrm>
              <a:off x="1814" y="2115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00490" name="Object 42"/>
            <p:cNvGraphicFramePr>
              <a:graphicFrameLocks noChangeAspect="1"/>
            </p:cNvGraphicFramePr>
            <p:nvPr/>
          </p:nvGraphicFramePr>
          <p:xfrm>
            <a:off x="1064" y="1715"/>
            <a:ext cx="236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242" name="Equation" r:id="rId3" imgW="114300" imgH="165100" progId="Equation.DSMT4">
                    <p:embed/>
                  </p:oleObj>
                </mc:Choice>
                <mc:Fallback>
                  <p:oleObj name="Equation" r:id="rId3" imgW="114300" imgH="165100" progId="Equation.DSMT4">
                    <p:embed/>
                    <p:pic>
                      <p:nvPicPr>
                        <p:cNvPr id="0" name="图片 11182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4" y="1715"/>
                          <a:ext cx="236" cy="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00491" name="Object 43"/>
            <p:cNvGraphicFramePr>
              <a:graphicFrameLocks noChangeAspect="1"/>
            </p:cNvGraphicFramePr>
            <p:nvPr/>
          </p:nvGraphicFramePr>
          <p:xfrm>
            <a:off x="1819" y="1706"/>
            <a:ext cx="292" cy="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243" name="Equation" r:id="rId5" imgW="139700" imgH="203200" progId="Equation.DSMT4">
                    <p:embed/>
                  </p:oleObj>
                </mc:Choice>
                <mc:Fallback>
                  <p:oleObj name="Equation" r:id="rId5" imgW="139700" imgH="203200" progId="Equation.DSMT4">
                    <p:embed/>
                    <p:pic>
                      <p:nvPicPr>
                        <p:cNvPr id="0" name="图片 11182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9" y="1706"/>
                          <a:ext cx="292" cy="4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00492" name="Object 44"/>
            <p:cNvGraphicFramePr>
              <a:graphicFrameLocks noChangeAspect="1"/>
            </p:cNvGraphicFramePr>
            <p:nvPr/>
          </p:nvGraphicFramePr>
          <p:xfrm>
            <a:off x="3319" y="1629"/>
            <a:ext cx="318" cy="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244" name="Equation" r:id="rId7" imgW="152400" imgH="203200" progId="Equation.DSMT4">
                    <p:embed/>
                  </p:oleObj>
                </mc:Choice>
                <mc:Fallback>
                  <p:oleObj name="Equation" r:id="rId7" imgW="152400" imgH="203200" progId="Equation.DSMT4">
                    <p:embed/>
                    <p:pic>
                      <p:nvPicPr>
                        <p:cNvPr id="0" name="图片 11182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9" y="1629"/>
                          <a:ext cx="318" cy="4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00493" name="Object 45"/>
            <p:cNvGraphicFramePr>
              <a:graphicFrameLocks noChangeAspect="1"/>
            </p:cNvGraphicFramePr>
            <p:nvPr/>
          </p:nvGraphicFramePr>
          <p:xfrm>
            <a:off x="1261" y="2478"/>
            <a:ext cx="372" cy="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245" name="Equation" r:id="rId9" imgW="177800" imgH="203200" progId="Equation.DSMT4">
                    <p:embed/>
                  </p:oleObj>
                </mc:Choice>
                <mc:Fallback>
                  <p:oleObj name="Equation" r:id="rId9" imgW="177800" imgH="203200" progId="Equation.DSMT4">
                    <p:embed/>
                    <p:pic>
                      <p:nvPicPr>
                        <p:cNvPr id="0" name="图片 11182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1" y="2478"/>
                          <a:ext cx="372" cy="4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00494" name="Object 46"/>
            <p:cNvGraphicFramePr>
              <a:graphicFrameLocks noChangeAspect="1"/>
            </p:cNvGraphicFramePr>
            <p:nvPr/>
          </p:nvGraphicFramePr>
          <p:xfrm>
            <a:off x="3302" y="2473"/>
            <a:ext cx="372" cy="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246" name="Equation" r:id="rId11" imgW="177800" imgH="203200" progId="Equation.DSMT4">
                    <p:embed/>
                  </p:oleObj>
                </mc:Choice>
                <mc:Fallback>
                  <p:oleObj name="Equation" r:id="rId11" imgW="177800" imgH="203200" progId="Equation.DSMT4">
                    <p:embed/>
                    <p:pic>
                      <p:nvPicPr>
                        <p:cNvPr id="0" name="图片 11182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2" y="2473"/>
                          <a:ext cx="372" cy="4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0495" name="Text Box 47"/>
            <p:cNvSpPr txBox="1">
              <a:spLocks noChangeArrowheads="1"/>
            </p:cNvSpPr>
            <p:nvPr/>
          </p:nvSpPr>
          <p:spPr bwMode="auto">
            <a:xfrm>
              <a:off x="2835" y="3872"/>
              <a:ext cx="90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3200">
                  <a:effectLst/>
                  <a:ea typeface="宋体" panose="02010600030101010101" pitchFamily="2" charset="-122"/>
                </a:rPr>
                <a:t>图</a:t>
              </a:r>
              <a:r>
                <a:rPr kumimoji="1" lang="en-US" altLang="zh-CN" sz="3200">
                  <a:effectLst/>
                  <a:ea typeface="宋体" panose="02010600030101010101" pitchFamily="2" charset="-122"/>
                </a:rPr>
                <a:t>(a)</a:t>
              </a:r>
            </a:p>
          </p:txBody>
        </p:sp>
        <p:sp>
          <p:nvSpPr>
            <p:cNvPr id="1000496" name="AutoShape 48"/>
            <p:cNvSpPr>
              <a:spLocks noChangeArrowheads="1"/>
            </p:cNvSpPr>
            <p:nvPr/>
          </p:nvSpPr>
          <p:spPr bwMode="auto">
            <a:xfrm>
              <a:off x="476" y="2691"/>
              <a:ext cx="658" cy="182"/>
            </a:xfrm>
            <a:prstGeom prst="rightArrow">
              <a:avLst>
                <a:gd name="adj1" fmla="val 50000"/>
                <a:gd name="adj2" fmla="val 90385"/>
              </a:avLst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0497" name="Text Box 49"/>
            <p:cNvSpPr txBox="1">
              <a:spLocks noChangeArrowheads="1"/>
            </p:cNvSpPr>
            <p:nvPr/>
          </p:nvSpPr>
          <p:spPr bwMode="auto">
            <a:xfrm>
              <a:off x="549" y="2278"/>
              <a:ext cx="93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3600">
                  <a:effectLst/>
                  <a:ea typeface="宋体" panose="02010600030101010101" pitchFamily="2" charset="-122"/>
                </a:rPr>
                <a:t>Y</a:t>
              </a:r>
              <a:r>
                <a:rPr kumimoji="1" lang="en-US" altLang="zh-CN" sz="3600" baseline="-25000">
                  <a:effectLst/>
                  <a:ea typeface="宋体" panose="02010600030101010101" pitchFamily="2" charset="-122"/>
                </a:rPr>
                <a:t>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9426" name="Group 2"/>
          <p:cNvGrpSpPr/>
          <p:nvPr/>
        </p:nvGrpSpPr>
        <p:grpSpPr bwMode="auto">
          <a:xfrm>
            <a:off x="215106" y="233362"/>
            <a:ext cx="7993063" cy="4505325"/>
            <a:chOff x="249" y="450"/>
            <a:chExt cx="5035" cy="2838"/>
          </a:xfrm>
        </p:grpSpPr>
        <p:sp>
          <p:nvSpPr>
            <p:cNvPr id="999427" name="Rectangle 3"/>
            <p:cNvSpPr>
              <a:spLocks noChangeArrowheads="1"/>
            </p:cNvSpPr>
            <p:nvPr/>
          </p:nvSpPr>
          <p:spPr bwMode="auto">
            <a:xfrm>
              <a:off x="1950" y="822"/>
              <a:ext cx="975" cy="154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9428" name="Text Box 4"/>
            <p:cNvSpPr txBox="1">
              <a:spLocks noChangeArrowheads="1"/>
            </p:cNvSpPr>
            <p:nvPr/>
          </p:nvSpPr>
          <p:spPr bwMode="auto">
            <a:xfrm>
              <a:off x="2268" y="1366"/>
              <a:ext cx="30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3600" b="0" i="1">
                  <a:effectLst/>
                  <a:ea typeface="宋体" panose="02010600030101010101" pitchFamily="2" charset="-122"/>
                </a:rPr>
                <a:t>N</a:t>
              </a:r>
            </a:p>
          </p:txBody>
        </p:sp>
        <p:sp>
          <p:nvSpPr>
            <p:cNvPr id="999429" name="Line 5"/>
            <p:cNvSpPr>
              <a:spLocks noChangeShapeType="1"/>
            </p:cNvSpPr>
            <p:nvPr/>
          </p:nvSpPr>
          <p:spPr bwMode="auto">
            <a:xfrm>
              <a:off x="2789" y="1049"/>
              <a:ext cx="77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9430" name="Line 6"/>
            <p:cNvSpPr>
              <a:spLocks noChangeShapeType="1"/>
            </p:cNvSpPr>
            <p:nvPr/>
          </p:nvSpPr>
          <p:spPr bwMode="auto">
            <a:xfrm>
              <a:off x="2799" y="2183"/>
              <a:ext cx="77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9431" name="Line 7"/>
            <p:cNvSpPr>
              <a:spLocks noChangeShapeType="1"/>
            </p:cNvSpPr>
            <p:nvPr/>
          </p:nvSpPr>
          <p:spPr bwMode="auto">
            <a:xfrm>
              <a:off x="3554" y="1049"/>
              <a:ext cx="0" cy="113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999432" name="Group 8"/>
            <p:cNvGrpSpPr/>
            <p:nvPr/>
          </p:nvGrpSpPr>
          <p:grpSpPr bwMode="auto">
            <a:xfrm rot="-16132910">
              <a:off x="3245" y="1424"/>
              <a:ext cx="590" cy="430"/>
              <a:chOff x="528" y="2304"/>
              <a:chExt cx="432" cy="384"/>
            </a:xfrm>
          </p:grpSpPr>
          <p:sp>
            <p:nvSpPr>
              <p:cNvPr id="999433" name="Oval 9"/>
              <p:cNvSpPr>
                <a:spLocks noChangeArrowheads="1"/>
              </p:cNvSpPr>
              <p:nvPr/>
            </p:nvSpPr>
            <p:spPr bwMode="auto">
              <a:xfrm>
                <a:off x="528" y="2304"/>
                <a:ext cx="144" cy="33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9434" name="Oval 10"/>
              <p:cNvSpPr>
                <a:spLocks noChangeArrowheads="1"/>
              </p:cNvSpPr>
              <p:nvPr/>
            </p:nvSpPr>
            <p:spPr bwMode="auto">
              <a:xfrm>
                <a:off x="664" y="2304"/>
                <a:ext cx="144" cy="33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9435" name="Oval 11"/>
              <p:cNvSpPr>
                <a:spLocks noChangeArrowheads="1"/>
              </p:cNvSpPr>
              <p:nvPr/>
            </p:nvSpPr>
            <p:spPr bwMode="auto">
              <a:xfrm>
                <a:off x="800" y="2304"/>
                <a:ext cx="144" cy="33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9436" name="Rectangle 12"/>
              <p:cNvSpPr>
                <a:spLocks noChangeArrowheads="1"/>
              </p:cNvSpPr>
              <p:nvPr/>
            </p:nvSpPr>
            <p:spPr bwMode="auto">
              <a:xfrm>
                <a:off x="528" y="2464"/>
                <a:ext cx="432" cy="2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99437" name="Line 13"/>
            <p:cNvSpPr>
              <a:spLocks noChangeShapeType="1"/>
            </p:cNvSpPr>
            <p:nvPr/>
          </p:nvSpPr>
          <p:spPr bwMode="auto">
            <a:xfrm>
              <a:off x="4286" y="1081"/>
              <a:ext cx="0" cy="113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999438" name="Group 14"/>
            <p:cNvGrpSpPr/>
            <p:nvPr/>
          </p:nvGrpSpPr>
          <p:grpSpPr bwMode="auto">
            <a:xfrm rot="16200000">
              <a:off x="4011" y="1410"/>
              <a:ext cx="590" cy="430"/>
              <a:chOff x="528" y="2304"/>
              <a:chExt cx="432" cy="384"/>
            </a:xfrm>
          </p:grpSpPr>
          <p:sp>
            <p:nvSpPr>
              <p:cNvPr id="999439" name="Oval 15"/>
              <p:cNvSpPr>
                <a:spLocks noChangeArrowheads="1"/>
              </p:cNvSpPr>
              <p:nvPr/>
            </p:nvSpPr>
            <p:spPr bwMode="auto">
              <a:xfrm>
                <a:off x="528" y="2304"/>
                <a:ext cx="144" cy="33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9440" name="Oval 16"/>
              <p:cNvSpPr>
                <a:spLocks noChangeArrowheads="1"/>
              </p:cNvSpPr>
              <p:nvPr/>
            </p:nvSpPr>
            <p:spPr bwMode="auto">
              <a:xfrm>
                <a:off x="664" y="2304"/>
                <a:ext cx="144" cy="33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9441" name="Oval 17"/>
              <p:cNvSpPr>
                <a:spLocks noChangeArrowheads="1"/>
              </p:cNvSpPr>
              <p:nvPr/>
            </p:nvSpPr>
            <p:spPr bwMode="auto">
              <a:xfrm>
                <a:off x="800" y="2304"/>
                <a:ext cx="144" cy="33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9442" name="Rectangle 18"/>
              <p:cNvSpPr>
                <a:spLocks noChangeArrowheads="1"/>
              </p:cNvSpPr>
              <p:nvPr/>
            </p:nvSpPr>
            <p:spPr bwMode="auto">
              <a:xfrm>
                <a:off x="528" y="2464"/>
                <a:ext cx="432" cy="2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99443" name="Line 19"/>
            <p:cNvSpPr>
              <a:spLocks noChangeShapeType="1"/>
            </p:cNvSpPr>
            <p:nvPr/>
          </p:nvSpPr>
          <p:spPr bwMode="auto">
            <a:xfrm>
              <a:off x="4277" y="1085"/>
              <a:ext cx="4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9444" name="Line 20"/>
            <p:cNvSpPr>
              <a:spLocks noChangeShapeType="1"/>
            </p:cNvSpPr>
            <p:nvPr/>
          </p:nvSpPr>
          <p:spPr bwMode="auto">
            <a:xfrm>
              <a:off x="4286" y="2205"/>
              <a:ext cx="99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9445" name="Line 21"/>
            <p:cNvSpPr>
              <a:spLocks noChangeShapeType="1"/>
            </p:cNvSpPr>
            <p:nvPr/>
          </p:nvSpPr>
          <p:spPr bwMode="auto">
            <a:xfrm>
              <a:off x="635" y="1081"/>
              <a:ext cx="14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9446" name="Line 22"/>
            <p:cNvSpPr>
              <a:spLocks noChangeShapeType="1"/>
            </p:cNvSpPr>
            <p:nvPr/>
          </p:nvSpPr>
          <p:spPr bwMode="auto">
            <a:xfrm>
              <a:off x="626" y="2183"/>
              <a:ext cx="14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9447" name="Line 23"/>
            <p:cNvSpPr>
              <a:spLocks noChangeShapeType="1"/>
            </p:cNvSpPr>
            <p:nvPr/>
          </p:nvSpPr>
          <p:spPr bwMode="auto">
            <a:xfrm flipV="1">
              <a:off x="1156" y="459"/>
              <a:ext cx="0" cy="6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9448" name="Line 24"/>
            <p:cNvSpPr>
              <a:spLocks noChangeShapeType="1"/>
            </p:cNvSpPr>
            <p:nvPr/>
          </p:nvSpPr>
          <p:spPr bwMode="auto">
            <a:xfrm flipV="1">
              <a:off x="1174" y="2169"/>
              <a:ext cx="0" cy="6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9449" name="Line 25"/>
            <p:cNvSpPr>
              <a:spLocks noChangeShapeType="1"/>
            </p:cNvSpPr>
            <p:nvPr/>
          </p:nvSpPr>
          <p:spPr bwMode="auto">
            <a:xfrm>
              <a:off x="1174" y="2772"/>
              <a:ext cx="352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9450" name="Line 26"/>
            <p:cNvSpPr>
              <a:spLocks noChangeShapeType="1"/>
            </p:cNvSpPr>
            <p:nvPr/>
          </p:nvSpPr>
          <p:spPr bwMode="auto">
            <a:xfrm>
              <a:off x="4696" y="2259"/>
              <a:ext cx="0" cy="5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9451" name="Line 27"/>
            <p:cNvSpPr>
              <a:spLocks noChangeShapeType="1"/>
            </p:cNvSpPr>
            <p:nvPr/>
          </p:nvSpPr>
          <p:spPr bwMode="auto">
            <a:xfrm>
              <a:off x="1147" y="455"/>
              <a:ext cx="41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9452" name="Line 28"/>
            <p:cNvSpPr>
              <a:spLocks noChangeShapeType="1"/>
            </p:cNvSpPr>
            <p:nvPr/>
          </p:nvSpPr>
          <p:spPr bwMode="auto">
            <a:xfrm>
              <a:off x="5275" y="450"/>
              <a:ext cx="0" cy="175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9453" name="Oval 29"/>
            <p:cNvSpPr>
              <a:spLocks noChangeArrowheads="1"/>
            </p:cNvSpPr>
            <p:nvPr/>
          </p:nvSpPr>
          <p:spPr bwMode="auto">
            <a:xfrm>
              <a:off x="544" y="1026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9454" name="Oval 30"/>
            <p:cNvSpPr>
              <a:spLocks noChangeArrowheads="1"/>
            </p:cNvSpPr>
            <p:nvPr/>
          </p:nvSpPr>
          <p:spPr bwMode="auto">
            <a:xfrm>
              <a:off x="544" y="2133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9455" name="Text Box 31"/>
            <p:cNvSpPr txBox="1">
              <a:spLocks noChangeArrowheads="1"/>
            </p:cNvSpPr>
            <p:nvPr/>
          </p:nvSpPr>
          <p:spPr bwMode="auto">
            <a:xfrm>
              <a:off x="3288" y="1094"/>
              <a:ext cx="480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4000">
                  <a:solidFill>
                    <a:srgbClr val="006600"/>
                  </a:solidFill>
                  <a:effectLst/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999456" name="Text Box 32"/>
            <p:cNvSpPr txBox="1">
              <a:spLocks noChangeArrowheads="1"/>
            </p:cNvSpPr>
            <p:nvPr/>
          </p:nvSpPr>
          <p:spPr bwMode="auto">
            <a:xfrm>
              <a:off x="4282" y="1130"/>
              <a:ext cx="480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4000">
                  <a:solidFill>
                    <a:srgbClr val="006600"/>
                  </a:solidFill>
                  <a:effectLst/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999457" name="Text Box 33"/>
            <p:cNvSpPr txBox="1">
              <a:spLocks noChangeArrowheads="1"/>
            </p:cNvSpPr>
            <p:nvPr/>
          </p:nvSpPr>
          <p:spPr bwMode="auto">
            <a:xfrm>
              <a:off x="3691" y="985"/>
              <a:ext cx="90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3200">
                  <a:solidFill>
                    <a:srgbClr val="006600"/>
                  </a:solidFill>
                  <a:effectLst/>
                  <a:ea typeface="宋体" panose="02010600030101010101" pitchFamily="2" charset="-122"/>
                </a:rPr>
                <a:t>1:1</a:t>
              </a:r>
            </a:p>
          </p:txBody>
        </p:sp>
        <p:sp>
          <p:nvSpPr>
            <p:cNvPr id="999458" name="Text Box 34"/>
            <p:cNvSpPr txBox="1">
              <a:spLocks noChangeArrowheads="1"/>
            </p:cNvSpPr>
            <p:nvPr/>
          </p:nvSpPr>
          <p:spPr bwMode="auto">
            <a:xfrm>
              <a:off x="1047" y="1738"/>
              <a:ext cx="52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3600">
                  <a:effectLst/>
                  <a:ea typeface="宋体" panose="02010600030101010101" pitchFamily="2" charset="-122"/>
                </a:rPr>
                <a:t>_</a:t>
              </a:r>
              <a:endParaRPr kumimoji="1" lang="en-US" altLang="zh-CN" sz="3600" baseline="-25000">
                <a:effectLst/>
                <a:ea typeface="宋体" panose="02010600030101010101" pitchFamily="2" charset="-122"/>
              </a:endParaRPr>
            </a:p>
          </p:txBody>
        </p:sp>
        <p:sp>
          <p:nvSpPr>
            <p:cNvPr id="999459" name="Text Box 35"/>
            <p:cNvSpPr txBox="1">
              <a:spLocks noChangeArrowheads="1"/>
            </p:cNvSpPr>
            <p:nvPr/>
          </p:nvSpPr>
          <p:spPr bwMode="auto">
            <a:xfrm>
              <a:off x="1020" y="1021"/>
              <a:ext cx="52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3600">
                  <a:effectLst/>
                  <a:ea typeface="宋体" panose="02010600030101010101" pitchFamily="2" charset="-122"/>
                </a:rPr>
                <a:t>+</a:t>
              </a:r>
              <a:endParaRPr kumimoji="1" lang="en-US" altLang="zh-CN" sz="3600" baseline="-25000">
                <a:effectLst/>
                <a:ea typeface="宋体" panose="02010600030101010101" pitchFamily="2" charset="-122"/>
              </a:endParaRPr>
            </a:p>
          </p:txBody>
        </p:sp>
        <p:sp>
          <p:nvSpPr>
            <p:cNvPr id="999460" name="Text Box 36"/>
            <p:cNvSpPr txBox="1">
              <a:spLocks noChangeArrowheads="1"/>
            </p:cNvSpPr>
            <p:nvPr/>
          </p:nvSpPr>
          <p:spPr bwMode="auto">
            <a:xfrm>
              <a:off x="3097" y="1730"/>
              <a:ext cx="52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3600">
                  <a:effectLst/>
                  <a:ea typeface="宋体" panose="02010600030101010101" pitchFamily="2" charset="-122"/>
                </a:rPr>
                <a:t>_</a:t>
              </a:r>
              <a:endParaRPr kumimoji="1" lang="en-US" altLang="zh-CN" sz="3600" baseline="-25000">
                <a:effectLst/>
                <a:ea typeface="宋体" panose="02010600030101010101" pitchFamily="2" charset="-122"/>
              </a:endParaRPr>
            </a:p>
          </p:txBody>
        </p:sp>
        <p:sp>
          <p:nvSpPr>
            <p:cNvPr id="999461" name="Text Box 37"/>
            <p:cNvSpPr txBox="1">
              <a:spLocks noChangeArrowheads="1"/>
            </p:cNvSpPr>
            <p:nvPr/>
          </p:nvSpPr>
          <p:spPr bwMode="auto">
            <a:xfrm>
              <a:off x="3070" y="1013"/>
              <a:ext cx="52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3600">
                  <a:effectLst/>
                  <a:ea typeface="宋体" panose="02010600030101010101" pitchFamily="2" charset="-122"/>
                </a:rPr>
                <a:t>+</a:t>
              </a:r>
              <a:endParaRPr kumimoji="1" lang="en-US" altLang="zh-CN" sz="3600" baseline="-25000">
                <a:effectLst/>
                <a:ea typeface="宋体" panose="02010600030101010101" pitchFamily="2" charset="-122"/>
              </a:endParaRPr>
            </a:p>
          </p:txBody>
        </p:sp>
        <p:sp>
          <p:nvSpPr>
            <p:cNvPr id="999462" name="Line 38"/>
            <p:cNvSpPr>
              <a:spLocks noChangeShapeType="1"/>
            </p:cNvSpPr>
            <p:nvPr/>
          </p:nvSpPr>
          <p:spPr bwMode="auto">
            <a:xfrm>
              <a:off x="871" y="1080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9463" name="Line 39"/>
            <p:cNvSpPr>
              <a:spLocks noChangeShapeType="1"/>
            </p:cNvSpPr>
            <p:nvPr/>
          </p:nvSpPr>
          <p:spPr bwMode="auto">
            <a:xfrm flipH="1">
              <a:off x="3012" y="1044"/>
              <a:ext cx="91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9464" name="Line 40"/>
            <p:cNvSpPr>
              <a:spLocks noChangeShapeType="1"/>
            </p:cNvSpPr>
            <p:nvPr/>
          </p:nvSpPr>
          <p:spPr bwMode="auto">
            <a:xfrm>
              <a:off x="1587" y="1085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99465" name="Object 41"/>
            <p:cNvGraphicFramePr>
              <a:graphicFrameLocks noChangeAspect="1"/>
            </p:cNvGraphicFramePr>
            <p:nvPr/>
          </p:nvGraphicFramePr>
          <p:xfrm>
            <a:off x="837" y="685"/>
            <a:ext cx="236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9273" name="Equation" r:id="rId3" imgW="114300" imgH="165100" progId="Equation.DSMT4">
                    <p:embed/>
                  </p:oleObj>
                </mc:Choice>
                <mc:Fallback>
                  <p:oleObj name="Equation" r:id="rId3" imgW="114300" imgH="165100" progId="Equation.DSMT4">
                    <p:embed/>
                    <p:pic>
                      <p:nvPicPr>
                        <p:cNvPr id="0" name="图片 11192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7" y="685"/>
                          <a:ext cx="236" cy="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9466" name="Object 42"/>
            <p:cNvGraphicFramePr>
              <a:graphicFrameLocks noChangeAspect="1"/>
            </p:cNvGraphicFramePr>
            <p:nvPr/>
          </p:nvGraphicFramePr>
          <p:xfrm>
            <a:off x="1592" y="676"/>
            <a:ext cx="292" cy="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9274" name="Equation" r:id="rId5" imgW="139700" imgH="203200" progId="Equation.DSMT4">
                    <p:embed/>
                  </p:oleObj>
                </mc:Choice>
                <mc:Fallback>
                  <p:oleObj name="Equation" r:id="rId5" imgW="139700" imgH="203200" progId="Equation.DSMT4">
                    <p:embed/>
                    <p:pic>
                      <p:nvPicPr>
                        <p:cNvPr id="0" name="图片 11192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2" y="676"/>
                          <a:ext cx="292" cy="4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9467" name="Object 43"/>
            <p:cNvGraphicFramePr>
              <a:graphicFrameLocks noChangeAspect="1"/>
            </p:cNvGraphicFramePr>
            <p:nvPr/>
          </p:nvGraphicFramePr>
          <p:xfrm>
            <a:off x="3092" y="599"/>
            <a:ext cx="318" cy="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9275" name="Equation" r:id="rId7" imgW="152400" imgH="203200" progId="Equation.DSMT4">
                    <p:embed/>
                  </p:oleObj>
                </mc:Choice>
                <mc:Fallback>
                  <p:oleObj name="Equation" r:id="rId7" imgW="152400" imgH="203200" progId="Equation.DSMT4">
                    <p:embed/>
                    <p:pic>
                      <p:nvPicPr>
                        <p:cNvPr id="0" name="图片 11192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2" y="599"/>
                          <a:ext cx="318" cy="4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9468" name="Object 44"/>
            <p:cNvGraphicFramePr>
              <a:graphicFrameLocks noChangeAspect="1"/>
            </p:cNvGraphicFramePr>
            <p:nvPr/>
          </p:nvGraphicFramePr>
          <p:xfrm>
            <a:off x="1034" y="1448"/>
            <a:ext cx="372" cy="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9276" name="Equation" r:id="rId9" imgW="177800" imgH="203200" progId="Equation.DSMT4">
                    <p:embed/>
                  </p:oleObj>
                </mc:Choice>
                <mc:Fallback>
                  <p:oleObj name="Equation" r:id="rId9" imgW="177800" imgH="203200" progId="Equation.DSMT4">
                    <p:embed/>
                    <p:pic>
                      <p:nvPicPr>
                        <p:cNvPr id="0" name="图片 11192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4" y="1448"/>
                          <a:ext cx="372" cy="4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9469" name="Object 45"/>
            <p:cNvGraphicFramePr>
              <a:graphicFrameLocks noChangeAspect="1"/>
            </p:cNvGraphicFramePr>
            <p:nvPr/>
          </p:nvGraphicFramePr>
          <p:xfrm>
            <a:off x="3075" y="1443"/>
            <a:ext cx="372" cy="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9277" name="Equation" r:id="rId11" imgW="177800" imgH="203200" progId="Equation.DSMT4">
                    <p:embed/>
                  </p:oleObj>
                </mc:Choice>
                <mc:Fallback>
                  <p:oleObj name="Equation" r:id="rId11" imgW="177800" imgH="203200" progId="Equation.DSMT4">
                    <p:embed/>
                    <p:pic>
                      <p:nvPicPr>
                        <p:cNvPr id="0" name="图片 11192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5" y="1443"/>
                          <a:ext cx="372" cy="4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9470" name="Text Box 46"/>
            <p:cNvSpPr txBox="1">
              <a:spLocks noChangeArrowheads="1"/>
            </p:cNvSpPr>
            <p:nvPr/>
          </p:nvSpPr>
          <p:spPr bwMode="auto">
            <a:xfrm>
              <a:off x="2608" y="2923"/>
              <a:ext cx="90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3200" dirty="0">
                  <a:effectLst/>
                  <a:ea typeface="宋体" panose="02010600030101010101" pitchFamily="2" charset="-122"/>
                </a:rPr>
                <a:t>图</a:t>
              </a:r>
              <a:r>
                <a:rPr kumimoji="1" lang="en-US" altLang="zh-CN" sz="3200" dirty="0">
                  <a:effectLst/>
                  <a:ea typeface="宋体" panose="02010600030101010101" pitchFamily="2" charset="-122"/>
                </a:rPr>
                <a:t>(b)</a:t>
              </a:r>
            </a:p>
          </p:txBody>
        </p:sp>
        <p:sp>
          <p:nvSpPr>
            <p:cNvPr id="999471" name="AutoShape 47"/>
            <p:cNvSpPr>
              <a:spLocks noChangeArrowheads="1"/>
            </p:cNvSpPr>
            <p:nvPr/>
          </p:nvSpPr>
          <p:spPr bwMode="auto">
            <a:xfrm>
              <a:off x="249" y="1661"/>
              <a:ext cx="658" cy="182"/>
            </a:xfrm>
            <a:prstGeom prst="rightArrow">
              <a:avLst>
                <a:gd name="adj1" fmla="val 50000"/>
                <a:gd name="adj2" fmla="val 90385"/>
              </a:avLst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9472" name="Text Box 48"/>
            <p:cNvSpPr txBox="1">
              <a:spLocks noChangeArrowheads="1"/>
            </p:cNvSpPr>
            <p:nvPr/>
          </p:nvSpPr>
          <p:spPr bwMode="auto">
            <a:xfrm>
              <a:off x="322" y="1248"/>
              <a:ext cx="93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3600">
                  <a:effectLst/>
                  <a:ea typeface="宋体" panose="02010600030101010101" pitchFamily="2" charset="-122"/>
                </a:rPr>
                <a:t>Y</a:t>
              </a:r>
              <a:r>
                <a:rPr kumimoji="1" lang="en-US" altLang="zh-CN" sz="3600" baseline="-25000">
                  <a:effectLst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999473" name="Line 49"/>
            <p:cNvSpPr>
              <a:spLocks noChangeShapeType="1"/>
            </p:cNvSpPr>
            <p:nvPr/>
          </p:nvSpPr>
          <p:spPr bwMode="auto">
            <a:xfrm>
              <a:off x="4685" y="1071"/>
              <a:ext cx="0" cy="106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9474" name="Freeform 50"/>
            <p:cNvSpPr/>
            <p:nvPr/>
          </p:nvSpPr>
          <p:spPr bwMode="auto">
            <a:xfrm>
              <a:off x="4672" y="2137"/>
              <a:ext cx="72" cy="136"/>
            </a:xfrm>
            <a:custGeom>
              <a:avLst/>
              <a:gdLst>
                <a:gd name="T0" fmla="*/ 0 w 72"/>
                <a:gd name="T1" fmla="*/ 0 h 136"/>
                <a:gd name="T2" fmla="*/ 68 w 72"/>
                <a:gd name="T3" fmla="*/ 23 h 136"/>
                <a:gd name="T4" fmla="*/ 22 w 72"/>
                <a:gd name="T5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" h="136">
                  <a:moveTo>
                    <a:pt x="0" y="0"/>
                  </a:moveTo>
                  <a:cubicBezTo>
                    <a:pt x="32" y="0"/>
                    <a:pt x="64" y="0"/>
                    <a:pt x="68" y="23"/>
                  </a:cubicBezTo>
                  <a:cubicBezTo>
                    <a:pt x="72" y="46"/>
                    <a:pt x="47" y="91"/>
                    <a:pt x="22" y="136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5433589" y="4456367"/>
          <a:ext cx="2946400" cy="175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278" name="Equation" r:id="rId13" imgW="33832800" imgH="20116800" progId="Equation.DSMT4">
                  <p:embed/>
                </p:oleObj>
              </mc:Choice>
              <mc:Fallback>
                <p:oleObj name="Equation" r:id="rId13" imgW="33832800" imgH="20116800" progId="Equation.DSMT4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3589" y="4456367"/>
                        <a:ext cx="2946400" cy="17557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200" y="381000"/>
            <a:ext cx="8985885" cy="1368425"/>
          </a:xfrm>
          <a:prstGeom prst="rect">
            <a:avLst/>
          </a:prstGeom>
        </p:spPr>
      </p:pic>
      <p:pic>
        <p:nvPicPr>
          <p:cNvPr id="3" name="图片 -2147482422" descr="TI10-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0" y="2057400"/>
            <a:ext cx="6840855" cy="41579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-2147482422" descr="TI10-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76200"/>
            <a:ext cx="6840855" cy="41579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76200"/>
            <a:ext cx="7552690" cy="4650740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962400" y="5257800"/>
          <a:ext cx="1958340" cy="711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268" name="Equation" r:id="rId5" imgW="634365" imgH="228600" progId="Equation.DSMT4">
                  <p:embed/>
                </p:oleObj>
              </mc:Choice>
              <mc:Fallback>
                <p:oleObj name="Equation" r:id="rId5" imgW="634365" imgH="2286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257800"/>
                        <a:ext cx="1958340" cy="71183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429000" y="5562600"/>
          <a:ext cx="2000250" cy="633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283" name="Equation" r:id="rId4" imgW="647700" imgH="203200" progId="Equation.DSMT4">
                  <p:embed/>
                </p:oleObj>
              </mc:Choice>
              <mc:Fallback>
                <p:oleObj name="Equation" r:id="rId4" imgW="647700" imgH="2032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562600"/>
                        <a:ext cx="2000250" cy="63309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234950" y="381000"/>
            <a:ext cx="8674100" cy="4749800"/>
            <a:chOff x="370" y="600"/>
            <a:chExt cx="13660" cy="748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0" y="600"/>
              <a:ext cx="13660" cy="7481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>
            <a:xfrm>
              <a:off x="840" y="3840"/>
              <a:ext cx="600" cy="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2601" y="3840"/>
              <a:ext cx="469" cy="6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720" y="4200"/>
              <a:ext cx="752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2520" y="4200"/>
              <a:ext cx="752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Box 46"/>
          <p:cNvSpPr txBox="1">
            <a:spLocks noChangeArrowheads="1"/>
          </p:cNvSpPr>
          <p:nvPr/>
        </p:nvSpPr>
        <p:spPr bwMode="auto">
          <a:xfrm>
            <a:off x="3886200" y="762000"/>
            <a:ext cx="14414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 dirty="0" smtClean="0">
                <a:effectLst/>
                <a:ea typeface="宋体" panose="02010600030101010101" pitchFamily="2" charset="-122"/>
              </a:rPr>
              <a:t>1-23</a:t>
            </a:r>
            <a:endParaRPr kumimoji="1" lang="en-US" altLang="zh-CN" sz="3200" dirty="0">
              <a:effectLst/>
              <a:ea typeface="宋体" panose="02010600030101010101" pitchFamily="2" charset="-122"/>
            </a:endParaRPr>
          </a:p>
        </p:txBody>
      </p:sp>
      <p:pic>
        <p:nvPicPr>
          <p:cNvPr id="1120259" name="图片 1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524000"/>
            <a:ext cx="5664404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742070" y="5410200"/>
          <a:ext cx="3228264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307" name="Equation" r:id="rId4" imgW="29565600" imgH="4876800" progId="Equation.DSMT4">
                  <p:embed/>
                </p:oleObj>
              </mc:Choice>
              <mc:Fallback>
                <p:oleObj name="Equation" r:id="rId4" imgW="29565600" imgH="48768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2070" y="5410200"/>
                        <a:ext cx="3228264" cy="5334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990600" y="5410835"/>
          <a:ext cx="1854835" cy="613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3335" name="Equation" r:id="rId3" imgW="698500" imgH="228600" progId="Equation.DSMT4">
                  <p:embed/>
                </p:oleObj>
              </mc:Choice>
              <mc:Fallback>
                <p:oleObj name="Equation" r:id="rId3" imgW="698500" imgH="228600" progId="Equation.DSMT4">
                  <p:embed/>
                  <p:pic>
                    <p:nvPicPr>
                      <p:cNvPr id="0" name="图片 11212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5410835"/>
                        <a:ext cx="1854835" cy="61341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555" y="524510"/>
            <a:ext cx="8898890" cy="4354830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733483" y="5376545"/>
          <a:ext cx="155194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3336" name="Equation" r:id="rId6" imgW="584200" imgH="241300" progId="Equation.DSMT4">
                  <p:embed/>
                </p:oleObj>
              </mc:Choice>
              <mc:Fallback>
                <p:oleObj name="Equation" r:id="rId6" imgW="584200" imgH="241300" progId="Equation.DSMT4">
                  <p:embed/>
                  <p:pic>
                    <p:nvPicPr>
                      <p:cNvPr id="0" name="图片 11212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483" y="5376545"/>
                        <a:ext cx="1551940" cy="6477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019483" y="5376228"/>
          <a:ext cx="1788160" cy="614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3337" name="Equation" r:id="rId8" imgW="673100" imgH="228600" progId="Equation.DSMT4">
                  <p:embed/>
                </p:oleObj>
              </mc:Choice>
              <mc:Fallback>
                <p:oleObj name="Equation" r:id="rId8" imgW="673100" imgH="228600" progId="Equation.DSMT4">
                  <p:embed/>
                  <p:pic>
                    <p:nvPicPr>
                      <p:cNvPr id="0" name="图片 11212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483" y="5376228"/>
                        <a:ext cx="1788160" cy="61404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Box 46"/>
          <p:cNvSpPr txBox="1">
            <a:spLocks noChangeArrowheads="1"/>
          </p:cNvSpPr>
          <p:nvPr/>
        </p:nvSpPr>
        <p:spPr bwMode="auto">
          <a:xfrm>
            <a:off x="228600" y="838200"/>
            <a:ext cx="87630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dirty="0" smtClean="0">
                <a:solidFill>
                  <a:srgbClr val="000099"/>
                </a:solidFill>
                <a:effectLst/>
                <a:ea typeface="宋体" panose="02010600030101010101" pitchFamily="2" charset="-122"/>
              </a:rPr>
              <a:t>4-30 </a:t>
            </a:r>
            <a:r>
              <a:rPr lang="zh-CN" altLang="zh-CN" sz="2800" dirty="0" smtClean="0">
                <a:solidFill>
                  <a:srgbClr val="000099"/>
                </a:solidFill>
                <a:effectLst/>
              </a:rPr>
              <a:t>当</a:t>
            </a:r>
            <a:r>
              <a:rPr lang="zh-CN" altLang="zh-CN" sz="2800" dirty="0">
                <a:solidFill>
                  <a:srgbClr val="000099"/>
                </a:solidFill>
                <a:effectLst/>
              </a:rPr>
              <a:t>开关</a:t>
            </a:r>
            <a:r>
              <a:rPr lang="en-US" altLang="zh-CN" sz="2800" dirty="0">
                <a:solidFill>
                  <a:srgbClr val="000099"/>
                </a:solidFill>
                <a:effectLst/>
              </a:rPr>
              <a:t>S</a:t>
            </a:r>
            <a:r>
              <a:rPr lang="zh-CN" altLang="zh-CN" sz="2800" dirty="0">
                <a:solidFill>
                  <a:srgbClr val="000099"/>
                </a:solidFill>
                <a:effectLst/>
              </a:rPr>
              <a:t>闭合时，支路电流</a:t>
            </a:r>
            <a:r>
              <a:rPr lang="en-US" altLang="zh-CN" sz="2800" i="1" dirty="0">
                <a:solidFill>
                  <a:srgbClr val="000099"/>
                </a:solidFill>
                <a:effectLst/>
              </a:rPr>
              <a:t>I</a:t>
            </a:r>
            <a:r>
              <a:rPr lang="en-US" altLang="zh-CN" sz="2800" baseline="-25000" dirty="0">
                <a:solidFill>
                  <a:srgbClr val="000099"/>
                </a:solidFill>
                <a:effectLst/>
              </a:rPr>
              <a:t>1</a:t>
            </a:r>
            <a:r>
              <a:rPr lang="zh-CN" altLang="zh-CN" sz="2800" dirty="0">
                <a:solidFill>
                  <a:srgbClr val="000099"/>
                </a:solidFill>
                <a:effectLst/>
              </a:rPr>
              <a:t>＝</a:t>
            </a:r>
            <a:r>
              <a:rPr lang="en-US" altLang="zh-CN" sz="2800" dirty="0">
                <a:solidFill>
                  <a:srgbClr val="000099"/>
                </a:solidFill>
                <a:effectLst/>
              </a:rPr>
              <a:t>5A</a:t>
            </a:r>
            <a:r>
              <a:rPr lang="zh-CN" altLang="zh-CN" sz="2800" dirty="0">
                <a:solidFill>
                  <a:srgbClr val="000099"/>
                </a:solidFill>
                <a:effectLst/>
              </a:rPr>
              <a:t>，</a:t>
            </a:r>
            <a:r>
              <a:rPr lang="en-US" altLang="zh-CN" sz="2800" i="1" dirty="0">
                <a:solidFill>
                  <a:srgbClr val="000099"/>
                </a:solidFill>
                <a:effectLst/>
              </a:rPr>
              <a:t>I</a:t>
            </a:r>
            <a:r>
              <a:rPr lang="en-US" altLang="zh-CN" sz="2800" baseline="-25000" dirty="0">
                <a:solidFill>
                  <a:srgbClr val="000099"/>
                </a:solidFill>
                <a:effectLst/>
              </a:rPr>
              <a:t>2</a:t>
            </a:r>
            <a:r>
              <a:rPr lang="zh-CN" altLang="zh-CN" sz="2800" dirty="0">
                <a:solidFill>
                  <a:srgbClr val="000099"/>
                </a:solidFill>
                <a:effectLst/>
              </a:rPr>
              <a:t>＝</a:t>
            </a:r>
            <a:r>
              <a:rPr lang="en-US" altLang="zh-CN" sz="2800" dirty="0">
                <a:solidFill>
                  <a:srgbClr val="000099"/>
                </a:solidFill>
                <a:effectLst/>
              </a:rPr>
              <a:t>2A</a:t>
            </a:r>
            <a:r>
              <a:rPr lang="zh-CN" altLang="zh-CN" sz="2800" dirty="0">
                <a:solidFill>
                  <a:srgbClr val="000099"/>
                </a:solidFill>
                <a:effectLst/>
              </a:rPr>
              <a:t>；试计算当开关</a:t>
            </a:r>
            <a:r>
              <a:rPr lang="en-US" altLang="zh-CN" sz="2800" dirty="0">
                <a:solidFill>
                  <a:srgbClr val="000099"/>
                </a:solidFill>
                <a:effectLst/>
              </a:rPr>
              <a:t>S</a:t>
            </a:r>
            <a:r>
              <a:rPr lang="zh-CN" altLang="zh-CN" sz="2800" dirty="0">
                <a:solidFill>
                  <a:srgbClr val="000099"/>
                </a:solidFill>
                <a:effectLst/>
              </a:rPr>
              <a:t>打开后支路电流</a:t>
            </a:r>
            <a:r>
              <a:rPr lang="en-US" altLang="zh-CN" sz="2800" i="1" dirty="0">
                <a:solidFill>
                  <a:srgbClr val="000099"/>
                </a:solidFill>
                <a:effectLst/>
              </a:rPr>
              <a:t>I</a:t>
            </a:r>
            <a:r>
              <a:rPr lang="en-US" altLang="zh-CN" sz="2800" baseline="-25000" dirty="0">
                <a:solidFill>
                  <a:srgbClr val="000099"/>
                </a:solidFill>
                <a:effectLst/>
              </a:rPr>
              <a:t>1</a:t>
            </a:r>
            <a:r>
              <a:rPr lang="zh-CN" altLang="zh-CN" sz="2800" dirty="0">
                <a:solidFill>
                  <a:srgbClr val="000099"/>
                </a:solidFill>
                <a:effectLst/>
              </a:rPr>
              <a:t>。</a:t>
            </a:r>
            <a:endParaRPr kumimoji="1" lang="en-US" altLang="zh-CN" sz="2800" dirty="0">
              <a:solidFill>
                <a:srgbClr val="000099"/>
              </a:solidFill>
              <a:effectLst/>
              <a:ea typeface="宋体" panose="02010600030101010101" pitchFamily="2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960812" y="5562600"/>
          <a:ext cx="12985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4362" name="Equation" r:id="rId3" imgW="11887200" imgH="5486400" progId="Equation.DSMT4">
                  <p:embed/>
                </p:oleObj>
              </mc:Choice>
              <mc:Fallback>
                <p:oleObj name="Equation" r:id="rId3" imgW="11887200" imgH="5486400" progId="Equation.DSMT4">
                  <p:embed/>
                  <p:pic>
                    <p:nvPicPr>
                      <p:cNvPr id="0" name="图片 11243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0812" y="5562600"/>
                        <a:ext cx="1298575" cy="6000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24354" name="图片 117" descr="E:\电路改版画图\电路图 - 副本\TI4-28.t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897" y="2057400"/>
            <a:ext cx="6432176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Box 46"/>
          <p:cNvSpPr txBox="1">
            <a:spLocks noChangeArrowheads="1"/>
          </p:cNvSpPr>
          <p:nvPr/>
        </p:nvSpPr>
        <p:spPr bwMode="auto">
          <a:xfrm>
            <a:off x="304800" y="76200"/>
            <a:ext cx="8763000" cy="95410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dirty="0" smtClean="0">
                <a:solidFill>
                  <a:srgbClr val="000099"/>
                </a:solidFill>
                <a:effectLst/>
                <a:ea typeface="宋体" panose="02010600030101010101" pitchFamily="2" charset="-122"/>
              </a:rPr>
              <a:t>4-30 </a:t>
            </a:r>
            <a:r>
              <a:rPr lang="zh-CN" altLang="zh-CN" sz="2800" dirty="0" smtClean="0">
                <a:solidFill>
                  <a:srgbClr val="000099"/>
                </a:solidFill>
                <a:effectLst/>
              </a:rPr>
              <a:t>当</a:t>
            </a:r>
            <a:r>
              <a:rPr lang="zh-CN" altLang="zh-CN" sz="2800" dirty="0">
                <a:solidFill>
                  <a:srgbClr val="000099"/>
                </a:solidFill>
                <a:effectLst/>
              </a:rPr>
              <a:t>开关</a:t>
            </a:r>
            <a:r>
              <a:rPr lang="en-US" altLang="zh-CN" sz="2800" dirty="0">
                <a:solidFill>
                  <a:srgbClr val="000099"/>
                </a:solidFill>
                <a:effectLst/>
              </a:rPr>
              <a:t>S</a:t>
            </a:r>
            <a:r>
              <a:rPr lang="zh-CN" altLang="zh-CN" sz="2800" dirty="0">
                <a:solidFill>
                  <a:srgbClr val="000099"/>
                </a:solidFill>
                <a:effectLst/>
              </a:rPr>
              <a:t>闭合时，支路电流</a:t>
            </a:r>
            <a:r>
              <a:rPr lang="en-US" altLang="zh-CN" sz="2800" i="1" dirty="0">
                <a:solidFill>
                  <a:srgbClr val="000099"/>
                </a:solidFill>
                <a:effectLst/>
              </a:rPr>
              <a:t>I</a:t>
            </a:r>
            <a:r>
              <a:rPr lang="en-US" altLang="zh-CN" sz="2800" baseline="-25000" dirty="0">
                <a:solidFill>
                  <a:srgbClr val="000099"/>
                </a:solidFill>
                <a:effectLst/>
              </a:rPr>
              <a:t>1</a:t>
            </a:r>
            <a:r>
              <a:rPr lang="zh-CN" altLang="zh-CN" sz="2800" dirty="0">
                <a:solidFill>
                  <a:srgbClr val="000099"/>
                </a:solidFill>
                <a:effectLst/>
              </a:rPr>
              <a:t>＝</a:t>
            </a:r>
            <a:r>
              <a:rPr lang="en-US" altLang="zh-CN" sz="2800" dirty="0">
                <a:solidFill>
                  <a:srgbClr val="000099"/>
                </a:solidFill>
                <a:effectLst/>
              </a:rPr>
              <a:t>5A</a:t>
            </a:r>
            <a:r>
              <a:rPr lang="zh-CN" altLang="zh-CN" sz="2800" dirty="0">
                <a:solidFill>
                  <a:srgbClr val="000099"/>
                </a:solidFill>
                <a:effectLst/>
              </a:rPr>
              <a:t>，</a:t>
            </a:r>
            <a:r>
              <a:rPr lang="en-US" altLang="zh-CN" sz="2800" i="1" dirty="0">
                <a:solidFill>
                  <a:srgbClr val="000099"/>
                </a:solidFill>
                <a:effectLst/>
              </a:rPr>
              <a:t>I</a:t>
            </a:r>
            <a:r>
              <a:rPr lang="en-US" altLang="zh-CN" sz="2800" baseline="-25000" dirty="0">
                <a:solidFill>
                  <a:srgbClr val="000099"/>
                </a:solidFill>
                <a:effectLst/>
              </a:rPr>
              <a:t>2</a:t>
            </a:r>
            <a:r>
              <a:rPr lang="zh-CN" altLang="zh-CN" sz="2800" dirty="0">
                <a:solidFill>
                  <a:srgbClr val="000099"/>
                </a:solidFill>
                <a:effectLst/>
              </a:rPr>
              <a:t>＝</a:t>
            </a:r>
            <a:r>
              <a:rPr lang="en-US" altLang="zh-CN" sz="2800" dirty="0">
                <a:solidFill>
                  <a:srgbClr val="000099"/>
                </a:solidFill>
                <a:effectLst/>
              </a:rPr>
              <a:t>2A</a:t>
            </a:r>
            <a:r>
              <a:rPr lang="zh-CN" altLang="zh-CN" sz="2800" dirty="0">
                <a:solidFill>
                  <a:srgbClr val="000099"/>
                </a:solidFill>
                <a:effectLst/>
              </a:rPr>
              <a:t>；试计算当开关</a:t>
            </a:r>
            <a:r>
              <a:rPr lang="en-US" altLang="zh-CN" sz="2800" dirty="0">
                <a:solidFill>
                  <a:srgbClr val="000099"/>
                </a:solidFill>
                <a:effectLst/>
              </a:rPr>
              <a:t>S</a:t>
            </a:r>
            <a:r>
              <a:rPr lang="zh-CN" altLang="zh-CN" sz="2800" dirty="0">
                <a:solidFill>
                  <a:srgbClr val="000099"/>
                </a:solidFill>
                <a:effectLst/>
              </a:rPr>
              <a:t>打开后支路电流</a:t>
            </a:r>
            <a:r>
              <a:rPr lang="en-US" altLang="zh-CN" sz="2800" i="1" dirty="0">
                <a:solidFill>
                  <a:srgbClr val="000099"/>
                </a:solidFill>
                <a:effectLst/>
              </a:rPr>
              <a:t>I</a:t>
            </a:r>
            <a:r>
              <a:rPr lang="en-US" altLang="zh-CN" sz="2800" baseline="-25000" dirty="0">
                <a:solidFill>
                  <a:srgbClr val="000099"/>
                </a:solidFill>
                <a:effectLst/>
              </a:rPr>
              <a:t>1</a:t>
            </a:r>
            <a:r>
              <a:rPr lang="zh-CN" altLang="zh-CN" sz="2800" dirty="0">
                <a:solidFill>
                  <a:srgbClr val="000099"/>
                </a:solidFill>
                <a:effectLst/>
              </a:rPr>
              <a:t>。</a:t>
            </a:r>
            <a:endParaRPr kumimoji="1" lang="en-US" altLang="zh-CN" sz="2800" dirty="0">
              <a:solidFill>
                <a:srgbClr val="000099"/>
              </a:solidFill>
              <a:effectLst/>
              <a:ea typeface="宋体" panose="02010600030101010101" pitchFamily="2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922712" y="5638800"/>
          <a:ext cx="12985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5379" name="Equation" r:id="rId3" imgW="11887200" imgH="5486400" progId="Equation.DSMT4">
                  <p:embed/>
                </p:oleObj>
              </mc:Choice>
              <mc:Fallback>
                <p:oleObj name="Equation" r:id="rId3" imgW="11887200" imgH="5486400" progId="Equation.DSMT4">
                  <p:embed/>
                  <p:pic>
                    <p:nvPicPr>
                      <p:cNvPr id="0" name="图片 11243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2712" y="5638800"/>
                        <a:ext cx="1298575" cy="6000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24354" name="图片 117" descr="E:\电路改版画图\电路图 - 副本\TI4-28.t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2097" y="990600"/>
            <a:ext cx="6432176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Box 46"/>
          <p:cNvSpPr txBox="1">
            <a:spLocks noChangeArrowheads="1"/>
          </p:cNvSpPr>
          <p:nvPr/>
        </p:nvSpPr>
        <p:spPr bwMode="auto">
          <a:xfrm>
            <a:off x="228600" y="838200"/>
            <a:ext cx="87630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800" dirty="0" smtClean="0">
                <a:solidFill>
                  <a:srgbClr val="000099"/>
                </a:solidFill>
                <a:effectLst/>
                <a:ea typeface="宋体" panose="02010600030101010101" pitchFamily="2" charset="-122"/>
              </a:rPr>
              <a:t>4-31 </a:t>
            </a:r>
            <a:r>
              <a:rPr lang="zh-CN" altLang="zh-CN" sz="2800" dirty="0" smtClean="0">
                <a:solidFill>
                  <a:srgbClr val="000099"/>
                </a:solidFill>
                <a:effectLst/>
              </a:rPr>
              <a:t>当</a:t>
            </a:r>
            <a:r>
              <a:rPr lang="zh-CN" altLang="zh-CN" sz="2800" dirty="0">
                <a:solidFill>
                  <a:srgbClr val="000099"/>
                </a:solidFill>
                <a:effectLst/>
              </a:rPr>
              <a:t>开关</a:t>
            </a:r>
            <a:r>
              <a:rPr lang="en-US" altLang="zh-CN" sz="2800" dirty="0">
                <a:solidFill>
                  <a:srgbClr val="000099"/>
                </a:solidFill>
                <a:effectLst/>
              </a:rPr>
              <a:t>N</a:t>
            </a:r>
            <a:r>
              <a:rPr lang="en-US" altLang="zh-CN" sz="2800" baseline="-25000" dirty="0">
                <a:solidFill>
                  <a:srgbClr val="000099"/>
                </a:solidFill>
                <a:effectLst/>
              </a:rPr>
              <a:t>S</a:t>
            </a:r>
            <a:r>
              <a:rPr lang="zh-CN" altLang="zh-CN" sz="2800" dirty="0">
                <a:solidFill>
                  <a:srgbClr val="000099"/>
                </a:solidFill>
                <a:effectLst/>
              </a:rPr>
              <a:t>为有源二端网络。</a:t>
            </a:r>
          </a:p>
          <a:p>
            <a:r>
              <a:rPr lang="zh-CN" altLang="zh-CN" sz="2800" dirty="0">
                <a:solidFill>
                  <a:srgbClr val="000099"/>
                </a:solidFill>
                <a:effectLst/>
              </a:rPr>
              <a:t>当开关</a:t>
            </a:r>
            <a:r>
              <a:rPr lang="en-US" altLang="zh-CN" sz="2800" dirty="0">
                <a:solidFill>
                  <a:srgbClr val="000099"/>
                </a:solidFill>
                <a:effectLst/>
              </a:rPr>
              <a:t>S</a:t>
            </a:r>
            <a:r>
              <a:rPr lang="zh-CN" altLang="zh-CN" sz="2800" dirty="0">
                <a:solidFill>
                  <a:srgbClr val="000099"/>
                </a:solidFill>
                <a:effectLst/>
              </a:rPr>
              <a:t>倒向位</a:t>
            </a:r>
            <a:r>
              <a:rPr lang="en-US" altLang="zh-CN" sz="2800" dirty="0">
                <a:solidFill>
                  <a:srgbClr val="000099"/>
                </a:solidFill>
                <a:effectLst/>
              </a:rPr>
              <a:t>1</a:t>
            </a:r>
            <a:r>
              <a:rPr lang="zh-CN" altLang="zh-CN" sz="2800" dirty="0">
                <a:solidFill>
                  <a:srgbClr val="000099"/>
                </a:solidFill>
                <a:effectLst/>
              </a:rPr>
              <a:t>时，电压表读数为</a:t>
            </a:r>
            <a:r>
              <a:rPr lang="en-US" altLang="zh-CN" sz="2800" dirty="0">
                <a:solidFill>
                  <a:srgbClr val="000099"/>
                </a:solidFill>
                <a:effectLst/>
              </a:rPr>
              <a:t>3V</a:t>
            </a:r>
            <a:r>
              <a:rPr lang="zh-CN" altLang="zh-CN" sz="2800" dirty="0">
                <a:solidFill>
                  <a:srgbClr val="000099"/>
                </a:solidFill>
                <a:effectLst/>
              </a:rPr>
              <a:t>，当开关</a:t>
            </a:r>
            <a:r>
              <a:rPr lang="en-US" altLang="zh-CN" sz="2800" dirty="0">
                <a:solidFill>
                  <a:srgbClr val="000099"/>
                </a:solidFill>
                <a:effectLst/>
              </a:rPr>
              <a:t>S</a:t>
            </a:r>
            <a:r>
              <a:rPr lang="zh-CN" altLang="zh-CN" sz="2800" dirty="0">
                <a:solidFill>
                  <a:srgbClr val="000099"/>
                </a:solidFill>
                <a:effectLst/>
              </a:rPr>
              <a:t>倒向位</a:t>
            </a:r>
            <a:r>
              <a:rPr lang="en-US" altLang="zh-CN" sz="2800" dirty="0">
                <a:solidFill>
                  <a:srgbClr val="000099"/>
                </a:solidFill>
                <a:effectLst/>
              </a:rPr>
              <a:t>2</a:t>
            </a:r>
            <a:r>
              <a:rPr lang="zh-CN" altLang="zh-CN" sz="2800" dirty="0">
                <a:solidFill>
                  <a:srgbClr val="000099"/>
                </a:solidFill>
                <a:effectLst/>
              </a:rPr>
              <a:t>时，电压表读数为</a:t>
            </a:r>
            <a:r>
              <a:rPr lang="en-US" altLang="zh-CN" sz="2800" dirty="0">
                <a:solidFill>
                  <a:srgbClr val="000099"/>
                </a:solidFill>
                <a:effectLst/>
              </a:rPr>
              <a:t>18V</a:t>
            </a:r>
            <a:r>
              <a:rPr lang="zh-CN" altLang="zh-CN" sz="2800" dirty="0">
                <a:solidFill>
                  <a:srgbClr val="000099"/>
                </a:solidFill>
                <a:effectLst/>
              </a:rPr>
              <a:t>。计算当开关</a:t>
            </a:r>
            <a:r>
              <a:rPr lang="en-US" altLang="zh-CN" sz="2800" dirty="0">
                <a:solidFill>
                  <a:srgbClr val="000099"/>
                </a:solidFill>
                <a:effectLst/>
              </a:rPr>
              <a:t>S</a:t>
            </a:r>
            <a:r>
              <a:rPr lang="zh-CN" altLang="zh-CN" sz="2800" dirty="0">
                <a:solidFill>
                  <a:srgbClr val="000099"/>
                </a:solidFill>
                <a:effectLst/>
              </a:rPr>
              <a:t>倒向位</a:t>
            </a:r>
            <a:r>
              <a:rPr lang="en-US" altLang="zh-CN" sz="2800" dirty="0">
                <a:solidFill>
                  <a:srgbClr val="000099"/>
                </a:solidFill>
                <a:effectLst/>
              </a:rPr>
              <a:t>3</a:t>
            </a:r>
            <a:r>
              <a:rPr lang="zh-CN" altLang="zh-CN" sz="2800" dirty="0">
                <a:solidFill>
                  <a:srgbClr val="000099"/>
                </a:solidFill>
                <a:effectLst/>
              </a:rPr>
              <a:t>时，电压表读数。</a:t>
            </a:r>
            <a:endParaRPr kumimoji="1" lang="en-US" altLang="zh-CN" sz="2800" dirty="0">
              <a:solidFill>
                <a:srgbClr val="000099"/>
              </a:solidFill>
              <a:effectLst/>
              <a:ea typeface="宋体" panose="02010600030101010101" pitchFamily="2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038600" y="5638800"/>
          <a:ext cx="93345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403" name="Equation" r:id="rId3" imgW="8534400" imgH="4267200" progId="Equation.DSMT4">
                  <p:embed/>
                </p:oleObj>
              </mc:Choice>
              <mc:Fallback>
                <p:oleObj name="Equation" r:id="rId3" imgW="8534400" imgH="4267200" progId="Equation.DSMT4">
                  <p:embed/>
                  <p:pic>
                    <p:nvPicPr>
                      <p:cNvPr id="0" name="图片 11253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5638800"/>
                        <a:ext cx="933450" cy="4667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25378" name="图片 4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185" y="2678496"/>
            <a:ext cx="829983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886200" y="5867400"/>
          <a:ext cx="641350" cy="489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27" name="Equation" r:id="rId3" imgW="215900" imgH="165100" progId="Equation.DSMT4">
                  <p:embed/>
                </p:oleObj>
              </mc:Choice>
              <mc:Fallback>
                <p:oleObj name="Equation" r:id="rId3" imgW="215900" imgH="165100" progId="Equation.DSMT4">
                  <p:embed/>
                  <p:pic>
                    <p:nvPicPr>
                      <p:cNvPr id="0" name="图片 11253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867400"/>
                        <a:ext cx="641350" cy="48958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298450"/>
            <a:ext cx="8978900" cy="14465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7800" y="1752600"/>
            <a:ext cx="6177280" cy="37985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871595" y="5943600"/>
          <a:ext cx="641350" cy="489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51" name="Equation" r:id="rId3" imgW="215900" imgH="165100" progId="Equation.DSMT4">
                  <p:embed/>
                </p:oleObj>
              </mc:Choice>
              <mc:Fallback>
                <p:oleObj name="Equation" r:id="rId3" imgW="215900" imgH="165100" progId="Equation.DSMT4">
                  <p:embed/>
                  <p:pic>
                    <p:nvPicPr>
                      <p:cNvPr id="0" name="图片 11253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1595" y="5943600"/>
                        <a:ext cx="641350" cy="48958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69850"/>
            <a:ext cx="8978900" cy="14465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" y="1828800"/>
            <a:ext cx="4360545" cy="2682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2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583" y="1905000"/>
            <a:ext cx="7858125" cy="427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792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03" y="685800"/>
            <a:ext cx="7427167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2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582" y="1905000"/>
            <a:ext cx="7858125" cy="427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792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03" y="609600"/>
            <a:ext cx="7427167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6934200" y="2277122"/>
          <a:ext cx="657225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491" name="Equation" r:id="rId6" imgW="7315200" imgH="3962400" progId="Equation.DSMT4">
                  <p:embed/>
                </p:oleObj>
              </mc:Choice>
              <mc:Fallback>
                <p:oleObj name="Equation" r:id="rId6" imgW="7315200" imgH="3962400" progId="Equation.DSMT4">
                  <p:embed/>
                  <p:pic>
                    <p:nvPicPr>
                      <p:cNvPr id="0" name="图片 11264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2277122"/>
                        <a:ext cx="657225" cy="3571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6875756" y="4272376"/>
          <a:ext cx="657225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492" name="Equation" r:id="rId8" imgW="304800" imgH="165100" progId="Equation.DSMT4">
                  <p:embed/>
                </p:oleObj>
              </mc:Choice>
              <mc:Fallback>
                <p:oleObj name="Equation" r:id="rId8" imgW="304800" imgH="165100" progId="Equation.DSMT4">
                  <p:embed/>
                  <p:pic>
                    <p:nvPicPr>
                      <p:cNvPr id="0" name="图片 11264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5756" y="4272376"/>
                        <a:ext cx="657225" cy="3571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146088" y="2971800"/>
          <a:ext cx="657225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493" name="Equation" r:id="rId10" imgW="304800" imgH="165100" progId="Equation.DSMT4">
                  <p:embed/>
                </p:oleObj>
              </mc:Choice>
              <mc:Fallback>
                <p:oleObj name="Equation" r:id="rId10" imgW="304800" imgH="165100" progId="Equation.DSMT4">
                  <p:embed/>
                  <p:pic>
                    <p:nvPicPr>
                      <p:cNvPr id="0" name="图片 11264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6088" y="2971800"/>
                        <a:ext cx="657225" cy="3571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402888" y="5011444"/>
          <a:ext cx="657225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494" name="Equation" r:id="rId11" imgW="304800" imgH="165100" progId="Equation.DSMT4">
                  <p:embed/>
                </p:oleObj>
              </mc:Choice>
              <mc:Fallback>
                <p:oleObj name="Equation" r:id="rId11" imgW="304800" imgH="165100" progId="Equation.DSMT4">
                  <p:embed/>
                  <p:pic>
                    <p:nvPicPr>
                      <p:cNvPr id="0" name="图片 11264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2888" y="5011444"/>
                        <a:ext cx="657225" cy="3571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994732" y="4598634"/>
          <a:ext cx="1012825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495" name="Equation" r:id="rId12" imgW="11277600" imgH="4876800" progId="Equation.DSMT4">
                  <p:embed/>
                </p:oleObj>
              </mc:Choice>
              <mc:Fallback>
                <p:oleObj name="Equation" r:id="rId12" imgW="11277600" imgH="4876800" progId="Equation.DSMT4">
                  <p:embed/>
                  <p:pic>
                    <p:nvPicPr>
                      <p:cNvPr id="0" name="图片 11264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4732" y="4598634"/>
                        <a:ext cx="1012825" cy="4397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77621" y="3556294"/>
          <a:ext cx="1860550" cy="541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496" name="Equation" r:id="rId14" imgW="23164800" imgH="6705600" progId="Equation.DSMT4">
                  <p:embed/>
                </p:oleObj>
              </mc:Choice>
              <mc:Fallback>
                <p:oleObj name="Equation" r:id="rId14" imgW="23164800" imgH="6705600" progId="Equation.DSMT4">
                  <p:embed/>
                  <p:pic>
                    <p:nvPicPr>
                      <p:cNvPr id="0" name="图片 11264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621" y="3556294"/>
                        <a:ext cx="1860550" cy="54112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649766" y="2626312"/>
          <a:ext cx="389878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497" name="Equation" r:id="rId16" imgW="3048000" imgH="6400800" progId="Equation.DSMT4">
                  <p:embed/>
                </p:oleObj>
              </mc:Choice>
              <mc:Fallback>
                <p:oleObj name="Equation" r:id="rId16" imgW="3048000" imgH="6400800" progId="Equation.DSMT4">
                  <p:embed/>
                  <p:pic>
                    <p:nvPicPr>
                      <p:cNvPr id="0" name="图片 11264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766" y="2626312"/>
                        <a:ext cx="389878" cy="5159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429254" y="5791200"/>
          <a:ext cx="514807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498" name="Equation" r:id="rId18" imgW="42976800" imgH="5791200" progId="Equation.DSMT4">
                  <p:embed/>
                </p:oleObj>
              </mc:Choice>
              <mc:Fallback>
                <p:oleObj name="Equation" r:id="rId18" imgW="42976800" imgH="5791200" progId="Equation.DSMT4">
                  <p:embed/>
                  <p:pic>
                    <p:nvPicPr>
                      <p:cNvPr id="0" name="图片 11274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254" y="5791200"/>
                        <a:ext cx="5148072" cy="6858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181600" y="4867910"/>
          <a:ext cx="2479724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499" name="Equation" r:id="rId20" imgW="24384000" imgH="6705600" progId="Equation.DSMT4">
                  <p:embed/>
                </p:oleObj>
              </mc:Choice>
              <mc:Fallback>
                <p:oleObj name="Equation" r:id="rId20" imgW="24384000" imgH="6705600" progId="Equation.DSMT4">
                  <p:embed/>
                  <p:pic>
                    <p:nvPicPr>
                      <p:cNvPr id="0" name="图片 11274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867910"/>
                        <a:ext cx="2479724" cy="6858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95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133600"/>
            <a:ext cx="6510887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8953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62000"/>
            <a:ext cx="8991600" cy="122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922463" y="1524000"/>
          <a:ext cx="4929079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503" name="Equation" r:id="rId4" imgW="42062400" imgH="5791200" progId="Equation.DSMT4">
                  <p:embed/>
                </p:oleObj>
              </mc:Choice>
              <mc:Fallback>
                <p:oleObj name="Equation" r:id="rId4" imgW="42062400" imgH="5791200" progId="Equation.DSMT4">
                  <p:embed/>
                  <p:pic>
                    <p:nvPicPr>
                      <p:cNvPr id="0" name="图片 11223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2463" y="1524000"/>
                        <a:ext cx="4929079" cy="6858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752600" y="2819400"/>
          <a:ext cx="5249862" cy="701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504" name="Equation" r:id="rId6" imgW="43891200" imgH="5791200" progId="Equation.DSMT4">
                  <p:embed/>
                </p:oleObj>
              </mc:Choice>
              <mc:Fallback>
                <p:oleObj name="Equation" r:id="rId6" imgW="43891200" imgH="5791200" progId="Equation.DSMT4">
                  <p:embed/>
                  <p:pic>
                    <p:nvPicPr>
                      <p:cNvPr id="0" name="图片 11223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819400"/>
                        <a:ext cx="5249862" cy="701714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219200" y="4114800"/>
          <a:ext cx="6989081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505" name="Equation" r:id="rId8" imgW="56692800" imgH="11582400" progId="Equation.DSMT4">
                  <p:embed/>
                </p:oleObj>
              </mc:Choice>
              <mc:Fallback>
                <p:oleObj name="Equation" r:id="rId8" imgW="56692800" imgH="11582400" progId="Equation.DSMT4">
                  <p:embed/>
                  <p:pic>
                    <p:nvPicPr>
                      <p:cNvPr id="0" name="图片 11223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114800"/>
                        <a:ext cx="6989081" cy="14478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11018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47" y="821184"/>
            <a:ext cx="8653564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1905000" y="2041118"/>
            <a:ext cx="4800600" cy="3732871"/>
            <a:chOff x="1905000" y="2041118"/>
            <a:chExt cx="4800600" cy="3732871"/>
          </a:xfrm>
        </p:grpSpPr>
        <p:pic>
          <p:nvPicPr>
            <p:cNvPr id="1101826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5000" y="2895600"/>
              <a:ext cx="4800600" cy="28783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Text Box 63"/>
            <p:cNvSpPr txBox="1">
              <a:spLocks noChangeArrowheads="1"/>
            </p:cNvSpPr>
            <p:nvPr/>
          </p:nvSpPr>
          <p:spPr bwMode="auto">
            <a:xfrm>
              <a:off x="3590278" y="2051469"/>
              <a:ext cx="304800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200" b="1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.</a:t>
              </a:r>
            </a:p>
          </p:txBody>
        </p:sp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4106676" y="2041118"/>
              <a:ext cx="304800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200" b="1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.</a:t>
              </a:r>
            </a:p>
          </p:txBody>
        </p:sp>
        <p:sp>
          <p:nvSpPr>
            <p:cNvPr id="7" name="Text Box 63"/>
            <p:cNvSpPr txBox="1">
              <a:spLocks noChangeArrowheads="1"/>
            </p:cNvSpPr>
            <p:nvPr/>
          </p:nvSpPr>
          <p:spPr bwMode="auto">
            <a:xfrm>
              <a:off x="4605318" y="2051470"/>
              <a:ext cx="304800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200" b="1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921125" y="1447800"/>
          <a:ext cx="174783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529" name="Equation" r:id="rId4" imgW="15240000" imgH="6705600" progId="Equation.DSMT4">
                  <p:embed/>
                </p:oleObj>
              </mc:Choice>
              <mc:Fallback>
                <p:oleObj name="Equation" r:id="rId4" imgW="15240000" imgH="6705600" progId="Equation.DSMT4">
                  <p:embed/>
                  <p:pic>
                    <p:nvPicPr>
                      <p:cNvPr id="0" name="图片 11233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1125" y="1447800"/>
                        <a:ext cx="1747838" cy="762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217863" y="2438400"/>
          <a:ext cx="3089275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530" name="Equation" r:id="rId6" imgW="29565600" imgH="6705600" progId="Equation.DSMT4">
                  <p:embed/>
                </p:oleObj>
              </mc:Choice>
              <mc:Fallback>
                <p:oleObj name="Equation" r:id="rId6" imgW="29565600" imgH="6705600" progId="Equation.DSMT4">
                  <p:embed/>
                  <p:pic>
                    <p:nvPicPr>
                      <p:cNvPr id="0" name="图片 11233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7863" y="2438400"/>
                        <a:ext cx="3089275" cy="7016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429000" y="3352800"/>
          <a:ext cx="2459421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531" name="Equation" r:id="rId8" imgW="989965" imgH="279400" progId="Equation.DSMT4">
                  <p:embed/>
                </p:oleObj>
              </mc:Choice>
              <mc:Fallback>
                <p:oleObj name="Equation" r:id="rId8" imgW="989965" imgH="279400" progId="Equation.DSMT4">
                  <p:embed/>
                  <p:pic>
                    <p:nvPicPr>
                      <p:cNvPr id="0" name="图片 11233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352800"/>
                        <a:ext cx="2459421" cy="6858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636962" y="4486275"/>
          <a:ext cx="1579029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532" name="Equation" r:id="rId10" imgW="14325600" imgH="4267200" progId="Equation.DSMT4">
                  <p:embed/>
                </p:oleObj>
              </mc:Choice>
              <mc:Fallback>
                <p:oleObj name="Equation" r:id="rId10" imgW="14325600" imgH="4267200" progId="Equation.DSMT4">
                  <p:embed/>
                  <p:pic>
                    <p:nvPicPr>
                      <p:cNvPr id="0" name="图片 11233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6962" y="4486275"/>
                        <a:ext cx="1579029" cy="466725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1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981200"/>
            <a:ext cx="683895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69" y="1066800"/>
            <a:ext cx="9099839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201988" y="1524000"/>
          <a:ext cx="246538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284" name="Equation" r:id="rId4" imgW="16764000" imgH="5486400" progId="Equation.DSMT4">
                  <p:embed/>
                </p:oleObj>
              </mc:Choice>
              <mc:Fallback>
                <p:oleObj name="Equation" r:id="rId4" imgW="16764000" imgH="5486400" progId="Equation.DSMT4">
                  <p:embed/>
                  <p:pic>
                    <p:nvPicPr>
                      <p:cNvPr id="0" name="图片 10752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1988" y="1524000"/>
                        <a:ext cx="2465387" cy="8064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429000" y="3048000"/>
          <a:ext cx="2063750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285" name="Equation" r:id="rId6" imgW="14020800" imgH="5791200" progId="Equation.DSMT4">
                  <p:embed/>
                </p:oleObj>
              </mc:Choice>
              <mc:Fallback>
                <p:oleObj name="Equation" r:id="rId6" imgW="14020800" imgH="5791200" progId="Equation.DSMT4">
                  <p:embed/>
                  <p:pic>
                    <p:nvPicPr>
                      <p:cNvPr id="0" name="图片 10752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048000"/>
                        <a:ext cx="2063750" cy="8524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343275" y="4786313"/>
          <a:ext cx="2379663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286" name="Equation" r:id="rId8" imgW="16154400" imgH="5486400" progId="Equation.DSMT4">
                  <p:embed/>
                </p:oleObj>
              </mc:Choice>
              <mc:Fallback>
                <p:oleObj name="Equation" r:id="rId8" imgW="16154400" imgH="5486400" progId="Equation.DSMT4">
                  <p:embed/>
                  <p:pic>
                    <p:nvPicPr>
                      <p:cNvPr id="0" name="图片 10752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3275" y="4786313"/>
                        <a:ext cx="2379663" cy="8096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124200" y="838200"/>
          <a:ext cx="2644775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360" name="Equation" r:id="rId4" imgW="17983200" imgH="5791200" progId="Equation.DSMT4">
                  <p:embed/>
                </p:oleObj>
              </mc:Choice>
              <mc:Fallback>
                <p:oleObj name="Equation" r:id="rId4" imgW="17983200" imgH="5791200" progId="Equation.DSMT4">
                  <p:embed/>
                  <p:pic>
                    <p:nvPicPr>
                      <p:cNvPr id="0" name="图片 10763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838200"/>
                        <a:ext cx="2644775" cy="852488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200400" y="1905000"/>
          <a:ext cx="2466975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361" name="Equation" r:id="rId6" imgW="16764000" imgH="6096000" progId="Equation.DSMT4">
                  <p:embed/>
                </p:oleObj>
              </mc:Choice>
              <mc:Fallback>
                <p:oleObj name="Equation" r:id="rId6" imgW="16764000" imgH="6096000" progId="Equation.DSMT4">
                  <p:embed/>
                  <p:pic>
                    <p:nvPicPr>
                      <p:cNvPr id="0" name="图片 10763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905000"/>
                        <a:ext cx="2466975" cy="896938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200400" y="5334000"/>
          <a:ext cx="2379663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362" name="Equation" r:id="rId8" imgW="16154400" imgH="5486400" progId="Equation.DSMT4">
                  <p:embed/>
                </p:oleObj>
              </mc:Choice>
              <mc:Fallback>
                <p:oleObj name="Equation" r:id="rId8" imgW="16154400" imgH="5486400" progId="Equation.DSMT4">
                  <p:embed/>
                  <p:pic>
                    <p:nvPicPr>
                      <p:cNvPr id="0" name="图片 10763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5334000"/>
                        <a:ext cx="2379663" cy="8096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200400" y="3048000"/>
          <a:ext cx="246538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363" name="Equation" r:id="rId10" imgW="16764000" imgH="5486400" progId="Equation.DSMT4">
                  <p:embed/>
                </p:oleObj>
              </mc:Choice>
              <mc:Fallback>
                <p:oleObj name="Equation" r:id="rId10" imgW="16764000" imgH="54864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048000"/>
                        <a:ext cx="2465387" cy="8064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429000" y="4191000"/>
          <a:ext cx="2063750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364" name="Equation" r:id="rId12" imgW="584200" imgH="241300" progId="Equation.DSMT4">
                  <p:embed/>
                </p:oleObj>
              </mc:Choice>
              <mc:Fallback>
                <p:oleObj name="Equation" r:id="rId12" imgW="584200" imgH="2413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191000"/>
                        <a:ext cx="2063750" cy="8524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72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950" y="2133600"/>
            <a:ext cx="6162675" cy="326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69" y="1066800"/>
            <a:ext cx="9099839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314700" y="1524000"/>
          <a:ext cx="2239963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351" name="Equation" r:id="rId4" imgW="15240000" imgH="5486400" progId="Equation.DSMT4">
                  <p:embed/>
                </p:oleObj>
              </mc:Choice>
              <mc:Fallback>
                <p:oleObj name="Equation" r:id="rId4" imgW="15240000" imgH="5486400" progId="Equation.DSMT4">
                  <p:embed/>
                  <p:pic>
                    <p:nvPicPr>
                      <p:cNvPr id="0" name="图片 10783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0" y="1524000"/>
                        <a:ext cx="2239963" cy="8064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227388" y="3048000"/>
          <a:ext cx="2466975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352" name="Equation" r:id="rId6" imgW="16764000" imgH="5791200" progId="Equation.DSMT4">
                  <p:embed/>
                </p:oleObj>
              </mc:Choice>
              <mc:Fallback>
                <p:oleObj name="Equation" r:id="rId6" imgW="16764000" imgH="5791200" progId="Equation.DSMT4">
                  <p:embed/>
                  <p:pic>
                    <p:nvPicPr>
                      <p:cNvPr id="0" name="图片 10783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7388" y="3048000"/>
                        <a:ext cx="2466975" cy="8524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006725" y="4786313"/>
          <a:ext cx="3052763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353" name="Equation" r:id="rId8" imgW="20726400" imgH="5486400" progId="Equation.DSMT4">
                  <p:embed/>
                </p:oleObj>
              </mc:Choice>
              <mc:Fallback>
                <p:oleObj name="Equation" r:id="rId8" imgW="20726400" imgH="5486400" progId="Equation.DSMT4">
                  <p:embed/>
                  <p:pic>
                    <p:nvPicPr>
                      <p:cNvPr id="0" name="图片 10783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6725" y="4786313"/>
                        <a:ext cx="3052763" cy="8096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23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362200"/>
            <a:ext cx="7172490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823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645" y="914400"/>
            <a:ext cx="8818028" cy="124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066800" y="838200"/>
          <a:ext cx="1863194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477" name="Equation" r:id="rId4" imgW="19202400" imgH="5486400" progId="Equation.DSMT4">
                  <p:embed/>
                </p:oleObj>
              </mc:Choice>
              <mc:Fallback>
                <p:oleObj name="Equation" r:id="rId4" imgW="19202400" imgH="54864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838200"/>
                        <a:ext cx="1863194" cy="5334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066800" y="1752600"/>
          <a:ext cx="1981200" cy="514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478" name="Equation" r:id="rId6" imgW="21031200" imgH="5486400" progId="Equation.DSMT4">
                  <p:embed/>
                </p:oleObj>
              </mc:Choice>
              <mc:Fallback>
                <p:oleObj name="Equation" r:id="rId6" imgW="21031200" imgH="5486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752600"/>
                        <a:ext cx="1981200" cy="51417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810000" y="685800"/>
          <a:ext cx="36385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479" name="Equation" r:id="rId8" imgW="1816100" imgH="342900" progId="Equation.DSMT4">
                  <p:embed/>
                </p:oleObj>
              </mc:Choice>
              <mc:Fallback>
                <p:oleObj name="Equation" r:id="rId8" imgW="1816100" imgH="342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685800"/>
                        <a:ext cx="3638550" cy="6858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505200" y="1524000"/>
          <a:ext cx="409298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480" name="Equation" r:id="rId10" imgW="49987200" imgH="12496800" progId="Equation.DSMT4">
                  <p:embed/>
                </p:oleObj>
              </mc:Choice>
              <mc:Fallback>
                <p:oleObj name="Equation" r:id="rId10" imgW="49987200" imgH="12496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524000"/>
                        <a:ext cx="4092980" cy="10287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83401" name="Picture 9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4" y="3057987"/>
            <a:ext cx="4391025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83402" name="Picture 10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536" y="3021367"/>
            <a:ext cx="4448175" cy="308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44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666" y="3124200"/>
            <a:ext cx="6759245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844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25" y="762000"/>
            <a:ext cx="8972331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209800" y="706315"/>
          <a:ext cx="4267200" cy="512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496" name="Equation" r:id="rId4" imgW="1981200" imgH="241300" progId="Equation.DSMT4">
                  <p:embed/>
                </p:oleObj>
              </mc:Choice>
              <mc:Fallback>
                <p:oleObj name="Equation" r:id="rId4" imgW="1981200" imgH="2413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706315"/>
                        <a:ext cx="4267200" cy="512885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209800" y="1295400"/>
          <a:ext cx="423746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497" name="Equation" r:id="rId6" imgW="2171700" imgH="393700" progId="Equation.DSMT4">
                  <p:embed/>
                </p:oleObj>
              </mc:Choice>
              <mc:Fallback>
                <p:oleObj name="Equation" r:id="rId6" imgW="2171700" imgH="393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295400"/>
                        <a:ext cx="4237463" cy="76200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133600" y="2133600"/>
          <a:ext cx="401116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498" name="Equation" r:id="rId8" imgW="1790700" imgH="241300" progId="Equation.DSMT4">
                  <p:embed/>
                </p:oleObj>
              </mc:Choice>
              <mc:Fallback>
                <p:oleObj name="Equation" r:id="rId8" imgW="1790700" imgH="241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133600"/>
                        <a:ext cx="4011168" cy="5334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209800" y="2743200"/>
          <a:ext cx="3865757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499" name="Equation" r:id="rId10" imgW="1981200" imgH="393700" progId="Equation.DSMT4">
                  <p:embed/>
                </p:oleObj>
              </mc:Choice>
              <mc:Fallback>
                <p:oleObj name="Equation" r:id="rId10" imgW="1981200" imgH="393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743200"/>
                        <a:ext cx="3865757" cy="762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84425" name="Picture 9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581400"/>
            <a:ext cx="4184237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4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766" y="2667000"/>
            <a:ext cx="7675563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854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064" y="1219200"/>
            <a:ext cx="8276965" cy="1143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514600" y="1600200"/>
          <a:ext cx="3925824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519" name="Equation" r:id="rId4" imgW="1752600" imgH="241300" progId="Equation.DSMT4">
                  <p:embed/>
                </p:oleObj>
              </mc:Choice>
              <mc:Fallback>
                <p:oleObj name="Equation" r:id="rId4" imgW="1752600" imgH="2413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600200"/>
                        <a:ext cx="3925824" cy="5334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371600" y="2819400"/>
          <a:ext cx="6529387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520" name="Equation" r:id="rId6" imgW="69189600" imgH="13716000" progId="Equation.DSMT4">
                  <p:embed/>
                </p:oleObj>
              </mc:Choice>
              <mc:Fallback>
                <p:oleObj name="Equation" r:id="rId6" imgW="69189600" imgH="13716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819400"/>
                        <a:ext cx="6529387" cy="12954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971800" y="4648200"/>
          <a:ext cx="3078162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521" name="Equation" r:id="rId8" imgW="32613600" imgH="13716000" progId="Equation.DSMT4">
                  <p:embed/>
                </p:oleObj>
              </mc:Choice>
              <mc:Fallback>
                <p:oleObj name="Equation" r:id="rId8" imgW="32613600" imgH="137160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648200"/>
                        <a:ext cx="3078162" cy="12954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74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995489"/>
            <a:ext cx="8993133" cy="2805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Line 111"/>
          <p:cNvSpPr>
            <a:spLocks noChangeShapeType="1"/>
          </p:cNvSpPr>
          <p:nvPr/>
        </p:nvSpPr>
        <p:spPr bwMode="auto">
          <a:xfrm>
            <a:off x="3895078" y="2344444"/>
            <a:ext cx="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152"/>
          <p:cNvSpPr>
            <a:spLocks noChangeShapeType="1"/>
          </p:cNvSpPr>
          <p:nvPr/>
        </p:nvSpPr>
        <p:spPr bwMode="auto">
          <a:xfrm>
            <a:off x="5621044" y="2258520"/>
            <a:ext cx="15081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53"/>
          <p:cNvSpPr>
            <a:spLocks noChangeShapeType="1"/>
          </p:cNvSpPr>
          <p:nvPr/>
        </p:nvSpPr>
        <p:spPr bwMode="auto">
          <a:xfrm flipH="1">
            <a:off x="3576224" y="2259366"/>
            <a:ext cx="152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Rectangle 96"/>
          <p:cNvSpPr>
            <a:spLocks noChangeArrowheads="1"/>
          </p:cNvSpPr>
          <p:nvPr/>
        </p:nvSpPr>
        <p:spPr bwMode="auto">
          <a:xfrm>
            <a:off x="5559538" y="1669626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i</a:t>
            </a:r>
            <a:r>
              <a:rPr lang="en-US" altLang="zh-CN" sz="2800" b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2</a:t>
            </a:r>
            <a:endParaRPr lang="en-US" altLang="zh-CN" sz="2800" b="1" baseline="-25000" dirty="0">
              <a:solidFill>
                <a:srgbClr val="FF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12" name="Rectangle 96"/>
          <p:cNvSpPr>
            <a:spLocks noChangeArrowheads="1"/>
          </p:cNvSpPr>
          <p:nvPr/>
        </p:nvSpPr>
        <p:spPr bwMode="auto">
          <a:xfrm>
            <a:off x="3497323" y="1671721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i</a:t>
            </a:r>
            <a:r>
              <a:rPr lang="en-US" altLang="zh-CN" sz="2800" b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1</a:t>
            </a:r>
            <a:endParaRPr lang="en-US" altLang="zh-CN" sz="2800" b="1" baseline="-25000" dirty="0">
              <a:solidFill>
                <a:srgbClr val="FF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/>
      <p:bldP spid="1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438400" y="2362200"/>
          <a:ext cx="36353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623" name="Equation" r:id="rId4" imgW="39928800" imgH="10058400" progId="Equation.DSMT4">
                  <p:embed/>
                </p:oleObj>
              </mc:Choice>
              <mc:Fallback>
                <p:oleObj name="Equation" r:id="rId4" imgW="39928800" imgH="100584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362200"/>
                        <a:ext cx="3635375" cy="91440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09600" y="1066800"/>
          <a:ext cx="37465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624" name="Equation" r:id="rId6" imgW="40538400" imgH="8229600" progId="Equation.DSMT4">
                  <p:embed/>
                </p:oleObj>
              </mc:Choice>
              <mc:Fallback>
                <p:oleObj name="Equation" r:id="rId6" imgW="40538400" imgH="8229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066800"/>
                        <a:ext cx="3746500" cy="76200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876800" y="1066800"/>
          <a:ext cx="350953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625" name="Equation" r:id="rId8" imgW="39319200" imgH="9448800" progId="Equation.DSMT4">
                  <p:embed/>
                </p:oleObj>
              </mc:Choice>
              <mc:Fallback>
                <p:oleObj name="Equation" r:id="rId8" imgW="39319200" imgH="9448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066800"/>
                        <a:ext cx="3509535" cy="83820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914400" y="3657600"/>
          <a:ext cx="26892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626" name="Equation" r:id="rId10" imgW="1155700" imgH="228600" progId="Equation.DSMT4">
                  <p:embed/>
                </p:oleObj>
              </mc:Choice>
              <mc:Fallback>
                <p:oleObj name="Equation" r:id="rId10" imgW="115570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657600"/>
                        <a:ext cx="2689225" cy="53340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576439" y="3581400"/>
          <a:ext cx="338613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627" name="Equation" r:id="rId12" imgW="37795200" imgH="9448800" progId="Equation.DSMT4">
                  <p:embed/>
                </p:oleObj>
              </mc:Choice>
              <mc:Fallback>
                <p:oleObj name="Equation" r:id="rId12" imgW="37795200" imgH="9448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6439" y="3581400"/>
                        <a:ext cx="3386138" cy="83820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130425" y="4953000"/>
          <a:ext cx="48831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628" name="Equation" r:id="rId14" imgW="53644800" imgH="10058400" progId="Equation.DSMT4">
                  <p:embed/>
                </p:oleObj>
              </mc:Choice>
              <mc:Fallback>
                <p:oleObj name="Equation" r:id="rId14" imgW="53644800" imgH="100584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0425" y="4953000"/>
                        <a:ext cx="4883150" cy="9144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10936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799" y="2209800"/>
            <a:ext cx="5660137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9363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85800"/>
            <a:ext cx="8534400" cy="137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209800" y="685800"/>
          <a:ext cx="4105894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4686" name="Equation" r:id="rId4" imgW="35052000" imgH="5791200" progId="Equation.DSMT4">
                  <p:embed/>
                </p:oleObj>
              </mc:Choice>
              <mc:Fallback>
                <p:oleObj name="Equation" r:id="rId4" imgW="35052000" imgH="5791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685800"/>
                        <a:ext cx="4105894" cy="6858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866900" y="1524000"/>
          <a:ext cx="5410200" cy="1023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4687" name="Equation" r:id="rId6" imgW="49987200" imgH="9448800" progId="Equation.DSMT4">
                  <p:embed/>
                </p:oleObj>
              </mc:Choice>
              <mc:Fallback>
                <p:oleObj name="Equation" r:id="rId6" imgW="49987200" imgH="9448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900" y="1524000"/>
                        <a:ext cx="5410200" cy="102344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94661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667000"/>
            <a:ext cx="5543550" cy="398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5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8376" y="2590800"/>
            <a:ext cx="5838825" cy="303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9158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429" y="1066800"/>
            <a:ext cx="7517946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223565" y="2819400"/>
          <a:ext cx="269687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2624" name="Equation" r:id="rId4" imgW="24079200" imgH="9448800" progId="Equation.DSMT4">
                  <p:embed/>
                </p:oleObj>
              </mc:Choice>
              <mc:Fallback>
                <p:oleObj name="Equation" r:id="rId4" imgW="24079200" imgH="94488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3565" y="2819400"/>
                        <a:ext cx="2696870" cy="10668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1096705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2667000"/>
            <a:ext cx="6562725" cy="399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9670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09600"/>
            <a:ext cx="8039686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1095681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905000"/>
            <a:ext cx="3657600" cy="3240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65cb29cd-eadd-4f48-bc87-5522785583c6"/>
  <p:tag name="COMMONDATA" val="eyJoZGlkIjoiYzM0OWY5MGYwODIwOGY5NTk0Y2NhOGZmZDI1N2EwZG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500,&quot;width&quot;:928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325,&quot;width&quot;:15270}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楷体_GB2312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ea typeface="楷体_GB2312" panose="0201060903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ea typeface="楷体_GB2312" panose="02010609030101010101" pitchFamily="49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1162</Words>
  <Application>Microsoft Office PowerPoint</Application>
  <PresentationFormat>全屏显示(4:3)</PresentationFormat>
  <Paragraphs>315</Paragraphs>
  <Slides>60</Slides>
  <Notes>51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60</vt:i4>
      </vt:variant>
    </vt:vector>
  </HeadingPairs>
  <TitlesOfParts>
    <vt:vector size="63" baseType="lpstr">
      <vt:lpstr>Blends</vt:lpstr>
      <vt:lpstr>Equation</vt:lpstr>
      <vt:lpstr>MathType 6.0 Equation</vt:lpstr>
      <vt:lpstr>PowerPoint 演示文稿</vt:lpstr>
      <vt:lpstr>PowerPoint 演示文稿</vt:lpstr>
      <vt:lpstr>PowerPoint 演示文稿</vt:lpstr>
      <vt:lpstr>附加题</vt:lpstr>
      <vt:lpstr>附加题</vt:lpstr>
      <vt:lpstr>附加题</vt:lpstr>
      <vt:lpstr>附加题</vt:lpstr>
      <vt:lpstr>PowerPoint 演示文稿</vt:lpstr>
      <vt:lpstr>PowerPoint 演示文稿</vt:lpstr>
      <vt:lpstr>13.6 二端口网络的连接</vt:lpstr>
      <vt:lpstr>13.6 二端口网络的连接</vt:lpstr>
      <vt:lpstr>13.6 二端口网络的连接</vt:lpstr>
      <vt:lpstr>13.7 理想回转器</vt:lpstr>
      <vt:lpstr>13.7 理想回转器</vt:lpstr>
      <vt:lpstr>13.7 理想回转器</vt:lpstr>
      <vt:lpstr>13.7 理想回转器</vt:lpstr>
      <vt:lpstr>13.7 理想回转器</vt:lpstr>
      <vt:lpstr>13.7 理想回转器</vt:lpstr>
      <vt:lpstr>13.7 理想回转器</vt:lpstr>
      <vt:lpstr>PowerPoint 演示文稿</vt:lpstr>
      <vt:lpstr>13.7 理想回转器</vt:lpstr>
      <vt:lpstr>13.7 理想回转器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caixl</dc:creator>
  <cp:lastModifiedBy>Dell</cp:lastModifiedBy>
  <cp:revision>387</cp:revision>
  <cp:lastPrinted>2113-01-01T00:00:00Z</cp:lastPrinted>
  <dcterms:created xsi:type="dcterms:W3CDTF">2113-01-01T00:00:00Z</dcterms:created>
  <dcterms:modified xsi:type="dcterms:W3CDTF">2022-11-22T09:25:55Z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8D7A71174CA64B6F944EC8E7BAE5A877</vt:lpwstr>
  </property>
  <property fmtid="{D5CDD505-2E9C-101B-9397-08002B2CF9AE}" pid="4" name="KSOProductBuildVer">
    <vt:lpwstr>2052-11.1.0.12763</vt:lpwstr>
  </property>
</Properties>
</file>